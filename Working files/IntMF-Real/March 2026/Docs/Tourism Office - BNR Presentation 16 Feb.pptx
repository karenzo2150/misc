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Ex1.xml" ContentType="application/vnd.ms-office.chartex+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embedTrueTypeFonts="1" saveSubsetFonts="1" autoCompressPictures="0">
  <p:sldMasterIdLst>
    <p:sldMasterId id="2147483648" r:id="rId1"/>
    <p:sldMasterId id="2147483708" r:id="rId2"/>
  </p:sldMasterIdLst>
  <p:notesMasterIdLst>
    <p:notesMasterId r:id="rId20"/>
  </p:notesMasterIdLst>
  <p:sldIdLst>
    <p:sldId id="256" r:id="rId3"/>
    <p:sldId id="257" r:id="rId4"/>
    <p:sldId id="280" r:id="rId5"/>
    <p:sldId id="1460" r:id="rId6"/>
    <p:sldId id="1422" r:id="rId7"/>
    <p:sldId id="281" r:id="rId8"/>
    <p:sldId id="282" r:id="rId9"/>
    <p:sldId id="259" r:id="rId10"/>
    <p:sldId id="1461" r:id="rId11"/>
    <p:sldId id="1416" r:id="rId12"/>
    <p:sldId id="1418" r:id="rId13"/>
    <p:sldId id="1462" r:id="rId14"/>
    <p:sldId id="264" r:id="rId15"/>
    <p:sldId id="1459" r:id="rId16"/>
    <p:sldId id="263" r:id="rId17"/>
    <p:sldId id="1414" r:id="rId18"/>
    <p:sldId id="1458" r:id="rId19"/>
  </p:sldIdLst>
  <p:sldSz cx="12192000" cy="6858000"/>
  <p:notesSz cx="9236075" cy="6950075"/>
  <p:embeddedFontLst>
    <p:embeddedFont>
      <p:font typeface="Fira Sans Extra Condensed Medium" panose="020F0502020204030204" pitchFamily="34" charset="0"/>
      <p:regular r:id="rId21"/>
      <p:bold r:id="rId22"/>
      <p:italic r:id="rId23"/>
      <p:boldItalic r:id="rId24"/>
    </p:embeddedFont>
    <p:embeddedFont>
      <p:font typeface="Garamond" panose="02020404030301010803" pitchFamily="18" charset="0"/>
      <p:regular r:id="rId25"/>
      <p:bold r:id="rId26"/>
      <p:italic r:id="rId27"/>
      <p:boldItalic r:id="rId28"/>
    </p:embeddedFont>
    <p:embeddedFont>
      <p:font typeface="Montserrat Black" panose="00000A00000000000000" pitchFamily="2" charset="77"/>
      <p:bold r:id="rId29"/>
      <p:italic r:id="rId30"/>
      <p:boldItalic r:id="rId31"/>
    </p:embeddedFont>
    <p:embeddedFont>
      <p:font typeface="Open Sans" panose="020B0606030504020204" pitchFamily="34" charset="0"/>
      <p:regular r:id="rId32"/>
      <p:bold r:id="rId33"/>
      <p:italic r:id="rId34"/>
      <p:boldItalic r:id="rId35"/>
    </p:embeddedFont>
    <p:embeddedFont>
      <p:font typeface="Open Sans Light" panose="020B0306030504020204" pitchFamily="34" charset="0"/>
      <p:regular r:id="rId36"/>
      <p:italic r:id="rId37"/>
    </p:embeddedFont>
    <p:embeddedFont>
      <p:font typeface="Roboto" panose="02000000000000000000" pitchFamily="2" charset="0"/>
      <p:regular r:id="rId38"/>
      <p:bold r:id="rId39"/>
      <p:italic r:id="rId40"/>
      <p:boldItalic r:id="rId41"/>
    </p:embeddedFont>
    <p:embeddedFont>
      <p:font typeface="Trebuchet MS" panose="020B0703020202090204" pitchFamily="34" charset="0"/>
      <p:regular r:id="rId42"/>
      <p:bold r:id="rId43"/>
      <p: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8" roundtripDataSignature="AMtx7micIfbezZy0cDTi0uJpZSb72gPx5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A90A"/>
    <a:srgbClr val="482069"/>
    <a:srgbClr val="13B2CB"/>
    <a:srgbClr val="553F05"/>
    <a:srgbClr val="9E0A07"/>
    <a:srgbClr val="810706"/>
    <a:srgbClr val="5C2984"/>
    <a:srgbClr val="F3B4A3"/>
    <a:srgbClr val="D0AA84"/>
    <a:srgbClr val="FFC2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883"/>
    <p:restoredTop sz="83571"/>
  </p:normalViewPr>
  <p:slideViewPr>
    <p:cSldViewPr snapToGrid="0">
      <p:cViewPr varScale="1">
        <p:scale>
          <a:sx n="73" d="100"/>
          <a:sy n="73" d="100"/>
        </p:scale>
        <p:origin x="224" y="7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9.fntdata"/><Relationship Id="rId11" Type="http://schemas.openxmlformats.org/officeDocument/2006/relationships/slide" Target="slides/slide9.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79"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82"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1.fntdata"/><Relationship Id="rId44" Type="http://schemas.openxmlformats.org/officeDocument/2006/relationships/font" Target="fonts/font24.fntdata"/><Relationship Id="rId78" Type="http://customschemas.google.com/relationships/presentationmetadata" Target="metadata"/><Relationship Id="rId8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font" Target="fonts/font23.fntdata"/><Relationship Id="rId8" Type="http://schemas.openxmlformats.org/officeDocument/2006/relationships/slide" Target="slides/slide6.xml"/><Relationship Id="rId80"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20" Type="http://schemas.openxmlformats.org/officeDocument/2006/relationships/notesMaster" Target="notesMasters/notesMaster1.xml"/><Relationship Id="rId41"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oleObject" Target="file:////Users/alexandre/Desktop/Old%20data/TOURISM%20STAT/Revenues%20computation%20Jul%20202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alexandre/Desktop/Old%20data/TOURISM%20STAT/Revenues%20computation%20Jul%202025.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alexandre/Desktop/Old%20data/TOURISM%20STAT/Revenues%20computation%20Jul%202025.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alexandre/Desktop/Old%20data/TOURISM%20STAT/Revenues%20computation%20Jul%202025.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alexandre/Desktop/Old%20data/TOURISM%20STAT/2025%20ARRIVALS%20AND%20REVENUES.xlsx" TargetMode="External"/><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oleObject" Target="file:////Users/RDB/Downloads/Tourism%20trend%202024.xlsx" TargetMode="External"/><Relationship Id="rId2" Type="http://schemas.microsoft.com/office/2011/relationships/chartColorStyle" Target="colors7.xml"/><Relationship Id="rId1" Type="http://schemas.microsoft.com/office/2011/relationships/chartStyle" Target="style7.xml"/></Relationships>
</file>

<file path=ppt/charts/_rels/chartEx1.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Users/RDB/Documents/2024%20total&amp;EAC%20vsitor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aseline="0" dirty="0"/>
              <a:t>Visitor Arrivals by Air 2025 VS 2024. +24%</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Monthly!$C$18</c:f>
              <c:strCache>
                <c:ptCount val="1"/>
                <c:pt idx="0">
                  <c:v>2024</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Monthly!$B$19:$B$30</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Monthly!$C$19:$C$30</c:f>
              <c:numCache>
                <c:formatCode>_(* #,##0.0_);_(* \(#,##0.0\);_(* "-"??_);_(@_)</c:formatCode>
                <c:ptCount val="12"/>
                <c:pt idx="0">
                  <c:v>24.088999999999999</c:v>
                </c:pt>
                <c:pt idx="1">
                  <c:v>21.928999999999998</c:v>
                </c:pt>
                <c:pt idx="2">
                  <c:v>21.673999999999999</c:v>
                </c:pt>
                <c:pt idx="3">
                  <c:v>20.298999999999999</c:v>
                </c:pt>
                <c:pt idx="4">
                  <c:v>26.994</c:v>
                </c:pt>
                <c:pt idx="5">
                  <c:v>26.925999999999998</c:v>
                </c:pt>
                <c:pt idx="6">
                  <c:v>30.254999999999999</c:v>
                </c:pt>
                <c:pt idx="7">
                  <c:v>30.411999999999999</c:v>
                </c:pt>
                <c:pt idx="8">
                  <c:v>26.734999999999999</c:v>
                </c:pt>
                <c:pt idx="9">
                  <c:v>21.68</c:v>
                </c:pt>
                <c:pt idx="10">
                  <c:v>23.6</c:v>
                </c:pt>
                <c:pt idx="11">
                  <c:v>31.1</c:v>
                </c:pt>
              </c:numCache>
            </c:numRef>
          </c:val>
          <c:extLst>
            <c:ext xmlns:c16="http://schemas.microsoft.com/office/drawing/2014/chart" uri="{C3380CC4-5D6E-409C-BE32-E72D297353CC}">
              <c16:uniqueId val="{00000000-50B3-B44D-BEC2-04526B99D2C0}"/>
            </c:ext>
          </c:extLst>
        </c:ser>
        <c:ser>
          <c:idx val="1"/>
          <c:order val="1"/>
          <c:tx>
            <c:strRef>
              <c:f>Monthly!$D$18</c:f>
              <c:strCache>
                <c:ptCount val="1"/>
                <c:pt idx="0">
                  <c:v>2025</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Monthly!$B$19:$B$30</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Monthly!$D$19:$D$30</c:f>
              <c:numCache>
                <c:formatCode>_(* #,##0.0_);_(* \(#,##0.0\);_(* "-"??_);_(@_)</c:formatCode>
                <c:ptCount val="12"/>
                <c:pt idx="0">
                  <c:v>28.361999999999998</c:v>
                </c:pt>
                <c:pt idx="1">
                  <c:v>26.806000000000001</c:v>
                </c:pt>
                <c:pt idx="2">
                  <c:v>26.463000000000001</c:v>
                </c:pt>
                <c:pt idx="3">
                  <c:v>24.471</c:v>
                </c:pt>
                <c:pt idx="4">
                  <c:v>29.568000000000001</c:v>
                </c:pt>
                <c:pt idx="5">
                  <c:v>34.256999999999998</c:v>
                </c:pt>
                <c:pt idx="6">
                  <c:v>39.4</c:v>
                </c:pt>
                <c:pt idx="7">
                  <c:v>38.887999999999998</c:v>
                </c:pt>
                <c:pt idx="8">
                  <c:v>32.738</c:v>
                </c:pt>
                <c:pt idx="9">
                  <c:v>31.338999999999999</c:v>
                </c:pt>
                <c:pt idx="10">
                  <c:v>31.8</c:v>
                </c:pt>
                <c:pt idx="11">
                  <c:v>35.700000000000003</c:v>
                </c:pt>
              </c:numCache>
            </c:numRef>
          </c:val>
          <c:extLst>
            <c:ext xmlns:c16="http://schemas.microsoft.com/office/drawing/2014/chart" uri="{C3380CC4-5D6E-409C-BE32-E72D297353CC}">
              <c16:uniqueId val="{00000001-50B3-B44D-BEC2-04526B99D2C0}"/>
            </c:ext>
          </c:extLst>
        </c:ser>
        <c:dLbls>
          <c:showLegendKey val="0"/>
          <c:showVal val="0"/>
          <c:showCatName val="0"/>
          <c:showSerName val="0"/>
          <c:showPercent val="0"/>
          <c:showBubbleSize val="0"/>
        </c:dLbls>
        <c:gapWidth val="219"/>
        <c:overlap val="-27"/>
        <c:axId val="1030664447"/>
        <c:axId val="1030663999"/>
      </c:barChart>
      <c:catAx>
        <c:axId val="10306644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0663999"/>
        <c:crosses val="autoZero"/>
        <c:auto val="1"/>
        <c:lblAlgn val="ctr"/>
        <c:lblOffset val="100"/>
        <c:noMultiLvlLbl val="0"/>
      </c:catAx>
      <c:valAx>
        <c:axId val="1030663999"/>
        <c:scaling>
          <c:orientation val="minMax"/>
        </c:scaling>
        <c:delete val="0"/>
        <c:axPos val="l"/>
        <c:majorGridlines>
          <c:spPr>
            <a:ln w="9525" cap="flat" cmpd="sng" algn="ctr">
              <a:solidFill>
                <a:schemeClr val="tx1">
                  <a:lumMod val="15000"/>
                  <a:lumOff val="85000"/>
                </a:schemeClr>
              </a:solidFill>
              <a:round/>
            </a:ln>
            <a:effectLst/>
          </c:spPr>
        </c:majorGridlines>
        <c:numFmt formatCode="_(* #,##0.0_);_(* \(#,##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06644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Visitor</a:t>
            </a:r>
            <a:r>
              <a:rPr lang="en-US" baseline="0"/>
              <a:t> Arrivals by Road 2025 VS 2024 +5%</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Monthly!$C$33</c:f>
              <c:strCache>
                <c:ptCount val="1"/>
                <c:pt idx="0">
                  <c:v>2024</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Monthly!$B$34:$B$45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Monthly!$C$34:$C$45</c:f>
              <c:numCache>
                <c:formatCode>_(* #,##0.0_);_(* \(#,##0.0\);_(* "-"??_);_(@_)</c:formatCode>
                <c:ptCount val="12"/>
                <c:pt idx="0">
                  <c:v>122.908</c:v>
                </c:pt>
                <c:pt idx="1">
                  <c:v>93.513000000000005</c:v>
                </c:pt>
                <c:pt idx="2">
                  <c:v>102.44199999999999</c:v>
                </c:pt>
                <c:pt idx="3">
                  <c:v>138.47900000000001</c:v>
                </c:pt>
                <c:pt idx="4">
                  <c:v>136.976</c:v>
                </c:pt>
                <c:pt idx="5">
                  <c:v>76.067999999999998</c:v>
                </c:pt>
                <c:pt idx="6">
                  <c:v>62.607999999999997</c:v>
                </c:pt>
                <c:pt idx="7">
                  <c:v>78.543000000000006</c:v>
                </c:pt>
                <c:pt idx="8">
                  <c:v>63.651000000000003</c:v>
                </c:pt>
                <c:pt idx="9">
                  <c:v>47.545999999999999</c:v>
                </c:pt>
                <c:pt idx="10">
                  <c:v>65.7</c:v>
                </c:pt>
                <c:pt idx="11">
                  <c:v>69.3</c:v>
                </c:pt>
              </c:numCache>
            </c:numRef>
          </c:val>
          <c:extLst>
            <c:ext xmlns:c16="http://schemas.microsoft.com/office/drawing/2014/chart" uri="{C3380CC4-5D6E-409C-BE32-E72D297353CC}">
              <c16:uniqueId val="{00000000-00EC-DA49-8F79-A6C6732D3DC8}"/>
            </c:ext>
          </c:extLst>
        </c:ser>
        <c:ser>
          <c:idx val="1"/>
          <c:order val="1"/>
          <c:tx>
            <c:strRef>
              <c:f>Monthly!$D$33</c:f>
              <c:strCache>
                <c:ptCount val="1"/>
                <c:pt idx="0">
                  <c:v>2025</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Monthly!$B$34:$B$45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Monthly!$D$34:$D$45</c:f>
              <c:numCache>
                <c:formatCode>_(* #,##0.0_);_(* \(#,##0.0\);_(* "-"??_);_(@_)</c:formatCode>
                <c:ptCount val="12"/>
                <c:pt idx="0">
                  <c:v>75.230999999999995</c:v>
                </c:pt>
                <c:pt idx="1">
                  <c:v>57.384</c:v>
                </c:pt>
                <c:pt idx="2">
                  <c:v>58.683999999999997</c:v>
                </c:pt>
                <c:pt idx="3">
                  <c:v>58.716000000000001</c:v>
                </c:pt>
                <c:pt idx="4">
                  <c:v>87.962000000000003</c:v>
                </c:pt>
                <c:pt idx="5">
                  <c:v>87.218000000000004</c:v>
                </c:pt>
                <c:pt idx="6">
                  <c:v>96.881</c:v>
                </c:pt>
                <c:pt idx="7">
                  <c:v>112.081</c:v>
                </c:pt>
                <c:pt idx="8">
                  <c:v>125.59699999999999</c:v>
                </c:pt>
                <c:pt idx="9">
                  <c:v>112.63800000000001</c:v>
                </c:pt>
                <c:pt idx="10">
                  <c:v>85.6</c:v>
                </c:pt>
                <c:pt idx="11">
                  <c:v>152</c:v>
                </c:pt>
              </c:numCache>
            </c:numRef>
          </c:val>
          <c:extLst>
            <c:ext xmlns:c16="http://schemas.microsoft.com/office/drawing/2014/chart" uri="{C3380CC4-5D6E-409C-BE32-E72D297353CC}">
              <c16:uniqueId val="{00000001-00EC-DA49-8F79-A6C6732D3DC8}"/>
            </c:ext>
          </c:extLst>
        </c:ser>
        <c:dLbls>
          <c:showLegendKey val="0"/>
          <c:showVal val="0"/>
          <c:showCatName val="0"/>
          <c:showSerName val="0"/>
          <c:showPercent val="0"/>
          <c:showBubbleSize val="0"/>
        </c:dLbls>
        <c:gapWidth val="219"/>
        <c:overlap val="-27"/>
        <c:axId val="1031454015"/>
        <c:axId val="988933951"/>
      </c:barChart>
      <c:catAx>
        <c:axId val="10314540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8933951"/>
        <c:crosses val="autoZero"/>
        <c:auto val="1"/>
        <c:lblAlgn val="ctr"/>
        <c:lblOffset val="100"/>
        <c:noMultiLvlLbl val="0"/>
      </c:catAx>
      <c:valAx>
        <c:axId val="988933951"/>
        <c:scaling>
          <c:orientation val="minMax"/>
        </c:scaling>
        <c:delete val="0"/>
        <c:axPos val="l"/>
        <c:majorGridlines>
          <c:spPr>
            <a:ln w="9525" cap="flat" cmpd="sng" algn="ctr">
              <a:solidFill>
                <a:schemeClr val="tx1">
                  <a:lumMod val="15000"/>
                  <a:lumOff val="85000"/>
                </a:schemeClr>
              </a:solidFill>
              <a:round/>
            </a:ln>
            <a:effectLst/>
          </c:spPr>
        </c:majorGridlines>
        <c:numFmt formatCode="_(* #,##0.0_);_(* \(#,##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14540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Gorilla</a:t>
            </a:r>
            <a:r>
              <a:rPr lang="en-US" baseline="0"/>
              <a:t> visitors 2025 VS 2024 +3% </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Monthly!$I$40</c:f>
              <c:strCache>
                <c:ptCount val="1"/>
                <c:pt idx="0">
                  <c:v>2024</c:v>
                </c:pt>
              </c:strCache>
            </c:strRef>
          </c:tx>
          <c:spPr>
            <a:solidFill>
              <a:schemeClr val="accent1"/>
            </a:solidFill>
            <a:ln>
              <a:noFill/>
            </a:ln>
            <a:effectLst/>
          </c:spPr>
          <c:invertIfNegative val="0"/>
          <c:dLbls>
            <c:dLbl>
              <c:idx val="0"/>
              <c:layout>
                <c:manualLayout>
                  <c:x val="-3.8888888888888896E-2"/>
                  <c:y val="2.77777777777777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7A1-C945-BA91-732C4A746526}"/>
                </c:ext>
              </c:extLst>
            </c:dLbl>
            <c:dLbl>
              <c:idx val="5"/>
              <c:layout>
                <c:manualLayout>
                  <c:x val="-4.4444444444444446E-2"/>
                  <c:y val="4.629629629629629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7A1-C945-BA91-732C4A746526}"/>
                </c:ext>
              </c:extLst>
            </c:dLbl>
            <c:dLbl>
              <c:idx val="11"/>
              <c:layout>
                <c:manualLayout>
                  <c:x val="3.6111111111111108E-2"/>
                  <c:y val="-2.31481481481481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7A1-C945-BA91-732C4A74652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Monthly!$H$41:$H$52</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Monthly!$I$41:$I$52</c:f>
              <c:numCache>
                <c:formatCode>_(* #,##0_);_(* \(#,##0\);_(* "-"??_);_(@_)</c:formatCode>
                <c:ptCount val="12"/>
                <c:pt idx="0">
                  <c:v>2262</c:v>
                </c:pt>
                <c:pt idx="1">
                  <c:v>2053</c:v>
                </c:pt>
                <c:pt idx="2">
                  <c:v>1562</c:v>
                </c:pt>
                <c:pt idx="3">
                  <c:v>642</c:v>
                </c:pt>
                <c:pt idx="4">
                  <c:v>2164</c:v>
                </c:pt>
                <c:pt idx="5">
                  <c:v>3175</c:v>
                </c:pt>
                <c:pt idx="6">
                  <c:v>3680</c:v>
                </c:pt>
                <c:pt idx="7">
                  <c:v>3688</c:v>
                </c:pt>
                <c:pt idx="8">
                  <c:v>3410</c:v>
                </c:pt>
                <c:pt idx="9">
                  <c:v>2139</c:v>
                </c:pt>
                <c:pt idx="10">
                  <c:v>1495</c:v>
                </c:pt>
                <c:pt idx="11">
                  <c:v>2107</c:v>
                </c:pt>
              </c:numCache>
            </c:numRef>
          </c:val>
          <c:extLst>
            <c:ext xmlns:c16="http://schemas.microsoft.com/office/drawing/2014/chart" uri="{C3380CC4-5D6E-409C-BE32-E72D297353CC}">
              <c16:uniqueId val="{00000003-C7A1-C945-BA91-732C4A746526}"/>
            </c:ext>
          </c:extLst>
        </c:ser>
        <c:ser>
          <c:idx val="1"/>
          <c:order val="1"/>
          <c:tx>
            <c:strRef>
              <c:f>Monthly!$J$40</c:f>
              <c:strCache>
                <c:ptCount val="1"/>
                <c:pt idx="0">
                  <c:v>2025</c:v>
                </c:pt>
              </c:strCache>
            </c:strRef>
          </c:tx>
          <c:spPr>
            <a:solidFill>
              <a:srgbClr val="FFC000"/>
            </a:solidFill>
            <a:ln>
              <a:noFill/>
            </a:ln>
            <a:effectLst/>
          </c:spPr>
          <c:invertIfNegative val="0"/>
          <c:dLbls>
            <c:dLbl>
              <c:idx val="3"/>
              <c:layout>
                <c:manualLayout>
                  <c:x val="3.0555555555555506E-2"/>
                  <c:y val="4.629629629629629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7A1-C945-BA91-732C4A746526}"/>
                </c:ext>
              </c:extLst>
            </c:dLbl>
            <c:dLbl>
              <c:idx val="11"/>
              <c:layout>
                <c:manualLayout>
                  <c:x val="-2.2222222222222324E-2"/>
                  <c:y val="5.092592592592592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7A1-C945-BA91-732C4A74652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Monthly!$H$41:$H$52</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Monthly!$J$41:$J$52</c:f>
              <c:numCache>
                <c:formatCode>_(* #,##0_);_(* \(#,##0\);_(* "-"??_);_(@_)</c:formatCode>
                <c:ptCount val="12"/>
                <c:pt idx="0">
                  <c:v>2455</c:v>
                </c:pt>
                <c:pt idx="1">
                  <c:v>2408</c:v>
                </c:pt>
                <c:pt idx="2">
                  <c:v>1132</c:v>
                </c:pt>
                <c:pt idx="3">
                  <c:v>611</c:v>
                </c:pt>
                <c:pt idx="4">
                  <c:v>1727</c:v>
                </c:pt>
                <c:pt idx="5">
                  <c:v>3087</c:v>
                </c:pt>
                <c:pt idx="6">
                  <c:v>3719</c:v>
                </c:pt>
                <c:pt idx="7">
                  <c:v>3816</c:v>
                </c:pt>
                <c:pt idx="8">
                  <c:v>3854</c:v>
                </c:pt>
                <c:pt idx="9">
                  <c:v>2332</c:v>
                </c:pt>
                <c:pt idx="10">
                  <c:v>1692</c:v>
                </c:pt>
                <c:pt idx="11">
                  <c:v>2269</c:v>
                </c:pt>
              </c:numCache>
            </c:numRef>
          </c:val>
          <c:extLst>
            <c:ext xmlns:c16="http://schemas.microsoft.com/office/drawing/2014/chart" uri="{C3380CC4-5D6E-409C-BE32-E72D297353CC}">
              <c16:uniqueId val="{00000006-C7A1-C945-BA91-732C4A746526}"/>
            </c:ext>
          </c:extLst>
        </c:ser>
        <c:dLbls>
          <c:showLegendKey val="0"/>
          <c:showVal val="0"/>
          <c:showCatName val="0"/>
          <c:showSerName val="0"/>
          <c:showPercent val="0"/>
          <c:showBubbleSize val="0"/>
        </c:dLbls>
        <c:gapWidth val="219"/>
        <c:overlap val="-27"/>
        <c:axId val="969144767"/>
        <c:axId val="969140735"/>
      </c:barChart>
      <c:catAx>
        <c:axId val="9691447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9140735"/>
        <c:crosses val="autoZero"/>
        <c:auto val="1"/>
        <c:lblAlgn val="ctr"/>
        <c:lblOffset val="100"/>
        <c:noMultiLvlLbl val="0"/>
      </c:catAx>
      <c:valAx>
        <c:axId val="969140735"/>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91447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Other</a:t>
            </a:r>
            <a:r>
              <a:rPr lang="en-US" baseline="0"/>
              <a:t> holiday visitors 2025 VS 2024 -9%</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Monthly!$K$300</c:f>
              <c:strCache>
                <c:ptCount val="1"/>
                <c:pt idx="0">
                  <c:v>2024</c:v>
                </c:pt>
              </c:strCache>
            </c:strRef>
          </c:tx>
          <c:spPr>
            <a:solidFill>
              <a:schemeClr val="accent1"/>
            </a:solidFill>
            <a:ln>
              <a:noFill/>
            </a:ln>
            <a:effectLst/>
          </c:spPr>
          <c:invertIfNegative val="0"/>
          <c:dLbls>
            <c:dLbl>
              <c:idx val="1"/>
              <c:layout>
                <c:manualLayout>
                  <c:x val="-2.3579849946409433E-2"/>
                  <c:y val="4.629629629629629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8F4-F541-A8D7-D6889418F57D}"/>
                </c:ext>
              </c:extLst>
            </c:dLbl>
            <c:dLbl>
              <c:idx val="5"/>
              <c:layout>
                <c:manualLayout>
                  <c:x val="-1.2861736334405145E-2"/>
                  <c:y val="4.629629629629629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8F4-F541-A8D7-D6889418F57D}"/>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Monthly!$J$301:$J$312</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Monthly!$K$301:$K$312</c:f>
              <c:numCache>
                <c:formatCode>_(* #,##0_);_(* \(#,##0\);_(* "-"??_);_(@_)</c:formatCode>
                <c:ptCount val="12"/>
                <c:pt idx="0">
                  <c:v>13045</c:v>
                </c:pt>
                <c:pt idx="1">
                  <c:v>4298</c:v>
                </c:pt>
                <c:pt idx="2">
                  <c:v>5491</c:v>
                </c:pt>
                <c:pt idx="3">
                  <c:v>10085</c:v>
                </c:pt>
                <c:pt idx="4">
                  <c:v>14482</c:v>
                </c:pt>
                <c:pt idx="5">
                  <c:v>3079</c:v>
                </c:pt>
                <c:pt idx="6">
                  <c:v>6893</c:v>
                </c:pt>
                <c:pt idx="7">
                  <c:v>10334</c:v>
                </c:pt>
                <c:pt idx="8">
                  <c:v>5397</c:v>
                </c:pt>
                <c:pt idx="9">
                  <c:v>5426</c:v>
                </c:pt>
                <c:pt idx="10">
                  <c:v>7054</c:v>
                </c:pt>
                <c:pt idx="11">
                  <c:v>7939</c:v>
                </c:pt>
              </c:numCache>
            </c:numRef>
          </c:val>
          <c:extLst>
            <c:ext xmlns:c16="http://schemas.microsoft.com/office/drawing/2014/chart" uri="{C3380CC4-5D6E-409C-BE32-E72D297353CC}">
              <c16:uniqueId val="{00000002-68F4-F541-A8D7-D6889418F57D}"/>
            </c:ext>
          </c:extLst>
        </c:ser>
        <c:ser>
          <c:idx val="1"/>
          <c:order val="1"/>
          <c:tx>
            <c:strRef>
              <c:f>Monthly!$L$300</c:f>
              <c:strCache>
                <c:ptCount val="1"/>
                <c:pt idx="0">
                  <c:v>2025</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Monthly!$J$301:$J$312</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Monthly!$L$301:$L$312</c:f>
              <c:numCache>
                <c:formatCode>_(* #,##0_);_(* \(#,##0\);_(* "-"??_);_(@_)</c:formatCode>
                <c:ptCount val="12"/>
                <c:pt idx="0">
                  <c:v>10952</c:v>
                </c:pt>
                <c:pt idx="1">
                  <c:v>5340</c:v>
                </c:pt>
                <c:pt idx="2">
                  <c:v>4831</c:v>
                </c:pt>
                <c:pt idx="3">
                  <c:v>4441</c:v>
                </c:pt>
                <c:pt idx="4">
                  <c:v>3834</c:v>
                </c:pt>
                <c:pt idx="5">
                  <c:v>4117</c:v>
                </c:pt>
                <c:pt idx="6">
                  <c:v>5445</c:v>
                </c:pt>
                <c:pt idx="7">
                  <c:v>11495</c:v>
                </c:pt>
                <c:pt idx="8">
                  <c:v>6891</c:v>
                </c:pt>
                <c:pt idx="9">
                  <c:v>7983</c:v>
                </c:pt>
                <c:pt idx="10">
                  <c:v>8201</c:v>
                </c:pt>
                <c:pt idx="11">
                  <c:v>11561</c:v>
                </c:pt>
              </c:numCache>
            </c:numRef>
          </c:val>
          <c:extLst>
            <c:ext xmlns:c16="http://schemas.microsoft.com/office/drawing/2014/chart" uri="{C3380CC4-5D6E-409C-BE32-E72D297353CC}">
              <c16:uniqueId val="{00000003-68F4-F541-A8D7-D6889418F57D}"/>
            </c:ext>
          </c:extLst>
        </c:ser>
        <c:dLbls>
          <c:showLegendKey val="0"/>
          <c:showVal val="0"/>
          <c:showCatName val="0"/>
          <c:showSerName val="0"/>
          <c:showPercent val="0"/>
          <c:showBubbleSize val="0"/>
        </c:dLbls>
        <c:gapWidth val="219"/>
        <c:overlap val="-27"/>
        <c:axId val="984856127"/>
        <c:axId val="983663935"/>
      </c:barChart>
      <c:catAx>
        <c:axId val="9848561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3663935"/>
        <c:crosses val="autoZero"/>
        <c:auto val="1"/>
        <c:lblAlgn val="ctr"/>
        <c:lblOffset val="100"/>
        <c:noMultiLvlLbl val="0"/>
      </c:catAx>
      <c:valAx>
        <c:axId val="983663935"/>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48561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Air Tourism</a:t>
            </a:r>
            <a:r>
              <a:rPr lang="en-US" baseline="0"/>
              <a:t> revenues ($ M) by purpose of visit</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Sheet1!$U$22:$U$27</c:f>
              <c:strCache>
                <c:ptCount val="6"/>
                <c:pt idx="0">
                  <c:v>Gorilla</c:v>
                </c:pt>
                <c:pt idx="1">
                  <c:v>VFR</c:v>
                </c:pt>
                <c:pt idx="2">
                  <c:v>Business</c:v>
                </c:pt>
                <c:pt idx="3">
                  <c:v> Holiday </c:v>
                </c:pt>
                <c:pt idx="4">
                  <c:v> Education </c:v>
                </c:pt>
                <c:pt idx="5">
                  <c:v> Transit </c:v>
                </c:pt>
              </c:strCache>
            </c:strRef>
          </c:cat>
          <c:val>
            <c:numRef>
              <c:f>Sheet1!$V$22:$V$27</c:f>
              <c:numCache>
                <c:formatCode>General</c:formatCode>
                <c:ptCount val="6"/>
                <c:pt idx="0">
                  <c:v>248</c:v>
                </c:pt>
                <c:pt idx="1">
                  <c:v>139</c:v>
                </c:pt>
                <c:pt idx="2">
                  <c:v>96</c:v>
                </c:pt>
                <c:pt idx="3" formatCode="_(* #,##0_);_(* \(#,##0\);_(* &quot;-&quot;??_);_(@_)">
                  <c:v>60</c:v>
                </c:pt>
                <c:pt idx="4" formatCode="_(* #,##0_);_(* \(#,##0\);_(* &quot;-&quot;??_);_(@_)">
                  <c:v>39</c:v>
                </c:pt>
                <c:pt idx="5" formatCode="_(* #,##0_);_(* \(#,##0\);_(* &quot;-&quot;??_);_(@_)">
                  <c:v>7</c:v>
                </c:pt>
              </c:numCache>
            </c:numRef>
          </c:val>
          <c:extLst>
            <c:ext xmlns:c16="http://schemas.microsoft.com/office/drawing/2014/chart" uri="{C3380CC4-5D6E-409C-BE32-E72D297353CC}">
              <c16:uniqueId val="{00000000-9836-FE47-A3B6-50948004D64B}"/>
            </c:ext>
          </c:extLst>
        </c:ser>
        <c:dLbls>
          <c:showLegendKey val="0"/>
          <c:showVal val="0"/>
          <c:showCatName val="0"/>
          <c:showSerName val="0"/>
          <c:showPercent val="0"/>
          <c:showBubbleSize val="0"/>
        </c:dLbls>
        <c:gapWidth val="219"/>
        <c:overlap val="-27"/>
        <c:axId val="1526037376"/>
        <c:axId val="1525845056"/>
      </c:barChart>
      <c:catAx>
        <c:axId val="1526037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25845056"/>
        <c:crosses val="autoZero"/>
        <c:auto val="1"/>
        <c:lblAlgn val="ctr"/>
        <c:lblOffset val="100"/>
        <c:noMultiLvlLbl val="0"/>
      </c:catAx>
      <c:valAx>
        <c:axId val="15258450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260373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Target</a:t>
            </a:r>
            <a:r>
              <a:rPr lang="en-US" baseline="0"/>
              <a:t> vs Actual </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1"/>
          <c:order val="0"/>
          <c:tx>
            <c:v>Actual</c:v>
          </c:tx>
          <c:spPr>
            <a:ln w="28575" cap="rnd">
              <a:solidFill>
                <a:schemeClr val="accent5"/>
              </a:solidFill>
              <a:round/>
            </a:ln>
            <a:effectLst/>
          </c:spPr>
          <c:marker>
            <c:symbol val="circle"/>
            <c:size val="5"/>
            <c:spPr>
              <a:solidFill>
                <a:schemeClr val="accent5"/>
              </a:solidFill>
              <a:ln w="9525">
                <a:solidFill>
                  <a:schemeClr val="accent5"/>
                </a:solidFill>
              </a:ln>
              <a:effectLst/>
            </c:spPr>
          </c:marker>
          <c:dLbls>
            <c:dLbl>
              <c:idx val="16"/>
              <c:layout>
                <c:manualLayout>
                  <c:x val="-7.2064988774317535E-3"/>
                  <c:y val="3.138685409808509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D80-ED45-82C5-DE508753E119}"/>
                </c:ext>
              </c:extLst>
            </c:dLbl>
            <c:dLbl>
              <c:idx val="1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D80-ED45-82C5-DE508753E119}"/>
                </c:ext>
              </c:extLst>
            </c:dLbl>
            <c:dLbl>
              <c:idx val="1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D80-ED45-82C5-DE508753E119}"/>
                </c:ext>
              </c:extLst>
            </c:dLbl>
            <c:dLbl>
              <c:idx val="1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D80-ED45-82C5-DE508753E119}"/>
                </c:ext>
              </c:extLst>
            </c:dLbl>
            <c:dLbl>
              <c:idx val="2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D80-ED45-82C5-DE508753E119}"/>
                </c:ext>
              </c:extLst>
            </c:dLbl>
            <c:dLbl>
              <c:idx val="2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8D80-ED45-82C5-DE508753E11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trend!$B$2:$X$2</c:f>
              <c:numCache>
                <c:formatCode>0</c:formatCode>
                <c:ptCount val="23"/>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pt idx="14">
                  <c:v>2022</c:v>
                </c:pt>
                <c:pt idx="15">
                  <c:v>2023</c:v>
                </c:pt>
                <c:pt idx="16">
                  <c:v>2024</c:v>
                </c:pt>
                <c:pt idx="17">
                  <c:v>2025</c:v>
                </c:pt>
                <c:pt idx="18">
                  <c:v>2026</c:v>
                </c:pt>
                <c:pt idx="19">
                  <c:v>2027</c:v>
                </c:pt>
                <c:pt idx="20">
                  <c:v>2028</c:v>
                </c:pt>
                <c:pt idx="21">
                  <c:v>2029</c:v>
                </c:pt>
              </c:numCache>
            </c:numRef>
          </c:cat>
          <c:val>
            <c:numRef>
              <c:f>trend!$AA$2:$AV$2</c:f>
              <c:numCache>
                <c:formatCode>General</c:formatCode>
                <c:ptCount val="22"/>
                <c:pt idx="0">
                  <c:v>186</c:v>
                </c:pt>
                <c:pt idx="1">
                  <c:v>175</c:v>
                </c:pt>
                <c:pt idx="2">
                  <c:v>200</c:v>
                </c:pt>
                <c:pt idx="3">
                  <c:v>251</c:v>
                </c:pt>
                <c:pt idx="4">
                  <c:v>282</c:v>
                </c:pt>
                <c:pt idx="5">
                  <c:v>293</c:v>
                </c:pt>
                <c:pt idx="6">
                  <c:v>305</c:v>
                </c:pt>
                <c:pt idx="7">
                  <c:v>324</c:v>
                </c:pt>
                <c:pt idx="8">
                  <c:v>381</c:v>
                </c:pt>
                <c:pt idx="9">
                  <c:v>424</c:v>
                </c:pt>
                <c:pt idx="10">
                  <c:v>425</c:v>
                </c:pt>
                <c:pt idx="11">
                  <c:v>498</c:v>
                </c:pt>
                <c:pt idx="12">
                  <c:v>131</c:v>
                </c:pt>
                <c:pt idx="13">
                  <c:v>164</c:v>
                </c:pt>
                <c:pt idx="14">
                  <c:v>455</c:v>
                </c:pt>
                <c:pt idx="15">
                  <c:v>620</c:v>
                </c:pt>
                <c:pt idx="16">
                  <c:v>647</c:v>
                </c:pt>
                <c:pt idx="17" formatCode="0">
                  <c:v>659.94</c:v>
                </c:pt>
                <c:pt idx="18" formatCode="0">
                  <c:v>725.93400000000008</c:v>
                </c:pt>
                <c:pt idx="19" formatCode="0">
                  <c:v>798.52740000000017</c:v>
                </c:pt>
                <c:pt idx="20" formatCode="0">
                  <c:v>878.38014000000021</c:v>
                </c:pt>
                <c:pt idx="21" formatCode="0">
                  <c:v>966.21815400000025</c:v>
                </c:pt>
              </c:numCache>
            </c:numRef>
          </c:val>
          <c:smooth val="0"/>
          <c:extLst>
            <c:ext xmlns:c16="http://schemas.microsoft.com/office/drawing/2014/chart" uri="{C3380CC4-5D6E-409C-BE32-E72D297353CC}">
              <c16:uniqueId val="{00000000-0152-B940-8A37-332E0080066B}"/>
            </c:ext>
          </c:extLst>
        </c:ser>
        <c:ser>
          <c:idx val="0"/>
          <c:order val="1"/>
          <c:tx>
            <c:v>Target</c:v>
          </c:tx>
          <c:spPr>
            <a:ln w="28575" cap="rnd">
              <a:solidFill>
                <a:schemeClr val="accent6"/>
              </a:solidFill>
              <a:round/>
            </a:ln>
            <a:effectLst/>
          </c:spPr>
          <c:marker>
            <c:symbol val="circle"/>
            <c:size val="5"/>
            <c:spPr>
              <a:solidFill>
                <a:schemeClr val="accent6"/>
              </a:solidFill>
              <a:ln w="9525">
                <a:solidFill>
                  <a:schemeClr val="accent6"/>
                </a:solidFill>
              </a:ln>
              <a:effectLst/>
            </c:spPr>
          </c:marker>
          <c:dLbls>
            <c:dLbl>
              <c:idx val="0"/>
              <c:layout>
                <c:manualLayout>
                  <c:x val="-2.4502096183267961E-2"/>
                  <c:y val="-3.76642249177021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AFA-B746-A3CE-868603C13823}"/>
                </c:ext>
              </c:extLst>
            </c:dLbl>
            <c:dLbl>
              <c:idx val="1"/>
              <c:layout>
                <c:manualLayout>
                  <c:x val="-1.8736897081322559E-2"/>
                  <c:y val="-3.76642249177021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AFA-B746-A3CE-868603C13823}"/>
                </c:ext>
              </c:extLst>
            </c:dLbl>
            <c:dLbl>
              <c:idx val="2"/>
              <c:layout>
                <c:manualLayout>
                  <c:x val="-2.3060796407781612E-2"/>
                  <c:y val="-4.3941595737319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AFA-B746-A3CE-868603C13823}"/>
                </c:ext>
              </c:extLst>
            </c:dLbl>
            <c:dLbl>
              <c:idx val="3"/>
              <c:layout>
                <c:manualLayout>
                  <c:x val="-3.1708595060699715E-2"/>
                  <c:y val="-3.76642249177021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AFA-B746-A3CE-868603C13823}"/>
                </c:ext>
              </c:extLst>
            </c:dLbl>
            <c:dLbl>
              <c:idx val="4"/>
              <c:layout>
                <c:manualLayout>
                  <c:x val="-2.5943395958754313E-2"/>
                  <c:y val="-2.82481686882766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AFA-B746-A3CE-868603C13823}"/>
                </c:ext>
              </c:extLst>
            </c:dLbl>
            <c:dLbl>
              <c:idx val="5"/>
              <c:layout>
                <c:manualLayout>
                  <c:x val="-2.161949663229526E-2"/>
                  <c:y val="-3.138685409808515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AFA-B746-A3CE-868603C13823}"/>
                </c:ext>
              </c:extLst>
            </c:dLbl>
            <c:dLbl>
              <c:idx val="6"/>
              <c:layout>
                <c:manualLayout>
                  <c:x val="-2.5943395958754313E-2"/>
                  <c:y val="-2.82481686882767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AFA-B746-A3CE-868603C13823}"/>
                </c:ext>
              </c:extLst>
            </c:dLbl>
            <c:dLbl>
              <c:idx val="7"/>
              <c:layout>
                <c:manualLayout>
                  <c:x val="-2.5943395958754313E-2"/>
                  <c:y val="-2.82481686882766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AFA-B746-A3CE-868603C13823}"/>
                </c:ext>
              </c:extLst>
            </c:dLbl>
            <c:dLbl>
              <c:idx val="8"/>
              <c:layout>
                <c:manualLayout>
                  <c:x val="-2.5943395958754313E-2"/>
                  <c:y val="-2.82481686882766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AFA-B746-A3CE-868603C13823}"/>
                </c:ext>
              </c:extLst>
            </c:dLbl>
            <c:dLbl>
              <c:idx val="9"/>
              <c:layout>
                <c:manualLayout>
                  <c:x val="-2.5943395958754365E-2"/>
                  <c:y val="-2.5109483278468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AFA-B746-A3CE-868603C13823}"/>
                </c:ext>
              </c:extLst>
            </c:dLbl>
            <c:dLbl>
              <c:idx val="10"/>
              <c:layout>
                <c:manualLayout>
                  <c:x val="-1.7295597305836154E-2"/>
                  <c:y val="-2.51094832784681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AFA-B746-A3CE-868603C13823}"/>
                </c:ext>
              </c:extLst>
            </c:dLbl>
            <c:dLbl>
              <c:idx val="12"/>
              <c:layout>
                <c:manualLayout>
                  <c:x val="-2.0178196856808911E-2"/>
                  <c:y val="3.452553950789367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AFA-B746-A3CE-868603C13823}"/>
                </c:ext>
              </c:extLst>
            </c:dLbl>
            <c:dLbl>
              <c:idx val="15"/>
              <c:layout>
                <c:manualLayout>
                  <c:x val="-2.4502096183267961E-2"/>
                  <c:y val="-3.13868540980852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D80-ED45-82C5-DE508753E119}"/>
                </c:ext>
              </c:extLst>
            </c:dLbl>
            <c:dLbl>
              <c:idx val="16"/>
              <c:layout>
                <c:manualLayout>
                  <c:x val="-3.0267295285213366E-2"/>
                  <c:y val="-2.82481686882766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D80-ED45-82C5-DE508753E119}"/>
                </c:ext>
              </c:extLst>
            </c:dLbl>
            <c:dLbl>
              <c:idx val="17"/>
              <c:layout>
                <c:manualLayout>
                  <c:x val="-3.0267295285213366E-2"/>
                  <c:y val="-2.51094832784681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D80-ED45-82C5-DE508753E119}"/>
                </c:ext>
              </c:extLst>
            </c:dLbl>
            <c:dLbl>
              <c:idx val="18"/>
              <c:layout>
                <c:manualLayout>
                  <c:x val="-3.8915093938131466E-2"/>
                  <c:y val="-2.82481686882766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D80-ED45-82C5-DE508753E119}"/>
                </c:ext>
              </c:extLst>
            </c:dLbl>
            <c:dLbl>
              <c:idx val="19"/>
              <c:layout>
                <c:manualLayout>
                  <c:x val="-3.7473794162645221E-2"/>
                  <c:y val="-3.138685409808515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D80-ED45-82C5-DE508753E119}"/>
                </c:ext>
              </c:extLst>
            </c:dLbl>
            <c:dLbl>
              <c:idx val="20"/>
              <c:layout>
                <c:manualLayout>
                  <c:x val="-3.8915093938131466E-2"/>
                  <c:y val="-1.56934270490425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D80-ED45-82C5-DE508753E119}"/>
                </c:ext>
              </c:extLst>
            </c:dLbl>
            <c:dLbl>
              <c:idx val="21"/>
              <c:layout>
                <c:manualLayout>
                  <c:x val="-2.161949663229526E-2"/>
                  <c:y val="-1.88321124588511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D80-ED45-82C5-DE508753E11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6">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trend!$B$2:$X$2</c:f>
              <c:numCache>
                <c:formatCode>0</c:formatCode>
                <c:ptCount val="23"/>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pt idx="14">
                  <c:v>2022</c:v>
                </c:pt>
                <c:pt idx="15">
                  <c:v>2023</c:v>
                </c:pt>
                <c:pt idx="16">
                  <c:v>2024</c:v>
                </c:pt>
                <c:pt idx="17">
                  <c:v>2025</c:v>
                </c:pt>
                <c:pt idx="18">
                  <c:v>2026</c:v>
                </c:pt>
                <c:pt idx="19">
                  <c:v>2027</c:v>
                </c:pt>
                <c:pt idx="20">
                  <c:v>2028</c:v>
                </c:pt>
                <c:pt idx="21">
                  <c:v>2029</c:v>
                </c:pt>
              </c:numCache>
            </c:numRef>
          </c:cat>
          <c:val>
            <c:numRef>
              <c:f>trend!$B$3:$W$3</c:f>
              <c:numCache>
                <c:formatCode>#,##0</c:formatCode>
                <c:ptCount val="22"/>
                <c:pt idx="0">
                  <c:v>186</c:v>
                </c:pt>
                <c:pt idx="1">
                  <c:v>175</c:v>
                </c:pt>
                <c:pt idx="2">
                  <c:v>200</c:v>
                </c:pt>
                <c:pt idx="3">
                  <c:v>251</c:v>
                </c:pt>
                <c:pt idx="4">
                  <c:v>282</c:v>
                </c:pt>
                <c:pt idx="5">
                  <c:v>293</c:v>
                </c:pt>
                <c:pt idx="6">
                  <c:v>305</c:v>
                </c:pt>
                <c:pt idx="7">
                  <c:v>324</c:v>
                </c:pt>
                <c:pt idx="8">
                  <c:v>381</c:v>
                </c:pt>
                <c:pt idx="9">
                  <c:v>424</c:v>
                </c:pt>
                <c:pt idx="10">
                  <c:v>425</c:v>
                </c:pt>
                <c:pt idx="11">
                  <c:v>498</c:v>
                </c:pt>
                <c:pt idx="12">
                  <c:v>131</c:v>
                </c:pt>
                <c:pt idx="13" formatCode="General">
                  <c:v>164</c:v>
                </c:pt>
                <c:pt idx="14">
                  <c:v>455</c:v>
                </c:pt>
                <c:pt idx="15">
                  <c:v>620</c:v>
                </c:pt>
                <c:pt idx="16">
                  <c:v>682</c:v>
                </c:pt>
                <c:pt idx="17">
                  <c:v>750.2</c:v>
                </c:pt>
                <c:pt idx="18">
                  <c:v>825.22000000000014</c:v>
                </c:pt>
                <c:pt idx="19">
                  <c:v>907.74200000000019</c:v>
                </c:pt>
                <c:pt idx="20">
                  <c:v>998.51620000000025</c:v>
                </c:pt>
                <c:pt idx="21">
                  <c:v>1098.3678200000004</c:v>
                </c:pt>
              </c:numCache>
            </c:numRef>
          </c:val>
          <c:smooth val="0"/>
          <c:extLst>
            <c:ext xmlns:c16="http://schemas.microsoft.com/office/drawing/2014/chart" uri="{C3380CC4-5D6E-409C-BE32-E72D297353CC}">
              <c16:uniqueId val="{00000001-0152-B940-8A37-332E0080066B}"/>
            </c:ext>
          </c:extLst>
        </c:ser>
        <c:dLbls>
          <c:showLegendKey val="0"/>
          <c:showVal val="0"/>
          <c:showCatName val="0"/>
          <c:showSerName val="0"/>
          <c:showPercent val="0"/>
          <c:showBubbleSize val="0"/>
        </c:dLbls>
        <c:marker val="1"/>
        <c:smooth val="0"/>
        <c:axId val="1404518096"/>
        <c:axId val="1401903823"/>
      </c:lineChart>
      <c:catAx>
        <c:axId val="1404518096"/>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1903823"/>
        <c:crosses val="autoZero"/>
        <c:auto val="1"/>
        <c:lblAlgn val="ctr"/>
        <c:lblOffset val="100"/>
        <c:noMultiLvlLbl val="0"/>
      </c:catAx>
      <c:valAx>
        <c:axId val="14019038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451809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revenues!$O$32:$O$38</cx:f>
        <cx:lvl ptCount="7">
          <cx:pt idx="0">RoW</cx:pt>
          <cx:pt idx="1">Asia</cx:pt>
          <cx:pt idx="2">Rest of Africa</cx:pt>
          <cx:pt idx="3">Europe</cx:pt>
          <cx:pt idx="4">EAC</cx:pt>
          <cx:pt idx="5">N America</cx:pt>
        </cx:lvl>
      </cx:strDim>
      <cx:numDim type="val">
        <cx:f>revenues!$Q$32:$Q$37</cx:f>
        <cx:lvl ptCount="6" formatCode="0%">
          <cx:pt idx="0">0.037595575161631915</cx:pt>
          <cx:pt idx="1">0.077556243944411338</cx:pt>
          <cx:pt idx="2">0.14999999999999999</cx:pt>
          <cx:pt idx="3">0.19053968119572268</cx:pt>
          <cx:pt idx="4">0.23020129728998009</cx:pt>
          <cx:pt idx="5">0.31899333773055111</cx:pt>
        </cx:lvl>
      </cx:numDim>
    </cx:data>
  </cx:chartData>
  <cx:chart>
    <cx:plotArea>
      <cx:plotAreaRegion>
        <cx:series layoutId="funnel" uniqueId="{2F3B5150-B240-F040-9CFE-DE2E099D8345}">
          <cx:dataPt idx="0">
            <cx:spPr>
              <a:solidFill>
                <a:srgbClr val="E00070">
                  <a:lumMod val="60000"/>
                  <a:lumOff val="40000"/>
                </a:srgbClr>
              </a:solidFill>
            </cx:spPr>
          </cx:dataPt>
          <cx:dataPt idx="1">
            <cx:spPr>
              <a:solidFill>
                <a:srgbClr val="E00070">
                  <a:lumMod val="50000"/>
                </a:srgbClr>
              </a:solidFill>
            </cx:spPr>
          </cx:dataPt>
          <cx:dataPt idx="2">
            <cx:spPr>
              <a:solidFill>
                <a:srgbClr val="3EB5EA">
                  <a:lumMod val="60000"/>
                  <a:lumOff val="40000"/>
                </a:srgbClr>
              </a:solidFill>
            </cx:spPr>
          </cx:dataPt>
          <cx:dataPt idx="3">
            <cx:spPr>
              <a:solidFill>
                <a:srgbClr val="FFC000"/>
              </a:solidFill>
            </cx:spPr>
          </cx:dataPt>
          <cx:dataPt idx="5">
            <cx:spPr>
              <a:solidFill>
                <a:srgbClr val="6E6F73">
                  <a:lumMod val="50000"/>
                </a:srgbClr>
              </a:solidFill>
            </cx:spPr>
          </cx:dataPt>
          <cx:dataId val="0"/>
        </cx:series>
      </cx:plotAreaRegion>
      <cx:axis id="0" hidden="1">
        <cx:catScaling gapWidth="0.0599999987"/>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419">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p:nvPr/>
        </p:nvSpPr>
        <p:spPr>
          <a:xfrm>
            <a:off x="0" y="5406893"/>
            <a:ext cx="9233938" cy="1543183"/>
          </a:xfrm>
          <a:prstGeom prst="rect">
            <a:avLst/>
          </a:prstGeom>
          <a:solidFill>
            <a:srgbClr val="F2F2F2"/>
          </a:solidFill>
          <a:ln>
            <a:noFill/>
          </a:ln>
        </p:spPr>
        <p:txBody>
          <a:bodyPr spcFirstLastPara="1" wrap="square" lIns="92475" tIns="46225" rIns="92475" bIns="462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4" name="Google Shape;4;n"/>
          <p:cNvSpPr txBox="1">
            <a:spLocks noGrp="1"/>
          </p:cNvSpPr>
          <p:nvPr>
            <p:ph type="hdr" idx="2"/>
          </p:nvPr>
        </p:nvSpPr>
        <p:spPr>
          <a:xfrm>
            <a:off x="109538" y="2"/>
            <a:ext cx="3892763" cy="348711"/>
          </a:xfrm>
          <a:prstGeom prst="rect">
            <a:avLst/>
          </a:prstGeom>
          <a:noFill/>
          <a:ln>
            <a:noFill/>
          </a:ln>
        </p:spPr>
        <p:txBody>
          <a:bodyPr spcFirstLastPara="1" wrap="square" lIns="92475" tIns="46225" rIns="92475" bIns="46225" anchor="t" anchorCtr="0">
            <a:noAutofit/>
          </a:bodyPr>
          <a:lstStyle>
            <a:lvl1pPr marR="0" lvl="0" algn="l" rtl="0">
              <a:lnSpc>
                <a:spcPct val="100000"/>
              </a:lnSpc>
              <a:spcBef>
                <a:spcPts val="0"/>
              </a:spcBef>
              <a:spcAft>
                <a:spcPts val="0"/>
              </a:spcAft>
              <a:buClr>
                <a:srgbClr val="000000"/>
              </a:buClr>
              <a:buSzPts val="1400"/>
              <a:buFont typeface="Arial"/>
              <a:buNone/>
              <a:defRPr sz="800" b="0"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5" name="Google Shape;5;n"/>
          <p:cNvSpPr txBox="1">
            <a:spLocks noGrp="1"/>
          </p:cNvSpPr>
          <p:nvPr>
            <p:ph type="dt" idx="10"/>
          </p:nvPr>
        </p:nvSpPr>
        <p:spPr>
          <a:xfrm>
            <a:off x="5231641" y="2"/>
            <a:ext cx="3894897" cy="348711"/>
          </a:xfrm>
          <a:prstGeom prst="rect">
            <a:avLst/>
          </a:prstGeom>
          <a:noFill/>
          <a:ln>
            <a:noFill/>
          </a:ln>
        </p:spPr>
        <p:txBody>
          <a:bodyPr spcFirstLastPara="1" wrap="square" lIns="92475" tIns="46225" rIns="92475" bIns="46225" anchor="t" anchorCtr="0">
            <a:noAutofit/>
          </a:bodyPr>
          <a:lstStyle>
            <a:lvl1pPr marR="0" lvl="0" algn="r" rtl="0">
              <a:lnSpc>
                <a:spcPct val="100000"/>
              </a:lnSpc>
              <a:spcBef>
                <a:spcPts val="0"/>
              </a:spcBef>
              <a:spcAft>
                <a:spcPts val="0"/>
              </a:spcAft>
              <a:buClr>
                <a:srgbClr val="000000"/>
              </a:buClr>
              <a:buSzPts val="1400"/>
              <a:buFont typeface="Arial"/>
              <a:buNone/>
              <a:defRPr sz="800" b="0"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6" name="Google Shape;6;n"/>
          <p:cNvSpPr>
            <a:spLocks noGrp="1" noRot="1" noChangeAspect="1"/>
          </p:cNvSpPr>
          <p:nvPr>
            <p:ph type="sldImg" idx="3"/>
          </p:nvPr>
        </p:nvSpPr>
        <p:spPr>
          <a:xfrm>
            <a:off x="109538" y="209550"/>
            <a:ext cx="9017000" cy="50720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2"/>
            </a:solidFill>
            <a:prstDash val="solid"/>
            <a:round/>
            <a:headEnd type="none" w="sm" len="sm"/>
            <a:tailEnd type="none" w="sm" len="sm"/>
          </a:ln>
        </p:spPr>
      </p:sp>
      <p:sp>
        <p:nvSpPr>
          <p:cNvPr id="7" name="Google Shape;7;n"/>
          <p:cNvSpPr txBox="1">
            <a:spLocks noGrp="1"/>
          </p:cNvSpPr>
          <p:nvPr>
            <p:ph type="body" idx="1"/>
          </p:nvPr>
        </p:nvSpPr>
        <p:spPr>
          <a:xfrm>
            <a:off x="124053" y="5490869"/>
            <a:ext cx="8987970" cy="674425"/>
          </a:xfrm>
          <a:prstGeom prst="rect">
            <a:avLst/>
          </a:prstGeom>
          <a:noFill/>
          <a:ln>
            <a:noFill/>
          </a:ln>
        </p:spPr>
        <p:txBody>
          <a:bodyPr spcFirstLastPara="1" wrap="square" lIns="92475" tIns="46225" rIns="92475" bIns="46225" anchor="t" anchorCtr="0">
            <a:noAutofit/>
          </a:bodyPr>
          <a:lstStyle>
            <a:lvl1pPr marL="457200" marR="0" lvl="0"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Trebuchet MS"/>
                <a:ea typeface="Trebuchet MS"/>
                <a:cs typeface="Trebuchet MS"/>
                <a:sym typeface="Trebuchet MS"/>
              </a:defRPr>
            </a:lvl1pPr>
            <a:lvl2pPr marL="914400" marR="0" lvl="1"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Trebuchet MS"/>
                <a:ea typeface="Trebuchet MS"/>
                <a:cs typeface="Trebuchet MS"/>
                <a:sym typeface="Trebuchet MS"/>
              </a:defRPr>
            </a:lvl2pPr>
            <a:lvl3pPr marL="1371600" marR="0" lvl="2" indent="-304800" algn="l" rtl="0">
              <a:lnSpc>
                <a:spcPct val="100000"/>
              </a:lnSpc>
              <a:spcBef>
                <a:spcPts val="600"/>
              </a:spcBef>
              <a:spcAft>
                <a:spcPts val="0"/>
              </a:spcAft>
              <a:buClr>
                <a:schemeClr val="dk2"/>
              </a:buClr>
              <a:buSzPts val="1200"/>
              <a:buFont typeface="Arial"/>
              <a:buChar char="•"/>
              <a:defRPr sz="1200" b="0" i="0" u="none" strike="noStrike" cap="none">
                <a:solidFill>
                  <a:schemeClr val="dk1"/>
                </a:solidFill>
                <a:latin typeface="Trebuchet MS"/>
                <a:ea typeface="Trebuchet MS"/>
                <a:cs typeface="Trebuchet MS"/>
                <a:sym typeface="Trebuchet MS"/>
              </a:defRPr>
            </a:lvl3pPr>
            <a:lvl4pPr marL="1828800" marR="0" lvl="3" indent="-292100" algn="l" rtl="0">
              <a:lnSpc>
                <a:spcPct val="100000"/>
              </a:lnSpc>
              <a:spcBef>
                <a:spcPts val="600"/>
              </a:spcBef>
              <a:spcAft>
                <a:spcPts val="0"/>
              </a:spcAft>
              <a:buClr>
                <a:schemeClr val="dk1"/>
              </a:buClr>
              <a:buSzPts val="1000"/>
              <a:buFont typeface="Arial"/>
              <a:buChar char="•"/>
              <a:defRPr sz="1000" b="0" i="0" u="none" strike="noStrike" cap="none">
                <a:solidFill>
                  <a:schemeClr val="dk1"/>
                </a:solidFill>
                <a:latin typeface="Trebuchet MS"/>
                <a:ea typeface="Trebuchet MS"/>
                <a:cs typeface="Trebuchet MS"/>
                <a:sym typeface="Trebuchet MS"/>
              </a:defRPr>
            </a:lvl4pPr>
            <a:lvl5pPr marL="2286000" marR="0" lvl="4" indent="-292100" algn="l" rtl="0">
              <a:lnSpc>
                <a:spcPct val="100000"/>
              </a:lnSpc>
              <a:spcBef>
                <a:spcPts val="600"/>
              </a:spcBef>
              <a:spcAft>
                <a:spcPts val="0"/>
              </a:spcAft>
              <a:buClr>
                <a:schemeClr val="dk2"/>
              </a:buClr>
              <a:buSzPts val="1000"/>
              <a:buFont typeface="Arial"/>
              <a:buChar char="•"/>
              <a:defRPr sz="1000" b="0" i="1" u="none" strike="noStrike" cap="none">
                <a:solidFill>
                  <a:schemeClr val="dk1"/>
                </a:solidFill>
                <a:latin typeface="Trebuchet MS"/>
                <a:ea typeface="Trebuchet MS"/>
                <a:cs typeface="Trebuchet MS"/>
                <a:sym typeface="Trebuchet MS"/>
              </a:defRPr>
            </a:lvl5pPr>
            <a:lvl6pPr marL="2743200" marR="0" lvl="5" indent="-228600" algn="l" rtl="0">
              <a:lnSpc>
                <a:spcPct val="100000"/>
              </a:lnSpc>
              <a:spcBef>
                <a:spcPts val="600"/>
              </a:spcBef>
              <a:spcAft>
                <a:spcPts val="0"/>
              </a:spcAft>
              <a:buClr>
                <a:srgbClr val="000000"/>
              </a:buClr>
              <a:buSzPts val="1400"/>
              <a:buFont typeface="Arial"/>
              <a:buNone/>
              <a:defRPr sz="1200" b="0" i="0" u="none" strike="noStrike" cap="none">
                <a:solidFill>
                  <a:schemeClr val="dk1"/>
                </a:solidFill>
                <a:latin typeface="Trebuchet MS"/>
                <a:ea typeface="Trebuchet MS"/>
                <a:cs typeface="Trebuchet MS"/>
                <a:sym typeface="Trebuchet MS"/>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rebuchet MS"/>
                <a:ea typeface="Trebuchet MS"/>
                <a:cs typeface="Trebuchet MS"/>
                <a:sym typeface="Trebuchet MS"/>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rebuchet MS"/>
                <a:ea typeface="Trebuchet MS"/>
                <a:cs typeface="Trebuchet MS"/>
                <a:sym typeface="Trebuchet MS"/>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rebuchet MS"/>
                <a:ea typeface="Trebuchet MS"/>
                <a:cs typeface="Trebuchet MS"/>
                <a:sym typeface="Trebuchet MS"/>
              </a:defRPr>
            </a:lvl9pPr>
          </a:lstStyle>
          <a:p>
            <a:endParaRPr/>
          </a:p>
        </p:txBody>
      </p:sp>
      <p:sp>
        <p:nvSpPr>
          <p:cNvPr id="8" name="Google Shape;8;n"/>
          <p:cNvSpPr txBox="1">
            <a:spLocks noGrp="1"/>
          </p:cNvSpPr>
          <p:nvPr>
            <p:ph type="ftr" idx="11"/>
          </p:nvPr>
        </p:nvSpPr>
        <p:spPr>
          <a:xfrm>
            <a:off x="109538" y="6601367"/>
            <a:ext cx="3892763" cy="348710"/>
          </a:xfrm>
          <a:prstGeom prst="rect">
            <a:avLst/>
          </a:prstGeom>
          <a:noFill/>
          <a:ln>
            <a:noFill/>
          </a:ln>
        </p:spPr>
        <p:txBody>
          <a:bodyPr spcFirstLastPara="1" wrap="square" lIns="92475" tIns="46225" rIns="92475" bIns="46225" anchor="b" anchorCtr="0">
            <a:noAutofit/>
          </a:bodyPr>
          <a:lstStyle>
            <a:lvl1pPr marR="0" lvl="0" algn="l" rtl="0">
              <a:lnSpc>
                <a:spcPct val="100000"/>
              </a:lnSpc>
              <a:spcBef>
                <a:spcPts val="0"/>
              </a:spcBef>
              <a:spcAft>
                <a:spcPts val="0"/>
              </a:spcAft>
              <a:buClr>
                <a:srgbClr val="000000"/>
              </a:buClr>
              <a:buSzPts val="1400"/>
              <a:buFont typeface="Arial"/>
              <a:buNone/>
              <a:defRPr sz="800" b="0"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9" name="Google Shape;9;n"/>
          <p:cNvSpPr txBox="1">
            <a:spLocks noGrp="1"/>
          </p:cNvSpPr>
          <p:nvPr>
            <p:ph type="sldNum" idx="12"/>
          </p:nvPr>
        </p:nvSpPr>
        <p:spPr>
          <a:xfrm>
            <a:off x="5231642" y="6601367"/>
            <a:ext cx="3880382" cy="348710"/>
          </a:xfrm>
          <a:prstGeom prst="rect">
            <a:avLst/>
          </a:prstGeom>
          <a:noFill/>
          <a:ln>
            <a:noFill/>
          </a:ln>
        </p:spPr>
        <p:txBody>
          <a:bodyPr spcFirstLastPara="1" wrap="square" lIns="92475" tIns="46225" rIns="92475" bIns="46225" anchor="b"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Trebuchet MS"/>
                <a:ea typeface="Trebuchet MS"/>
                <a:cs typeface="Trebuchet MS"/>
                <a:sym typeface="Trebuchet MS"/>
              </a:rPr>
              <a:t>Notes view: </a:t>
            </a:r>
            <a:fld id="{00000000-1234-1234-1234-123412341234}" type="slidenum">
              <a:rPr lang="en-US" sz="800" b="0" i="0" u="none" strike="noStrike" cap="none">
                <a:solidFill>
                  <a:schemeClr val="dk1"/>
                </a:solidFill>
                <a:latin typeface="Trebuchet MS"/>
                <a:ea typeface="Trebuchet MS"/>
                <a:cs typeface="Trebuchet MS"/>
                <a:sym typeface="Trebuchet MS"/>
              </a:rPr>
              <a:t>‹#›</a:t>
            </a:fld>
            <a:endParaRPr sz="800" b="0" i="0" u="none" strike="noStrike" cap="none">
              <a:solidFill>
                <a:schemeClr val="dk1"/>
              </a:solidFill>
              <a:latin typeface="Trebuchet MS"/>
              <a:ea typeface="Trebuchet MS"/>
              <a:cs typeface="Trebuchet MS"/>
              <a:sym typeface="Trebuchet M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extLst>
    <p:ext uri="{620B2872-D7B9-4A21-9093-7833F8D536E1}">
      <p15:sldGuideLst xmlns:p15="http://schemas.microsoft.com/office/powerpoint/2012/main">
        <p15:guide id="1" orient="horz" pos="2190">
          <p15:clr>
            <a:srgbClr val="F26B43"/>
          </p15:clr>
        </p15:guide>
        <p15:guide id="2" pos="2909">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0"/>
        <p:cNvGrpSpPr/>
        <p:nvPr/>
      </p:nvGrpSpPr>
      <p:grpSpPr>
        <a:xfrm>
          <a:off x="0" y="0"/>
          <a:ext cx="0" cy="0"/>
          <a:chOff x="0" y="0"/>
          <a:chExt cx="0" cy="0"/>
        </a:xfrm>
      </p:grpSpPr>
      <p:sp>
        <p:nvSpPr>
          <p:cNvPr id="1251" name="Google Shape;1251;p1:notes"/>
          <p:cNvSpPr txBox="1">
            <a:spLocks noGrp="1"/>
          </p:cNvSpPr>
          <p:nvPr>
            <p:ph type="body" idx="1"/>
          </p:nvPr>
        </p:nvSpPr>
        <p:spPr>
          <a:xfrm>
            <a:off x="124053" y="5490869"/>
            <a:ext cx="8987970" cy="674425"/>
          </a:xfrm>
          <a:prstGeom prst="rect">
            <a:avLst/>
          </a:prstGeom>
          <a:noFill/>
          <a:ln>
            <a:noFill/>
          </a:ln>
        </p:spPr>
        <p:txBody>
          <a:bodyPr spcFirstLastPara="1" wrap="square" lIns="92475" tIns="46225" rIns="92475" bIns="46225" anchor="t" anchorCtr="0">
            <a:noAutofit/>
          </a:bodyPr>
          <a:lstStyle/>
          <a:p>
            <a:pPr marL="0" lvl="0" indent="0" algn="l" rtl="0">
              <a:lnSpc>
                <a:spcPct val="100000"/>
              </a:lnSpc>
              <a:spcBef>
                <a:spcPts val="0"/>
              </a:spcBef>
              <a:spcAft>
                <a:spcPts val="600"/>
              </a:spcAft>
              <a:buSzPts val="1200"/>
              <a:buNone/>
            </a:pPr>
            <a:endParaRPr dirty="0"/>
          </a:p>
        </p:txBody>
      </p:sp>
      <p:sp>
        <p:nvSpPr>
          <p:cNvPr id="1252" name="Google Shape;1252;p1:notes"/>
          <p:cNvSpPr>
            <a:spLocks noGrp="1" noRot="1" noChangeAspect="1"/>
          </p:cNvSpPr>
          <p:nvPr>
            <p:ph type="sldImg" idx="2"/>
          </p:nvPr>
        </p:nvSpPr>
        <p:spPr>
          <a:xfrm>
            <a:off x="109538" y="209550"/>
            <a:ext cx="9017000" cy="50720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2"/>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1"/>
        <p:cNvGrpSpPr/>
        <p:nvPr/>
      </p:nvGrpSpPr>
      <p:grpSpPr>
        <a:xfrm>
          <a:off x="0" y="0"/>
          <a:ext cx="0" cy="0"/>
          <a:chOff x="0" y="0"/>
          <a:chExt cx="0" cy="0"/>
        </a:xfrm>
      </p:grpSpPr>
      <p:sp>
        <p:nvSpPr>
          <p:cNvPr id="1262" name="Google Shape;1262;p10:notes"/>
          <p:cNvSpPr>
            <a:spLocks noGrp="1" noRot="1" noChangeAspect="1"/>
          </p:cNvSpPr>
          <p:nvPr>
            <p:ph type="sldImg" idx="2"/>
          </p:nvPr>
        </p:nvSpPr>
        <p:spPr>
          <a:xfrm>
            <a:off x="-2516188" y="277813"/>
            <a:ext cx="11982451" cy="6740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2"/>
            </a:solidFill>
            <a:prstDash val="solid"/>
            <a:round/>
            <a:headEnd type="none" w="sm" len="sm"/>
            <a:tailEnd type="none" w="sm" len="sm"/>
          </a:ln>
        </p:spPr>
      </p:sp>
      <p:sp>
        <p:nvSpPr>
          <p:cNvPr id="1263" name="Google Shape;1263;p10:notes"/>
          <p:cNvSpPr txBox="1">
            <a:spLocks noGrp="1"/>
          </p:cNvSpPr>
          <p:nvPr>
            <p:ph type="body" idx="1"/>
          </p:nvPr>
        </p:nvSpPr>
        <p:spPr>
          <a:xfrm>
            <a:off x="93349" y="7296912"/>
            <a:ext cx="6763378" cy="896255"/>
          </a:xfrm>
          <a:prstGeom prst="rect">
            <a:avLst/>
          </a:prstGeom>
          <a:noFill/>
          <a:ln>
            <a:noFill/>
          </a:ln>
        </p:spPr>
        <p:txBody>
          <a:bodyPr spcFirstLastPara="1" wrap="square" lIns="92475" tIns="46225" rIns="92475" bIns="46225" anchor="t" anchorCtr="0">
            <a:noAutofit/>
          </a:bodyPr>
          <a:lstStyle/>
          <a:p>
            <a:pPr marL="0" lvl="0" indent="0" algn="l" rtl="0">
              <a:lnSpc>
                <a:spcPct val="100000"/>
              </a:lnSpc>
              <a:spcBef>
                <a:spcPts val="0"/>
              </a:spcBef>
              <a:spcAft>
                <a:spcPts val="0"/>
              </a:spcAft>
              <a:buClr>
                <a:schemeClr val="dk1"/>
              </a:buClr>
              <a:buSzPts val="1200"/>
              <a:buNone/>
            </a:pPr>
            <a:endParaRPr dirty="0"/>
          </a:p>
        </p:txBody>
      </p:sp>
      <p:sp>
        <p:nvSpPr>
          <p:cNvPr id="1264" name="Google Shape;1264;p10:notes"/>
          <p:cNvSpPr txBox="1">
            <a:spLocks noGrp="1"/>
          </p:cNvSpPr>
          <p:nvPr>
            <p:ph type="sldNum" idx="12"/>
          </p:nvPr>
        </p:nvSpPr>
        <p:spPr>
          <a:xfrm>
            <a:off x="3936770" y="8772671"/>
            <a:ext cx="2919957" cy="463407"/>
          </a:xfrm>
          <a:prstGeom prst="rect">
            <a:avLst/>
          </a:prstGeom>
          <a:noFill/>
          <a:ln>
            <a:noFill/>
          </a:ln>
        </p:spPr>
        <p:txBody>
          <a:bodyPr spcFirstLastPara="1" wrap="square" lIns="92475" tIns="46225" rIns="92475" bIns="46225" anchor="b" anchorCtr="0">
            <a:noAutofit/>
          </a:bodyPr>
          <a:lstStyle/>
          <a:p>
            <a:pPr marL="0" marR="0" lvl="0" indent="0" algn="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Notes view: </a:t>
            </a:r>
            <a:fld id="{00000000-1234-1234-1234-123412341234}" type="slidenum">
              <a:rPr lang="en-US" sz="14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531f3d4f7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531f3d4f7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air arrivals have increased for all source markets, particularly for DRC and Rest of Africa. The transit and VFR visitors have boosted the arrivals from those 2 source markets.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Also, the road arrivals which have registered declines in first half of the year, have recovered in second half of the year due to business visitors from EAC and DRC.</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1">
          <a:extLst>
            <a:ext uri="{FF2B5EF4-FFF2-40B4-BE49-F238E27FC236}">
              <a16:creationId xmlns:a16="http://schemas.microsoft.com/office/drawing/2014/main" id="{BB848DB2-287F-5DCB-B308-4A845B105F02}"/>
            </a:ext>
          </a:extLst>
        </p:cNvPr>
        <p:cNvGrpSpPr/>
        <p:nvPr/>
      </p:nvGrpSpPr>
      <p:grpSpPr>
        <a:xfrm>
          <a:off x="0" y="0"/>
          <a:ext cx="0" cy="0"/>
          <a:chOff x="0" y="0"/>
          <a:chExt cx="0" cy="0"/>
        </a:xfrm>
      </p:grpSpPr>
      <p:sp>
        <p:nvSpPr>
          <p:cNvPr id="2112" name="Google Shape;2112;p5:notes">
            <a:extLst>
              <a:ext uri="{FF2B5EF4-FFF2-40B4-BE49-F238E27FC236}">
                <a16:creationId xmlns:a16="http://schemas.microsoft.com/office/drawing/2014/main" id="{D7B3B735-77D4-576B-E716-31EDB79524E2}"/>
              </a:ext>
            </a:extLst>
          </p:cNvPr>
          <p:cNvSpPr txBox="1">
            <a:spLocks noGrp="1"/>
          </p:cNvSpPr>
          <p:nvPr>
            <p:ph type="body" idx="1"/>
          </p:nvPr>
        </p:nvSpPr>
        <p:spPr>
          <a:xfrm>
            <a:off x="124053" y="5490869"/>
            <a:ext cx="8987970" cy="674425"/>
          </a:xfrm>
          <a:prstGeom prst="rect">
            <a:avLst/>
          </a:prstGeom>
        </p:spPr>
        <p:txBody>
          <a:bodyPr spcFirstLastPara="1" wrap="square" lIns="92475" tIns="46225" rIns="92475" bIns="46225" anchor="t" anchorCtr="0">
            <a:noAutofit/>
          </a:bodyPr>
          <a:lstStyle/>
          <a:p>
            <a:pPr marL="0" lvl="0" indent="0" algn="just" rtl="0">
              <a:spcBef>
                <a:spcPts val="0"/>
              </a:spcBef>
              <a:spcAft>
                <a:spcPts val="0"/>
              </a:spcAft>
              <a:buClr>
                <a:srgbClr val="000000"/>
              </a:buClr>
              <a:buFont typeface="Arial"/>
              <a:buNone/>
            </a:pPr>
            <a:endParaRPr lang="en-US" dirty="0"/>
          </a:p>
          <a:p>
            <a:pPr marL="171450" lvl="0" indent="-171450" algn="just" rtl="0">
              <a:spcBef>
                <a:spcPts val="0"/>
              </a:spcBef>
              <a:spcAft>
                <a:spcPts val="0"/>
              </a:spcAft>
              <a:buClr>
                <a:srgbClr val="000000"/>
              </a:buClr>
              <a:buFontTx/>
              <a:buChar char="-"/>
            </a:pPr>
            <a:r>
              <a:rPr lang="en-US" dirty="0"/>
              <a:t>Visitor numbers by air are up by 23%, which was translated into a revenues’ growth of 9% for revenues (USD 594 Million). The gorilla market also increased by 3%. </a:t>
            </a:r>
          </a:p>
          <a:p>
            <a:pPr marL="171450" lvl="0" indent="-171450" algn="just" rtl="0">
              <a:spcBef>
                <a:spcPts val="0"/>
              </a:spcBef>
              <a:spcAft>
                <a:spcPts val="0"/>
              </a:spcAft>
              <a:buClr>
                <a:srgbClr val="000000"/>
              </a:buClr>
              <a:buFontTx/>
              <a:buChar char="-"/>
            </a:pPr>
            <a:endParaRPr lang="en-US" dirty="0"/>
          </a:p>
          <a:p>
            <a:pPr marL="171450" lvl="0" indent="-171450" algn="just" rtl="0">
              <a:spcBef>
                <a:spcPts val="0"/>
              </a:spcBef>
              <a:spcAft>
                <a:spcPts val="0"/>
              </a:spcAft>
              <a:buClr>
                <a:srgbClr val="000000"/>
              </a:buClr>
              <a:buFontTx/>
              <a:buChar char="-"/>
            </a:pPr>
            <a:r>
              <a:rPr lang="en-US" dirty="0"/>
              <a:t>Visitor numbers by road were  also up by 5%. All these increases were possible because of the second half of the year which recorded good performance compared to the first half of the year.</a:t>
            </a:r>
          </a:p>
        </p:txBody>
      </p:sp>
      <p:sp>
        <p:nvSpPr>
          <p:cNvPr id="2113" name="Google Shape;2113;p5:notes">
            <a:extLst>
              <a:ext uri="{FF2B5EF4-FFF2-40B4-BE49-F238E27FC236}">
                <a16:creationId xmlns:a16="http://schemas.microsoft.com/office/drawing/2014/main" id="{7EEF4409-C9E9-D403-95C1-C1919DFB428D}"/>
              </a:ext>
            </a:extLst>
          </p:cNvPr>
          <p:cNvSpPr>
            <a:spLocks noGrp="1" noRot="1" noChangeAspect="1"/>
          </p:cNvSpPr>
          <p:nvPr>
            <p:ph type="sldImg" idx="2"/>
          </p:nvPr>
        </p:nvSpPr>
        <p:spPr>
          <a:xfrm>
            <a:off x="109538" y="209550"/>
            <a:ext cx="9017000" cy="50720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3671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93ec27b376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93ec27b376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rPr>
              <a:t>Visitors by air increased by 23% for a total of 380,143 visitors in 2025. YoY Growth was driven by strong performances from DRC (+181%) mainly attributed to transit passengers, rest of the world (+23%), the rest of Africa (+14%), North America (+12%), EAC (+6%) and Europe (+7%).</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96889ec63a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96889ec63a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rPr>
              <a:t>The visitor arrivals by road registered an increase of 5% in 2025, boosted by EAC visitors (+28%) and despite the decline recorded by road visitors from DRC (-14%).</a:t>
            </a: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endParaRPr lang="en-US" sz="1200" dirty="0">
              <a:solidFill>
                <a:schemeClr val="dk1"/>
              </a:solidFill>
            </a:endParaRPr>
          </a:p>
          <a:p>
            <a:pPr marL="0" marR="0" lvl="0" indent="0" algn="l"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rPr>
              <a:t>Other markets registered increases (rest of Africa and rest of the world) of decrease (Europe and North America), but their share in road arrivals is so small that it doesn’t influence a lot the numbers.</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0"/>
        <p:cNvGrpSpPr/>
        <p:nvPr/>
      </p:nvGrpSpPr>
      <p:grpSpPr>
        <a:xfrm>
          <a:off x="0" y="0"/>
          <a:ext cx="0" cy="0"/>
          <a:chOff x="0" y="0"/>
          <a:chExt cx="0" cy="0"/>
        </a:xfrm>
      </p:grpSpPr>
      <p:sp>
        <p:nvSpPr>
          <p:cNvPr id="1301" name="Google Shape;1301;p206:notes"/>
          <p:cNvSpPr>
            <a:spLocks noGrp="1" noRot="1" noChangeAspect="1"/>
          </p:cNvSpPr>
          <p:nvPr>
            <p:ph type="sldImg" idx="2"/>
          </p:nvPr>
        </p:nvSpPr>
        <p:spPr>
          <a:xfrm>
            <a:off x="109538" y="209550"/>
            <a:ext cx="9017000" cy="50720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2"/>
            </a:solidFill>
            <a:prstDash val="solid"/>
            <a:round/>
            <a:headEnd type="none" w="sm" len="sm"/>
            <a:tailEnd type="none" w="sm" len="sm"/>
          </a:ln>
        </p:spPr>
      </p:sp>
      <p:sp>
        <p:nvSpPr>
          <p:cNvPr id="1302" name="Google Shape;1302;p206:notes"/>
          <p:cNvSpPr txBox="1">
            <a:spLocks noGrp="1"/>
          </p:cNvSpPr>
          <p:nvPr>
            <p:ph type="body" idx="1"/>
          </p:nvPr>
        </p:nvSpPr>
        <p:spPr>
          <a:xfrm>
            <a:off x="124053" y="5490869"/>
            <a:ext cx="8987970" cy="674425"/>
          </a:xfrm>
          <a:prstGeom prst="rect">
            <a:avLst/>
          </a:prstGeom>
          <a:noFill/>
          <a:ln>
            <a:noFill/>
          </a:ln>
        </p:spPr>
        <p:txBody>
          <a:bodyPr spcFirstLastPara="1" wrap="square" lIns="92475" tIns="46225" rIns="92475" bIns="46225" anchor="t" anchorCtr="0">
            <a:noAutofit/>
          </a:bodyPr>
          <a:lstStyle/>
          <a:p>
            <a:pPr marL="152400" lvl="0" indent="0" algn="l" rtl="0">
              <a:lnSpc>
                <a:spcPct val="100000"/>
              </a:lnSpc>
              <a:spcBef>
                <a:spcPts val="0"/>
              </a:spcBef>
              <a:spcAft>
                <a:spcPts val="0"/>
              </a:spcAft>
              <a:buSzPts val="1200"/>
              <a:buNone/>
            </a:pPr>
            <a:r>
              <a:rPr lang="en-US" b="1" dirty="0"/>
              <a:t>MARKET SHARE BY TOTAL VISITOR NUMBERS:  </a:t>
            </a:r>
          </a:p>
          <a:p>
            <a:pPr marL="152400" lvl="0" indent="0" algn="l" rtl="0">
              <a:lnSpc>
                <a:spcPct val="100000"/>
              </a:lnSpc>
              <a:spcBef>
                <a:spcPts val="0"/>
              </a:spcBef>
              <a:spcAft>
                <a:spcPts val="0"/>
              </a:spcAft>
              <a:buSzPts val="1200"/>
              <a:buNone/>
            </a:pPr>
            <a:r>
              <a:rPr lang="en-US" dirty="0"/>
              <a:t>EAC takes the first (1) position with a total of </a:t>
            </a:r>
            <a:r>
              <a:rPr lang="en-US" sz="1800" b="0" i="0" u="none" strike="noStrike" dirty="0">
                <a:solidFill>
                  <a:srgbClr val="000000"/>
                </a:solidFill>
                <a:effectLst/>
                <a:latin typeface="Calibri" panose="020F0502020204030204" pitchFamily="34" charset="0"/>
              </a:rPr>
              <a:t>1,033,947, in second (2) position US with 46,714, in third (3) position Nigeria with 25,728, in fourth (4) position UK with 18,826. Nigeria made a big increase of 36% in 2025, after 24% increase in 2024. It is the same for India which increased by 58% in 2025, after 27% in 2024. China also increased by 37% and 47% in 2024 and 2025 respectively.</a:t>
            </a:r>
            <a:endParaRPr dirty="0"/>
          </a:p>
        </p:txBody>
      </p:sp>
      <p:sp>
        <p:nvSpPr>
          <p:cNvPr id="1303" name="Google Shape;1303;p206:notes"/>
          <p:cNvSpPr txBox="1">
            <a:spLocks noGrp="1"/>
          </p:cNvSpPr>
          <p:nvPr>
            <p:ph type="sldNum" idx="12"/>
          </p:nvPr>
        </p:nvSpPr>
        <p:spPr>
          <a:xfrm>
            <a:off x="5231642" y="6601367"/>
            <a:ext cx="3880382" cy="348710"/>
          </a:xfrm>
          <a:prstGeom prst="rect">
            <a:avLst/>
          </a:prstGeom>
          <a:noFill/>
          <a:ln>
            <a:noFill/>
          </a:ln>
        </p:spPr>
        <p:txBody>
          <a:bodyPr spcFirstLastPara="1" wrap="square" lIns="92475" tIns="46225" rIns="92475" bIns="46225" anchor="b" anchorCtr="0">
            <a:noAutofit/>
          </a:bodyPr>
          <a:lstStyle/>
          <a:p>
            <a:pPr marL="0" marR="0" lvl="0" indent="0" algn="r" rtl="0">
              <a:lnSpc>
                <a:spcPct val="100000"/>
              </a:lnSpc>
              <a:spcBef>
                <a:spcPts val="0"/>
              </a:spcBef>
              <a:spcAft>
                <a:spcPts val="0"/>
              </a:spcAft>
              <a:buClr>
                <a:srgbClr val="6E6F73"/>
              </a:buClr>
              <a:buSzPts val="800"/>
              <a:buFont typeface="Trebuchet MS"/>
              <a:buNone/>
            </a:pPr>
            <a:r>
              <a:rPr lang="en-US" sz="800" b="0" i="0" u="none" strike="noStrike" cap="none">
                <a:solidFill>
                  <a:srgbClr val="6E6F73"/>
                </a:solidFill>
                <a:latin typeface="Trebuchet MS"/>
                <a:ea typeface="Trebuchet MS"/>
                <a:cs typeface="Trebuchet MS"/>
                <a:sym typeface="Trebuchet MS"/>
              </a:rPr>
              <a:t>Notes view: </a:t>
            </a:r>
            <a:fld id="{00000000-1234-1234-1234-123412341234}" type="slidenum">
              <a:rPr lang="en-US" sz="800" b="0" i="0" u="none" strike="noStrike" cap="none">
                <a:solidFill>
                  <a:srgbClr val="6E6F73"/>
                </a:solidFill>
                <a:latin typeface="Trebuchet MS"/>
                <a:ea typeface="Trebuchet MS"/>
                <a:cs typeface="Trebuchet MS"/>
                <a:sym typeface="Trebuchet MS"/>
              </a:rPr>
              <a:t>7</a:t>
            </a:fld>
            <a:endParaRPr sz="800" b="0" i="0" u="none" strike="noStrike" cap="none">
              <a:solidFill>
                <a:srgbClr val="6E6F73"/>
              </a:solidFill>
              <a:latin typeface="Trebuchet MS"/>
              <a:ea typeface="Trebuchet MS"/>
              <a:cs typeface="Trebuchet MS"/>
              <a:sym typeface="Trebuchet MS"/>
            </a:endParaRPr>
          </a:p>
        </p:txBody>
      </p:sp>
    </p:spTree>
    <p:extLst>
      <p:ext uri="{BB962C8B-B14F-4D97-AF65-F5344CB8AC3E}">
        <p14:creationId xmlns:p14="http://schemas.microsoft.com/office/powerpoint/2010/main" val="3645084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a:extLst>
            <a:ext uri="{FF2B5EF4-FFF2-40B4-BE49-F238E27FC236}">
              <a16:creationId xmlns:a16="http://schemas.microsoft.com/office/drawing/2014/main" id="{12CC72F9-8CEB-0798-C653-AFD222910810}"/>
            </a:ext>
          </a:extLst>
        </p:cNvPr>
        <p:cNvGrpSpPr/>
        <p:nvPr/>
      </p:nvGrpSpPr>
      <p:grpSpPr>
        <a:xfrm>
          <a:off x="0" y="0"/>
          <a:ext cx="0" cy="0"/>
          <a:chOff x="0" y="0"/>
          <a:chExt cx="0" cy="0"/>
        </a:xfrm>
      </p:grpSpPr>
      <p:sp>
        <p:nvSpPr>
          <p:cNvPr id="626" name="Google Shape;626;g96889ec63a_0_59:notes">
            <a:extLst>
              <a:ext uri="{FF2B5EF4-FFF2-40B4-BE49-F238E27FC236}">
                <a16:creationId xmlns:a16="http://schemas.microsoft.com/office/drawing/2014/main" id="{ECFBD1D8-77E4-1ADD-ACE5-C7C6E0596C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96889ec63a_0_59:notes">
            <a:extLst>
              <a:ext uri="{FF2B5EF4-FFF2-40B4-BE49-F238E27FC236}">
                <a16:creationId xmlns:a16="http://schemas.microsoft.com/office/drawing/2014/main" id="{65C7DEF9-8BFE-7474-E625-D25F3A6C7C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just"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rPr>
              <a:t>In terms of revenues, it is the North America which occupies the first position (37%), followed by Europe (21%), rest of Africa (18%), EAC (12%), Asia (8%), then rest of the world (5%).</a:t>
            </a:r>
          </a:p>
          <a:p>
            <a:pPr marL="0" marR="0" lvl="0" indent="0" algn="just" defTabSz="914400" rtl="0" eaLnBrk="1" fontAlgn="auto" latinLnBrk="0" hangingPunct="1">
              <a:lnSpc>
                <a:spcPct val="100000"/>
              </a:lnSpc>
              <a:spcBef>
                <a:spcPts val="0"/>
              </a:spcBef>
              <a:spcAft>
                <a:spcPts val="0"/>
              </a:spcAft>
              <a:buClr>
                <a:schemeClr val="dk1"/>
              </a:buClr>
              <a:buSzPts val="1200"/>
              <a:buFont typeface="Arial"/>
              <a:buNone/>
              <a:tabLst/>
              <a:defRPr/>
            </a:pPr>
            <a:endParaRPr lang="en-US" sz="1200" dirty="0">
              <a:solidFill>
                <a:schemeClr val="dk1"/>
              </a:solidFill>
            </a:endParaRPr>
          </a:p>
          <a:p>
            <a:pPr marL="0" marR="0" lvl="0" indent="0" algn="just" defTabSz="914400" rtl="0" eaLnBrk="1" fontAlgn="auto" latinLnBrk="0" hangingPunct="1">
              <a:lnSpc>
                <a:spcPct val="100000"/>
              </a:lnSpc>
              <a:spcBef>
                <a:spcPts val="0"/>
              </a:spcBef>
              <a:spcAft>
                <a:spcPts val="0"/>
              </a:spcAft>
              <a:buClr>
                <a:schemeClr val="dk1"/>
              </a:buClr>
              <a:buSzPts val="1200"/>
              <a:buFont typeface="Arial"/>
              <a:buNone/>
              <a:tabLst/>
              <a:defRPr/>
            </a:pPr>
            <a:r>
              <a:rPr lang="en-US" sz="1200" dirty="0">
                <a:solidFill>
                  <a:schemeClr val="dk1"/>
                </a:solidFill>
              </a:rPr>
              <a:t>The EAC generate more revenues in the category of VFR and Business. Most revenues in the rest of Africa are mainly generated in education followed by VFR. In the international market, it is the gorilla tourism generating the most revenues followed by VFR.</a:t>
            </a:r>
            <a:endParaRPr dirty="0"/>
          </a:p>
        </p:txBody>
      </p:sp>
    </p:spTree>
    <p:extLst>
      <p:ext uri="{BB962C8B-B14F-4D97-AF65-F5344CB8AC3E}">
        <p14:creationId xmlns:p14="http://schemas.microsoft.com/office/powerpoint/2010/main" val="2380942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1">
          <a:extLst>
            <a:ext uri="{FF2B5EF4-FFF2-40B4-BE49-F238E27FC236}">
              <a16:creationId xmlns:a16="http://schemas.microsoft.com/office/drawing/2014/main" id="{C2BAFE60-3FC6-0FD9-25C1-8A98BEAF5B06}"/>
            </a:ext>
          </a:extLst>
        </p:cNvPr>
        <p:cNvGrpSpPr/>
        <p:nvPr/>
      </p:nvGrpSpPr>
      <p:grpSpPr>
        <a:xfrm>
          <a:off x="0" y="0"/>
          <a:ext cx="0" cy="0"/>
          <a:chOff x="0" y="0"/>
          <a:chExt cx="0" cy="0"/>
        </a:xfrm>
      </p:grpSpPr>
      <p:sp>
        <p:nvSpPr>
          <p:cNvPr id="2112" name="Google Shape;2112;p5:notes">
            <a:extLst>
              <a:ext uri="{FF2B5EF4-FFF2-40B4-BE49-F238E27FC236}">
                <a16:creationId xmlns:a16="http://schemas.microsoft.com/office/drawing/2014/main" id="{6BD5F34E-2341-D60F-86DC-A28A1DB61B0B}"/>
              </a:ext>
            </a:extLst>
          </p:cNvPr>
          <p:cNvSpPr txBox="1">
            <a:spLocks noGrp="1"/>
          </p:cNvSpPr>
          <p:nvPr>
            <p:ph type="body" idx="1"/>
          </p:nvPr>
        </p:nvSpPr>
        <p:spPr>
          <a:xfrm>
            <a:off x="124053" y="5490869"/>
            <a:ext cx="8987970" cy="674425"/>
          </a:xfrm>
          <a:prstGeom prst="rect">
            <a:avLst/>
          </a:prstGeom>
        </p:spPr>
        <p:txBody>
          <a:bodyPr spcFirstLastPara="1" wrap="square" lIns="92475" tIns="46225" rIns="92475" bIns="46225" anchor="t" anchorCtr="0">
            <a:noAutofit/>
          </a:bodyPr>
          <a:lstStyle/>
          <a:p>
            <a:pPr marL="0" lvl="0" indent="0" algn="just" rtl="0">
              <a:spcBef>
                <a:spcPts val="0"/>
              </a:spcBef>
              <a:spcAft>
                <a:spcPts val="0"/>
              </a:spcAft>
              <a:buClr>
                <a:srgbClr val="000000"/>
              </a:buClr>
              <a:buFont typeface="Arial"/>
              <a:buNone/>
            </a:pPr>
            <a:r>
              <a:rPr lang="en-US" dirty="0"/>
              <a:t>Three market segments were the pillar of the revenues increase in 2025: VFR which grew from $ 150 million in 2024 to $ 180 million in 2025, gorilla market from $ 232 million to $ 248 million and education from $ 55 million to 64 million, in 2024 and 2025 respectively.</a:t>
            </a:r>
            <a:endParaRPr dirty="0"/>
          </a:p>
        </p:txBody>
      </p:sp>
      <p:sp>
        <p:nvSpPr>
          <p:cNvPr id="2113" name="Google Shape;2113;p5:notes">
            <a:extLst>
              <a:ext uri="{FF2B5EF4-FFF2-40B4-BE49-F238E27FC236}">
                <a16:creationId xmlns:a16="http://schemas.microsoft.com/office/drawing/2014/main" id="{9C79155D-9568-36C7-D84C-5E595A84323E}"/>
              </a:ext>
            </a:extLst>
          </p:cNvPr>
          <p:cNvSpPr>
            <a:spLocks noGrp="1" noRot="1" noChangeAspect="1"/>
          </p:cNvSpPr>
          <p:nvPr>
            <p:ph type="sldImg" idx="2"/>
          </p:nvPr>
        </p:nvSpPr>
        <p:spPr>
          <a:xfrm>
            <a:off x="109538" y="209550"/>
            <a:ext cx="9017000" cy="50720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0557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3"/>
        <p:cNvGrpSpPr/>
        <p:nvPr/>
      </p:nvGrpSpPr>
      <p:grpSpPr>
        <a:xfrm>
          <a:off x="0" y="0"/>
          <a:ext cx="0" cy="0"/>
          <a:chOff x="0" y="0"/>
          <a:chExt cx="0" cy="0"/>
        </a:xfrm>
      </p:grpSpPr>
      <p:sp>
        <p:nvSpPr>
          <p:cNvPr id="2524" name="Google Shape;2524;p207:notes"/>
          <p:cNvSpPr>
            <a:spLocks noGrp="1" noRot="1" noChangeAspect="1"/>
          </p:cNvSpPr>
          <p:nvPr>
            <p:ph type="sldImg" idx="2"/>
          </p:nvPr>
        </p:nvSpPr>
        <p:spPr>
          <a:xfrm>
            <a:off x="2533650" y="868363"/>
            <a:ext cx="4168775" cy="23447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5" name="Google Shape;2525;p207:notes"/>
          <p:cNvSpPr txBox="1">
            <a:spLocks noGrp="1"/>
          </p:cNvSpPr>
          <p:nvPr>
            <p:ph type="body" idx="1"/>
          </p:nvPr>
        </p:nvSpPr>
        <p:spPr>
          <a:xfrm>
            <a:off x="923607" y="3344723"/>
            <a:ext cx="7388700" cy="2736600"/>
          </a:xfrm>
          <a:prstGeom prst="rect">
            <a:avLst/>
          </a:prstGeom>
          <a:noFill/>
          <a:ln>
            <a:noFill/>
          </a:ln>
        </p:spPr>
        <p:txBody>
          <a:bodyPr spcFirstLastPara="1" wrap="square" lIns="93175" tIns="46575" rIns="93175" bIns="46575" anchor="t" anchorCtr="0">
            <a:noAutofit/>
          </a:bodyPr>
          <a:lstStyle/>
          <a:p>
            <a:pPr lvl="0" algn="just">
              <a:buSzPts val="1400"/>
            </a:pPr>
            <a:r>
              <a:rPr lang="en-US" dirty="0"/>
              <a:t>Nyungwe recorded a good growth in 2025 of 22.8% because of the introduction of the new products Zipline and rope course, which became the second most attractive experience in Nyungwe after the canopy walkway, bringing more than 6,000 visitors just after 6 months of its launch.</a:t>
            </a:r>
          </a:p>
          <a:p>
            <a:pPr lvl="0" algn="just">
              <a:buSzPts val="1400"/>
            </a:pPr>
            <a:endParaRPr lang="en-US" b="1" i="1" u="none" strike="noStrike" cap="none" dirty="0">
              <a:solidFill>
                <a:srgbClr val="000000"/>
              </a:solidFill>
              <a:sym typeface="Arial"/>
            </a:endParaRPr>
          </a:p>
          <a:p>
            <a:pPr lvl="0" algn="just">
              <a:buSzPts val="1400"/>
            </a:pPr>
            <a:r>
              <a:rPr lang="en-US" b="0" i="0" u="none" strike="noStrike" cap="none" dirty="0">
                <a:solidFill>
                  <a:srgbClr val="000000"/>
                </a:solidFill>
                <a:sym typeface="Arial"/>
              </a:rPr>
              <a:t>For the first time, </a:t>
            </a:r>
            <a:r>
              <a:rPr lang="en-US" b="0" i="0" u="none" strike="noStrike" cap="none" dirty="0" err="1">
                <a:solidFill>
                  <a:srgbClr val="000000"/>
                </a:solidFill>
                <a:sym typeface="Arial"/>
              </a:rPr>
              <a:t>Akagera</a:t>
            </a:r>
            <a:r>
              <a:rPr lang="en-US" b="0" i="0" u="none" strike="noStrike" cap="none" dirty="0">
                <a:solidFill>
                  <a:srgbClr val="000000"/>
                </a:solidFill>
                <a:sym typeface="Arial"/>
              </a:rPr>
              <a:t> registered a decline in visitors. This decrease affected the 3 categories of visitors (Rwanda citizens, foreign residents and international visitors). Volcanoes registered a modest increase of 1.6% due to Rwanda citizen visits.</a:t>
            </a:r>
          </a:p>
        </p:txBody>
      </p:sp>
      <p:sp>
        <p:nvSpPr>
          <p:cNvPr id="2526" name="Google Shape;2526;p207:notes"/>
          <p:cNvSpPr txBox="1">
            <a:spLocks noGrp="1"/>
          </p:cNvSpPr>
          <p:nvPr>
            <p:ph type="sldNum" idx="12"/>
          </p:nvPr>
        </p:nvSpPr>
        <p:spPr>
          <a:xfrm>
            <a:off x="5231639" y="6601365"/>
            <a:ext cx="4002300" cy="348900"/>
          </a:xfrm>
          <a:prstGeom prst="rect">
            <a:avLst/>
          </a:prstGeom>
          <a:noFill/>
          <a:ln>
            <a:noFill/>
          </a:ln>
        </p:spPr>
        <p:txBody>
          <a:bodyPr spcFirstLastPara="1" wrap="square" lIns="93175" tIns="46575" rIns="93175" bIns="465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4"/>
        <p:cNvGrpSpPr/>
        <p:nvPr/>
      </p:nvGrpSpPr>
      <p:grpSpPr>
        <a:xfrm>
          <a:off x="0" y="0"/>
          <a:ext cx="0" cy="0"/>
          <a:chOff x="0" y="0"/>
          <a:chExt cx="0" cy="0"/>
        </a:xfrm>
      </p:grpSpPr>
      <p:sp>
        <p:nvSpPr>
          <p:cNvPr id="2515" name="Google Shape;2515;g31b541d0a24_4_0:notes"/>
          <p:cNvSpPr txBox="1">
            <a:spLocks noGrp="1"/>
          </p:cNvSpPr>
          <p:nvPr>
            <p:ph type="body" idx="1"/>
          </p:nvPr>
        </p:nvSpPr>
        <p:spPr>
          <a:xfrm>
            <a:off x="124053" y="5490869"/>
            <a:ext cx="8988000" cy="674400"/>
          </a:xfrm>
          <a:prstGeom prst="rect">
            <a:avLst/>
          </a:prstGeom>
        </p:spPr>
        <p:txBody>
          <a:bodyPr spcFirstLastPara="1" wrap="square" lIns="92475" tIns="46225" rIns="92475" bIns="46225" anchor="t" anchorCtr="0">
            <a:noAutofit/>
          </a:bodyPr>
          <a:lstStyle/>
          <a:p>
            <a:pPr marL="0" lvl="0" indent="0" algn="l" rtl="0">
              <a:spcBef>
                <a:spcPts val="0"/>
              </a:spcBef>
              <a:spcAft>
                <a:spcPts val="0"/>
              </a:spcAft>
              <a:buNone/>
            </a:pPr>
            <a:endParaRPr dirty="0"/>
          </a:p>
        </p:txBody>
      </p:sp>
      <p:sp>
        <p:nvSpPr>
          <p:cNvPr id="2516" name="Google Shape;2516;g31b541d0a24_4_0:notes"/>
          <p:cNvSpPr>
            <a:spLocks noGrp="1" noRot="1" noChangeAspect="1"/>
          </p:cNvSpPr>
          <p:nvPr>
            <p:ph type="sldImg" idx="2"/>
          </p:nvPr>
        </p:nvSpPr>
        <p:spPr>
          <a:xfrm>
            <a:off x="109538" y="209550"/>
            <a:ext cx="9017000" cy="50720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6">
          <a:extLst>
            <a:ext uri="{FF2B5EF4-FFF2-40B4-BE49-F238E27FC236}">
              <a16:creationId xmlns:a16="http://schemas.microsoft.com/office/drawing/2014/main" id="{DC7EC695-0523-76EC-9160-25BDBA3546A0}"/>
            </a:ext>
          </a:extLst>
        </p:cNvPr>
        <p:cNvGrpSpPr/>
        <p:nvPr/>
      </p:nvGrpSpPr>
      <p:grpSpPr>
        <a:xfrm>
          <a:off x="0" y="0"/>
          <a:ext cx="0" cy="0"/>
          <a:chOff x="0" y="0"/>
          <a:chExt cx="0" cy="0"/>
        </a:xfrm>
      </p:grpSpPr>
      <p:sp>
        <p:nvSpPr>
          <p:cNvPr id="2627" name="Google Shape;2627;g2d650bc874e_1_13:notes">
            <a:extLst>
              <a:ext uri="{FF2B5EF4-FFF2-40B4-BE49-F238E27FC236}">
                <a16:creationId xmlns:a16="http://schemas.microsoft.com/office/drawing/2014/main" id="{B877096D-2D0B-47F1-EBB6-F74E46500AEE}"/>
              </a:ext>
            </a:extLst>
          </p:cNvPr>
          <p:cNvSpPr txBox="1">
            <a:spLocks noGrp="1"/>
          </p:cNvSpPr>
          <p:nvPr>
            <p:ph type="body" idx="1"/>
          </p:nvPr>
        </p:nvSpPr>
        <p:spPr>
          <a:xfrm>
            <a:off x="923607" y="3301286"/>
            <a:ext cx="7389000" cy="3127500"/>
          </a:xfrm>
          <a:prstGeom prst="rect">
            <a:avLst/>
          </a:prstGeom>
        </p:spPr>
        <p:txBody>
          <a:bodyPr spcFirstLastPara="1" wrap="square" lIns="92475" tIns="46225" rIns="92475" bIns="46225" anchor="t" anchorCtr="0">
            <a:noAutofit/>
          </a:bodyPr>
          <a:lstStyle/>
          <a:p>
            <a:pPr marL="0" lvl="0" indent="0" algn="l" rtl="0">
              <a:spcBef>
                <a:spcPts val="0"/>
              </a:spcBef>
              <a:spcAft>
                <a:spcPts val="0"/>
              </a:spcAft>
              <a:buNone/>
            </a:pPr>
            <a:r>
              <a:rPr lang="en-US" dirty="0"/>
              <a:t>2025 may end with a modest growth of 2% to 4%. To reach 4%, tourism will rely on MICE. A gap of 130 million less to the target of 1.1 Billion in case tourism is back to 10% growth next year</a:t>
            </a:r>
            <a:endParaRPr dirty="0"/>
          </a:p>
        </p:txBody>
      </p:sp>
      <p:sp>
        <p:nvSpPr>
          <p:cNvPr id="2628" name="Google Shape;2628;g2d650bc874e_1_13:notes">
            <a:extLst>
              <a:ext uri="{FF2B5EF4-FFF2-40B4-BE49-F238E27FC236}">
                <a16:creationId xmlns:a16="http://schemas.microsoft.com/office/drawing/2014/main" id="{35D00800-B3B8-D546-3AB9-72347ABCF0E1}"/>
              </a:ext>
            </a:extLst>
          </p:cNvPr>
          <p:cNvSpPr>
            <a:spLocks noGrp="1" noRot="1" noChangeAspect="1"/>
          </p:cNvSpPr>
          <p:nvPr>
            <p:ph type="sldImg" idx="2"/>
          </p:nvPr>
        </p:nvSpPr>
        <p:spPr>
          <a:xfrm>
            <a:off x="2301875" y="520700"/>
            <a:ext cx="4633913" cy="26066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540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3"/>
        <p:cNvGrpSpPr/>
        <p:nvPr/>
      </p:nvGrpSpPr>
      <p:grpSpPr>
        <a:xfrm>
          <a:off x="0" y="0"/>
          <a:ext cx="0" cy="0"/>
          <a:chOff x="0" y="0"/>
          <a:chExt cx="0" cy="0"/>
        </a:xfrm>
      </p:grpSpPr>
      <p:sp>
        <p:nvSpPr>
          <p:cNvPr id="2664" name="Google Shape;2664;p225:notes"/>
          <p:cNvSpPr txBox="1">
            <a:spLocks noGrp="1"/>
          </p:cNvSpPr>
          <p:nvPr>
            <p:ph type="body" idx="1"/>
          </p:nvPr>
        </p:nvSpPr>
        <p:spPr>
          <a:xfrm>
            <a:off x="124053" y="5490869"/>
            <a:ext cx="8987970" cy="674425"/>
          </a:xfrm>
          <a:prstGeom prst="rect">
            <a:avLst/>
          </a:prstGeom>
          <a:noFill/>
          <a:ln>
            <a:noFill/>
          </a:ln>
        </p:spPr>
        <p:txBody>
          <a:bodyPr spcFirstLastPara="1" wrap="square" lIns="92475" tIns="46225" rIns="92475" bIns="46225" anchor="t" anchorCtr="0">
            <a:noAutofit/>
          </a:bodyPr>
          <a:lstStyle/>
          <a:p>
            <a:pPr marL="0" lvl="0" indent="0" algn="l" rtl="0">
              <a:lnSpc>
                <a:spcPct val="100000"/>
              </a:lnSpc>
              <a:spcBef>
                <a:spcPts val="0"/>
              </a:spcBef>
              <a:spcAft>
                <a:spcPts val="0"/>
              </a:spcAft>
              <a:buSzPts val="1200"/>
              <a:buNone/>
            </a:pPr>
            <a:endParaRPr/>
          </a:p>
        </p:txBody>
      </p:sp>
      <p:sp>
        <p:nvSpPr>
          <p:cNvPr id="2665" name="Google Shape;2665;p225:notes"/>
          <p:cNvSpPr>
            <a:spLocks noGrp="1" noRot="1" noChangeAspect="1"/>
          </p:cNvSpPr>
          <p:nvPr>
            <p:ph type="sldImg" idx="2"/>
          </p:nvPr>
        </p:nvSpPr>
        <p:spPr>
          <a:xfrm>
            <a:off x="109538" y="209550"/>
            <a:ext cx="9017000" cy="50720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2"/>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5"/>
        <p:cNvGrpSpPr/>
        <p:nvPr/>
      </p:nvGrpSpPr>
      <p:grpSpPr>
        <a:xfrm>
          <a:off x="0" y="0"/>
          <a:ext cx="0" cy="0"/>
          <a:chOff x="0" y="0"/>
          <a:chExt cx="0" cy="0"/>
        </a:xfrm>
      </p:grpSpPr>
      <p:pic>
        <p:nvPicPr>
          <p:cNvPr id="16" name="Google Shape;16;p14"/>
          <p:cNvPicPr preferRelativeResize="0"/>
          <p:nvPr/>
        </p:nvPicPr>
        <p:blipFill rotWithShape="1">
          <a:blip r:embed="rId2">
            <a:alphaModFix/>
          </a:blip>
          <a:srcRect b="23056"/>
          <a:stretch/>
        </p:blipFill>
        <p:spPr>
          <a:xfrm>
            <a:off x="0" y="0"/>
            <a:ext cx="12192000" cy="5276850"/>
          </a:xfrm>
          <a:prstGeom prst="rect">
            <a:avLst/>
          </a:prstGeom>
          <a:noFill/>
          <a:ln>
            <a:noFill/>
          </a:ln>
        </p:spPr>
      </p:pic>
      <p:sp>
        <p:nvSpPr>
          <p:cNvPr id="17" name="Google Shape;17;p14"/>
          <p:cNvSpPr/>
          <p:nvPr/>
        </p:nvSpPr>
        <p:spPr>
          <a:xfrm>
            <a:off x="0" y="5279183"/>
            <a:ext cx="12192000" cy="1578817"/>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pic>
        <p:nvPicPr>
          <p:cNvPr id="18" name="Google Shape;18;p14"/>
          <p:cNvPicPr preferRelativeResize="0"/>
          <p:nvPr/>
        </p:nvPicPr>
        <p:blipFill rotWithShape="1">
          <a:blip r:embed="rId3">
            <a:alphaModFix/>
          </a:blip>
          <a:srcRect l="1731" t="8741" r="102" b="27"/>
          <a:stretch/>
        </p:blipFill>
        <p:spPr>
          <a:xfrm rot="-5400000" flipH="1">
            <a:off x="8471921" y="1973272"/>
            <a:ext cx="580573" cy="6858000"/>
          </a:xfrm>
          <a:prstGeom prst="rect">
            <a:avLst/>
          </a:prstGeom>
          <a:noFill/>
          <a:ln>
            <a:noFill/>
          </a:ln>
        </p:spPr>
      </p:pic>
      <p:sp>
        <p:nvSpPr>
          <p:cNvPr id="19" name="Google Shape;19;p14"/>
          <p:cNvSpPr/>
          <p:nvPr/>
        </p:nvSpPr>
        <p:spPr>
          <a:xfrm>
            <a:off x="630936" y="626200"/>
            <a:ext cx="8125200" cy="5529600"/>
          </a:xfrm>
          <a:prstGeom prst="rect">
            <a:avLst/>
          </a:prstGeom>
          <a:gradFill>
            <a:gsLst>
              <a:gs pos="0">
                <a:srgbClr val="083448">
                  <a:alpha val="88627"/>
                </a:srgbClr>
              </a:gs>
              <a:gs pos="100000">
                <a:srgbClr val="0E5D7F">
                  <a:alpha val="88627"/>
                </a:srgbClr>
              </a:gs>
            </a:gsLst>
            <a:lin ang="18900000" scaled="0"/>
          </a:grad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Clr>
                <a:srgbClr val="000000"/>
              </a:buClr>
              <a:buSzPts val="2000"/>
              <a:buFont typeface="Arial"/>
              <a:buNone/>
            </a:pPr>
            <a:endParaRPr sz="2000" b="0" i="0" u="none" strike="noStrike" cap="none">
              <a:solidFill>
                <a:srgbClr val="FFFFFF"/>
              </a:solidFill>
              <a:latin typeface="Trebuchet MS"/>
              <a:ea typeface="Trebuchet MS"/>
              <a:cs typeface="Trebuchet MS"/>
              <a:sym typeface="Trebuchet MS"/>
            </a:endParaRPr>
          </a:p>
        </p:txBody>
      </p:sp>
      <p:sp>
        <p:nvSpPr>
          <p:cNvPr id="20" name="Google Shape;20;p14"/>
          <p:cNvSpPr txBox="1">
            <a:spLocks noGrp="1"/>
          </p:cNvSpPr>
          <p:nvPr>
            <p:ph type="body" idx="1"/>
          </p:nvPr>
        </p:nvSpPr>
        <p:spPr>
          <a:xfrm>
            <a:off x="957600" y="6207842"/>
            <a:ext cx="6868800" cy="327148"/>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600"/>
              </a:spcBef>
              <a:spcAft>
                <a:spcPts val="0"/>
              </a:spcAft>
              <a:buClr>
                <a:schemeClr val="accent5"/>
              </a:buClr>
              <a:buSzPts val="1200"/>
              <a:buNone/>
              <a:defRPr sz="1200" b="1" cap="none">
                <a:solidFill>
                  <a:schemeClr val="accent5"/>
                </a:solidFill>
                <a:latin typeface="Trebuchet MS"/>
                <a:ea typeface="Trebuchet MS"/>
                <a:cs typeface="Trebuchet MS"/>
                <a:sym typeface="Trebuchet MS"/>
              </a:defRPr>
            </a:lvl1pPr>
            <a:lvl2pPr marL="914400" lvl="1" indent="-228600" algn="ctr">
              <a:lnSpc>
                <a:spcPct val="90000"/>
              </a:lnSpc>
              <a:spcBef>
                <a:spcPts val="300"/>
              </a:spcBef>
              <a:spcAft>
                <a:spcPts val="0"/>
              </a:spcAft>
              <a:buSzPts val="1200"/>
              <a:buNone/>
              <a:defRPr/>
            </a:lvl2pPr>
            <a:lvl3pPr marL="1371600" lvl="2" indent="-228600" algn="ctr">
              <a:lnSpc>
                <a:spcPct val="90000"/>
              </a:lnSpc>
              <a:spcBef>
                <a:spcPts val="300"/>
              </a:spcBef>
              <a:spcAft>
                <a:spcPts val="0"/>
              </a:spcAft>
              <a:buSzPts val="1200"/>
              <a:buNone/>
              <a:defRPr/>
            </a:lvl3pPr>
            <a:lvl4pPr marL="1828800" lvl="3" indent="-228600" algn="ctr">
              <a:lnSpc>
                <a:spcPct val="110000"/>
              </a:lnSpc>
              <a:spcBef>
                <a:spcPts val="300"/>
              </a:spcBef>
              <a:spcAft>
                <a:spcPts val="0"/>
              </a:spcAft>
              <a:buSzPts val="1600"/>
              <a:buNone/>
              <a:defRPr/>
            </a:lvl4pPr>
            <a:lvl5pPr marL="2286000" lvl="4" indent="-228600" algn="ctr">
              <a:lnSpc>
                <a:spcPct val="100000"/>
              </a:lnSpc>
              <a:spcBef>
                <a:spcPts val="300"/>
              </a:spcBef>
              <a:spcAft>
                <a:spcPts val="0"/>
              </a:spcAft>
              <a:buClr>
                <a:schemeClr val="dk1"/>
              </a:buClr>
              <a:buSzPts val="1600"/>
              <a:buNone/>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endParaRPr/>
          </a:p>
        </p:txBody>
      </p:sp>
      <p:sp>
        <p:nvSpPr>
          <p:cNvPr id="21" name="Google Shape;21;p14"/>
          <p:cNvSpPr txBox="1">
            <a:spLocks noGrp="1"/>
          </p:cNvSpPr>
          <p:nvPr>
            <p:ph type="subTitle" idx="2"/>
          </p:nvPr>
        </p:nvSpPr>
        <p:spPr>
          <a:xfrm>
            <a:off x="957600" y="5495706"/>
            <a:ext cx="6868800" cy="436195"/>
          </a:xfrm>
          <a:prstGeom prst="rect">
            <a:avLst/>
          </a:prstGeom>
          <a:noFill/>
          <a:ln>
            <a:noFill/>
          </a:ln>
        </p:spPr>
        <p:txBody>
          <a:bodyPr spcFirstLastPara="1" wrap="square" lIns="0" tIns="0" rIns="0" bIns="0" anchor="ctr" anchorCtr="0">
            <a:noAutofit/>
          </a:bodyPr>
          <a:lstStyle>
            <a:lvl1pPr lvl="0" algn="l">
              <a:lnSpc>
                <a:spcPct val="110000"/>
              </a:lnSpc>
              <a:spcBef>
                <a:spcPts val="600"/>
              </a:spcBef>
              <a:spcAft>
                <a:spcPts val="0"/>
              </a:spcAft>
              <a:buClr>
                <a:schemeClr val="lt1"/>
              </a:buClr>
              <a:buSzPts val="1600"/>
              <a:buNone/>
              <a:defRPr sz="1600">
                <a:solidFill>
                  <a:schemeClr val="lt1"/>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endParaRPr/>
          </a:p>
        </p:txBody>
      </p:sp>
      <p:sp>
        <p:nvSpPr>
          <p:cNvPr id="22" name="Google Shape;22;p14"/>
          <p:cNvSpPr txBox="1">
            <a:spLocks noGrp="1"/>
          </p:cNvSpPr>
          <p:nvPr>
            <p:ph type="ctrTitle"/>
          </p:nvPr>
        </p:nvSpPr>
        <p:spPr>
          <a:xfrm>
            <a:off x="957600" y="1886242"/>
            <a:ext cx="6868800" cy="3138423"/>
          </a:xfrm>
          <a:prstGeom prst="rect">
            <a:avLst/>
          </a:prstGeom>
          <a:noFill/>
          <a:ln>
            <a:noFill/>
          </a:ln>
        </p:spPr>
        <p:txBody>
          <a:bodyPr spcFirstLastPara="1" wrap="square" lIns="0" tIns="0" rIns="0" bIns="0" anchor="b" anchorCtr="0">
            <a:normAutofit/>
          </a:bodyPr>
          <a:lstStyle>
            <a:lvl1pPr lvl="0" algn="l">
              <a:lnSpc>
                <a:spcPct val="93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23" name="Google Shape;23;p14"/>
          <p:cNvGrpSpPr/>
          <p:nvPr/>
        </p:nvGrpSpPr>
        <p:grpSpPr>
          <a:xfrm>
            <a:off x="957600" y="912886"/>
            <a:ext cx="4345900" cy="894745"/>
            <a:chOff x="957601" y="-996122"/>
            <a:chExt cx="4345900" cy="894745"/>
          </a:xfrm>
        </p:grpSpPr>
        <p:pic>
          <p:nvPicPr>
            <p:cNvPr id="24" name="Google Shape;24;p14" descr="Image result for Rwanda Development Board logo png"/>
            <p:cNvPicPr preferRelativeResize="0"/>
            <p:nvPr/>
          </p:nvPicPr>
          <p:blipFill rotWithShape="1">
            <a:blip r:embed="rId4">
              <a:alphaModFix/>
            </a:blip>
            <a:srcRect r="85214"/>
            <a:stretch/>
          </p:blipFill>
          <p:spPr>
            <a:xfrm>
              <a:off x="957601" y="-996122"/>
              <a:ext cx="642600" cy="894745"/>
            </a:xfrm>
            <a:prstGeom prst="rect">
              <a:avLst/>
            </a:prstGeom>
            <a:noFill/>
            <a:ln>
              <a:noFill/>
            </a:ln>
          </p:spPr>
        </p:pic>
        <p:pic>
          <p:nvPicPr>
            <p:cNvPr id="25" name="Google Shape;25;p14" descr="Image result for Rwanda Development Board logo png"/>
            <p:cNvPicPr preferRelativeResize="0"/>
            <p:nvPr/>
          </p:nvPicPr>
          <p:blipFill rotWithShape="1">
            <a:blip r:embed="rId4">
              <a:alphaModFix/>
            </a:blip>
            <a:srcRect l="14581"/>
            <a:stretch/>
          </p:blipFill>
          <p:spPr>
            <a:xfrm>
              <a:off x="1591296" y="-996122"/>
              <a:ext cx="3712205" cy="89474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Left arrow">
  <p:cSld name="Left arrow">
    <p:bg>
      <p:bgPr>
        <a:gradFill>
          <a:gsLst>
            <a:gs pos="0">
              <a:schemeClr val="dk2"/>
            </a:gs>
            <a:gs pos="100000">
              <a:schemeClr val="accent2"/>
            </a:gs>
          </a:gsLst>
          <a:lin ang="8100000" scaled="0"/>
        </a:gradFill>
        <a:effectLst/>
      </p:bgPr>
    </p:bg>
    <p:spTree>
      <p:nvGrpSpPr>
        <p:cNvPr id="1" name="Shape 26"/>
        <p:cNvGrpSpPr/>
        <p:nvPr/>
      </p:nvGrpSpPr>
      <p:grpSpPr>
        <a:xfrm>
          <a:off x="0" y="0"/>
          <a:ext cx="0" cy="0"/>
          <a:chOff x="0" y="0"/>
          <a:chExt cx="0" cy="0"/>
        </a:xfrm>
      </p:grpSpPr>
      <p:pic>
        <p:nvPicPr>
          <p:cNvPr id="27" name="Google Shape;27;p91"/>
          <p:cNvPicPr preferRelativeResize="0"/>
          <p:nvPr/>
        </p:nvPicPr>
        <p:blipFill rotWithShape="1">
          <a:blip r:embed="rId2">
            <a:alphaModFix/>
          </a:blip>
          <a:srcRect/>
          <a:stretch/>
        </p:blipFill>
        <p:spPr>
          <a:xfrm>
            <a:off x="3108638" y="3594368"/>
            <a:ext cx="1365250" cy="3382962"/>
          </a:xfrm>
          <a:prstGeom prst="rect">
            <a:avLst/>
          </a:prstGeom>
          <a:noFill/>
          <a:ln>
            <a:noFill/>
          </a:ln>
        </p:spPr>
      </p:pic>
      <p:sp>
        <p:nvSpPr>
          <p:cNvPr id="28" name="Google Shape;28;p91"/>
          <p:cNvSpPr/>
          <p:nvPr/>
        </p:nvSpPr>
        <p:spPr>
          <a:xfrm>
            <a:off x="1524" y="131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29" name="Google Shape;29;p9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9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31" name="Google Shape;31;p91"/>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bg>
      <p:bgPr>
        <a:solidFill>
          <a:schemeClr val="lt1"/>
        </a:solidFill>
        <a:effectLst/>
      </p:bgPr>
    </p:bg>
    <p:spTree>
      <p:nvGrpSpPr>
        <p:cNvPr id="1" name="Shape 32"/>
        <p:cNvGrpSpPr/>
        <p:nvPr/>
      </p:nvGrpSpPr>
      <p:grpSpPr>
        <a:xfrm>
          <a:off x="0" y="0"/>
          <a:ext cx="0" cy="0"/>
          <a:chOff x="0" y="0"/>
          <a:chExt cx="0" cy="0"/>
        </a:xfrm>
      </p:grpSpPr>
      <p:sp>
        <p:nvSpPr>
          <p:cNvPr id="33" name="Google Shape;33;p8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2"/>
          <p:cNvSpPr txBox="1">
            <a:spLocks noGrp="1"/>
          </p:cNvSpPr>
          <p:nvPr>
            <p:ph type="title"/>
          </p:nvPr>
        </p:nvSpPr>
        <p:spPr>
          <a:xfrm>
            <a:off x="630000" y="622800"/>
            <a:ext cx="109332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0D5D7F"/>
              </a:buClr>
              <a:buSzPts val="3400"/>
              <a:buFont typeface="Trebuchet MS"/>
              <a:buNone/>
              <a:defRPr sz="3400" b="0" i="0" u="none">
                <a:solidFill>
                  <a:srgbClr val="0D5D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ray slice heading">
  <p:cSld name="Gray slice heading">
    <p:bg>
      <p:bgPr>
        <a:solidFill>
          <a:schemeClr val="lt1"/>
        </a:solidFill>
        <a:effectLst/>
      </p:bgPr>
    </p:bg>
    <p:spTree>
      <p:nvGrpSpPr>
        <p:cNvPr id="1" name="Shape 35"/>
        <p:cNvGrpSpPr/>
        <p:nvPr/>
      </p:nvGrpSpPr>
      <p:grpSpPr>
        <a:xfrm>
          <a:off x="0" y="0"/>
          <a:ext cx="0" cy="0"/>
          <a:chOff x="0" y="0"/>
          <a:chExt cx="0" cy="0"/>
        </a:xfrm>
      </p:grpSpPr>
      <p:sp>
        <p:nvSpPr>
          <p:cNvPr id="36" name="Google Shape;36;p83"/>
          <p:cNvSpPr/>
          <p:nvPr/>
        </p:nvSpPr>
        <p:spPr>
          <a:xfrm>
            <a:off x="1" y="-1309"/>
            <a:ext cx="4694400" cy="6859309"/>
          </a:xfrm>
          <a:prstGeom prst="rect">
            <a:avLst/>
          </a:prstGeom>
          <a:solidFill>
            <a:srgbClr val="F2F2F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37" name="Google Shape;37;p8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3"/>
          <p:cNvSpPr txBox="1">
            <a:spLocks noGrp="1"/>
          </p:cNvSpPr>
          <p:nvPr>
            <p:ph type="title"/>
          </p:nvPr>
        </p:nvSpPr>
        <p:spPr>
          <a:xfrm>
            <a:off x="630000" y="1544274"/>
            <a:ext cx="3452400" cy="1495794"/>
          </a:xfrm>
          <a:prstGeom prst="rect">
            <a:avLst/>
          </a:prstGeom>
          <a:noFill/>
          <a:ln>
            <a:noFill/>
          </a:ln>
        </p:spPr>
        <p:txBody>
          <a:bodyPr spcFirstLastPara="1" wrap="square" lIns="0" tIns="0" rIns="320025" bIns="0" anchor="b"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box">
  <p:cSld name="Section header box">
    <p:bg>
      <p:bgPr>
        <a:gradFill>
          <a:gsLst>
            <a:gs pos="0">
              <a:schemeClr val="dk2"/>
            </a:gs>
            <a:gs pos="100000">
              <a:schemeClr val="accent2"/>
            </a:gs>
          </a:gsLst>
          <a:lin ang="8100000" scaled="0"/>
        </a:gradFill>
        <a:effectLst/>
      </p:bgPr>
    </p:bg>
    <p:spTree>
      <p:nvGrpSpPr>
        <p:cNvPr id="1" name="Shape 39"/>
        <p:cNvGrpSpPr/>
        <p:nvPr/>
      </p:nvGrpSpPr>
      <p:grpSpPr>
        <a:xfrm>
          <a:off x="0" y="0"/>
          <a:ext cx="0" cy="0"/>
          <a:chOff x="0" y="0"/>
          <a:chExt cx="0" cy="0"/>
        </a:xfrm>
      </p:grpSpPr>
      <p:sp>
        <p:nvSpPr>
          <p:cNvPr id="40" name="Google Shape;40;p84"/>
          <p:cNvSpPr txBox="1">
            <a:spLocks noGrp="1"/>
          </p:cNvSpPr>
          <p:nvPr>
            <p:ph type="title"/>
          </p:nvPr>
        </p:nvSpPr>
        <p:spPr>
          <a:xfrm>
            <a:off x="1284742" y="2668041"/>
            <a:ext cx="9620491" cy="3201026"/>
          </a:xfrm>
          <a:prstGeom prst="rect">
            <a:avLst/>
          </a:prstGeom>
          <a:noFill/>
          <a:ln w="9525" cap="flat" cmpd="sng">
            <a:solidFill>
              <a:schemeClr val="lt1"/>
            </a:solidFill>
            <a:prstDash val="solid"/>
            <a:round/>
            <a:headEnd type="none" w="sm" len="sm"/>
            <a:tailEnd type="none" w="sm" len="sm"/>
          </a:ln>
        </p:spPr>
        <p:txBody>
          <a:bodyPr spcFirstLastPara="1" wrap="square" lIns="274300" tIns="274300" rIns="274300" bIns="13715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42" name="Google Shape;42;p8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84"/>
          <p:cNvSpPr/>
          <p:nvPr/>
        </p:nvSpPr>
        <p:spPr>
          <a:xfrm>
            <a:off x="1284743" y="1428131"/>
            <a:ext cx="947672" cy="947672"/>
          </a:xfrm>
          <a:prstGeom prst="rect">
            <a:avLst/>
          </a:prstGeom>
          <a:noFill/>
          <a:ln w="1077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header line">
  <p:cSld name="Section header line">
    <p:bg>
      <p:bgPr>
        <a:gradFill>
          <a:gsLst>
            <a:gs pos="0">
              <a:schemeClr val="dk2"/>
            </a:gs>
            <a:gs pos="100000">
              <a:schemeClr val="accent2"/>
            </a:gs>
          </a:gsLst>
          <a:lin ang="8100000" scaled="0"/>
        </a:gradFill>
        <a:effectLst/>
      </p:bgPr>
    </p:bg>
    <p:spTree>
      <p:nvGrpSpPr>
        <p:cNvPr id="1" name="Shape 44"/>
        <p:cNvGrpSpPr/>
        <p:nvPr/>
      </p:nvGrpSpPr>
      <p:grpSpPr>
        <a:xfrm>
          <a:off x="0" y="0"/>
          <a:ext cx="0" cy="0"/>
          <a:chOff x="0" y="0"/>
          <a:chExt cx="0" cy="0"/>
        </a:xfrm>
      </p:grpSpPr>
      <p:sp>
        <p:nvSpPr>
          <p:cNvPr id="45" name="Google Shape;45;p8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46" name="Google Shape;46;p8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5"/>
          <p:cNvSpPr txBox="1">
            <a:spLocks noGrp="1"/>
          </p:cNvSpPr>
          <p:nvPr>
            <p:ph type="title"/>
          </p:nvPr>
        </p:nvSpPr>
        <p:spPr>
          <a:xfrm>
            <a:off x="630000" y="3826800"/>
            <a:ext cx="10936800" cy="2041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48" name="Google Shape;48;p85"/>
          <p:cNvCxnSpPr/>
          <p:nvPr/>
        </p:nvCxnSpPr>
        <p:spPr>
          <a:xfrm>
            <a:off x="618898" y="3680016"/>
            <a:ext cx="11576304" cy="0"/>
          </a:xfrm>
          <a:prstGeom prst="straightConnector1">
            <a:avLst/>
          </a:prstGeom>
          <a:noFill/>
          <a:ln w="19050" cap="flat" cmpd="sng">
            <a:solidFill>
              <a:schemeClr val="l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White one third">
  <p:cSld name="White one third">
    <p:bg>
      <p:bgPr>
        <a:gradFill>
          <a:gsLst>
            <a:gs pos="0">
              <a:schemeClr val="dk2"/>
            </a:gs>
            <a:gs pos="100000">
              <a:schemeClr val="accent2"/>
            </a:gs>
          </a:gsLst>
          <a:lin ang="8100000" scaled="0"/>
        </a:gradFill>
        <a:effectLst/>
      </p:bgPr>
    </p:bg>
    <p:spTree>
      <p:nvGrpSpPr>
        <p:cNvPr id="1" name="Shape 49"/>
        <p:cNvGrpSpPr/>
        <p:nvPr/>
      </p:nvGrpSpPr>
      <p:grpSpPr>
        <a:xfrm>
          <a:off x="0" y="0"/>
          <a:ext cx="0" cy="0"/>
          <a:chOff x="0" y="0"/>
          <a:chExt cx="0" cy="0"/>
        </a:xfrm>
      </p:grpSpPr>
      <p:pic>
        <p:nvPicPr>
          <p:cNvPr id="50" name="Google Shape;50;p86"/>
          <p:cNvPicPr preferRelativeResize="0"/>
          <p:nvPr/>
        </p:nvPicPr>
        <p:blipFill rotWithShape="1">
          <a:blip r:embed="rId2">
            <a:alphaModFix/>
          </a:blip>
          <a:srcRect l="29398" t="8741" r="101" b="27"/>
          <a:stretch/>
        </p:blipFill>
        <p:spPr>
          <a:xfrm rot="10800000" flipH="1">
            <a:off x="4064994" y="0"/>
            <a:ext cx="416951" cy="6858000"/>
          </a:xfrm>
          <a:prstGeom prst="rect">
            <a:avLst/>
          </a:prstGeom>
          <a:noFill/>
          <a:ln>
            <a:noFill/>
          </a:ln>
        </p:spPr>
      </p:pic>
      <p:sp>
        <p:nvSpPr>
          <p:cNvPr id="51" name="Google Shape;51;p8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53" name="Google Shape;53;p86"/>
          <p:cNvSpPr/>
          <p:nvPr/>
        </p:nvSpPr>
        <p:spPr>
          <a:xfrm>
            <a:off x="0" y="0"/>
            <a:ext cx="4079508"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54" name="Google Shape;54;p86"/>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Green highlight">
  <p:cSld name="Green highlight">
    <p:bg>
      <p:bgPr>
        <a:gradFill>
          <a:gsLst>
            <a:gs pos="0">
              <a:schemeClr val="dk2"/>
            </a:gs>
            <a:gs pos="100000">
              <a:schemeClr val="accent2"/>
            </a:gs>
          </a:gsLst>
          <a:lin ang="8100000" scaled="0"/>
        </a:gradFill>
        <a:effectLst/>
      </p:bgPr>
    </p:bg>
    <p:spTree>
      <p:nvGrpSpPr>
        <p:cNvPr id="1" name="Shape 55"/>
        <p:cNvGrpSpPr/>
        <p:nvPr/>
      </p:nvGrpSpPr>
      <p:grpSpPr>
        <a:xfrm>
          <a:off x="0" y="0"/>
          <a:ext cx="0" cy="0"/>
          <a:chOff x="0" y="0"/>
          <a:chExt cx="0" cy="0"/>
        </a:xfrm>
      </p:grpSpPr>
      <p:pic>
        <p:nvPicPr>
          <p:cNvPr id="56" name="Google Shape;56;p87"/>
          <p:cNvPicPr preferRelativeResize="0"/>
          <p:nvPr/>
        </p:nvPicPr>
        <p:blipFill rotWithShape="1">
          <a:blip r:embed="rId2">
            <a:alphaModFix/>
          </a:blip>
          <a:srcRect l="29398" t="8741" r="101" b="27"/>
          <a:stretch/>
        </p:blipFill>
        <p:spPr>
          <a:xfrm rot="10800000" flipH="1">
            <a:off x="7165606" y="0"/>
            <a:ext cx="416951" cy="6858000"/>
          </a:xfrm>
          <a:prstGeom prst="rect">
            <a:avLst/>
          </a:prstGeom>
          <a:noFill/>
          <a:ln>
            <a:noFill/>
          </a:ln>
        </p:spPr>
      </p:pic>
      <p:sp>
        <p:nvSpPr>
          <p:cNvPr id="57" name="Google Shape;57;p87"/>
          <p:cNvSpPr/>
          <p:nvPr/>
        </p:nvSpPr>
        <p:spPr>
          <a:xfrm>
            <a:off x="0" y="0"/>
            <a:ext cx="7171956"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58" name="Google Shape;58;p8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7"/>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60" name="Google Shape;60;p87"/>
          <p:cNvSpPr txBox="1">
            <a:spLocks noGrp="1"/>
          </p:cNvSpPr>
          <p:nvPr>
            <p:ph type="title"/>
          </p:nvPr>
        </p:nvSpPr>
        <p:spPr>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0D5D7F"/>
              </a:buClr>
              <a:buSzPts val="3400"/>
              <a:buFont typeface="Trebuchet MS"/>
              <a:buNone/>
              <a:defRPr sz="3400" b="0" i="0" u="none">
                <a:solidFill>
                  <a:srgbClr val="0D5D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Green one third">
  <p:cSld name="Green one third">
    <p:bg>
      <p:bgPr>
        <a:gradFill>
          <a:gsLst>
            <a:gs pos="0">
              <a:schemeClr val="dk2"/>
            </a:gs>
            <a:gs pos="100000">
              <a:schemeClr val="accent2"/>
            </a:gs>
          </a:gsLst>
          <a:lin ang="8100000" scaled="0"/>
        </a:gradFill>
        <a:effectLst/>
      </p:bgPr>
    </p:bg>
    <p:spTree>
      <p:nvGrpSpPr>
        <p:cNvPr id="1" name="Shape 61"/>
        <p:cNvGrpSpPr/>
        <p:nvPr/>
      </p:nvGrpSpPr>
      <p:grpSpPr>
        <a:xfrm>
          <a:off x="0" y="0"/>
          <a:ext cx="0" cy="0"/>
          <a:chOff x="0" y="0"/>
          <a:chExt cx="0" cy="0"/>
        </a:xfrm>
      </p:grpSpPr>
      <p:pic>
        <p:nvPicPr>
          <p:cNvPr id="62" name="Google Shape;62;p88"/>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63" name="Google Shape;63;p88"/>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3200"/>
              <a:buFont typeface="Trebuchet MS"/>
              <a:buNone/>
              <a:defRPr sz="32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88"/>
          <p:cNvSpPr/>
          <p:nvPr/>
        </p:nvSpPr>
        <p:spPr>
          <a:xfrm>
            <a:off x="4080763" y="-1309"/>
            <a:ext cx="8111237" cy="6859309"/>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65" name="Google Shape;65;p8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Green half">
  <p:cSld name="Green half">
    <p:bg>
      <p:bgPr>
        <a:gradFill>
          <a:gsLst>
            <a:gs pos="0">
              <a:schemeClr val="dk2"/>
            </a:gs>
            <a:gs pos="100000">
              <a:schemeClr val="accent2"/>
            </a:gs>
          </a:gsLst>
          <a:lin ang="8100000" scaled="0"/>
        </a:gradFill>
        <a:effectLst/>
      </p:bgPr>
    </p:bg>
    <p:spTree>
      <p:nvGrpSpPr>
        <p:cNvPr id="1" name="Shape 67"/>
        <p:cNvGrpSpPr/>
        <p:nvPr/>
      </p:nvGrpSpPr>
      <p:grpSpPr>
        <a:xfrm>
          <a:off x="0" y="0"/>
          <a:ext cx="0" cy="0"/>
          <a:chOff x="0" y="0"/>
          <a:chExt cx="0" cy="0"/>
        </a:xfrm>
      </p:grpSpPr>
      <p:pic>
        <p:nvPicPr>
          <p:cNvPr id="68" name="Google Shape;68;p89"/>
          <p:cNvPicPr preferRelativeResize="0"/>
          <p:nvPr/>
        </p:nvPicPr>
        <p:blipFill rotWithShape="1">
          <a:blip r:embed="rId2">
            <a:alphaModFix/>
          </a:blip>
          <a:srcRect l="29398" t="8741" r="101" b="27"/>
          <a:stretch/>
        </p:blipFill>
        <p:spPr>
          <a:xfrm flipH="1">
            <a:off x="5689582" y="0"/>
            <a:ext cx="416951" cy="6858000"/>
          </a:xfrm>
          <a:prstGeom prst="rect">
            <a:avLst/>
          </a:prstGeom>
          <a:noFill/>
          <a:ln>
            <a:noFill/>
          </a:ln>
        </p:spPr>
      </p:pic>
      <p:sp>
        <p:nvSpPr>
          <p:cNvPr id="69" name="Google Shape;69;p89"/>
          <p:cNvSpPr/>
          <p:nvPr/>
        </p:nvSpPr>
        <p:spPr>
          <a:xfrm>
            <a:off x="6096000" y="0"/>
            <a:ext cx="6096000"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70" name="Google Shape;70;p89"/>
          <p:cNvSpPr>
            <a:spLocks noGrp="1"/>
          </p:cNvSpPr>
          <p:nvPr>
            <p:ph type="pic" idx="2"/>
          </p:nvPr>
        </p:nvSpPr>
        <p:spPr>
          <a:xfrm>
            <a:off x="6092021" y="0"/>
            <a:ext cx="6099977" cy="6858000"/>
          </a:xfrm>
          <a:prstGeom prst="rect">
            <a:avLst/>
          </a:prstGeom>
          <a:noFill/>
          <a:ln>
            <a:noFill/>
          </a:ln>
        </p:spPr>
      </p:sp>
      <p:sp>
        <p:nvSpPr>
          <p:cNvPr id="71" name="Google Shape;71;p89"/>
          <p:cNvSpPr txBox="1">
            <a:spLocks noGrp="1"/>
          </p:cNvSpPr>
          <p:nvPr>
            <p:ph type="title"/>
          </p:nvPr>
        </p:nvSpPr>
        <p:spPr>
          <a:xfrm>
            <a:off x="630000" y="1785600"/>
            <a:ext cx="4388400" cy="3286800"/>
          </a:xfrm>
          <a:prstGeom prst="rect">
            <a:avLst/>
          </a:prstGeom>
          <a:noFill/>
          <a:ln>
            <a:noFill/>
          </a:ln>
        </p:spPr>
        <p:txBody>
          <a:bodyPr spcFirstLastPara="1" wrap="square" lIns="0" tIns="0" rIns="320025"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800" b="0" i="0" u="none" strike="noStrike" cap="none">
              <a:solidFill>
                <a:srgbClr val="7F7F7F"/>
              </a:solidFill>
              <a:latin typeface="Trebuchet MS"/>
              <a:ea typeface="Trebuchet MS"/>
              <a:cs typeface="Trebuchet MS"/>
              <a:sym typeface="Trebuchet MS"/>
            </a:endParaRPr>
          </a:p>
        </p:txBody>
      </p:sp>
      <p:sp>
        <p:nvSpPr>
          <p:cNvPr id="73" name="Google Shape;73;p8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Green two third">
  <p:cSld name="Green two third">
    <p:bg>
      <p:bgPr>
        <a:gradFill>
          <a:gsLst>
            <a:gs pos="0">
              <a:schemeClr val="dk2"/>
            </a:gs>
            <a:gs pos="100000">
              <a:schemeClr val="accent2"/>
            </a:gs>
          </a:gsLst>
          <a:lin ang="8100000" scaled="0"/>
        </a:gradFill>
        <a:effectLst/>
      </p:bgPr>
    </p:bg>
    <p:spTree>
      <p:nvGrpSpPr>
        <p:cNvPr id="1" name="Shape 74"/>
        <p:cNvGrpSpPr/>
        <p:nvPr/>
      </p:nvGrpSpPr>
      <p:grpSpPr>
        <a:xfrm>
          <a:off x="0" y="0"/>
          <a:ext cx="0" cy="0"/>
          <a:chOff x="0" y="0"/>
          <a:chExt cx="0" cy="0"/>
        </a:xfrm>
      </p:grpSpPr>
      <p:pic>
        <p:nvPicPr>
          <p:cNvPr id="75" name="Google Shape;75;p90"/>
          <p:cNvPicPr preferRelativeResize="0"/>
          <p:nvPr/>
        </p:nvPicPr>
        <p:blipFill rotWithShape="1">
          <a:blip r:embed="rId2">
            <a:alphaModFix/>
          </a:blip>
          <a:srcRect l="29398" t="8741" r="101" b="27"/>
          <a:stretch/>
        </p:blipFill>
        <p:spPr>
          <a:xfrm flipH="1">
            <a:off x="7409849" y="0"/>
            <a:ext cx="416951" cy="6858000"/>
          </a:xfrm>
          <a:prstGeom prst="rect">
            <a:avLst/>
          </a:prstGeom>
          <a:noFill/>
          <a:ln>
            <a:noFill/>
          </a:ln>
        </p:spPr>
      </p:pic>
      <p:sp>
        <p:nvSpPr>
          <p:cNvPr id="76" name="Google Shape;76;p90"/>
          <p:cNvSpPr/>
          <p:nvPr/>
        </p:nvSpPr>
        <p:spPr>
          <a:xfrm>
            <a:off x="7819543" y="0"/>
            <a:ext cx="4372457"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77" name="Google Shape;77;p90"/>
          <p:cNvSpPr>
            <a:spLocks noGrp="1"/>
          </p:cNvSpPr>
          <p:nvPr>
            <p:ph type="pic" idx="2"/>
          </p:nvPr>
        </p:nvSpPr>
        <p:spPr>
          <a:xfrm>
            <a:off x="7820025" y="0"/>
            <a:ext cx="4371975" cy="6858000"/>
          </a:xfrm>
          <a:prstGeom prst="rect">
            <a:avLst/>
          </a:prstGeom>
          <a:noFill/>
          <a:ln>
            <a:noFill/>
          </a:ln>
        </p:spPr>
      </p:sp>
      <p:sp>
        <p:nvSpPr>
          <p:cNvPr id="78" name="Google Shape;78;p9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90"/>
          <p:cNvSpPr txBox="1">
            <a:spLocks noGrp="1"/>
          </p:cNvSpPr>
          <p:nvPr>
            <p:ph type="title"/>
          </p:nvPr>
        </p:nvSpPr>
        <p:spPr>
          <a:xfrm>
            <a:off x="630000" y="1804650"/>
            <a:ext cx="6247552"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9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800" b="0" i="0" u="none" strike="noStrike" cap="none">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Green left arrow">
  <p:cSld name="Green left arrow">
    <p:bg>
      <p:bgPr>
        <a:solidFill>
          <a:srgbClr val="F2F2F2"/>
        </a:solidFill>
        <a:effectLst/>
      </p:bgPr>
    </p:bg>
    <p:spTree>
      <p:nvGrpSpPr>
        <p:cNvPr id="1" name="Shape 81"/>
        <p:cNvGrpSpPr/>
        <p:nvPr/>
      </p:nvGrpSpPr>
      <p:grpSpPr>
        <a:xfrm>
          <a:off x="0" y="0"/>
          <a:ext cx="0" cy="0"/>
          <a:chOff x="0" y="0"/>
          <a:chExt cx="0" cy="0"/>
        </a:xfrm>
      </p:grpSpPr>
      <p:sp>
        <p:nvSpPr>
          <p:cNvPr id="82" name="Google Shape;82;p92"/>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83" name="Google Shape;83;p92"/>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3200"/>
              <a:buFont typeface="Trebuchet MS"/>
              <a:buNone/>
              <a:defRPr sz="3200">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84" name="Google Shape;84;p92"/>
          <p:cNvPicPr preferRelativeResize="0"/>
          <p:nvPr/>
        </p:nvPicPr>
        <p:blipFill rotWithShape="1">
          <a:blip r:embed="rId2">
            <a:alphaModFix/>
          </a:blip>
          <a:srcRect t="6215" b="7714"/>
          <a:stretch/>
        </p:blipFill>
        <p:spPr>
          <a:xfrm rot="120000">
            <a:off x="2141308" y="3402828"/>
            <a:ext cx="2694666" cy="3461745"/>
          </a:xfrm>
          <a:prstGeom prst="rect">
            <a:avLst/>
          </a:prstGeom>
          <a:noFill/>
          <a:ln>
            <a:noFill/>
          </a:ln>
        </p:spPr>
      </p:pic>
      <p:sp>
        <p:nvSpPr>
          <p:cNvPr id="85" name="Google Shape;85;p9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9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Arrow one third">
  <p:cSld name="Arrow one third">
    <p:bg>
      <p:bgPr>
        <a:gradFill>
          <a:gsLst>
            <a:gs pos="0">
              <a:schemeClr val="dk2"/>
            </a:gs>
            <a:gs pos="100000">
              <a:schemeClr val="accent2"/>
            </a:gs>
          </a:gsLst>
          <a:lin ang="8100000" scaled="0"/>
        </a:gradFill>
        <a:effectLst/>
      </p:bgPr>
    </p:bg>
    <p:spTree>
      <p:nvGrpSpPr>
        <p:cNvPr id="1" name="Shape 87"/>
        <p:cNvGrpSpPr/>
        <p:nvPr/>
      </p:nvGrpSpPr>
      <p:grpSpPr>
        <a:xfrm>
          <a:off x="0" y="0"/>
          <a:ext cx="0" cy="0"/>
          <a:chOff x="0" y="0"/>
          <a:chExt cx="0" cy="0"/>
        </a:xfrm>
      </p:grpSpPr>
      <p:sp>
        <p:nvSpPr>
          <p:cNvPr id="88" name="Google Shape;88;p9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800" b="0" i="0" u="none" strike="noStrike" cap="none">
              <a:solidFill>
                <a:schemeClr val="lt1"/>
              </a:solidFill>
              <a:latin typeface="Trebuchet MS"/>
              <a:ea typeface="Trebuchet MS"/>
              <a:cs typeface="Trebuchet MS"/>
              <a:sym typeface="Trebuchet MS"/>
            </a:endParaRPr>
          </a:p>
        </p:txBody>
      </p:sp>
      <p:sp>
        <p:nvSpPr>
          <p:cNvPr id="89" name="Google Shape;89;p9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90" name="Google Shape;90;p93"/>
          <p:cNvPicPr preferRelativeResize="0"/>
          <p:nvPr/>
        </p:nvPicPr>
        <p:blipFill rotWithShape="1">
          <a:blip r:embed="rId2">
            <a:alphaModFix/>
          </a:blip>
          <a:srcRect/>
          <a:stretch/>
        </p:blipFill>
        <p:spPr>
          <a:xfrm>
            <a:off x="4533900" y="3395662"/>
            <a:ext cx="1298575" cy="3571875"/>
          </a:xfrm>
          <a:prstGeom prst="rect">
            <a:avLst/>
          </a:prstGeom>
          <a:noFill/>
          <a:ln>
            <a:noFill/>
          </a:ln>
        </p:spPr>
      </p:pic>
      <p:sp>
        <p:nvSpPr>
          <p:cNvPr id="91" name="Google Shape;91;p93"/>
          <p:cNvSpPr/>
          <p:nvPr/>
        </p:nvSpPr>
        <p:spPr>
          <a:xfrm>
            <a:off x="1" y="0"/>
            <a:ext cx="5426920" cy="6858000"/>
          </a:xfrm>
          <a:prstGeom prst="homePlate">
            <a:avLst>
              <a:gd name="adj" fmla="val 12939"/>
            </a:avLst>
          </a:pr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92" name="Google Shape;92;p93"/>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4400"/>
              <a:buFont typeface="Trebuchet MS"/>
              <a:buNone/>
              <a:defRPr sz="4400" b="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Green arrow one third">
  <p:cSld name="Green arrow one third">
    <p:bg>
      <p:bgPr>
        <a:solidFill>
          <a:srgbClr val="F2F2F2"/>
        </a:solidFill>
        <a:effectLst/>
      </p:bgPr>
    </p:bg>
    <p:spTree>
      <p:nvGrpSpPr>
        <p:cNvPr id="1" name="Shape 93"/>
        <p:cNvGrpSpPr/>
        <p:nvPr/>
      </p:nvGrpSpPr>
      <p:grpSpPr>
        <a:xfrm>
          <a:off x="0" y="0"/>
          <a:ext cx="0" cy="0"/>
          <a:chOff x="0" y="0"/>
          <a:chExt cx="0" cy="0"/>
        </a:xfrm>
      </p:grpSpPr>
      <p:sp>
        <p:nvSpPr>
          <p:cNvPr id="94" name="Google Shape;94;p94"/>
          <p:cNvSpPr/>
          <p:nvPr/>
        </p:nvSpPr>
        <p:spPr>
          <a:xfrm>
            <a:off x="1" y="0"/>
            <a:ext cx="5426920"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95" name="Google Shape;95;p94"/>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4400"/>
              <a:buFont typeface="Trebuchet MS"/>
              <a:buNone/>
              <a:defRPr sz="4400" b="0">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96" name="Google Shape;96;p94"/>
          <p:cNvPicPr preferRelativeResize="0"/>
          <p:nvPr/>
        </p:nvPicPr>
        <p:blipFill rotWithShape="1">
          <a:blip r:embed="rId2">
            <a:alphaModFix/>
          </a:blip>
          <a:srcRect t="7561" b="6866"/>
          <a:stretch/>
        </p:blipFill>
        <p:spPr>
          <a:xfrm>
            <a:off x="3549481" y="3416300"/>
            <a:ext cx="2694666" cy="3441700"/>
          </a:xfrm>
          <a:prstGeom prst="rect">
            <a:avLst/>
          </a:prstGeom>
          <a:noFill/>
          <a:ln>
            <a:noFill/>
          </a:ln>
        </p:spPr>
      </p:pic>
      <p:sp>
        <p:nvSpPr>
          <p:cNvPr id="97" name="Google Shape;97;p9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9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Arrow half">
  <p:cSld name="Arrow half">
    <p:bg>
      <p:bgPr>
        <a:gradFill>
          <a:gsLst>
            <a:gs pos="0">
              <a:schemeClr val="dk2"/>
            </a:gs>
            <a:gs pos="100000">
              <a:schemeClr val="accent2"/>
            </a:gs>
          </a:gsLst>
          <a:lin ang="8100000" scaled="0"/>
        </a:gradFill>
        <a:effectLst/>
      </p:bgPr>
    </p:bg>
    <p:spTree>
      <p:nvGrpSpPr>
        <p:cNvPr id="1" name="Shape 99"/>
        <p:cNvGrpSpPr/>
        <p:nvPr/>
      </p:nvGrpSpPr>
      <p:grpSpPr>
        <a:xfrm>
          <a:off x="0" y="0"/>
          <a:ext cx="0" cy="0"/>
          <a:chOff x="0" y="0"/>
          <a:chExt cx="0" cy="0"/>
        </a:xfrm>
      </p:grpSpPr>
      <p:sp>
        <p:nvSpPr>
          <p:cNvPr id="100" name="Google Shape;100;p9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9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pic>
        <p:nvPicPr>
          <p:cNvPr id="102" name="Google Shape;102;p95"/>
          <p:cNvPicPr preferRelativeResize="0"/>
          <p:nvPr/>
        </p:nvPicPr>
        <p:blipFill rotWithShape="1">
          <a:blip r:embed="rId2">
            <a:alphaModFix/>
          </a:blip>
          <a:srcRect/>
          <a:stretch/>
        </p:blipFill>
        <p:spPr>
          <a:xfrm>
            <a:off x="5378758" y="3589606"/>
            <a:ext cx="1365250" cy="3382962"/>
          </a:xfrm>
          <a:prstGeom prst="rect">
            <a:avLst/>
          </a:prstGeom>
          <a:noFill/>
          <a:ln>
            <a:noFill/>
          </a:ln>
        </p:spPr>
      </p:pic>
      <p:sp>
        <p:nvSpPr>
          <p:cNvPr id="103" name="Google Shape;103;p95"/>
          <p:cNvSpPr/>
          <p:nvPr/>
        </p:nvSpPr>
        <p:spPr>
          <a:xfrm>
            <a:off x="0" y="0"/>
            <a:ext cx="6363546" cy="6858000"/>
          </a:xfrm>
          <a:prstGeom prst="homePlate">
            <a:avLst>
              <a:gd name="adj" fmla="val 12939"/>
            </a:avLst>
          </a:pr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104" name="Google Shape;104;p95"/>
          <p:cNvSpPr txBox="1">
            <a:spLocks noGrp="1"/>
          </p:cNvSpPr>
          <p:nvPr>
            <p:ph type="title"/>
          </p:nvPr>
        </p:nvSpPr>
        <p:spPr>
          <a:xfrm>
            <a:off x="630000" y="622800"/>
            <a:ext cx="4673646"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0D5D7F"/>
              </a:buClr>
              <a:buSzPts val="3400"/>
              <a:buFont typeface="Trebuchet MS"/>
              <a:buNone/>
              <a:defRPr sz="3400" b="0" i="0" u="none">
                <a:solidFill>
                  <a:srgbClr val="0D5D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Green arrow half">
  <p:cSld name="Green arrow half">
    <p:bg>
      <p:bgPr>
        <a:solidFill>
          <a:srgbClr val="F2F2F2"/>
        </a:solidFill>
        <a:effectLst/>
      </p:bgPr>
    </p:bg>
    <p:spTree>
      <p:nvGrpSpPr>
        <p:cNvPr id="1" name="Shape 105"/>
        <p:cNvGrpSpPr/>
        <p:nvPr/>
      </p:nvGrpSpPr>
      <p:grpSpPr>
        <a:xfrm>
          <a:off x="0" y="0"/>
          <a:ext cx="0" cy="0"/>
          <a:chOff x="0" y="0"/>
          <a:chExt cx="0" cy="0"/>
        </a:xfrm>
      </p:grpSpPr>
      <p:sp>
        <p:nvSpPr>
          <p:cNvPr id="106" name="Google Shape;106;p96"/>
          <p:cNvSpPr/>
          <p:nvPr/>
        </p:nvSpPr>
        <p:spPr>
          <a:xfrm>
            <a:off x="0" y="0"/>
            <a:ext cx="6363546"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107" name="Google Shape;107;p96"/>
          <p:cNvSpPr txBox="1">
            <a:spLocks noGrp="1"/>
          </p:cNvSpPr>
          <p:nvPr>
            <p:ph type="title"/>
          </p:nvPr>
        </p:nvSpPr>
        <p:spPr>
          <a:xfrm>
            <a:off x="630000" y="622800"/>
            <a:ext cx="4673646"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3400"/>
              <a:buFont typeface="Trebuchet MS"/>
              <a:buNone/>
              <a:defRPr sz="3400" b="0" i="0" u="none">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08" name="Google Shape;108;p96"/>
          <p:cNvPicPr preferRelativeResize="0"/>
          <p:nvPr/>
        </p:nvPicPr>
        <p:blipFill rotWithShape="1">
          <a:blip r:embed="rId2">
            <a:alphaModFix/>
          </a:blip>
          <a:srcRect t="9052" b="6865"/>
          <a:stretch/>
        </p:blipFill>
        <p:spPr>
          <a:xfrm rot="120000">
            <a:off x="4428422" y="3407803"/>
            <a:ext cx="2694666" cy="3456551"/>
          </a:xfrm>
          <a:prstGeom prst="rect">
            <a:avLst/>
          </a:prstGeom>
          <a:noFill/>
          <a:ln>
            <a:noFill/>
          </a:ln>
        </p:spPr>
      </p:pic>
      <p:sp>
        <p:nvSpPr>
          <p:cNvPr id="109" name="Google Shape;109;p9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9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Arrow two third">
  <p:cSld name="Arrow two third">
    <p:bg>
      <p:bgPr>
        <a:gradFill>
          <a:gsLst>
            <a:gs pos="0">
              <a:schemeClr val="dk2"/>
            </a:gs>
            <a:gs pos="100000">
              <a:schemeClr val="accent2"/>
            </a:gs>
          </a:gsLst>
          <a:lin ang="8100000" scaled="0"/>
        </a:gradFill>
        <a:effectLst/>
      </p:bgPr>
    </p:bg>
    <p:spTree>
      <p:nvGrpSpPr>
        <p:cNvPr id="1" name="Shape 111"/>
        <p:cNvGrpSpPr/>
        <p:nvPr/>
      </p:nvGrpSpPr>
      <p:grpSpPr>
        <a:xfrm>
          <a:off x="0" y="0"/>
          <a:ext cx="0" cy="0"/>
          <a:chOff x="0" y="0"/>
          <a:chExt cx="0" cy="0"/>
        </a:xfrm>
      </p:grpSpPr>
      <p:pic>
        <p:nvPicPr>
          <p:cNvPr id="112" name="Google Shape;112;p97"/>
          <p:cNvPicPr preferRelativeResize="0"/>
          <p:nvPr/>
        </p:nvPicPr>
        <p:blipFill rotWithShape="1">
          <a:blip r:embed="rId2">
            <a:alphaModFix/>
          </a:blip>
          <a:srcRect/>
          <a:stretch/>
        </p:blipFill>
        <p:spPr>
          <a:xfrm>
            <a:off x="7490341" y="3589606"/>
            <a:ext cx="1365250" cy="3382962"/>
          </a:xfrm>
          <a:prstGeom prst="rect">
            <a:avLst/>
          </a:prstGeom>
          <a:noFill/>
          <a:ln>
            <a:noFill/>
          </a:ln>
        </p:spPr>
      </p:pic>
      <p:sp>
        <p:nvSpPr>
          <p:cNvPr id="113" name="Google Shape;113;p97"/>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114" name="Google Shape;114;p9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97"/>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116" name="Google Shape;116;p97"/>
          <p:cNvSpPr txBox="1">
            <a:spLocks noGrp="1"/>
          </p:cNvSpPr>
          <p:nvPr>
            <p:ph type="title"/>
          </p:nvPr>
        </p:nvSpPr>
        <p:spPr>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0D5D7F"/>
              </a:buClr>
              <a:buSzPts val="3400"/>
              <a:buFont typeface="Trebuchet MS"/>
              <a:buNone/>
              <a:defRPr sz="3400" b="0" i="0" u="none">
                <a:solidFill>
                  <a:srgbClr val="0D5D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Green arrow two third">
  <p:cSld name="Green arrow two third">
    <p:bg>
      <p:bgPr>
        <a:solidFill>
          <a:srgbClr val="F2F2F2"/>
        </a:solidFill>
        <a:effectLst/>
      </p:bgPr>
    </p:bg>
    <p:spTree>
      <p:nvGrpSpPr>
        <p:cNvPr id="1" name="Shape 117"/>
        <p:cNvGrpSpPr/>
        <p:nvPr/>
      </p:nvGrpSpPr>
      <p:grpSpPr>
        <a:xfrm>
          <a:off x="0" y="0"/>
          <a:ext cx="0" cy="0"/>
          <a:chOff x="0" y="0"/>
          <a:chExt cx="0" cy="0"/>
        </a:xfrm>
      </p:grpSpPr>
      <p:sp>
        <p:nvSpPr>
          <p:cNvPr id="118" name="Google Shape;118;p98"/>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119" name="Google Shape;119;p98"/>
          <p:cNvSpPr txBox="1">
            <a:spLocks noGrp="1"/>
          </p:cNvSpPr>
          <p:nvPr>
            <p:ph type="title"/>
          </p:nvPr>
        </p:nvSpPr>
        <p:spPr>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3400"/>
              <a:buFont typeface="Trebuchet MS"/>
              <a:buNone/>
              <a:defRPr sz="3400" b="0" i="0" u="none">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9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9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pic>
        <p:nvPicPr>
          <p:cNvPr id="122" name="Google Shape;122;p98"/>
          <p:cNvPicPr preferRelativeResize="0"/>
          <p:nvPr/>
        </p:nvPicPr>
        <p:blipFill rotWithShape="1">
          <a:blip r:embed="rId2">
            <a:alphaModFix/>
          </a:blip>
          <a:srcRect t="9052" b="6865"/>
          <a:stretch/>
        </p:blipFill>
        <p:spPr>
          <a:xfrm rot="120000">
            <a:off x="6524770" y="3407803"/>
            <a:ext cx="2694666" cy="345655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Big statement green">
  <p:cSld name="Big statement green">
    <p:bg>
      <p:bgPr>
        <a:gradFill>
          <a:gsLst>
            <a:gs pos="0">
              <a:schemeClr val="dk2"/>
            </a:gs>
            <a:gs pos="100000">
              <a:schemeClr val="accent2"/>
            </a:gs>
          </a:gsLst>
          <a:lin ang="8100000" scaled="0"/>
        </a:gradFill>
        <a:effectLst/>
      </p:bgPr>
    </p:bg>
    <p:spTree>
      <p:nvGrpSpPr>
        <p:cNvPr id="1" name="Shape 123"/>
        <p:cNvGrpSpPr/>
        <p:nvPr/>
      </p:nvGrpSpPr>
      <p:grpSpPr>
        <a:xfrm>
          <a:off x="0" y="0"/>
          <a:ext cx="0" cy="0"/>
          <a:chOff x="0" y="0"/>
          <a:chExt cx="0" cy="0"/>
        </a:xfrm>
      </p:grpSpPr>
      <p:sp>
        <p:nvSpPr>
          <p:cNvPr id="124" name="Google Shape;124;p9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125" name="Google Shape;125;p9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99"/>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statement icon">
  <p:cSld name="Big statement icon">
    <p:bg>
      <p:bgPr>
        <a:solidFill>
          <a:srgbClr val="F2F2F2"/>
        </a:solidFill>
        <a:effectLst/>
      </p:bgPr>
    </p:bg>
    <p:spTree>
      <p:nvGrpSpPr>
        <p:cNvPr id="1" name="Shape 127"/>
        <p:cNvGrpSpPr/>
        <p:nvPr/>
      </p:nvGrpSpPr>
      <p:grpSpPr>
        <a:xfrm>
          <a:off x="0" y="0"/>
          <a:ext cx="0" cy="0"/>
          <a:chOff x="0" y="0"/>
          <a:chExt cx="0" cy="0"/>
        </a:xfrm>
      </p:grpSpPr>
      <p:sp>
        <p:nvSpPr>
          <p:cNvPr id="128" name="Google Shape;128;p10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100"/>
          <p:cNvSpPr/>
          <p:nvPr/>
        </p:nvSpPr>
        <p:spPr>
          <a:xfrm>
            <a:off x="630000" y="625475"/>
            <a:ext cx="932688" cy="932688"/>
          </a:xfrm>
          <a:prstGeom prst="rect">
            <a:avLst/>
          </a:prstGeom>
          <a:noFill/>
          <a:ln w="1077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130" name="Google Shape;130;p100"/>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accent4"/>
              </a:buClr>
              <a:buSzPts val="5400"/>
              <a:buFont typeface="Trebuchet MS"/>
              <a:buNone/>
              <a:defRPr sz="5400">
                <a:solidFill>
                  <a:schemeClr val="accent4"/>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Quote">
  <p:cSld name="Quote">
    <p:bg>
      <p:bgPr>
        <a:solidFill>
          <a:schemeClr val="accent1"/>
        </a:solidFill>
        <a:effectLst/>
      </p:bgPr>
    </p:bg>
    <p:spTree>
      <p:nvGrpSpPr>
        <p:cNvPr id="1" name="Shape 131"/>
        <p:cNvGrpSpPr/>
        <p:nvPr/>
      </p:nvGrpSpPr>
      <p:grpSpPr>
        <a:xfrm>
          <a:off x="0" y="0"/>
          <a:ext cx="0" cy="0"/>
          <a:chOff x="0" y="0"/>
          <a:chExt cx="0" cy="0"/>
        </a:xfrm>
      </p:grpSpPr>
      <p:pic>
        <p:nvPicPr>
          <p:cNvPr id="132" name="Google Shape;132;p101"/>
          <p:cNvPicPr preferRelativeResize="0"/>
          <p:nvPr/>
        </p:nvPicPr>
        <p:blipFill rotWithShape="1">
          <a:blip r:embed="rId2">
            <a:alphaModFix/>
          </a:blip>
          <a:srcRect r="3634" b="1254"/>
          <a:stretch/>
        </p:blipFill>
        <p:spPr>
          <a:xfrm rot="-5400000" flipH="1">
            <a:off x="6797461" y="110968"/>
            <a:ext cx="769257" cy="10019821"/>
          </a:xfrm>
          <a:prstGeom prst="rect">
            <a:avLst/>
          </a:prstGeom>
          <a:noFill/>
          <a:ln>
            <a:noFill/>
          </a:ln>
        </p:spPr>
      </p:pic>
      <p:sp>
        <p:nvSpPr>
          <p:cNvPr id="133" name="Google Shape;133;p101"/>
          <p:cNvSpPr/>
          <p:nvPr/>
        </p:nvSpPr>
        <p:spPr>
          <a:xfrm flipH="1">
            <a:off x="0" y="0"/>
            <a:ext cx="12192000" cy="5867335"/>
          </a:xfrm>
          <a:custGeom>
            <a:avLst/>
            <a:gdLst/>
            <a:ahLst/>
            <a:cxnLst/>
            <a:rect l="l" t="t" r="r" b="b"/>
            <a:pathLst>
              <a:path w="12192000" h="5867335" extrusionOk="0">
                <a:moveTo>
                  <a:pt x="12192000" y="0"/>
                </a:moveTo>
                <a:lnTo>
                  <a:pt x="0" y="0"/>
                </a:lnTo>
                <a:lnTo>
                  <a:pt x="0" y="4945992"/>
                </a:lnTo>
                <a:lnTo>
                  <a:pt x="9041587" y="4945992"/>
                </a:lnTo>
                <a:lnTo>
                  <a:pt x="9974275" y="5867335"/>
                </a:lnTo>
                <a:lnTo>
                  <a:pt x="9974275" y="4945992"/>
                </a:lnTo>
                <a:lnTo>
                  <a:pt x="12192000" y="494599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34" name="Google Shape;134;p10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Special gray">
  <p:cSld name="Special gray">
    <p:bg>
      <p:bgPr>
        <a:solidFill>
          <a:srgbClr val="4D4D4D"/>
        </a:solidFill>
        <a:effectLst/>
      </p:bgPr>
    </p:bg>
    <p:spTree>
      <p:nvGrpSpPr>
        <p:cNvPr id="1" name="Shape 135"/>
        <p:cNvGrpSpPr/>
        <p:nvPr/>
      </p:nvGrpSpPr>
      <p:grpSpPr>
        <a:xfrm>
          <a:off x="0" y="0"/>
          <a:ext cx="0" cy="0"/>
          <a:chOff x="0" y="0"/>
          <a:chExt cx="0" cy="0"/>
        </a:xfrm>
      </p:grpSpPr>
      <p:sp>
        <p:nvSpPr>
          <p:cNvPr id="136" name="Google Shape;136;p102"/>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137" name="Google Shape;137;p10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102"/>
          <p:cNvSpPr txBox="1">
            <a:spLocks noGrp="1"/>
          </p:cNvSpPr>
          <p:nvPr>
            <p:ph type="title"/>
          </p:nvPr>
        </p:nvSpPr>
        <p:spPr>
          <a:xfrm>
            <a:off x="630000" y="622800"/>
            <a:ext cx="109332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lt1"/>
              </a:buClr>
              <a:buSzPts val="3400"/>
              <a:buFont typeface="Trebuchet MS"/>
              <a:buNone/>
              <a:defRPr sz="3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Layout guide">
  <p:cSld name="Layout guide">
    <p:spTree>
      <p:nvGrpSpPr>
        <p:cNvPr id="1" name="Shape 139"/>
        <p:cNvGrpSpPr/>
        <p:nvPr/>
      </p:nvGrpSpPr>
      <p:grpSpPr>
        <a:xfrm>
          <a:off x="0" y="0"/>
          <a:ext cx="0" cy="0"/>
          <a:chOff x="0" y="0"/>
          <a:chExt cx="0" cy="0"/>
        </a:xfrm>
      </p:grpSpPr>
      <p:grpSp>
        <p:nvGrpSpPr>
          <p:cNvPr id="140" name="Google Shape;140;p105"/>
          <p:cNvGrpSpPr/>
          <p:nvPr/>
        </p:nvGrpSpPr>
        <p:grpSpPr>
          <a:xfrm>
            <a:off x="-600" y="-1"/>
            <a:ext cx="12193800" cy="6858001"/>
            <a:chOff x="-600" y="-1"/>
            <a:chExt cx="12193800" cy="6858001"/>
          </a:xfrm>
        </p:grpSpPr>
        <p:sp>
          <p:nvSpPr>
            <p:cNvPr id="141" name="Google Shape;141;p105"/>
            <p:cNvSpPr/>
            <p:nvPr/>
          </p:nvSpPr>
          <p:spPr>
            <a:xfrm>
              <a:off x="0" y="-1"/>
              <a:ext cx="12193200" cy="6858000"/>
            </a:xfrm>
            <a:custGeom>
              <a:avLst/>
              <a:gdLst/>
              <a:ahLst/>
              <a:cxnLst/>
              <a:rect l="l" t="t" r="r" b="b"/>
              <a:pathLst>
                <a:path w="12193200" h="6858000" extrusionOk="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nvGrpSpPr>
            <p:cNvPr id="142" name="Google Shape;142;p105"/>
            <p:cNvGrpSpPr/>
            <p:nvPr/>
          </p:nvGrpSpPr>
          <p:grpSpPr>
            <a:xfrm>
              <a:off x="-600" y="622800"/>
              <a:ext cx="12193200" cy="5536800"/>
              <a:chOff x="12623800" y="622800"/>
              <a:chExt cx="11176000" cy="5536800"/>
            </a:xfrm>
          </p:grpSpPr>
          <p:cxnSp>
            <p:nvCxnSpPr>
              <p:cNvPr id="143" name="Google Shape;143;p105"/>
              <p:cNvCxnSpPr/>
              <p:nvPr/>
            </p:nvCxnSpPr>
            <p:spPr>
              <a:xfrm>
                <a:off x="12623800" y="6228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44" name="Google Shape;144;p105"/>
              <p:cNvCxnSpPr/>
              <p:nvPr/>
            </p:nvCxnSpPr>
            <p:spPr>
              <a:xfrm>
                <a:off x="12623800" y="91421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45" name="Google Shape;145;p105"/>
              <p:cNvCxnSpPr/>
              <p:nvPr/>
            </p:nvCxnSpPr>
            <p:spPr>
              <a:xfrm>
                <a:off x="12623800" y="120562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46" name="Google Shape;146;p105"/>
              <p:cNvCxnSpPr/>
              <p:nvPr/>
            </p:nvCxnSpPr>
            <p:spPr>
              <a:xfrm>
                <a:off x="12623800" y="1497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47" name="Google Shape;147;p105"/>
              <p:cNvCxnSpPr/>
              <p:nvPr/>
            </p:nvCxnSpPr>
            <p:spPr>
              <a:xfrm>
                <a:off x="12623800" y="178844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48" name="Google Shape;148;p105"/>
              <p:cNvCxnSpPr/>
              <p:nvPr/>
            </p:nvCxnSpPr>
            <p:spPr>
              <a:xfrm>
                <a:off x="12623800" y="207985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49" name="Google Shape;149;p105"/>
              <p:cNvCxnSpPr/>
              <p:nvPr/>
            </p:nvCxnSpPr>
            <p:spPr>
              <a:xfrm>
                <a:off x="12623800" y="237126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50" name="Google Shape;150;p105"/>
              <p:cNvCxnSpPr/>
              <p:nvPr/>
            </p:nvCxnSpPr>
            <p:spPr>
              <a:xfrm>
                <a:off x="12623800" y="266267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51" name="Google Shape;151;p105"/>
              <p:cNvCxnSpPr/>
              <p:nvPr/>
            </p:nvCxnSpPr>
            <p:spPr>
              <a:xfrm>
                <a:off x="12623800" y="295408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52" name="Google Shape;152;p105"/>
              <p:cNvCxnSpPr/>
              <p:nvPr/>
            </p:nvCxnSpPr>
            <p:spPr>
              <a:xfrm>
                <a:off x="12623800" y="3245499"/>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53" name="Google Shape;153;p105"/>
              <p:cNvCxnSpPr/>
              <p:nvPr/>
            </p:nvCxnSpPr>
            <p:spPr>
              <a:xfrm>
                <a:off x="12623800" y="353691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54" name="Google Shape;154;p105"/>
              <p:cNvCxnSpPr/>
              <p:nvPr/>
            </p:nvCxnSpPr>
            <p:spPr>
              <a:xfrm>
                <a:off x="12623800" y="382832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55" name="Google Shape;155;p105"/>
              <p:cNvCxnSpPr/>
              <p:nvPr/>
            </p:nvCxnSpPr>
            <p:spPr>
              <a:xfrm>
                <a:off x="12623800" y="411973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56" name="Google Shape;156;p105"/>
              <p:cNvCxnSpPr/>
              <p:nvPr/>
            </p:nvCxnSpPr>
            <p:spPr>
              <a:xfrm>
                <a:off x="12623800" y="4411143"/>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57" name="Google Shape;157;p105"/>
              <p:cNvCxnSpPr/>
              <p:nvPr/>
            </p:nvCxnSpPr>
            <p:spPr>
              <a:xfrm>
                <a:off x="12623800" y="470255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58" name="Google Shape;158;p105"/>
              <p:cNvCxnSpPr/>
              <p:nvPr/>
            </p:nvCxnSpPr>
            <p:spPr>
              <a:xfrm>
                <a:off x="12623800" y="499396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59" name="Google Shape;159;p105"/>
              <p:cNvCxnSpPr/>
              <p:nvPr/>
            </p:nvCxnSpPr>
            <p:spPr>
              <a:xfrm>
                <a:off x="12623800" y="528537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60" name="Google Shape;160;p105"/>
              <p:cNvCxnSpPr/>
              <p:nvPr/>
            </p:nvCxnSpPr>
            <p:spPr>
              <a:xfrm>
                <a:off x="12623800" y="557678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61" name="Google Shape;161;p105"/>
              <p:cNvCxnSpPr/>
              <p:nvPr/>
            </p:nvCxnSpPr>
            <p:spPr>
              <a:xfrm>
                <a:off x="12623800" y="586819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62" name="Google Shape;162;p105"/>
              <p:cNvCxnSpPr/>
              <p:nvPr/>
            </p:nvCxnSpPr>
            <p:spPr>
              <a:xfrm>
                <a:off x="12623800" y="6159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grpSp>
        <p:grpSp>
          <p:nvGrpSpPr>
            <p:cNvPr id="163" name="Google Shape;163;p105"/>
            <p:cNvGrpSpPr/>
            <p:nvPr/>
          </p:nvGrpSpPr>
          <p:grpSpPr>
            <a:xfrm>
              <a:off x="1277000" y="623550"/>
              <a:ext cx="9638000" cy="5537047"/>
              <a:chOff x="1277000" y="623550"/>
              <a:chExt cx="9638000" cy="5537047"/>
            </a:xfrm>
          </p:grpSpPr>
          <p:sp>
            <p:nvSpPr>
              <p:cNvPr id="164" name="Google Shape;164;p105"/>
              <p:cNvSpPr/>
              <p:nvPr/>
            </p:nvSpPr>
            <p:spPr>
              <a:xfrm>
                <a:off x="688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65" name="Google Shape;165;p105"/>
              <p:cNvSpPr/>
              <p:nvPr/>
            </p:nvSpPr>
            <p:spPr>
              <a:xfrm>
                <a:off x="875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66" name="Google Shape;166;p105"/>
              <p:cNvSpPr/>
              <p:nvPr/>
            </p:nvSpPr>
            <p:spPr>
              <a:xfrm>
                <a:off x="782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67" name="Google Shape;167;p105"/>
              <p:cNvSpPr/>
              <p:nvPr/>
            </p:nvSpPr>
            <p:spPr>
              <a:xfrm>
                <a:off x="969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68" name="Google Shape;168;p105"/>
              <p:cNvSpPr/>
              <p:nvPr/>
            </p:nvSpPr>
            <p:spPr>
              <a:xfrm>
                <a:off x="1062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69" name="Google Shape;169;p105"/>
              <p:cNvSpPr/>
              <p:nvPr/>
            </p:nvSpPr>
            <p:spPr>
              <a:xfrm>
                <a:off x="595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70" name="Google Shape;170;p105"/>
              <p:cNvSpPr/>
              <p:nvPr/>
            </p:nvSpPr>
            <p:spPr>
              <a:xfrm>
                <a:off x="127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71" name="Google Shape;171;p105"/>
              <p:cNvSpPr/>
              <p:nvPr/>
            </p:nvSpPr>
            <p:spPr>
              <a:xfrm>
                <a:off x="221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72" name="Google Shape;172;p105"/>
              <p:cNvSpPr/>
              <p:nvPr/>
            </p:nvSpPr>
            <p:spPr>
              <a:xfrm>
                <a:off x="314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73" name="Google Shape;173;p105"/>
              <p:cNvSpPr/>
              <p:nvPr/>
            </p:nvSpPr>
            <p:spPr>
              <a:xfrm>
                <a:off x="408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74" name="Google Shape;174;p105"/>
              <p:cNvSpPr/>
              <p:nvPr/>
            </p:nvSpPr>
            <p:spPr>
              <a:xfrm>
                <a:off x="501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sp>
          <p:nvSpPr>
            <p:cNvPr id="175" name="Google Shape;175;p105"/>
            <p:cNvSpPr/>
            <p:nvPr/>
          </p:nvSpPr>
          <p:spPr>
            <a:xfrm>
              <a:off x="-600" y="0"/>
              <a:ext cx="12193200" cy="6858000"/>
            </a:xfrm>
            <a:custGeom>
              <a:avLst/>
              <a:gdLst/>
              <a:ahLst/>
              <a:cxnLst/>
              <a:rect l="l" t="t" r="r" b="b"/>
              <a:pathLst>
                <a:path w="6026" h="3396" extrusionOk="0">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Trebuchet MS"/>
                <a:buNone/>
              </a:pPr>
              <a:endParaRPr sz="1800" b="0" i="0" u="none" strike="noStrike" cap="none">
                <a:solidFill>
                  <a:srgbClr val="575757"/>
                </a:solidFill>
                <a:latin typeface="Trebuchet MS"/>
                <a:ea typeface="Trebuchet MS"/>
                <a:cs typeface="Trebuchet MS"/>
                <a:sym typeface="Trebuchet MS"/>
              </a:endParaRPr>
            </a:p>
          </p:txBody>
        </p:sp>
        <p:sp>
          <p:nvSpPr>
            <p:cNvPr id="176" name="Google Shape;176;p105"/>
            <p:cNvSpPr/>
            <p:nvPr/>
          </p:nvSpPr>
          <p:spPr>
            <a:xfrm>
              <a:off x="629400" y="6159600"/>
              <a:ext cx="10933200" cy="378584"/>
            </a:xfrm>
            <a:prstGeom prst="rect">
              <a:avLst/>
            </a:prstGeom>
            <a:solidFill>
              <a:schemeClr val="accent3">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77" name="Google Shape;177;p105"/>
            <p:cNvSpPr/>
            <p:nvPr/>
          </p:nvSpPr>
          <p:spPr>
            <a:xfrm>
              <a:off x="629400" y="1497600"/>
              <a:ext cx="10932229" cy="583200"/>
            </a:xfrm>
            <a:prstGeom prst="rect">
              <a:avLst/>
            </a:prstGeom>
            <a:solidFill>
              <a:schemeClr val="accent3">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nvGrpSpPr>
            <p:cNvPr id="178" name="Google Shape;178;p105"/>
            <p:cNvGrpSpPr/>
            <p:nvPr/>
          </p:nvGrpSpPr>
          <p:grpSpPr>
            <a:xfrm>
              <a:off x="629400" y="5975122"/>
              <a:ext cx="10933200" cy="79536"/>
              <a:chOff x="629400" y="5975122"/>
              <a:chExt cx="10933200" cy="79536"/>
            </a:xfrm>
          </p:grpSpPr>
          <p:sp>
            <p:nvSpPr>
              <p:cNvPr id="179" name="Google Shape;179;p105"/>
              <p:cNvSpPr/>
              <p:nvPr/>
            </p:nvSpPr>
            <p:spPr>
              <a:xfrm>
                <a:off x="2880128" y="5975122"/>
                <a:ext cx="1930288"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80" name="Google Shape;180;p105"/>
              <p:cNvSpPr/>
              <p:nvPr/>
            </p:nvSpPr>
            <p:spPr>
              <a:xfrm>
                <a:off x="9626194" y="5975122"/>
                <a:ext cx="1936406"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81" name="Google Shape;181;p105"/>
              <p:cNvSpPr/>
              <p:nvPr/>
            </p:nvSpPr>
            <p:spPr>
              <a:xfrm>
                <a:off x="7372407" y="5975122"/>
                <a:ext cx="1936406"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82" name="Google Shape;182;p105"/>
              <p:cNvSpPr/>
              <p:nvPr/>
            </p:nvSpPr>
            <p:spPr>
              <a:xfrm>
                <a:off x="5127797" y="5975122"/>
                <a:ext cx="1927229"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83" name="Google Shape;183;p105"/>
              <p:cNvSpPr/>
              <p:nvPr/>
            </p:nvSpPr>
            <p:spPr>
              <a:xfrm>
                <a:off x="629400" y="5975122"/>
                <a:ext cx="1933347"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sp>
          <p:nvSpPr>
            <p:cNvPr id="184" name="Google Shape;184;p105"/>
            <p:cNvSpPr/>
            <p:nvPr/>
          </p:nvSpPr>
          <p:spPr>
            <a:xfrm>
              <a:off x="629400" y="2080801"/>
              <a:ext cx="10933200" cy="4078800"/>
            </a:xfrm>
            <a:custGeom>
              <a:avLst/>
              <a:gdLst/>
              <a:ahLst/>
              <a:cxnLst/>
              <a:rect l="l" t="t" r="r" b="b"/>
              <a:pathLst>
                <a:path w="10931999" h="5537797" extrusionOk="0">
                  <a:moveTo>
                    <a:pt x="0" y="0"/>
                  </a:moveTo>
                  <a:lnTo>
                    <a:pt x="10931999" y="0"/>
                  </a:lnTo>
                  <a:lnTo>
                    <a:pt x="10931999" y="5537797"/>
                  </a:lnTo>
                  <a:lnTo>
                    <a:pt x="0" y="5537797"/>
                  </a:lnTo>
                  <a:close/>
                </a:path>
              </a:pathLst>
            </a:custGeom>
            <a:noFill/>
            <a:ln w="9525" cap="flat" cmpd="sng">
              <a:solidFill>
                <a:srgbClr val="E71C57">
                  <a:alpha val="33725"/>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185" name="Google Shape;185;p105"/>
            <p:cNvSpPr txBox="1"/>
            <p:nvPr/>
          </p:nvSpPr>
          <p:spPr>
            <a:xfrm>
              <a:off x="630000" y="6144442"/>
              <a:ext cx="9030914" cy="415498"/>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1. xxxx  2. xxxx  3. List footnotes in numerical order. Footnote numbers are not bracketed. Use 10pt font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Note: Do not put a period at the end of the note or the source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Source: Include a source for every chart that you use. Separate sources with a semicolon; BCG-related sources go at the end</a:t>
              </a:r>
              <a:endParaRPr sz="1400" b="0" i="0" u="none" strike="noStrike" cap="none">
                <a:solidFill>
                  <a:srgbClr val="000000"/>
                </a:solidFill>
                <a:latin typeface="Arial"/>
                <a:ea typeface="Arial"/>
                <a:cs typeface="Arial"/>
                <a:sym typeface="Arial"/>
              </a:endParaRPr>
            </a:p>
          </p:txBody>
        </p:sp>
      </p:grpSp>
      <p:sp>
        <p:nvSpPr>
          <p:cNvPr id="186" name="Google Shape;186;p10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D. Title Slide">
  <p:cSld name="D. Title Slide">
    <p:spTree>
      <p:nvGrpSpPr>
        <p:cNvPr id="1" name="Shape 187"/>
        <p:cNvGrpSpPr/>
        <p:nvPr/>
      </p:nvGrpSpPr>
      <p:grpSpPr>
        <a:xfrm>
          <a:off x="0" y="0"/>
          <a:ext cx="0" cy="0"/>
          <a:chOff x="0" y="0"/>
          <a:chExt cx="0" cy="0"/>
        </a:xfrm>
      </p:grpSpPr>
      <p:pic>
        <p:nvPicPr>
          <p:cNvPr id="188" name="Google Shape;188;p106"/>
          <p:cNvPicPr preferRelativeResize="0"/>
          <p:nvPr/>
        </p:nvPicPr>
        <p:blipFill rotWithShape="1">
          <a:blip r:embed="rId2">
            <a:alphaModFix/>
          </a:blip>
          <a:srcRect b="23056"/>
          <a:stretch/>
        </p:blipFill>
        <p:spPr>
          <a:xfrm>
            <a:off x="0" y="0"/>
            <a:ext cx="12192000" cy="5276850"/>
          </a:xfrm>
          <a:prstGeom prst="rect">
            <a:avLst/>
          </a:prstGeom>
          <a:noFill/>
          <a:ln>
            <a:noFill/>
          </a:ln>
        </p:spPr>
      </p:pic>
      <p:sp>
        <p:nvSpPr>
          <p:cNvPr id="189" name="Google Shape;189;p106"/>
          <p:cNvSpPr/>
          <p:nvPr/>
        </p:nvSpPr>
        <p:spPr>
          <a:xfrm>
            <a:off x="0" y="5279183"/>
            <a:ext cx="12192000" cy="1578817"/>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pic>
        <p:nvPicPr>
          <p:cNvPr id="190" name="Google Shape;190;p106"/>
          <p:cNvPicPr preferRelativeResize="0"/>
          <p:nvPr/>
        </p:nvPicPr>
        <p:blipFill rotWithShape="1">
          <a:blip r:embed="rId3">
            <a:alphaModFix/>
          </a:blip>
          <a:srcRect l="1731" t="8741" r="102" b="27"/>
          <a:stretch/>
        </p:blipFill>
        <p:spPr>
          <a:xfrm rot="-5400000" flipH="1">
            <a:off x="8471921" y="1973272"/>
            <a:ext cx="580573" cy="6858000"/>
          </a:xfrm>
          <a:prstGeom prst="rect">
            <a:avLst/>
          </a:prstGeom>
          <a:noFill/>
          <a:ln>
            <a:noFill/>
          </a:ln>
        </p:spPr>
      </p:pic>
      <p:sp>
        <p:nvSpPr>
          <p:cNvPr id="191" name="Google Shape;191;p106"/>
          <p:cNvSpPr/>
          <p:nvPr/>
        </p:nvSpPr>
        <p:spPr>
          <a:xfrm>
            <a:off x="630936" y="626200"/>
            <a:ext cx="8125200" cy="5529600"/>
          </a:xfrm>
          <a:prstGeom prst="rect">
            <a:avLst/>
          </a:prstGeom>
          <a:gradFill>
            <a:gsLst>
              <a:gs pos="0">
                <a:srgbClr val="083448">
                  <a:alpha val="88627"/>
                </a:srgbClr>
              </a:gs>
              <a:gs pos="100000">
                <a:srgbClr val="0E5D7F">
                  <a:alpha val="88627"/>
                </a:srgbClr>
              </a:gs>
            </a:gsLst>
            <a:lin ang="18900000" scaled="0"/>
          </a:grad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Clr>
                <a:srgbClr val="000000"/>
              </a:buClr>
              <a:buSzPts val="2000"/>
              <a:buFont typeface="Arial"/>
              <a:buNone/>
            </a:pPr>
            <a:endParaRPr sz="2000" b="0" i="0" u="none" strike="noStrike" cap="none">
              <a:solidFill>
                <a:srgbClr val="FFFFFF"/>
              </a:solidFill>
              <a:latin typeface="Trebuchet MS"/>
              <a:ea typeface="Trebuchet MS"/>
              <a:cs typeface="Trebuchet MS"/>
              <a:sym typeface="Trebuchet MS"/>
            </a:endParaRPr>
          </a:p>
        </p:txBody>
      </p:sp>
      <p:sp>
        <p:nvSpPr>
          <p:cNvPr id="192" name="Google Shape;192;p106"/>
          <p:cNvSpPr txBox="1">
            <a:spLocks noGrp="1"/>
          </p:cNvSpPr>
          <p:nvPr>
            <p:ph type="body" idx="1"/>
          </p:nvPr>
        </p:nvSpPr>
        <p:spPr>
          <a:xfrm>
            <a:off x="957600" y="6207842"/>
            <a:ext cx="6868800" cy="327148"/>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600"/>
              </a:spcBef>
              <a:spcAft>
                <a:spcPts val="0"/>
              </a:spcAft>
              <a:buClr>
                <a:schemeClr val="accent5"/>
              </a:buClr>
              <a:buSzPts val="1200"/>
              <a:buNone/>
              <a:defRPr sz="1200" b="1" cap="none">
                <a:solidFill>
                  <a:schemeClr val="accent5"/>
                </a:solidFill>
                <a:latin typeface="Trebuchet MS"/>
                <a:ea typeface="Trebuchet MS"/>
                <a:cs typeface="Trebuchet MS"/>
                <a:sym typeface="Trebuchet MS"/>
              </a:defRPr>
            </a:lvl1pPr>
            <a:lvl2pPr marL="914400" lvl="1" indent="-228600" algn="ctr">
              <a:lnSpc>
                <a:spcPct val="90000"/>
              </a:lnSpc>
              <a:spcBef>
                <a:spcPts val="300"/>
              </a:spcBef>
              <a:spcAft>
                <a:spcPts val="0"/>
              </a:spcAft>
              <a:buSzPts val="1200"/>
              <a:buNone/>
              <a:defRPr/>
            </a:lvl2pPr>
            <a:lvl3pPr marL="1371600" lvl="2" indent="-228600" algn="ctr">
              <a:lnSpc>
                <a:spcPct val="90000"/>
              </a:lnSpc>
              <a:spcBef>
                <a:spcPts val="300"/>
              </a:spcBef>
              <a:spcAft>
                <a:spcPts val="0"/>
              </a:spcAft>
              <a:buSzPts val="1200"/>
              <a:buNone/>
              <a:defRPr/>
            </a:lvl3pPr>
            <a:lvl4pPr marL="1828800" lvl="3" indent="-228600" algn="ctr">
              <a:lnSpc>
                <a:spcPct val="110000"/>
              </a:lnSpc>
              <a:spcBef>
                <a:spcPts val="300"/>
              </a:spcBef>
              <a:spcAft>
                <a:spcPts val="0"/>
              </a:spcAft>
              <a:buSzPts val="1600"/>
              <a:buNone/>
              <a:defRPr/>
            </a:lvl4pPr>
            <a:lvl5pPr marL="2286000" lvl="4" indent="-228600" algn="ctr">
              <a:lnSpc>
                <a:spcPct val="100000"/>
              </a:lnSpc>
              <a:spcBef>
                <a:spcPts val="300"/>
              </a:spcBef>
              <a:spcAft>
                <a:spcPts val="0"/>
              </a:spcAft>
              <a:buClr>
                <a:schemeClr val="dk1"/>
              </a:buClr>
              <a:buSzPts val="1600"/>
              <a:buNone/>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endParaRPr/>
          </a:p>
        </p:txBody>
      </p:sp>
      <p:sp>
        <p:nvSpPr>
          <p:cNvPr id="193" name="Google Shape;193;p106"/>
          <p:cNvSpPr txBox="1">
            <a:spLocks noGrp="1"/>
          </p:cNvSpPr>
          <p:nvPr>
            <p:ph type="subTitle" idx="2"/>
          </p:nvPr>
        </p:nvSpPr>
        <p:spPr>
          <a:xfrm>
            <a:off x="957600" y="5495706"/>
            <a:ext cx="6868800" cy="436195"/>
          </a:xfrm>
          <a:prstGeom prst="rect">
            <a:avLst/>
          </a:prstGeom>
          <a:noFill/>
          <a:ln>
            <a:noFill/>
          </a:ln>
        </p:spPr>
        <p:txBody>
          <a:bodyPr spcFirstLastPara="1" wrap="square" lIns="0" tIns="0" rIns="0" bIns="0" anchor="ctr" anchorCtr="0">
            <a:noAutofit/>
          </a:bodyPr>
          <a:lstStyle>
            <a:lvl1pPr lvl="0" algn="l">
              <a:lnSpc>
                <a:spcPct val="110000"/>
              </a:lnSpc>
              <a:spcBef>
                <a:spcPts val="600"/>
              </a:spcBef>
              <a:spcAft>
                <a:spcPts val="0"/>
              </a:spcAft>
              <a:buClr>
                <a:schemeClr val="lt1"/>
              </a:buClr>
              <a:buSzPts val="1600"/>
              <a:buNone/>
              <a:defRPr sz="1600">
                <a:solidFill>
                  <a:schemeClr val="lt1"/>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endParaRPr/>
          </a:p>
        </p:txBody>
      </p:sp>
      <p:sp>
        <p:nvSpPr>
          <p:cNvPr id="194" name="Google Shape;194;p106"/>
          <p:cNvSpPr txBox="1">
            <a:spLocks noGrp="1"/>
          </p:cNvSpPr>
          <p:nvPr>
            <p:ph type="ctrTitle"/>
          </p:nvPr>
        </p:nvSpPr>
        <p:spPr>
          <a:xfrm>
            <a:off x="957600" y="1886242"/>
            <a:ext cx="6868800" cy="3138423"/>
          </a:xfrm>
          <a:prstGeom prst="rect">
            <a:avLst/>
          </a:prstGeom>
          <a:noFill/>
          <a:ln>
            <a:noFill/>
          </a:ln>
        </p:spPr>
        <p:txBody>
          <a:bodyPr spcFirstLastPara="1" wrap="square" lIns="0" tIns="0" rIns="0" bIns="0" anchor="b" anchorCtr="0">
            <a:normAutofit/>
          </a:bodyPr>
          <a:lstStyle>
            <a:lvl1pPr lvl="0" algn="l">
              <a:lnSpc>
                <a:spcPct val="93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195" name="Google Shape;195;p106"/>
          <p:cNvGrpSpPr/>
          <p:nvPr/>
        </p:nvGrpSpPr>
        <p:grpSpPr>
          <a:xfrm>
            <a:off x="957600" y="912886"/>
            <a:ext cx="4345900" cy="894745"/>
            <a:chOff x="957601" y="-996122"/>
            <a:chExt cx="4345900" cy="894745"/>
          </a:xfrm>
        </p:grpSpPr>
        <p:pic>
          <p:nvPicPr>
            <p:cNvPr id="196" name="Google Shape;196;p106" descr="Image result for Rwanda Development Board logo png"/>
            <p:cNvPicPr preferRelativeResize="0"/>
            <p:nvPr/>
          </p:nvPicPr>
          <p:blipFill rotWithShape="1">
            <a:blip r:embed="rId4">
              <a:alphaModFix/>
            </a:blip>
            <a:srcRect r="85214"/>
            <a:stretch/>
          </p:blipFill>
          <p:spPr>
            <a:xfrm>
              <a:off x="957601" y="-996122"/>
              <a:ext cx="642600" cy="894745"/>
            </a:xfrm>
            <a:prstGeom prst="rect">
              <a:avLst/>
            </a:prstGeom>
            <a:noFill/>
            <a:ln>
              <a:noFill/>
            </a:ln>
          </p:spPr>
        </p:pic>
        <p:pic>
          <p:nvPicPr>
            <p:cNvPr id="197" name="Google Shape;197;p106" descr="Image result for Rwanda Development Board logo png"/>
            <p:cNvPicPr preferRelativeResize="0"/>
            <p:nvPr/>
          </p:nvPicPr>
          <p:blipFill rotWithShape="1">
            <a:blip r:embed="rId4">
              <a:alphaModFix/>
            </a:blip>
            <a:srcRect l="14581"/>
            <a:stretch/>
          </p:blipFill>
          <p:spPr>
            <a:xfrm>
              <a:off x="1591296" y="-996122"/>
              <a:ext cx="3712205" cy="89474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 Gray slice heading">
  <p:cSld name="D. Gray slice heading">
    <p:bg>
      <p:bgPr>
        <a:solidFill>
          <a:schemeClr val="lt1"/>
        </a:solidFill>
        <a:effectLst/>
      </p:bgPr>
    </p:bg>
    <p:spTree>
      <p:nvGrpSpPr>
        <p:cNvPr id="1" name="Shape 198"/>
        <p:cNvGrpSpPr/>
        <p:nvPr/>
      </p:nvGrpSpPr>
      <p:grpSpPr>
        <a:xfrm>
          <a:off x="0" y="0"/>
          <a:ext cx="0" cy="0"/>
          <a:chOff x="0" y="0"/>
          <a:chExt cx="0" cy="0"/>
        </a:xfrm>
      </p:grpSpPr>
      <p:sp>
        <p:nvSpPr>
          <p:cNvPr id="199" name="Google Shape;199;p10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0" name="Google Shape;200;p108"/>
          <p:cNvSpPr/>
          <p:nvPr/>
        </p:nvSpPr>
        <p:spPr>
          <a:xfrm>
            <a:off x="1" y="-1309"/>
            <a:ext cx="4694400" cy="6859309"/>
          </a:xfrm>
          <a:prstGeom prst="rect">
            <a:avLst/>
          </a:prstGeom>
          <a:solidFill>
            <a:srgbClr val="F2F2F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201" name="Google Shape;201;p108"/>
          <p:cNvSpPr txBox="1">
            <a:spLocks noGrp="1"/>
          </p:cNvSpPr>
          <p:nvPr>
            <p:ph type="subTitle" idx="1"/>
          </p:nvPr>
        </p:nvSpPr>
        <p:spPr>
          <a:xfrm>
            <a:off x="630000" y="2158987"/>
            <a:ext cx="3744000" cy="541687"/>
          </a:xfrm>
          <a:prstGeom prst="rect">
            <a:avLst/>
          </a:prstGeom>
          <a:noFill/>
          <a:ln>
            <a:noFill/>
          </a:ln>
        </p:spPr>
        <p:txBody>
          <a:bodyPr spcFirstLastPara="1" wrap="square" lIns="0" tIns="0" rIns="0" bIns="0" anchor="t" anchorCtr="0">
            <a:noAutofit/>
          </a:bodyPr>
          <a:lstStyle>
            <a:lvl1pPr lvl="0" algn="l">
              <a:lnSpc>
                <a:spcPct val="110000"/>
              </a:lnSpc>
              <a:spcBef>
                <a:spcPts val="600"/>
              </a:spcBef>
              <a:spcAft>
                <a:spcPts val="0"/>
              </a:spcAft>
              <a:buClr>
                <a:schemeClr val="dk2"/>
              </a:buClr>
              <a:buSzPts val="1600"/>
              <a:buNone/>
              <a:defRPr sz="1600">
                <a:solidFill>
                  <a:schemeClr val="dk2"/>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endParaRPr/>
          </a:p>
        </p:txBody>
      </p:sp>
      <p:sp>
        <p:nvSpPr>
          <p:cNvPr id="202" name="Google Shape;202;p108"/>
          <p:cNvSpPr txBox="1">
            <a:spLocks noGrp="1"/>
          </p:cNvSpPr>
          <p:nvPr>
            <p:ph type="title"/>
          </p:nvPr>
        </p:nvSpPr>
        <p:spPr>
          <a:xfrm>
            <a:off x="630000" y="1227048"/>
            <a:ext cx="3744000" cy="66479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 Section header box">
  <p:cSld name="D. Section header box">
    <p:spTree>
      <p:nvGrpSpPr>
        <p:cNvPr id="1" name="Shape 203"/>
        <p:cNvGrpSpPr/>
        <p:nvPr/>
      </p:nvGrpSpPr>
      <p:grpSpPr>
        <a:xfrm>
          <a:off x="0" y="0"/>
          <a:ext cx="0" cy="0"/>
          <a:chOff x="0" y="0"/>
          <a:chExt cx="0" cy="0"/>
        </a:xfrm>
      </p:grpSpPr>
      <p:sp>
        <p:nvSpPr>
          <p:cNvPr id="204" name="Google Shape;204;p10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5" name="Google Shape;205;p109"/>
          <p:cNvSpPr txBox="1">
            <a:spLocks noGrp="1"/>
          </p:cNvSpPr>
          <p:nvPr>
            <p:ph type="title"/>
          </p:nvPr>
        </p:nvSpPr>
        <p:spPr>
          <a:xfrm>
            <a:off x="1284742" y="2668041"/>
            <a:ext cx="9620491" cy="3201026"/>
          </a:xfrm>
          <a:prstGeom prst="rect">
            <a:avLst/>
          </a:prstGeom>
          <a:noFill/>
          <a:ln>
            <a:noFill/>
          </a:ln>
        </p:spPr>
        <p:txBody>
          <a:bodyPr spcFirstLastPara="1" wrap="square" lIns="274300" tIns="274300" rIns="274300" bIns="137150" anchor="b" anchorCtr="0">
            <a:noAutofit/>
          </a:bodyPr>
          <a:lstStyle>
            <a:lvl1pPr lvl="0" algn="l">
              <a:lnSpc>
                <a:spcPct val="111111"/>
              </a:lnSpc>
              <a:spcBef>
                <a:spcPts val="0"/>
              </a:spcBef>
              <a:spcAft>
                <a:spcPts val="0"/>
              </a:spcAft>
              <a:buClr>
                <a:schemeClr val="dk2"/>
              </a:buClr>
              <a:buSzPts val="5400"/>
              <a:buFont typeface="Trebuchet MS"/>
              <a:buNone/>
              <a:defRPr sz="54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6" name="Google Shape;206;p109"/>
          <p:cNvSpPr/>
          <p:nvPr/>
        </p:nvSpPr>
        <p:spPr>
          <a:xfrm>
            <a:off x="1280693" y="1424081"/>
            <a:ext cx="951721" cy="951721"/>
          </a:xfrm>
          <a:prstGeom prst="rect">
            <a:avLst/>
          </a:prstGeom>
          <a:noFill/>
          <a:ln w="10775" cap="flat" cmpd="sng">
            <a:solidFill>
              <a:schemeClr val="dk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 Section header line">
  <p:cSld name="D. Section header line">
    <p:bg>
      <p:bgPr>
        <a:solidFill>
          <a:schemeClr val="lt1"/>
        </a:solidFill>
        <a:effectLst/>
      </p:bgPr>
    </p:bg>
    <p:spTree>
      <p:nvGrpSpPr>
        <p:cNvPr id="1" name="Shape 207"/>
        <p:cNvGrpSpPr/>
        <p:nvPr/>
      </p:nvGrpSpPr>
      <p:grpSpPr>
        <a:xfrm>
          <a:off x="0" y="0"/>
          <a:ext cx="0" cy="0"/>
          <a:chOff x="0" y="0"/>
          <a:chExt cx="0" cy="0"/>
        </a:xfrm>
      </p:grpSpPr>
      <p:sp>
        <p:nvSpPr>
          <p:cNvPr id="208" name="Google Shape;208;p11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9" name="Google Shape;209;p110"/>
          <p:cNvSpPr txBox="1">
            <a:spLocks noGrp="1"/>
          </p:cNvSpPr>
          <p:nvPr>
            <p:ph type="title"/>
          </p:nvPr>
        </p:nvSpPr>
        <p:spPr>
          <a:xfrm>
            <a:off x="630000" y="3826800"/>
            <a:ext cx="10936800" cy="2041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5400"/>
              <a:buFont typeface="Trebuchet MS"/>
              <a:buNone/>
              <a:defRPr sz="54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210" name="Google Shape;210;p110"/>
          <p:cNvCxnSpPr/>
          <p:nvPr/>
        </p:nvCxnSpPr>
        <p:spPr>
          <a:xfrm>
            <a:off x="630000" y="3680016"/>
            <a:ext cx="11558587" cy="0"/>
          </a:xfrm>
          <a:prstGeom prst="straightConnector1">
            <a:avLst/>
          </a:prstGeom>
          <a:noFill/>
          <a:ln w="19050" cap="flat" cmpd="sng">
            <a:solidFill>
              <a:schemeClr val="dk2"/>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D. White one third">
  <p:cSld name="D. White one third">
    <p:bg>
      <p:bgPr>
        <a:gradFill>
          <a:gsLst>
            <a:gs pos="0">
              <a:schemeClr val="dk2"/>
            </a:gs>
            <a:gs pos="100000">
              <a:schemeClr val="accent2"/>
            </a:gs>
          </a:gsLst>
          <a:lin ang="8100000" scaled="0"/>
        </a:gradFill>
        <a:effectLst/>
      </p:bgPr>
    </p:bg>
    <p:spTree>
      <p:nvGrpSpPr>
        <p:cNvPr id="1" name="Shape 211"/>
        <p:cNvGrpSpPr/>
        <p:nvPr/>
      </p:nvGrpSpPr>
      <p:grpSpPr>
        <a:xfrm>
          <a:off x="0" y="0"/>
          <a:ext cx="0" cy="0"/>
          <a:chOff x="0" y="0"/>
          <a:chExt cx="0" cy="0"/>
        </a:xfrm>
      </p:grpSpPr>
      <p:pic>
        <p:nvPicPr>
          <p:cNvPr id="212" name="Google Shape;212;p111"/>
          <p:cNvPicPr preferRelativeResize="0"/>
          <p:nvPr/>
        </p:nvPicPr>
        <p:blipFill rotWithShape="1">
          <a:blip r:embed="rId2">
            <a:alphaModFix/>
          </a:blip>
          <a:srcRect l="29398" t="8741" r="101" b="27"/>
          <a:stretch/>
        </p:blipFill>
        <p:spPr>
          <a:xfrm rot="10800000" flipH="1">
            <a:off x="4064994" y="0"/>
            <a:ext cx="416951" cy="6858000"/>
          </a:xfrm>
          <a:prstGeom prst="rect">
            <a:avLst/>
          </a:prstGeom>
          <a:noFill/>
          <a:ln>
            <a:noFill/>
          </a:ln>
        </p:spPr>
      </p:pic>
      <p:sp>
        <p:nvSpPr>
          <p:cNvPr id="213" name="Google Shape;213;p11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4" name="Google Shape;214;p11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215" name="Google Shape;215;p111"/>
          <p:cNvSpPr/>
          <p:nvPr/>
        </p:nvSpPr>
        <p:spPr>
          <a:xfrm>
            <a:off x="0" y="0"/>
            <a:ext cx="4079508"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216" name="Google Shape;216;p111"/>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D. Green highlight">
  <p:cSld name="D. Green highlight">
    <p:bg>
      <p:bgPr>
        <a:gradFill>
          <a:gsLst>
            <a:gs pos="0">
              <a:schemeClr val="dk2"/>
            </a:gs>
            <a:gs pos="100000">
              <a:schemeClr val="accent2"/>
            </a:gs>
          </a:gsLst>
          <a:lin ang="8100000" scaled="0"/>
        </a:gradFill>
        <a:effectLst/>
      </p:bgPr>
    </p:bg>
    <p:spTree>
      <p:nvGrpSpPr>
        <p:cNvPr id="1" name="Shape 217"/>
        <p:cNvGrpSpPr/>
        <p:nvPr/>
      </p:nvGrpSpPr>
      <p:grpSpPr>
        <a:xfrm>
          <a:off x="0" y="0"/>
          <a:ext cx="0" cy="0"/>
          <a:chOff x="0" y="0"/>
          <a:chExt cx="0" cy="0"/>
        </a:xfrm>
      </p:grpSpPr>
      <p:pic>
        <p:nvPicPr>
          <p:cNvPr id="218" name="Google Shape;218;p112"/>
          <p:cNvPicPr preferRelativeResize="0"/>
          <p:nvPr/>
        </p:nvPicPr>
        <p:blipFill rotWithShape="1">
          <a:blip r:embed="rId2">
            <a:alphaModFix/>
          </a:blip>
          <a:srcRect l="29398" t="8741" r="101" b="27"/>
          <a:stretch/>
        </p:blipFill>
        <p:spPr>
          <a:xfrm rot="10800000" flipH="1">
            <a:off x="7165606" y="0"/>
            <a:ext cx="416951" cy="6858000"/>
          </a:xfrm>
          <a:prstGeom prst="rect">
            <a:avLst/>
          </a:prstGeom>
          <a:noFill/>
          <a:ln>
            <a:noFill/>
          </a:ln>
        </p:spPr>
      </p:pic>
      <p:sp>
        <p:nvSpPr>
          <p:cNvPr id="219" name="Google Shape;219;p112"/>
          <p:cNvSpPr/>
          <p:nvPr/>
        </p:nvSpPr>
        <p:spPr>
          <a:xfrm>
            <a:off x="0" y="0"/>
            <a:ext cx="7171956"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220" name="Google Shape;220;p11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1" name="Google Shape;221;p11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222" name="Google Shape;222;p112"/>
          <p:cNvSpPr txBox="1">
            <a:spLocks noGrp="1"/>
          </p:cNvSpPr>
          <p:nvPr>
            <p:ph type="title"/>
          </p:nvPr>
        </p:nvSpPr>
        <p:spPr>
          <a:xfrm>
            <a:off x="630000" y="622800"/>
            <a:ext cx="6276529"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D. Four column green">
  <p:cSld name="D. Four column green">
    <p:bg>
      <p:bgPr>
        <a:gradFill>
          <a:gsLst>
            <a:gs pos="0">
              <a:schemeClr val="dk2"/>
            </a:gs>
            <a:gs pos="100000">
              <a:schemeClr val="accent2"/>
            </a:gs>
          </a:gsLst>
          <a:lin ang="8100000" scaled="0"/>
        </a:gradFill>
        <a:effectLst/>
      </p:bgPr>
    </p:bg>
    <p:spTree>
      <p:nvGrpSpPr>
        <p:cNvPr id="1" name="Shape 223"/>
        <p:cNvGrpSpPr/>
        <p:nvPr/>
      </p:nvGrpSpPr>
      <p:grpSpPr>
        <a:xfrm>
          <a:off x="0" y="0"/>
          <a:ext cx="0" cy="0"/>
          <a:chOff x="0" y="0"/>
          <a:chExt cx="0" cy="0"/>
        </a:xfrm>
      </p:grpSpPr>
      <p:pic>
        <p:nvPicPr>
          <p:cNvPr id="224" name="Google Shape;224;p113"/>
          <p:cNvPicPr preferRelativeResize="0"/>
          <p:nvPr/>
        </p:nvPicPr>
        <p:blipFill rotWithShape="1">
          <a:blip r:embed="rId2">
            <a:alphaModFix/>
          </a:blip>
          <a:srcRect l="29398" t="8741" r="101" b="27"/>
          <a:stretch/>
        </p:blipFill>
        <p:spPr>
          <a:xfrm rot="10800000" flipH="1">
            <a:off x="9029246" y="0"/>
            <a:ext cx="416951" cy="6858000"/>
          </a:xfrm>
          <a:prstGeom prst="rect">
            <a:avLst/>
          </a:prstGeom>
          <a:noFill/>
          <a:ln>
            <a:noFill/>
          </a:ln>
        </p:spPr>
      </p:pic>
      <p:sp>
        <p:nvSpPr>
          <p:cNvPr id="225" name="Google Shape;225;p113"/>
          <p:cNvSpPr/>
          <p:nvPr/>
        </p:nvSpPr>
        <p:spPr>
          <a:xfrm>
            <a:off x="0" y="0"/>
            <a:ext cx="9034272"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226" name="Google Shape;226;p11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7" name="Google Shape;227;p11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228" name="Google Shape;228;p113"/>
          <p:cNvSpPr txBox="1">
            <a:spLocks noGrp="1"/>
          </p:cNvSpPr>
          <p:nvPr>
            <p:ph type="title"/>
          </p:nvPr>
        </p:nvSpPr>
        <p:spPr>
          <a:xfrm>
            <a:off x="630000" y="622800"/>
            <a:ext cx="8101584"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D. Green one third">
  <p:cSld name="D. Green one third">
    <p:bg>
      <p:bgPr>
        <a:gradFill>
          <a:gsLst>
            <a:gs pos="0">
              <a:schemeClr val="dk2"/>
            </a:gs>
            <a:gs pos="100000">
              <a:schemeClr val="accent2"/>
            </a:gs>
          </a:gsLst>
          <a:lin ang="8100000" scaled="0"/>
        </a:gradFill>
        <a:effectLst/>
      </p:bgPr>
    </p:bg>
    <p:spTree>
      <p:nvGrpSpPr>
        <p:cNvPr id="1" name="Shape 229"/>
        <p:cNvGrpSpPr/>
        <p:nvPr/>
      </p:nvGrpSpPr>
      <p:grpSpPr>
        <a:xfrm>
          <a:off x="0" y="0"/>
          <a:ext cx="0" cy="0"/>
          <a:chOff x="0" y="0"/>
          <a:chExt cx="0" cy="0"/>
        </a:xfrm>
      </p:grpSpPr>
      <p:pic>
        <p:nvPicPr>
          <p:cNvPr id="230" name="Google Shape;230;p114"/>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231" name="Google Shape;231;p114"/>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2400"/>
              <a:buFont typeface="Trebuchet MS"/>
              <a:buNone/>
              <a:defRPr sz="2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2" name="Google Shape;232;p114"/>
          <p:cNvSpPr/>
          <p:nvPr/>
        </p:nvSpPr>
        <p:spPr>
          <a:xfrm>
            <a:off x="4080763" y="-1309"/>
            <a:ext cx="8111237" cy="6859309"/>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233" name="Google Shape;233;p11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4" name="Google Shape;234;p11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D. Green half">
  <p:cSld name="D. Green half">
    <p:bg>
      <p:bgPr>
        <a:gradFill>
          <a:gsLst>
            <a:gs pos="0">
              <a:schemeClr val="dk2"/>
            </a:gs>
            <a:gs pos="100000">
              <a:schemeClr val="accent2"/>
            </a:gs>
          </a:gsLst>
          <a:lin ang="8100000" scaled="0"/>
        </a:gradFill>
        <a:effectLst/>
      </p:bgPr>
    </p:bg>
    <p:spTree>
      <p:nvGrpSpPr>
        <p:cNvPr id="1" name="Shape 235"/>
        <p:cNvGrpSpPr/>
        <p:nvPr/>
      </p:nvGrpSpPr>
      <p:grpSpPr>
        <a:xfrm>
          <a:off x="0" y="0"/>
          <a:ext cx="0" cy="0"/>
          <a:chOff x="0" y="0"/>
          <a:chExt cx="0" cy="0"/>
        </a:xfrm>
      </p:grpSpPr>
      <p:pic>
        <p:nvPicPr>
          <p:cNvPr id="236" name="Google Shape;236;p115"/>
          <p:cNvPicPr preferRelativeResize="0"/>
          <p:nvPr/>
        </p:nvPicPr>
        <p:blipFill rotWithShape="1">
          <a:blip r:embed="rId2">
            <a:alphaModFix/>
          </a:blip>
          <a:srcRect l="29398" t="8741" r="101" b="27"/>
          <a:stretch/>
        </p:blipFill>
        <p:spPr>
          <a:xfrm flipH="1">
            <a:off x="5689582" y="0"/>
            <a:ext cx="416951" cy="6858000"/>
          </a:xfrm>
          <a:prstGeom prst="rect">
            <a:avLst/>
          </a:prstGeom>
          <a:noFill/>
          <a:ln>
            <a:noFill/>
          </a:ln>
        </p:spPr>
      </p:pic>
      <p:sp>
        <p:nvSpPr>
          <p:cNvPr id="237" name="Google Shape;237;p115"/>
          <p:cNvSpPr/>
          <p:nvPr/>
        </p:nvSpPr>
        <p:spPr>
          <a:xfrm>
            <a:off x="6096000" y="0"/>
            <a:ext cx="6096000"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238" name="Google Shape;238;p115"/>
          <p:cNvSpPr>
            <a:spLocks noGrp="1"/>
          </p:cNvSpPr>
          <p:nvPr>
            <p:ph type="pic" idx="2"/>
          </p:nvPr>
        </p:nvSpPr>
        <p:spPr>
          <a:xfrm>
            <a:off x="6092021" y="0"/>
            <a:ext cx="6099977" cy="6858000"/>
          </a:xfrm>
          <a:prstGeom prst="rect">
            <a:avLst/>
          </a:prstGeom>
          <a:noFill/>
          <a:ln>
            <a:noFill/>
          </a:ln>
        </p:spPr>
      </p:sp>
      <p:sp>
        <p:nvSpPr>
          <p:cNvPr id="239" name="Google Shape;239;p115"/>
          <p:cNvSpPr txBox="1">
            <a:spLocks noGrp="1"/>
          </p:cNvSpPr>
          <p:nvPr>
            <p:ph type="title"/>
          </p:nvPr>
        </p:nvSpPr>
        <p:spPr>
          <a:xfrm>
            <a:off x="630000" y="1785600"/>
            <a:ext cx="4388400" cy="3286800"/>
          </a:xfrm>
          <a:prstGeom prst="rect">
            <a:avLst/>
          </a:prstGeom>
          <a:noFill/>
          <a:ln>
            <a:noFill/>
          </a:ln>
        </p:spPr>
        <p:txBody>
          <a:bodyPr spcFirstLastPara="1" wrap="square" lIns="0" tIns="0" rIns="320025"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0" name="Google Shape;240;p11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800" b="0" i="0" u="none" strike="noStrike" cap="none">
              <a:solidFill>
                <a:srgbClr val="7F7F7F"/>
              </a:solidFill>
              <a:latin typeface="Trebuchet MS"/>
              <a:ea typeface="Trebuchet MS"/>
              <a:cs typeface="Trebuchet MS"/>
              <a:sym typeface="Trebuchet MS"/>
            </a:endParaRPr>
          </a:p>
        </p:txBody>
      </p:sp>
      <p:sp>
        <p:nvSpPr>
          <p:cNvPr id="241" name="Google Shape;241;p11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D. Green two third">
  <p:cSld name="D. Green two third">
    <p:bg>
      <p:bgPr>
        <a:gradFill>
          <a:gsLst>
            <a:gs pos="0">
              <a:schemeClr val="dk2"/>
            </a:gs>
            <a:gs pos="100000">
              <a:schemeClr val="accent2"/>
            </a:gs>
          </a:gsLst>
          <a:lin ang="8100000" scaled="0"/>
        </a:gradFill>
        <a:effectLst/>
      </p:bgPr>
    </p:bg>
    <p:spTree>
      <p:nvGrpSpPr>
        <p:cNvPr id="1" name="Shape 242"/>
        <p:cNvGrpSpPr/>
        <p:nvPr/>
      </p:nvGrpSpPr>
      <p:grpSpPr>
        <a:xfrm>
          <a:off x="0" y="0"/>
          <a:ext cx="0" cy="0"/>
          <a:chOff x="0" y="0"/>
          <a:chExt cx="0" cy="0"/>
        </a:xfrm>
      </p:grpSpPr>
      <p:pic>
        <p:nvPicPr>
          <p:cNvPr id="243" name="Google Shape;243;p116"/>
          <p:cNvPicPr preferRelativeResize="0"/>
          <p:nvPr/>
        </p:nvPicPr>
        <p:blipFill rotWithShape="1">
          <a:blip r:embed="rId2">
            <a:alphaModFix/>
          </a:blip>
          <a:srcRect l="29398" t="8741" r="101" b="27"/>
          <a:stretch/>
        </p:blipFill>
        <p:spPr>
          <a:xfrm flipH="1">
            <a:off x="7409849" y="0"/>
            <a:ext cx="416951" cy="6858000"/>
          </a:xfrm>
          <a:prstGeom prst="rect">
            <a:avLst/>
          </a:prstGeom>
          <a:noFill/>
          <a:ln>
            <a:noFill/>
          </a:ln>
        </p:spPr>
      </p:pic>
      <p:sp>
        <p:nvSpPr>
          <p:cNvPr id="244" name="Google Shape;244;p116"/>
          <p:cNvSpPr/>
          <p:nvPr/>
        </p:nvSpPr>
        <p:spPr>
          <a:xfrm>
            <a:off x="7819543" y="0"/>
            <a:ext cx="4372457"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245" name="Google Shape;245;p116"/>
          <p:cNvSpPr>
            <a:spLocks noGrp="1"/>
          </p:cNvSpPr>
          <p:nvPr>
            <p:ph type="pic" idx="2"/>
          </p:nvPr>
        </p:nvSpPr>
        <p:spPr>
          <a:xfrm>
            <a:off x="7820025" y="0"/>
            <a:ext cx="4371975" cy="6858000"/>
          </a:xfrm>
          <a:prstGeom prst="rect">
            <a:avLst/>
          </a:prstGeom>
          <a:noFill/>
          <a:ln>
            <a:noFill/>
          </a:ln>
        </p:spPr>
      </p:sp>
      <p:sp>
        <p:nvSpPr>
          <p:cNvPr id="246" name="Google Shape;246;p11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7" name="Google Shape;247;p116"/>
          <p:cNvSpPr txBox="1">
            <a:spLocks noGrp="1"/>
          </p:cNvSpPr>
          <p:nvPr>
            <p:ph type="title"/>
          </p:nvPr>
        </p:nvSpPr>
        <p:spPr>
          <a:xfrm>
            <a:off x="630936" y="1785600"/>
            <a:ext cx="6247552"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8" name="Google Shape;248;p11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800" b="0" i="0" u="none" strike="noStrike" cap="none">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D. Left arrow">
  <p:cSld name="D. Left arrow">
    <p:bg>
      <p:bgPr>
        <a:gradFill>
          <a:gsLst>
            <a:gs pos="0">
              <a:schemeClr val="dk2"/>
            </a:gs>
            <a:gs pos="100000">
              <a:schemeClr val="accent2"/>
            </a:gs>
          </a:gsLst>
          <a:lin ang="8100000" scaled="0"/>
        </a:gradFill>
        <a:effectLst/>
      </p:bgPr>
    </p:bg>
    <p:spTree>
      <p:nvGrpSpPr>
        <p:cNvPr id="1" name="Shape 249"/>
        <p:cNvGrpSpPr/>
        <p:nvPr/>
      </p:nvGrpSpPr>
      <p:grpSpPr>
        <a:xfrm>
          <a:off x="0" y="0"/>
          <a:ext cx="0" cy="0"/>
          <a:chOff x="0" y="0"/>
          <a:chExt cx="0" cy="0"/>
        </a:xfrm>
      </p:grpSpPr>
      <p:pic>
        <p:nvPicPr>
          <p:cNvPr id="250" name="Google Shape;250;p117"/>
          <p:cNvPicPr preferRelativeResize="0"/>
          <p:nvPr/>
        </p:nvPicPr>
        <p:blipFill rotWithShape="1">
          <a:blip r:embed="rId2">
            <a:alphaModFix/>
          </a:blip>
          <a:srcRect/>
          <a:stretch/>
        </p:blipFill>
        <p:spPr>
          <a:xfrm>
            <a:off x="3108638" y="3588018"/>
            <a:ext cx="1365250" cy="3382962"/>
          </a:xfrm>
          <a:prstGeom prst="rect">
            <a:avLst/>
          </a:prstGeom>
          <a:noFill/>
          <a:ln>
            <a:noFill/>
          </a:ln>
        </p:spPr>
      </p:pic>
      <p:sp>
        <p:nvSpPr>
          <p:cNvPr id="251" name="Google Shape;251;p117"/>
          <p:cNvSpPr/>
          <p:nvPr/>
        </p:nvSpPr>
        <p:spPr>
          <a:xfrm>
            <a:off x="1524" y="131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252" name="Google Shape;252;p11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3" name="Google Shape;253;p117"/>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254" name="Google Shape;254;p117"/>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D. Green left arrow">
  <p:cSld name="D. Green left arrow">
    <p:bg>
      <p:bgPr>
        <a:solidFill>
          <a:schemeClr val="lt1"/>
        </a:solidFill>
        <a:effectLst/>
      </p:bgPr>
    </p:bg>
    <p:spTree>
      <p:nvGrpSpPr>
        <p:cNvPr id="1" name="Shape 255"/>
        <p:cNvGrpSpPr/>
        <p:nvPr/>
      </p:nvGrpSpPr>
      <p:grpSpPr>
        <a:xfrm>
          <a:off x="0" y="0"/>
          <a:ext cx="0" cy="0"/>
          <a:chOff x="0" y="0"/>
          <a:chExt cx="0" cy="0"/>
        </a:xfrm>
      </p:grpSpPr>
      <p:sp>
        <p:nvSpPr>
          <p:cNvPr id="256" name="Google Shape;256;p118"/>
          <p:cNvSpPr/>
          <p:nvPr/>
        </p:nvSpPr>
        <p:spPr>
          <a:xfrm>
            <a:off x="1524" y="131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257" name="Google Shape;257;p118"/>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8" name="Google Shape;258;p11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9" name="Google Shape;259;p11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pic>
        <p:nvPicPr>
          <p:cNvPr id="260" name="Google Shape;260;p118"/>
          <p:cNvPicPr preferRelativeResize="0"/>
          <p:nvPr/>
        </p:nvPicPr>
        <p:blipFill rotWithShape="1">
          <a:blip r:embed="rId2">
            <a:alphaModFix/>
          </a:blip>
          <a:srcRect t="6215" b="7714"/>
          <a:stretch/>
        </p:blipFill>
        <p:spPr>
          <a:xfrm rot="120000">
            <a:off x="2141308" y="3402828"/>
            <a:ext cx="2694666" cy="34617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D. Arrow one third">
  <p:cSld name="D. Arrow one third">
    <p:bg>
      <p:bgPr>
        <a:gradFill>
          <a:gsLst>
            <a:gs pos="0">
              <a:schemeClr val="dk2"/>
            </a:gs>
            <a:gs pos="100000">
              <a:schemeClr val="accent2"/>
            </a:gs>
          </a:gsLst>
          <a:lin ang="8100000" scaled="0"/>
        </a:gradFill>
        <a:effectLst/>
      </p:bgPr>
    </p:bg>
    <p:spTree>
      <p:nvGrpSpPr>
        <p:cNvPr id="1" name="Shape 261"/>
        <p:cNvGrpSpPr/>
        <p:nvPr/>
      </p:nvGrpSpPr>
      <p:grpSpPr>
        <a:xfrm>
          <a:off x="0" y="0"/>
          <a:ext cx="0" cy="0"/>
          <a:chOff x="0" y="0"/>
          <a:chExt cx="0" cy="0"/>
        </a:xfrm>
      </p:grpSpPr>
      <p:sp>
        <p:nvSpPr>
          <p:cNvPr id="262" name="Google Shape;262;p11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800" b="0" i="0" u="none" strike="noStrike" cap="none">
              <a:solidFill>
                <a:schemeClr val="lt1"/>
              </a:solidFill>
              <a:latin typeface="Trebuchet MS"/>
              <a:ea typeface="Trebuchet MS"/>
              <a:cs typeface="Trebuchet MS"/>
              <a:sym typeface="Trebuchet MS"/>
            </a:endParaRPr>
          </a:p>
        </p:txBody>
      </p:sp>
      <p:sp>
        <p:nvSpPr>
          <p:cNvPr id="263" name="Google Shape;263;p11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64" name="Google Shape;264;p119"/>
          <p:cNvPicPr preferRelativeResize="0"/>
          <p:nvPr/>
        </p:nvPicPr>
        <p:blipFill rotWithShape="1">
          <a:blip r:embed="rId2">
            <a:alphaModFix/>
          </a:blip>
          <a:srcRect/>
          <a:stretch/>
        </p:blipFill>
        <p:spPr>
          <a:xfrm>
            <a:off x="4533900" y="3382962"/>
            <a:ext cx="1298575" cy="3571875"/>
          </a:xfrm>
          <a:prstGeom prst="rect">
            <a:avLst/>
          </a:prstGeom>
          <a:noFill/>
          <a:ln>
            <a:noFill/>
          </a:ln>
        </p:spPr>
      </p:pic>
      <p:sp>
        <p:nvSpPr>
          <p:cNvPr id="265" name="Google Shape;265;p119"/>
          <p:cNvSpPr/>
          <p:nvPr/>
        </p:nvSpPr>
        <p:spPr>
          <a:xfrm>
            <a:off x="1" y="0"/>
            <a:ext cx="5426920" cy="6858000"/>
          </a:xfrm>
          <a:prstGeom prst="homePlate">
            <a:avLst>
              <a:gd name="adj" fmla="val 12939"/>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266" name="Google Shape;266;p119"/>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4400"/>
              <a:buFont typeface="Trebuchet MS"/>
              <a:buNone/>
              <a:defRPr sz="4400" b="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D. Green arrow one third">
  <p:cSld name="D. Green arrow one third">
    <p:bg>
      <p:bgPr>
        <a:solidFill>
          <a:schemeClr val="lt1"/>
        </a:solidFill>
        <a:effectLst/>
      </p:bgPr>
    </p:bg>
    <p:spTree>
      <p:nvGrpSpPr>
        <p:cNvPr id="1" name="Shape 267"/>
        <p:cNvGrpSpPr/>
        <p:nvPr/>
      </p:nvGrpSpPr>
      <p:grpSpPr>
        <a:xfrm>
          <a:off x="0" y="0"/>
          <a:ext cx="0" cy="0"/>
          <a:chOff x="0" y="0"/>
          <a:chExt cx="0" cy="0"/>
        </a:xfrm>
      </p:grpSpPr>
      <p:sp>
        <p:nvSpPr>
          <p:cNvPr id="268" name="Google Shape;268;p120"/>
          <p:cNvSpPr/>
          <p:nvPr/>
        </p:nvSpPr>
        <p:spPr>
          <a:xfrm>
            <a:off x="1" y="0"/>
            <a:ext cx="5426920"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269" name="Google Shape;269;p120"/>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4400"/>
              <a:buFont typeface="Trebuchet MS"/>
              <a:buNone/>
              <a:defRPr sz="4400" b="0">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0" name="Google Shape;270;p12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1" name="Google Shape;271;p12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pic>
        <p:nvPicPr>
          <p:cNvPr id="272" name="Google Shape;272;p120"/>
          <p:cNvPicPr preferRelativeResize="0"/>
          <p:nvPr/>
        </p:nvPicPr>
        <p:blipFill rotWithShape="1">
          <a:blip r:embed="rId2">
            <a:alphaModFix/>
          </a:blip>
          <a:srcRect t="7561" b="6866"/>
          <a:stretch/>
        </p:blipFill>
        <p:spPr>
          <a:xfrm>
            <a:off x="3549481" y="3416300"/>
            <a:ext cx="2694666" cy="34417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D. Arrow half">
  <p:cSld name="D. Arrow half">
    <p:bg>
      <p:bgPr>
        <a:gradFill>
          <a:gsLst>
            <a:gs pos="0">
              <a:schemeClr val="dk2"/>
            </a:gs>
            <a:gs pos="100000">
              <a:schemeClr val="accent2"/>
            </a:gs>
          </a:gsLst>
          <a:lin ang="8100000" scaled="0"/>
        </a:gradFill>
        <a:effectLst/>
      </p:bgPr>
    </p:bg>
    <p:spTree>
      <p:nvGrpSpPr>
        <p:cNvPr id="1" name="Shape 273"/>
        <p:cNvGrpSpPr/>
        <p:nvPr/>
      </p:nvGrpSpPr>
      <p:grpSpPr>
        <a:xfrm>
          <a:off x="0" y="0"/>
          <a:ext cx="0" cy="0"/>
          <a:chOff x="0" y="0"/>
          <a:chExt cx="0" cy="0"/>
        </a:xfrm>
      </p:grpSpPr>
      <p:pic>
        <p:nvPicPr>
          <p:cNvPr id="274" name="Google Shape;274;p121"/>
          <p:cNvPicPr preferRelativeResize="0"/>
          <p:nvPr/>
        </p:nvPicPr>
        <p:blipFill rotWithShape="1">
          <a:blip r:embed="rId2">
            <a:alphaModFix/>
          </a:blip>
          <a:srcRect/>
          <a:stretch/>
        </p:blipFill>
        <p:spPr>
          <a:xfrm>
            <a:off x="5378758" y="3588018"/>
            <a:ext cx="1365250" cy="3382962"/>
          </a:xfrm>
          <a:prstGeom prst="rect">
            <a:avLst/>
          </a:prstGeom>
          <a:noFill/>
          <a:ln>
            <a:noFill/>
          </a:ln>
        </p:spPr>
      </p:pic>
      <p:sp>
        <p:nvSpPr>
          <p:cNvPr id="275" name="Google Shape;275;p121"/>
          <p:cNvSpPr/>
          <p:nvPr/>
        </p:nvSpPr>
        <p:spPr>
          <a:xfrm>
            <a:off x="0" y="0"/>
            <a:ext cx="6363546" cy="6858000"/>
          </a:xfrm>
          <a:prstGeom prst="homePlate">
            <a:avLst>
              <a:gd name="adj" fmla="val 12939"/>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276" name="Google Shape;276;p121"/>
          <p:cNvSpPr txBox="1">
            <a:spLocks noGrp="1"/>
          </p:cNvSpPr>
          <p:nvPr>
            <p:ph type="title"/>
          </p:nvPr>
        </p:nvSpPr>
        <p:spPr>
          <a:xfrm>
            <a:off x="630000" y="622800"/>
            <a:ext cx="4747822"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12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8" name="Google Shape;278;p12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D. Green arrow half">
  <p:cSld name="D. Green arrow half">
    <p:bg>
      <p:bgPr>
        <a:solidFill>
          <a:schemeClr val="lt1"/>
        </a:solidFill>
        <a:effectLst/>
      </p:bgPr>
    </p:bg>
    <p:spTree>
      <p:nvGrpSpPr>
        <p:cNvPr id="1" name="Shape 279"/>
        <p:cNvGrpSpPr/>
        <p:nvPr/>
      </p:nvGrpSpPr>
      <p:grpSpPr>
        <a:xfrm>
          <a:off x="0" y="0"/>
          <a:ext cx="0" cy="0"/>
          <a:chOff x="0" y="0"/>
          <a:chExt cx="0" cy="0"/>
        </a:xfrm>
      </p:grpSpPr>
      <p:sp>
        <p:nvSpPr>
          <p:cNvPr id="280" name="Google Shape;280;p122"/>
          <p:cNvSpPr/>
          <p:nvPr/>
        </p:nvSpPr>
        <p:spPr>
          <a:xfrm>
            <a:off x="0" y="0"/>
            <a:ext cx="6363546"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281" name="Google Shape;281;p122"/>
          <p:cNvSpPr txBox="1">
            <a:spLocks noGrp="1"/>
          </p:cNvSpPr>
          <p:nvPr>
            <p:ph type="title"/>
          </p:nvPr>
        </p:nvSpPr>
        <p:spPr>
          <a:xfrm>
            <a:off x="630000" y="622800"/>
            <a:ext cx="4747822"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2" name="Google Shape;282;p12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3" name="Google Shape;283;p12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pic>
        <p:nvPicPr>
          <p:cNvPr id="284" name="Google Shape;284;p122"/>
          <p:cNvPicPr preferRelativeResize="0"/>
          <p:nvPr/>
        </p:nvPicPr>
        <p:blipFill rotWithShape="1">
          <a:blip r:embed="rId2">
            <a:alphaModFix/>
          </a:blip>
          <a:srcRect t="9052" b="6865"/>
          <a:stretch/>
        </p:blipFill>
        <p:spPr>
          <a:xfrm rot="120000">
            <a:off x="4428422" y="3407803"/>
            <a:ext cx="2694666" cy="345655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D. Arrow two third">
  <p:cSld name="D. Arrow two third">
    <p:bg>
      <p:bgPr>
        <a:gradFill>
          <a:gsLst>
            <a:gs pos="0">
              <a:schemeClr val="dk2"/>
            </a:gs>
            <a:gs pos="100000">
              <a:schemeClr val="accent2"/>
            </a:gs>
          </a:gsLst>
          <a:lin ang="8100000" scaled="0"/>
        </a:gradFill>
        <a:effectLst/>
      </p:bgPr>
    </p:bg>
    <p:spTree>
      <p:nvGrpSpPr>
        <p:cNvPr id="1" name="Shape 285"/>
        <p:cNvGrpSpPr/>
        <p:nvPr/>
      </p:nvGrpSpPr>
      <p:grpSpPr>
        <a:xfrm>
          <a:off x="0" y="0"/>
          <a:ext cx="0" cy="0"/>
          <a:chOff x="0" y="0"/>
          <a:chExt cx="0" cy="0"/>
        </a:xfrm>
      </p:grpSpPr>
      <p:pic>
        <p:nvPicPr>
          <p:cNvPr id="286" name="Google Shape;286;p123"/>
          <p:cNvPicPr preferRelativeResize="0"/>
          <p:nvPr/>
        </p:nvPicPr>
        <p:blipFill rotWithShape="1">
          <a:blip r:embed="rId2">
            <a:alphaModFix/>
          </a:blip>
          <a:srcRect/>
          <a:stretch/>
        </p:blipFill>
        <p:spPr>
          <a:xfrm>
            <a:off x="7490341" y="3588018"/>
            <a:ext cx="1365250" cy="3382962"/>
          </a:xfrm>
          <a:prstGeom prst="rect">
            <a:avLst/>
          </a:prstGeom>
          <a:noFill/>
          <a:ln>
            <a:noFill/>
          </a:ln>
        </p:spPr>
      </p:pic>
      <p:sp>
        <p:nvSpPr>
          <p:cNvPr id="287" name="Google Shape;287;p123"/>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288" name="Google Shape;288;p12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9" name="Google Shape;289;p12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290" name="Google Shape;290;p123"/>
          <p:cNvSpPr txBox="1">
            <a:spLocks noGrp="1"/>
          </p:cNvSpPr>
          <p:nvPr>
            <p:ph type="title"/>
          </p:nvPr>
        </p:nvSpPr>
        <p:spPr>
          <a:xfrm>
            <a:off x="630000" y="622800"/>
            <a:ext cx="6254496"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D. Green arrow two third">
  <p:cSld name="D. Green arrow two third">
    <p:bg>
      <p:bgPr>
        <a:solidFill>
          <a:schemeClr val="lt1"/>
        </a:solidFill>
        <a:effectLst/>
      </p:bgPr>
    </p:bg>
    <p:spTree>
      <p:nvGrpSpPr>
        <p:cNvPr id="1" name="Shape 291"/>
        <p:cNvGrpSpPr/>
        <p:nvPr/>
      </p:nvGrpSpPr>
      <p:grpSpPr>
        <a:xfrm>
          <a:off x="0" y="0"/>
          <a:ext cx="0" cy="0"/>
          <a:chOff x="0" y="0"/>
          <a:chExt cx="0" cy="0"/>
        </a:xfrm>
      </p:grpSpPr>
      <p:sp>
        <p:nvSpPr>
          <p:cNvPr id="292" name="Google Shape;292;p124"/>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293" name="Google Shape;293;p124"/>
          <p:cNvSpPr txBox="1">
            <a:spLocks noGrp="1"/>
          </p:cNvSpPr>
          <p:nvPr>
            <p:ph type="title"/>
          </p:nvPr>
        </p:nvSpPr>
        <p:spPr>
          <a:xfrm>
            <a:off x="630000" y="622800"/>
            <a:ext cx="6254496"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4" name="Google Shape;294;p12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5" name="Google Shape;295;p12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pic>
        <p:nvPicPr>
          <p:cNvPr id="296" name="Google Shape;296;p124"/>
          <p:cNvPicPr preferRelativeResize="0"/>
          <p:nvPr/>
        </p:nvPicPr>
        <p:blipFill rotWithShape="1">
          <a:blip r:embed="rId2">
            <a:alphaModFix/>
          </a:blip>
          <a:srcRect t="9052" b="6865"/>
          <a:stretch/>
        </p:blipFill>
        <p:spPr>
          <a:xfrm rot="120000">
            <a:off x="6524770" y="3407803"/>
            <a:ext cx="2694666" cy="345655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D. Big statement green">
  <p:cSld name="D. Big statement green">
    <p:bg>
      <p:bgPr>
        <a:gradFill>
          <a:gsLst>
            <a:gs pos="0">
              <a:schemeClr val="dk2"/>
            </a:gs>
            <a:gs pos="100000">
              <a:schemeClr val="accent2"/>
            </a:gs>
          </a:gsLst>
          <a:lin ang="8100000" scaled="0"/>
        </a:gradFill>
        <a:effectLst/>
      </p:bgPr>
    </p:bg>
    <p:spTree>
      <p:nvGrpSpPr>
        <p:cNvPr id="1" name="Shape 297"/>
        <p:cNvGrpSpPr/>
        <p:nvPr/>
      </p:nvGrpSpPr>
      <p:grpSpPr>
        <a:xfrm>
          <a:off x="0" y="0"/>
          <a:ext cx="0" cy="0"/>
          <a:chOff x="0" y="0"/>
          <a:chExt cx="0" cy="0"/>
        </a:xfrm>
      </p:grpSpPr>
      <p:sp>
        <p:nvSpPr>
          <p:cNvPr id="298" name="Google Shape;298;p12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9" name="Google Shape;299;p12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300" name="Google Shape;300;p125"/>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D. Big statement icon">
  <p:cSld name="D. Big statement icon">
    <p:bg>
      <p:bgPr>
        <a:solidFill>
          <a:schemeClr val="lt1"/>
        </a:solidFill>
        <a:effectLst/>
      </p:bgPr>
    </p:bg>
    <p:spTree>
      <p:nvGrpSpPr>
        <p:cNvPr id="1" name="Shape 301"/>
        <p:cNvGrpSpPr/>
        <p:nvPr/>
      </p:nvGrpSpPr>
      <p:grpSpPr>
        <a:xfrm>
          <a:off x="0" y="0"/>
          <a:ext cx="0" cy="0"/>
          <a:chOff x="0" y="0"/>
          <a:chExt cx="0" cy="0"/>
        </a:xfrm>
      </p:grpSpPr>
      <p:sp>
        <p:nvSpPr>
          <p:cNvPr id="302" name="Google Shape;302;p12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3" name="Google Shape;303;p126"/>
          <p:cNvSpPr/>
          <p:nvPr/>
        </p:nvSpPr>
        <p:spPr>
          <a:xfrm>
            <a:off x="630000" y="625475"/>
            <a:ext cx="932688" cy="932688"/>
          </a:xfrm>
          <a:prstGeom prst="rect">
            <a:avLst/>
          </a:prstGeom>
          <a:noFill/>
          <a:ln w="1077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304" name="Google Shape;304;p126"/>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accent4"/>
              </a:buClr>
              <a:buSzPts val="5400"/>
              <a:buFont typeface="Trebuchet MS"/>
              <a:buNone/>
              <a:defRPr sz="5400">
                <a:solidFill>
                  <a:schemeClr val="accent4"/>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D. Quote">
  <p:cSld name="D. Quote">
    <p:bg>
      <p:bgPr>
        <a:solidFill>
          <a:schemeClr val="accent1"/>
        </a:solidFill>
        <a:effectLst/>
      </p:bgPr>
    </p:bg>
    <p:spTree>
      <p:nvGrpSpPr>
        <p:cNvPr id="1" name="Shape 305"/>
        <p:cNvGrpSpPr/>
        <p:nvPr/>
      </p:nvGrpSpPr>
      <p:grpSpPr>
        <a:xfrm>
          <a:off x="0" y="0"/>
          <a:ext cx="0" cy="0"/>
          <a:chOff x="0" y="0"/>
          <a:chExt cx="0" cy="0"/>
        </a:xfrm>
      </p:grpSpPr>
      <p:pic>
        <p:nvPicPr>
          <p:cNvPr id="306" name="Google Shape;306;p127"/>
          <p:cNvPicPr preferRelativeResize="0"/>
          <p:nvPr/>
        </p:nvPicPr>
        <p:blipFill rotWithShape="1">
          <a:blip r:embed="rId2">
            <a:alphaModFix/>
          </a:blip>
          <a:srcRect r="3634" b="1254"/>
          <a:stretch/>
        </p:blipFill>
        <p:spPr>
          <a:xfrm rot="-5400000" flipH="1">
            <a:off x="6797461" y="110968"/>
            <a:ext cx="769257" cy="10019821"/>
          </a:xfrm>
          <a:prstGeom prst="rect">
            <a:avLst/>
          </a:prstGeom>
          <a:noFill/>
          <a:ln>
            <a:noFill/>
          </a:ln>
        </p:spPr>
      </p:pic>
      <p:sp>
        <p:nvSpPr>
          <p:cNvPr id="307" name="Google Shape;307;p127"/>
          <p:cNvSpPr/>
          <p:nvPr/>
        </p:nvSpPr>
        <p:spPr>
          <a:xfrm flipH="1">
            <a:off x="0" y="0"/>
            <a:ext cx="12192000" cy="5867335"/>
          </a:xfrm>
          <a:custGeom>
            <a:avLst/>
            <a:gdLst/>
            <a:ahLst/>
            <a:cxnLst/>
            <a:rect l="l" t="t" r="r" b="b"/>
            <a:pathLst>
              <a:path w="12192000" h="5867335" extrusionOk="0">
                <a:moveTo>
                  <a:pt x="12192000" y="0"/>
                </a:moveTo>
                <a:lnTo>
                  <a:pt x="0" y="0"/>
                </a:lnTo>
                <a:lnTo>
                  <a:pt x="0" y="4945992"/>
                </a:lnTo>
                <a:lnTo>
                  <a:pt x="9041587" y="4945992"/>
                </a:lnTo>
                <a:lnTo>
                  <a:pt x="9974275" y="5867335"/>
                </a:lnTo>
                <a:lnTo>
                  <a:pt x="9974275" y="4945992"/>
                </a:lnTo>
                <a:lnTo>
                  <a:pt x="12192000" y="494599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08" name="Google Shape;308;p127"/>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309" name="Google Shape;309;p12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D. Special gray">
  <p:cSld name="D. Special gray">
    <p:bg>
      <p:bgPr>
        <a:solidFill>
          <a:srgbClr val="4D4D4D"/>
        </a:solidFill>
        <a:effectLst/>
      </p:bgPr>
    </p:bg>
    <p:spTree>
      <p:nvGrpSpPr>
        <p:cNvPr id="1" name="Shape 310"/>
        <p:cNvGrpSpPr/>
        <p:nvPr/>
      </p:nvGrpSpPr>
      <p:grpSpPr>
        <a:xfrm>
          <a:off x="0" y="0"/>
          <a:ext cx="0" cy="0"/>
          <a:chOff x="0" y="0"/>
          <a:chExt cx="0" cy="0"/>
        </a:xfrm>
      </p:grpSpPr>
      <p:sp>
        <p:nvSpPr>
          <p:cNvPr id="311" name="Google Shape;311;p128"/>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312" name="Google Shape;312;p12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3" name="Google Shape;313;p128"/>
          <p:cNvSpPr txBox="1">
            <a:spLocks noGrp="1"/>
          </p:cNvSpPr>
          <p:nvPr>
            <p:ph type="title"/>
          </p:nvPr>
        </p:nvSpPr>
        <p:spPr>
          <a:xfrm>
            <a:off x="630000" y="622800"/>
            <a:ext cx="10933200"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lt1"/>
              </a:buClr>
              <a:buSzPts val="2400"/>
              <a:buFont typeface="Trebuchet MS"/>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D. Table of contents">
  <p:cSld name="D. Table of contents">
    <p:bg>
      <p:bgPr>
        <a:gradFill>
          <a:gsLst>
            <a:gs pos="0">
              <a:schemeClr val="dk2"/>
            </a:gs>
            <a:gs pos="100000">
              <a:schemeClr val="accent2"/>
            </a:gs>
          </a:gsLst>
          <a:lin ang="8100000" scaled="0"/>
        </a:gradFill>
        <a:effectLst/>
      </p:bgPr>
    </p:bg>
    <p:spTree>
      <p:nvGrpSpPr>
        <p:cNvPr id="1" name="Shape 314"/>
        <p:cNvGrpSpPr/>
        <p:nvPr/>
      </p:nvGrpSpPr>
      <p:grpSpPr>
        <a:xfrm>
          <a:off x="0" y="0"/>
          <a:ext cx="0" cy="0"/>
          <a:chOff x="0" y="0"/>
          <a:chExt cx="0" cy="0"/>
        </a:xfrm>
      </p:grpSpPr>
      <p:pic>
        <p:nvPicPr>
          <p:cNvPr id="315" name="Google Shape;315;p129"/>
          <p:cNvPicPr preferRelativeResize="0"/>
          <p:nvPr/>
        </p:nvPicPr>
        <p:blipFill rotWithShape="1">
          <a:blip r:embed="rId2">
            <a:alphaModFix/>
          </a:blip>
          <a:srcRect/>
          <a:stretch/>
        </p:blipFill>
        <p:spPr>
          <a:xfrm>
            <a:off x="3108638" y="3594368"/>
            <a:ext cx="1365250" cy="3382962"/>
          </a:xfrm>
          <a:prstGeom prst="rect">
            <a:avLst/>
          </a:prstGeom>
          <a:noFill/>
          <a:ln>
            <a:noFill/>
          </a:ln>
        </p:spPr>
      </p:pic>
      <p:sp>
        <p:nvSpPr>
          <p:cNvPr id="316" name="Google Shape;316;p129"/>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317" name="Google Shape;317;p129"/>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318" name="Google Shape;318;p129"/>
          <p:cNvSpPr txBox="1"/>
          <p:nvPr/>
        </p:nvSpPr>
        <p:spPr>
          <a:xfrm>
            <a:off x="630000" y="2577934"/>
            <a:ext cx="2819400" cy="1761764"/>
          </a:xfrm>
          <a:prstGeom prst="rect">
            <a:avLst/>
          </a:prstGeom>
          <a:noFill/>
          <a:ln>
            <a:noFill/>
          </a:ln>
        </p:spPr>
        <p:txBody>
          <a:bodyPr spcFirstLastPara="1" wrap="square" lIns="0" tIns="0" rIns="0" bIns="0" anchor="ctr" anchorCtr="0">
            <a:spAutoFit/>
          </a:bodyPr>
          <a:lstStyle/>
          <a:p>
            <a:pPr marL="0" marR="0" lvl="0" indent="0" algn="l" rtl="0">
              <a:lnSpc>
                <a:spcPct val="106000"/>
              </a:lnSpc>
              <a:spcBef>
                <a:spcPts val="0"/>
              </a:spcBef>
              <a:spcAft>
                <a:spcPts val="0"/>
              </a:spcAft>
              <a:buClr>
                <a:schemeClr val="dk2"/>
              </a:buClr>
              <a:buSzPts val="5400"/>
              <a:buFont typeface="Trebuchet MS"/>
              <a:buNone/>
            </a:pPr>
            <a:r>
              <a:rPr lang="en-US" sz="5400" b="0" i="0" u="none" strike="noStrike" cap="none">
                <a:solidFill>
                  <a:schemeClr val="dk2"/>
                </a:solidFill>
                <a:latin typeface="Trebuchet MS"/>
                <a:ea typeface="Trebuchet MS"/>
                <a:cs typeface="Trebuchet MS"/>
                <a:sym typeface="Trebuchet MS"/>
              </a:rPr>
              <a:t>Table of contents</a:t>
            </a:r>
            <a:endParaRPr sz="1400" b="0" i="0" u="none" strike="noStrike" cap="none">
              <a:solidFill>
                <a:srgbClr val="000000"/>
              </a:solidFill>
              <a:latin typeface="Arial"/>
              <a:ea typeface="Arial"/>
              <a:cs typeface="Arial"/>
              <a:sym typeface="Arial"/>
            </a:endParaRPr>
          </a:p>
        </p:txBody>
      </p:sp>
      <p:sp>
        <p:nvSpPr>
          <p:cNvPr id="319" name="Google Shape;319;p12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0" name="Google Shape;320;p12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D. Blank green">
  <p:cSld name="D. Blank green">
    <p:bg>
      <p:bgPr>
        <a:gradFill>
          <a:gsLst>
            <a:gs pos="0">
              <a:schemeClr val="dk2"/>
            </a:gs>
            <a:gs pos="100000">
              <a:schemeClr val="accent2"/>
            </a:gs>
          </a:gsLst>
          <a:lin ang="8100000" scaled="0"/>
        </a:gradFill>
        <a:effectLst/>
      </p:bgPr>
    </p:bg>
    <p:spTree>
      <p:nvGrpSpPr>
        <p:cNvPr id="1" name="Shape 321"/>
        <p:cNvGrpSpPr/>
        <p:nvPr/>
      </p:nvGrpSpPr>
      <p:grpSpPr>
        <a:xfrm>
          <a:off x="0" y="0"/>
          <a:ext cx="0" cy="0"/>
          <a:chOff x="0" y="0"/>
          <a:chExt cx="0" cy="0"/>
        </a:xfrm>
      </p:grpSpPr>
      <p:sp>
        <p:nvSpPr>
          <p:cNvPr id="322" name="Google Shape;322;p13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3" name="Google Shape;323;p13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D. Blank">
  <p:cSld name="D. Blank">
    <p:bg>
      <p:bgPr>
        <a:solidFill>
          <a:schemeClr val="lt1"/>
        </a:solidFill>
        <a:effectLst/>
      </p:bgPr>
    </p:bg>
    <p:spTree>
      <p:nvGrpSpPr>
        <p:cNvPr id="1" name="Shape 324"/>
        <p:cNvGrpSpPr/>
        <p:nvPr/>
      </p:nvGrpSpPr>
      <p:grpSpPr>
        <a:xfrm>
          <a:off x="0" y="0"/>
          <a:ext cx="0" cy="0"/>
          <a:chOff x="0" y="0"/>
          <a:chExt cx="0" cy="0"/>
        </a:xfrm>
      </p:grpSpPr>
      <p:sp>
        <p:nvSpPr>
          <p:cNvPr id="325" name="Google Shape;325;p13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D. Layout guide">
  <p:cSld name="D. Layout guide">
    <p:spTree>
      <p:nvGrpSpPr>
        <p:cNvPr id="1" name="Shape 326"/>
        <p:cNvGrpSpPr/>
        <p:nvPr/>
      </p:nvGrpSpPr>
      <p:grpSpPr>
        <a:xfrm>
          <a:off x="0" y="0"/>
          <a:ext cx="0" cy="0"/>
          <a:chOff x="0" y="0"/>
          <a:chExt cx="0" cy="0"/>
        </a:xfrm>
      </p:grpSpPr>
      <p:grpSp>
        <p:nvGrpSpPr>
          <p:cNvPr id="327" name="Google Shape;327;p132"/>
          <p:cNvGrpSpPr/>
          <p:nvPr/>
        </p:nvGrpSpPr>
        <p:grpSpPr>
          <a:xfrm>
            <a:off x="-600" y="-1"/>
            <a:ext cx="12193800" cy="6858001"/>
            <a:chOff x="-600" y="-1"/>
            <a:chExt cx="12193800" cy="6858001"/>
          </a:xfrm>
        </p:grpSpPr>
        <p:sp>
          <p:nvSpPr>
            <p:cNvPr id="328" name="Google Shape;328;p132"/>
            <p:cNvSpPr/>
            <p:nvPr/>
          </p:nvSpPr>
          <p:spPr>
            <a:xfrm>
              <a:off x="0" y="-1"/>
              <a:ext cx="12193200" cy="6858000"/>
            </a:xfrm>
            <a:custGeom>
              <a:avLst/>
              <a:gdLst/>
              <a:ahLst/>
              <a:cxnLst/>
              <a:rect l="l" t="t" r="r" b="b"/>
              <a:pathLst>
                <a:path w="12193200" h="6858000" extrusionOk="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nvGrpSpPr>
            <p:cNvPr id="329" name="Google Shape;329;p132"/>
            <p:cNvGrpSpPr/>
            <p:nvPr/>
          </p:nvGrpSpPr>
          <p:grpSpPr>
            <a:xfrm>
              <a:off x="-600" y="622800"/>
              <a:ext cx="12193200" cy="5536800"/>
              <a:chOff x="12623800" y="622800"/>
              <a:chExt cx="11176000" cy="5536800"/>
            </a:xfrm>
          </p:grpSpPr>
          <p:cxnSp>
            <p:nvCxnSpPr>
              <p:cNvPr id="330" name="Google Shape;330;p132"/>
              <p:cNvCxnSpPr/>
              <p:nvPr/>
            </p:nvCxnSpPr>
            <p:spPr>
              <a:xfrm>
                <a:off x="12623800" y="6228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31" name="Google Shape;331;p132"/>
              <p:cNvCxnSpPr/>
              <p:nvPr/>
            </p:nvCxnSpPr>
            <p:spPr>
              <a:xfrm>
                <a:off x="12623800" y="91421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32" name="Google Shape;332;p132"/>
              <p:cNvCxnSpPr/>
              <p:nvPr/>
            </p:nvCxnSpPr>
            <p:spPr>
              <a:xfrm>
                <a:off x="12623800" y="120562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33" name="Google Shape;333;p132"/>
              <p:cNvCxnSpPr/>
              <p:nvPr/>
            </p:nvCxnSpPr>
            <p:spPr>
              <a:xfrm>
                <a:off x="12623800" y="1497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34" name="Google Shape;334;p132"/>
              <p:cNvCxnSpPr/>
              <p:nvPr/>
            </p:nvCxnSpPr>
            <p:spPr>
              <a:xfrm>
                <a:off x="12623800" y="178844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35" name="Google Shape;335;p132"/>
              <p:cNvCxnSpPr/>
              <p:nvPr/>
            </p:nvCxnSpPr>
            <p:spPr>
              <a:xfrm>
                <a:off x="12623800" y="207985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36" name="Google Shape;336;p132"/>
              <p:cNvCxnSpPr/>
              <p:nvPr/>
            </p:nvCxnSpPr>
            <p:spPr>
              <a:xfrm>
                <a:off x="12623800" y="237126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37" name="Google Shape;337;p132"/>
              <p:cNvCxnSpPr/>
              <p:nvPr/>
            </p:nvCxnSpPr>
            <p:spPr>
              <a:xfrm>
                <a:off x="12623800" y="266267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38" name="Google Shape;338;p132"/>
              <p:cNvCxnSpPr/>
              <p:nvPr/>
            </p:nvCxnSpPr>
            <p:spPr>
              <a:xfrm>
                <a:off x="12623800" y="295408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39" name="Google Shape;339;p132"/>
              <p:cNvCxnSpPr/>
              <p:nvPr/>
            </p:nvCxnSpPr>
            <p:spPr>
              <a:xfrm>
                <a:off x="12623800" y="3245499"/>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40" name="Google Shape;340;p132"/>
              <p:cNvCxnSpPr/>
              <p:nvPr/>
            </p:nvCxnSpPr>
            <p:spPr>
              <a:xfrm>
                <a:off x="12623800" y="353691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41" name="Google Shape;341;p132"/>
              <p:cNvCxnSpPr/>
              <p:nvPr/>
            </p:nvCxnSpPr>
            <p:spPr>
              <a:xfrm>
                <a:off x="12623800" y="382832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42" name="Google Shape;342;p132"/>
              <p:cNvCxnSpPr/>
              <p:nvPr/>
            </p:nvCxnSpPr>
            <p:spPr>
              <a:xfrm>
                <a:off x="12623800" y="411973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43" name="Google Shape;343;p132"/>
              <p:cNvCxnSpPr/>
              <p:nvPr/>
            </p:nvCxnSpPr>
            <p:spPr>
              <a:xfrm>
                <a:off x="12623800" y="4411143"/>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44" name="Google Shape;344;p132"/>
              <p:cNvCxnSpPr/>
              <p:nvPr/>
            </p:nvCxnSpPr>
            <p:spPr>
              <a:xfrm>
                <a:off x="12623800" y="470255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45" name="Google Shape;345;p132"/>
              <p:cNvCxnSpPr/>
              <p:nvPr/>
            </p:nvCxnSpPr>
            <p:spPr>
              <a:xfrm>
                <a:off x="12623800" y="499396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46" name="Google Shape;346;p132"/>
              <p:cNvCxnSpPr/>
              <p:nvPr/>
            </p:nvCxnSpPr>
            <p:spPr>
              <a:xfrm>
                <a:off x="12623800" y="528537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47" name="Google Shape;347;p132"/>
              <p:cNvCxnSpPr/>
              <p:nvPr/>
            </p:nvCxnSpPr>
            <p:spPr>
              <a:xfrm>
                <a:off x="12623800" y="557678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48" name="Google Shape;348;p132"/>
              <p:cNvCxnSpPr/>
              <p:nvPr/>
            </p:nvCxnSpPr>
            <p:spPr>
              <a:xfrm>
                <a:off x="12623800" y="586819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349" name="Google Shape;349;p132"/>
              <p:cNvCxnSpPr/>
              <p:nvPr/>
            </p:nvCxnSpPr>
            <p:spPr>
              <a:xfrm>
                <a:off x="12623800" y="6159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grpSp>
        <p:grpSp>
          <p:nvGrpSpPr>
            <p:cNvPr id="350" name="Google Shape;350;p132"/>
            <p:cNvGrpSpPr/>
            <p:nvPr/>
          </p:nvGrpSpPr>
          <p:grpSpPr>
            <a:xfrm>
              <a:off x="1277000" y="623550"/>
              <a:ext cx="9638000" cy="5537047"/>
              <a:chOff x="1277000" y="623550"/>
              <a:chExt cx="9638000" cy="5537047"/>
            </a:xfrm>
          </p:grpSpPr>
          <p:sp>
            <p:nvSpPr>
              <p:cNvPr id="351" name="Google Shape;351;p132"/>
              <p:cNvSpPr/>
              <p:nvPr/>
            </p:nvSpPr>
            <p:spPr>
              <a:xfrm>
                <a:off x="688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52" name="Google Shape;352;p132"/>
              <p:cNvSpPr/>
              <p:nvPr/>
            </p:nvSpPr>
            <p:spPr>
              <a:xfrm>
                <a:off x="875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53" name="Google Shape;353;p132"/>
              <p:cNvSpPr/>
              <p:nvPr/>
            </p:nvSpPr>
            <p:spPr>
              <a:xfrm>
                <a:off x="782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54" name="Google Shape;354;p132"/>
              <p:cNvSpPr/>
              <p:nvPr/>
            </p:nvSpPr>
            <p:spPr>
              <a:xfrm>
                <a:off x="969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55" name="Google Shape;355;p132"/>
              <p:cNvSpPr/>
              <p:nvPr/>
            </p:nvSpPr>
            <p:spPr>
              <a:xfrm>
                <a:off x="1062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56" name="Google Shape;356;p132"/>
              <p:cNvSpPr/>
              <p:nvPr/>
            </p:nvSpPr>
            <p:spPr>
              <a:xfrm>
                <a:off x="595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57" name="Google Shape;357;p132"/>
              <p:cNvSpPr/>
              <p:nvPr/>
            </p:nvSpPr>
            <p:spPr>
              <a:xfrm>
                <a:off x="127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58" name="Google Shape;358;p132"/>
              <p:cNvSpPr/>
              <p:nvPr/>
            </p:nvSpPr>
            <p:spPr>
              <a:xfrm>
                <a:off x="221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59" name="Google Shape;359;p132"/>
              <p:cNvSpPr/>
              <p:nvPr/>
            </p:nvSpPr>
            <p:spPr>
              <a:xfrm>
                <a:off x="314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60" name="Google Shape;360;p132"/>
              <p:cNvSpPr/>
              <p:nvPr/>
            </p:nvSpPr>
            <p:spPr>
              <a:xfrm>
                <a:off x="408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61" name="Google Shape;361;p132"/>
              <p:cNvSpPr/>
              <p:nvPr/>
            </p:nvSpPr>
            <p:spPr>
              <a:xfrm>
                <a:off x="501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sp>
          <p:nvSpPr>
            <p:cNvPr id="362" name="Google Shape;362;p132"/>
            <p:cNvSpPr/>
            <p:nvPr/>
          </p:nvSpPr>
          <p:spPr>
            <a:xfrm>
              <a:off x="-600" y="0"/>
              <a:ext cx="12193200" cy="6858000"/>
            </a:xfrm>
            <a:custGeom>
              <a:avLst/>
              <a:gdLst/>
              <a:ahLst/>
              <a:cxnLst/>
              <a:rect l="l" t="t" r="r" b="b"/>
              <a:pathLst>
                <a:path w="6026" h="3396" extrusionOk="0">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Trebuchet MS"/>
                <a:buNone/>
              </a:pPr>
              <a:endParaRPr sz="1800" b="0" i="0" u="none" strike="noStrike" cap="none">
                <a:solidFill>
                  <a:srgbClr val="575757"/>
                </a:solidFill>
                <a:latin typeface="Trebuchet MS"/>
                <a:ea typeface="Trebuchet MS"/>
                <a:cs typeface="Trebuchet MS"/>
                <a:sym typeface="Trebuchet MS"/>
              </a:endParaRPr>
            </a:p>
          </p:txBody>
        </p:sp>
        <p:sp>
          <p:nvSpPr>
            <p:cNvPr id="363" name="Google Shape;363;p132"/>
            <p:cNvSpPr/>
            <p:nvPr/>
          </p:nvSpPr>
          <p:spPr>
            <a:xfrm>
              <a:off x="629400" y="6159600"/>
              <a:ext cx="10933200" cy="378584"/>
            </a:xfrm>
            <a:prstGeom prst="rect">
              <a:avLst/>
            </a:prstGeom>
            <a:solidFill>
              <a:schemeClr val="accent3">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64" name="Google Shape;364;p132"/>
            <p:cNvSpPr/>
            <p:nvPr/>
          </p:nvSpPr>
          <p:spPr>
            <a:xfrm>
              <a:off x="629400" y="1497600"/>
              <a:ext cx="10932229" cy="583200"/>
            </a:xfrm>
            <a:prstGeom prst="rect">
              <a:avLst/>
            </a:prstGeom>
            <a:solidFill>
              <a:schemeClr val="accent3">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nvGrpSpPr>
            <p:cNvPr id="365" name="Google Shape;365;p132"/>
            <p:cNvGrpSpPr/>
            <p:nvPr/>
          </p:nvGrpSpPr>
          <p:grpSpPr>
            <a:xfrm>
              <a:off x="629400" y="5975122"/>
              <a:ext cx="10933200" cy="79536"/>
              <a:chOff x="629400" y="5975122"/>
              <a:chExt cx="10933200" cy="79536"/>
            </a:xfrm>
          </p:grpSpPr>
          <p:sp>
            <p:nvSpPr>
              <p:cNvPr id="366" name="Google Shape;366;p132"/>
              <p:cNvSpPr/>
              <p:nvPr/>
            </p:nvSpPr>
            <p:spPr>
              <a:xfrm>
                <a:off x="2880128" y="5975122"/>
                <a:ext cx="1930288"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67" name="Google Shape;367;p132"/>
              <p:cNvSpPr/>
              <p:nvPr/>
            </p:nvSpPr>
            <p:spPr>
              <a:xfrm>
                <a:off x="9626194" y="5975122"/>
                <a:ext cx="1936406"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68" name="Google Shape;368;p132"/>
              <p:cNvSpPr/>
              <p:nvPr/>
            </p:nvSpPr>
            <p:spPr>
              <a:xfrm>
                <a:off x="7372407" y="5975122"/>
                <a:ext cx="1936406"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69" name="Google Shape;369;p132"/>
              <p:cNvSpPr/>
              <p:nvPr/>
            </p:nvSpPr>
            <p:spPr>
              <a:xfrm>
                <a:off x="5127797" y="5975122"/>
                <a:ext cx="1927229"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370" name="Google Shape;370;p132"/>
              <p:cNvSpPr/>
              <p:nvPr/>
            </p:nvSpPr>
            <p:spPr>
              <a:xfrm>
                <a:off x="629400" y="5975122"/>
                <a:ext cx="1933347"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sp>
          <p:nvSpPr>
            <p:cNvPr id="371" name="Google Shape;371;p132"/>
            <p:cNvSpPr/>
            <p:nvPr/>
          </p:nvSpPr>
          <p:spPr>
            <a:xfrm>
              <a:off x="629400" y="2080801"/>
              <a:ext cx="10933200" cy="4078800"/>
            </a:xfrm>
            <a:custGeom>
              <a:avLst/>
              <a:gdLst/>
              <a:ahLst/>
              <a:cxnLst/>
              <a:rect l="l" t="t" r="r" b="b"/>
              <a:pathLst>
                <a:path w="10931999" h="5537797" extrusionOk="0">
                  <a:moveTo>
                    <a:pt x="0" y="0"/>
                  </a:moveTo>
                  <a:lnTo>
                    <a:pt x="10931999" y="0"/>
                  </a:lnTo>
                  <a:lnTo>
                    <a:pt x="10931999" y="5537797"/>
                  </a:lnTo>
                  <a:lnTo>
                    <a:pt x="0" y="5537797"/>
                  </a:lnTo>
                  <a:close/>
                </a:path>
              </a:pathLst>
            </a:custGeom>
            <a:noFill/>
            <a:ln w="9525" cap="flat" cmpd="sng">
              <a:solidFill>
                <a:srgbClr val="E71C57">
                  <a:alpha val="33725"/>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372" name="Google Shape;372;p132"/>
            <p:cNvSpPr txBox="1"/>
            <p:nvPr/>
          </p:nvSpPr>
          <p:spPr>
            <a:xfrm>
              <a:off x="630000" y="6144442"/>
              <a:ext cx="9030914" cy="415498"/>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1. xxxx  2. xxxx  3. List footnotes in numerical order. Footnote numbers are not bracketed. Use 10pt font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Note: Do not put a period at the end of the note or the source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Source: Include a source for every chart that you use. Separate sources with a semicolon; BCG-related sources go at the end</a:t>
              </a:r>
              <a:endParaRPr sz="1400" b="0" i="0" u="none" strike="noStrike" cap="none">
                <a:solidFill>
                  <a:srgbClr val="000000"/>
                </a:solidFill>
                <a:latin typeface="Arial"/>
                <a:ea typeface="Arial"/>
                <a:cs typeface="Arial"/>
                <a:sym typeface="Arial"/>
              </a:endParaRPr>
            </a:p>
          </p:txBody>
        </p:sp>
      </p:grpSp>
      <p:sp>
        <p:nvSpPr>
          <p:cNvPr id="373" name="Google Shape;373;p13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Agenda Section Header Overview">
  <p:cSld name="Agenda Section Header Overview">
    <p:bg>
      <p:bgPr>
        <a:gradFill>
          <a:gsLst>
            <a:gs pos="0">
              <a:schemeClr val="dk2"/>
            </a:gs>
            <a:gs pos="100000">
              <a:schemeClr val="accent2"/>
            </a:gs>
          </a:gsLst>
          <a:lin ang="8100000" scaled="0"/>
        </a:gradFill>
        <a:effectLst/>
      </p:bgPr>
    </p:bg>
    <p:spTree>
      <p:nvGrpSpPr>
        <p:cNvPr id="1" name="Shape 374"/>
        <p:cNvGrpSpPr/>
        <p:nvPr/>
      </p:nvGrpSpPr>
      <p:grpSpPr>
        <a:xfrm>
          <a:off x="0" y="0"/>
          <a:ext cx="0" cy="0"/>
          <a:chOff x="0" y="0"/>
          <a:chExt cx="0" cy="0"/>
        </a:xfrm>
      </p:grpSpPr>
      <p:sp>
        <p:nvSpPr>
          <p:cNvPr id="375" name="Google Shape;375;p133"/>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376" name="Google Shape;376;p133"/>
          <p:cNvSpPr txBox="1"/>
          <p:nvPr/>
        </p:nvSpPr>
        <p:spPr>
          <a:xfrm>
            <a:off x="630000" y="907199"/>
            <a:ext cx="3448800" cy="3488400"/>
          </a:xfrm>
          <a:prstGeom prst="rect">
            <a:avLst/>
          </a:prstGeom>
          <a:noFill/>
          <a:ln w="9525" cap="flat" cmpd="sng">
            <a:solidFill>
              <a:schemeClr val="lt1"/>
            </a:solidFill>
            <a:prstDash val="solid"/>
            <a:round/>
            <a:headEnd type="none" w="sm" len="sm"/>
            <a:tailEnd type="none" w="sm" len="sm"/>
          </a:ln>
        </p:spPr>
        <p:txBody>
          <a:bodyPr spcFirstLastPara="1" wrap="square" lIns="612000" tIns="468000" rIns="0" bIns="0" anchor="t" anchorCtr="0">
            <a:spAutoFit/>
          </a:bodyPr>
          <a:lstStyle/>
          <a:p>
            <a:pPr marL="0" marR="0" lvl="0" indent="0" algn="l" rtl="0">
              <a:lnSpc>
                <a:spcPct val="90000"/>
              </a:lnSpc>
              <a:spcBef>
                <a:spcPts val="0"/>
              </a:spcBef>
              <a:spcAft>
                <a:spcPts val="0"/>
              </a:spcAft>
              <a:buClr>
                <a:srgbClr val="000000"/>
              </a:buClr>
              <a:buSzPts val="5400"/>
              <a:buFont typeface="Arial"/>
              <a:buNone/>
            </a:pPr>
            <a:endParaRPr sz="5400" b="0" i="0" u="none" strike="noStrike" cap="none">
              <a:solidFill>
                <a:schemeClr val="lt1"/>
              </a:solidFill>
              <a:latin typeface="Trebuchet MS"/>
              <a:ea typeface="Trebuchet MS"/>
              <a:cs typeface="Trebuchet MS"/>
              <a:sym typeface="Trebuchet MS"/>
            </a:endParaRPr>
          </a:p>
        </p:txBody>
      </p:sp>
      <p:sp>
        <p:nvSpPr>
          <p:cNvPr id="377" name="Google Shape;377;p133"/>
          <p:cNvSpPr txBox="1"/>
          <p:nvPr/>
        </p:nvSpPr>
        <p:spPr>
          <a:xfrm>
            <a:off x="1109949" y="1115416"/>
            <a:ext cx="2488182" cy="896399"/>
          </a:xfrm>
          <a:prstGeom prst="rect">
            <a:avLst/>
          </a:prstGeom>
          <a:noFill/>
          <a:ln>
            <a:noFill/>
          </a:ln>
        </p:spPr>
        <p:txBody>
          <a:bodyPr spcFirstLastPara="1" wrap="square" lIns="91425" tIns="45700" rIns="91425" bIns="45700" anchor="t" anchorCtr="0">
            <a:spAutoFit/>
          </a:bodyPr>
          <a:lstStyle/>
          <a:p>
            <a:pPr marL="0" marR="0" lvl="0" indent="0" algn="ctr" rtl="0">
              <a:lnSpc>
                <a:spcPct val="95000"/>
              </a:lnSpc>
              <a:spcBef>
                <a:spcPts val="0"/>
              </a:spcBef>
              <a:spcAft>
                <a:spcPts val="0"/>
              </a:spcAft>
              <a:buClr>
                <a:srgbClr val="000000"/>
              </a:buClr>
              <a:buSzPts val="5400"/>
              <a:buFont typeface="Arial"/>
              <a:buNone/>
            </a:pPr>
            <a:r>
              <a:rPr lang="en-US" sz="5400" b="0" i="0" u="none" strike="noStrike" cap="none">
                <a:solidFill>
                  <a:schemeClr val="lt1"/>
                </a:solidFill>
                <a:latin typeface="Trebuchet MS"/>
                <a:ea typeface="Trebuchet MS"/>
                <a:cs typeface="Trebuchet MS"/>
                <a:sym typeface="Trebuchet MS"/>
              </a:rPr>
              <a:t>Agenda</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Agenda Section Header">
  <p:cSld name="Agenda Section Header">
    <p:bg>
      <p:bgPr>
        <a:gradFill>
          <a:gsLst>
            <a:gs pos="0">
              <a:schemeClr val="dk2"/>
            </a:gs>
            <a:gs pos="100000">
              <a:schemeClr val="accent2"/>
            </a:gs>
          </a:gsLst>
          <a:lin ang="8100000" scaled="0"/>
        </a:gradFill>
        <a:effectLst/>
      </p:bgPr>
    </p:bg>
    <p:spTree>
      <p:nvGrpSpPr>
        <p:cNvPr id="1" name="Shape 378"/>
        <p:cNvGrpSpPr/>
        <p:nvPr/>
      </p:nvGrpSpPr>
      <p:grpSpPr>
        <a:xfrm>
          <a:off x="0" y="0"/>
          <a:ext cx="0" cy="0"/>
          <a:chOff x="0" y="0"/>
          <a:chExt cx="0" cy="0"/>
        </a:xfrm>
      </p:grpSpPr>
      <p:sp>
        <p:nvSpPr>
          <p:cNvPr id="379" name="Google Shape;379;p134"/>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380" name="Google Shape;380;p134"/>
          <p:cNvSpPr/>
          <p:nvPr/>
        </p:nvSpPr>
        <p:spPr>
          <a:xfrm>
            <a:off x="1284743" y="1428131"/>
            <a:ext cx="947672" cy="947672"/>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381" name="Google Shape;381;p134"/>
          <p:cNvSpPr/>
          <p:nvPr/>
        </p:nvSpPr>
        <p:spPr>
          <a:xfrm>
            <a:off x="1285200" y="2667600"/>
            <a:ext cx="9619200" cy="3200400"/>
          </a:xfrm>
          <a:prstGeom prst="rect">
            <a:avLst/>
          </a:prstGeom>
          <a:noFill/>
          <a:ln w="952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rgbClr val="FFFFF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Agenda Full Width Overview">
  <p:cSld name="Agenda Full Width Overview">
    <p:bg>
      <p:bgPr>
        <a:gradFill>
          <a:gsLst>
            <a:gs pos="0">
              <a:schemeClr val="dk2"/>
            </a:gs>
            <a:gs pos="100000">
              <a:schemeClr val="accent2"/>
            </a:gs>
          </a:gsLst>
          <a:lin ang="8100000" scaled="0"/>
        </a:gradFill>
        <a:effectLst/>
      </p:bgPr>
    </p:bg>
    <p:spTree>
      <p:nvGrpSpPr>
        <p:cNvPr id="1" name="Shape 382"/>
        <p:cNvGrpSpPr/>
        <p:nvPr/>
      </p:nvGrpSpPr>
      <p:grpSpPr>
        <a:xfrm>
          <a:off x="0" y="0"/>
          <a:ext cx="0" cy="0"/>
          <a:chOff x="0" y="0"/>
          <a:chExt cx="0" cy="0"/>
        </a:xfrm>
      </p:grpSpPr>
      <p:sp>
        <p:nvSpPr>
          <p:cNvPr id="383" name="Google Shape;383;p135"/>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384" name="Google Shape;384;p135"/>
          <p:cNvSpPr txBox="1"/>
          <p:nvPr/>
        </p:nvSpPr>
        <p:spPr>
          <a:xfrm>
            <a:off x="630000" y="622800"/>
            <a:ext cx="7189998" cy="4708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lt1"/>
              </a:buClr>
              <a:buSzPts val="3400"/>
              <a:buFont typeface="Trebuchet MS"/>
              <a:buNone/>
            </a:pPr>
            <a:r>
              <a:rPr lang="en-US" sz="3400" b="0" i="0" u="none" strike="noStrike" cap="none">
                <a:solidFill>
                  <a:schemeClr val="lt1"/>
                </a:solidFill>
                <a:latin typeface="Trebuchet MS"/>
                <a:ea typeface="Trebuchet MS"/>
                <a:cs typeface="Trebuchet MS"/>
                <a:sym typeface="Trebuchet MS"/>
              </a:rPr>
              <a:t>Agenda</a:t>
            </a:r>
            <a:endParaRPr sz="1400" b="0" i="0" u="none" strike="noStrike" cap="none">
              <a:solidFill>
                <a:srgbClr val="000000"/>
              </a:solidFill>
              <a:latin typeface="Arial"/>
              <a:ea typeface="Arial"/>
              <a:cs typeface="Arial"/>
              <a:sym typeface="Arial"/>
            </a:endParaRPr>
          </a:p>
        </p:txBody>
      </p:sp>
      <p:cxnSp>
        <p:nvCxnSpPr>
          <p:cNvPr id="385" name="Google Shape;385;p135"/>
          <p:cNvCxnSpPr/>
          <p:nvPr/>
        </p:nvCxnSpPr>
        <p:spPr>
          <a:xfrm>
            <a:off x="618898" y="1206000"/>
            <a:ext cx="11576304"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Agenda Two-Thirds">
  <p:cSld name="Agenda Two-Thirds">
    <p:bg>
      <p:bgPr>
        <a:gradFill>
          <a:gsLst>
            <a:gs pos="0">
              <a:schemeClr val="dk2"/>
            </a:gs>
            <a:gs pos="100000">
              <a:schemeClr val="accent2"/>
            </a:gs>
          </a:gsLst>
          <a:lin ang="8100000" scaled="0"/>
        </a:gradFill>
        <a:effectLst/>
      </p:bgPr>
    </p:bg>
    <p:spTree>
      <p:nvGrpSpPr>
        <p:cNvPr id="1" name="Shape 386"/>
        <p:cNvGrpSpPr/>
        <p:nvPr/>
      </p:nvGrpSpPr>
      <p:grpSpPr>
        <a:xfrm>
          <a:off x="0" y="0"/>
          <a:ext cx="0" cy="0"/>
          <a:chOff x="0" y="0"/>
          <a:chExt cx="0" cy="0"/>
        </a:xfrm>
      </p:grpSpPr>
      <p:pic>
        <p:nvPicPr>
          <p:cNvPr id="387" name="Google Shape;387;p136"/>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388" name="Google Shape;388;p136"/>
          <p:cNvSpPr/>
          <p:nvPr/>
        </p:nvSpPr>
        <p:spPr>
          <a:xfrm>
            <a:off x="4080763" y="-1309"/>
            <a:ext cx="8111237" cy="6859309"/>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389" name="Google Shape;389;p13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
        <p:nvSpPr>
          <p:cNvPr id="390" name="Google Shape;390;p136"/>
          <p:cNvSpPr txBox="1"/>
          <p:nvPr/>
        </p:nvSpPr>
        <p:spPr>
          <a:xfrm>
            <a:off x="630000" y="3207715"/>
            <a:ext cx="1547143" cy="4431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0" i="0" u="none" strike="noStrike" cap="none">
                <a:solidFill>
                  <a:schemeClr val="lt1"/>
                </a:solidFill>
                <a:latin typeface="Trebuchet MS"/>
                <a:ea typeface="Trebuchet MS"/>
                <a:cs typeface="Trebuchet MS"/>
                <a:sym typeface="Trebuchet MS"/>
              </a:rPr>
              <a:t>Agenda</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Agenda D. Section Header Overview">
  <p:cSld name="Agenda D. Section Header Overview">
    <p:bg>
      <p:bgPr>
        <a:solidFill>
          <a:schemeClr val="lt1"/>
        </a:solidFill>
        <a:effectLst/>
      </p:bgPr>
    </p:bg>
    <p:spTree>
      <p:nvGrpSpPr>
        <p:cNvPr id="1" name="Shape 391"/>
        <p:cNvGrpSpPr/>
        <p:nvPr/>
      </p:nvGrpSpPr>
      <p:grpSpPr>
        <a:xfrm>
          <a:off x="0" y="0"/>
          <a:ext cx="0" cy="0"/>
          <a:chOff x="0" y="0"/>
          <a:chExt cx="0" cy="0"/>
        </a:xfrm>
      </p:grpSpPr>
      <p:sp>
        <p:nvSpPr>
          <p:cNvPr id="392" name="Google Shape;392;p137"/>
          <p:cNvSpPr/>
          <p:nvPr/>
        </p:nvSpPr>
        <p:spPr>
          <a:xfrm>
            <a:off x="1388145" y="4691187"/>
            <a:ext cx="929337" cy="995874"/>
          </a:xfrm>
          <a:prstGeom prst="rect">
            <a:avLst/>
          </a:prstGeom>
          <a:noFill/>
          <a:ln w="9525" cap="flat" cmpd="sng">
            <a:solidFill>
              <a:schemeClr val="accent4"/>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95000"/>
              </a:lnSpc>
              <a:spcBef>
                <a:spcPts val="0"/>
              </a:spcBef>
              <a:spcAft>
                <a:spcPts val="0"/>
              </a:spcAft>
              <a:buClr>
                <a:srgbClr val="000000"/>
              </a:buClr>
              <a:buSzPts val="2000"/>
              <a:buFont typeface="Arial"/>
              <a:buNone/>
            </a:pPr>
            <a:endParaRPr sz="2000" b="0" i="0" u="none" strike="noStrike" cap="none">
              <a:solidFill>
                <a:srgbClr val="FFFFFF"/>
              </a:solidFill>
              <a:latin typeface="Trebuchet MS"/>
              <a:ea typeface="Trebuchet MS"/>
              <a:cs typeface="Trebuchet MS"/>
              <a:sym typeface="Trebuchet MS"/>
            </a:endParaRPr>
          </a:p>
        </p:txBody>
      </p:sp>
      <p:sp>
        <p:nvSpPr>
          <p:cNvPr id="393" name="Google Shape;393;p137"/>
          <p:cNvSpPr/>
          <p:nvPr/>
        </p:nvSpPr>
        <p:spPr>
          <a:xfrm>
            <a:off x="2509482" y="4691187"/>
            <a:ext cx="1570152" cy="1468176"/>
          </a:xfrm>
          <a:prstGeom prst="rect">
            <a:avLst/>
          </a:prstGeom>
          <a:noFill/>
          <a:ln w="9525" cap="flat" cmpd="sng">
            <a:solidFill>
              <a:schemeClr val="accent4"/>
            </a:solidFill>
            <a:prstDash val="solid"/>
            <a:miter lim="800000"/>
            <a:headEnd type="none" w="sm" len="sm"/>
            <a:tailEnd type="none" w="sm" len="sm"/>
          </a:ln>
        </p:spPr>
        <p:txBody>
          <a:bodyPr spcFirstLastPara="1" wrap="square" lIns="182875" tIns="180000" rIns="182875" bIns="182875" anchor="t" anchorCtr="0">
            <a:noAutofit/>
          </a:bodyPr>
          <a:lstStyle/>
          <a:p>
            <a:pPr marL="0" marR="0" lvl="0" indent="0" algn="l" rtl="0">
              <a:lnSpc>
                <a:spcPct val="95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394" name="Google Shape;394;p137"/>
          <p:cNvSpPr txBox="1"/>
          <p:nvPr/>
        </p:nvSpPr>
        <p:spPr>
          <a:xfrm>
            <a:off x="630000" y="907198"/>
            <a:ext cx="3448800" cy="3488400"/>
          </a:xfrm>
          <a:prstGeom prst="rect">
            <a:avLst/>
          </a:prstGeom>
          <a:noFill/>
          <a:ln w="9525" cap="flat" cmpd="sng">
            <a:solidFill>
              <a:schemeClr val="accent4"/>
            </a:solidFill>
            <a:prstDash val="solid"/>
            <a:round/>
            <a:headEnd type="none" w="sm" len="sm"/>
            <a:tailEnd type="none" w="sm" len="sm"/>
          </a:ln>
        </p:spPr>
        <p:txBody>
          <a:bodyPr spcFirstLastPara="1" wrap="square" lIns="612000" tIns="468000" rIns="0" bIns="0" anchor="t" anchorCtr="0">
            <a:spAutoFit/>
          </a:bodyPr>
          <a:lstStyle/>
          <a:p>
            <a:pPr marL="0" marR="0" lvl="0" indent="0" algn="l" rtl="0">
              <a:lnSpc>
                <a:spcPct val="90000"/>
              </a:lnSpc>
              <a:spcBef>
                <a:spcPts val="0"/>
              </a:spcBef>
              <a:spcAft>
                <a:spcPts val="0"/>
              </a:spcAft>
              <a:buClr>
                <a:srgbClr val="000000"/>
              </a:buClr>
              <a:buSzPts val="5400"/>
              <a:buFont typeface="Arial"/>
              <a:buNone/>
            </a:pPr>
            <a:endParaRPr sz="5400" b="0" i="0" u="none" strike="noStrike" cap="none">
              <a:solidFill>
                <a:schemeClr val="accent4"/>
              </a:solidFill>
              <a:latin typeface="Trebuchet MS"/>
              <a:ea typeface="Trebuchet MS"/>
              <a:cs typeface="Trebuchet MS"/>
              <a:sym typeface="Trebuchet MS"/>
            </a:endParaRPr>
          </a:p>
        </p:txBody>
      </p:sp>
      <p:sp>
        <p:nvSpPr>
          <p:cNvPr id="395" name="Google Shape;395;p137"/>
          <p:cNvSpPr txBox="1"/>
          <p:nvPr/>
        </p:nvSpPr>
        <p:spPr>
          <a:xfrm>
            <a:off x="1109949" y="1115416"/>
            <a:ext cx="2488182" cy="896399"/>
          </a:xfrm>
          <a:prstGeom prst="rect">
            <a:avLst/>
          </a:prstGeom>
          <a:noFill/>
          <a:ln>
            <a:noFill/>
          </a:ln>
        </p:spPr>
        <p:txBody>
          <a:bodyPr spcFirstLastPara="1" wrap="square" lIns="91425" tIns="45700" rIns="91425" bIns="45700" anchor="t" anchorCtr="0">
            <a:spAutoFit/>
          </a:bodyPr>
          <a:lstStyle/>
          <a:p>
            <a:pPr marL="0" marR="0" lvl="0" indent="0" algn="ctr" rtl="0">
              <a:lnSpc>
                <a:spcPct val="95000"/>
              </a:lnSpc>
              <a:spcBef>
                <a:spcPts val="0"/>
              </a:spcBef>
              <a:spcAft>
                <a:spcPts val="0"/>
              </a:spcAft>
              <a:buClr>
                <a:srgbClr val="000000"/>
              </a:buClr>
              <a:buSzPts val="5400"/>
              <a:buFont typeface="Arial"/>
              <a:buNone/>
            </a:pPr>
            <a:r>
              <a:rPr lang="en-US" sz="5400" b="0" i="0" u="none" strike="noStrike" cap="none">
                <a:solidFill>
                  <a:schemeClr val="accent4"/>
                </a:solidFill>
                <a:latin typeface="Trebuchet MS"/>
                <a:ea typeface="Trebuchet MS"/>
                <a:cs typeface="Trebuchet MS"/>
                <a:sym typeface="Trebuchet MS"/>
              </a:rPr>
              <a:t>Agenda</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Agenda D. Section Header">
  <p:cSld name="Agenda D. Section Header">
    <p:bg>
      <p:bgPr>
        <a:solidFill>
          <a:schemeClr val="lt1"/>
        </a:solidFill>
        <a:effectLst/>
      </p:bgPr>
    </p:bg>
    <p:spTree>
      <p:nvGrpSpPr>
        <p:cNvPr id="1" name="Shape 396"/>
        <p:cNvGrpSpPr/>
        <p:nvPr/>
      </p:nvGrpSpPr>
      <p:grpSpPr>
        <a:xfrm>
          <a:off x="0" y="0"/>
          <a:ext cx="0" cy="0"/>
          <a:chOff x="0" y="0"/>
          <a:chExt cx="0" cy="0"/>
        </a:xfrm>
      </p:grpSpPr>
      <p:sp>
        <p:nvSpPr>
          <p:cNvPr id="397" name="Google Shape;397;p138"/>
          <p:cNvSpPr/>
          <p:nvPr/>
        </p:nvSpPr>
        <p:spPr>
          <a:xfrm>
            <a:off x="1284743" y="1428131"/>
            <a:ext cx="947672" cy="947672"/>
          </a:xfrm>
          <a:prstGeom prst="rect">
            <a:avLst/>
          </a:prstGeom>
          <a:no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398" name="Google Shape;398;p138"/>
          <p:cNvSpPr/>
          <p:nvPr/>
        </p:nvSpPr>
        <p:spPr>
          <a:xfrm>
            <a:off x="1285200" y="2667600"/>
            <a:ext cx="9619200" cy="3200400"/>
          </a:xfrm>
          <a:prstGeom prst="rect">
            <a:avLst/>
          </a:prstGeom>
          <a:noFill/>
          <a:ln w="9525" cap="flat" cmpd="sng">
            <a:solidFill>
              <a:schemeClr val="accent4"/>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rgbClr val="FFFFF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Agenda D. Full Width Overview">
  <p:cSld name="Agenda D. Full Width Overview">
    <p:bg>
      <p:bgPr>
        <a:solidFill>
          <a:schemeClr val="lt1"/>
        </a:solidFill>
        <a:effectLst/>
      </p:bgPr>
    </p:bg>
    <p:spTree>
      <p:nvGrpSpPr>
        <p:cNvPr id="1" name="Shape 399"/>
        <p:cNvGrpSpPr/>
        <p:nvPr/>
      </p:nvGrpSpPr>
      <p:grpSpPr>
        <a:xfrm>
          <a:off x="0" y="0"/>
          <a:ext cx="0" cy="0"/>
          <a:chOff x="0" y="0"/>
          <a:chExt cx="0" cy="0"/>
        </a:xfrm>
      </p:grpSpPr>
      <p:sp>
        <p:nvSpPr>
          <p:cNvPr id="400" name="Google Shape;400;p139"/>
          <p:cNvSpPr txBox="1"/>
          <p:nvPr/>
        </p:nvSpPr>
        <p:spPr>
          <a:xfrm>
            <a:off x="630000" y="622800"/>
            <a:ext cx="7189998" cy="4708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accent4"/>
              </a:buClr>
              <a:buSzPts val="3400"/>
              <a:buFont typeface="Trebuchet MS"/>
              <a:buNone/>
            </a:pPr>
            <a:r>
              <a:rPr lang="en-US" sz="3400" b="0" i="0" u="none" strike="noStrike" cap="none">
                <a:solidFill>
                  <a:schemeClr val="accent4"/>
                </a:solidFill>
                <a:latin typeface="Trebuchet MS"/>
                <a:ea typeface="Trebuchet MS"/>
                <a:cs typeface="Trebuchet MS"/>
                <a:sym typeface="Trebuchet MS"/>
              </a:rPr>
              <a:t>Agenda</a:t>
            </a:r>
            <a:endParaRPr sz="1400" b="0" i="0" u="none" strike="noStrike" cap="none">
              <a:solidFill>
                <a:srgbClr val="000000"/>
              </a:solidFill>
              <a:latin typeface="Arial"/>
              <a:ea typeface="Arial"/>
              <a:cs typeface="Arial"/>
              <a:sym typeface="Arial"/>
            </a:endParaRPr>
          </a:p>
        </p:txBody>
      </p:sp>
      <p:cxnSp>
        <p:nvCxnSpPr>
          <p:cNvPr id="401" name="Google Shape;401;p139"/>
          <p:cNvCxnSpPr/>
          <p:nvPr/>
        </p:nvCxnSpPr>
        <p:spPr>
          <a:xfrm>
            <a:off x="618898" y="1206000"/>
            <a:ext cx="11576304" cy="0"/>
          </a:xfrm>
          <a:prstGeom prst="straightConnector1">
            <a:avLst/>
          </a:prstGeom>
          <a:noFill/>
          <a:ln w="9525" cap="flat" cmpd="sng">
            <a:solidFill>
              <a:schemeClr val="accent4"/>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Agenda D. Two-Thirds">
  <p:cSld name="Agenda D. Two-Thirds">
    <p:bg>
      <p:bgPr>
        <a:gradFill>
          <a:gsLst>
            <a:gs pos="0">
              <a:schemeClr val="dk2"/>
            </a:gs>
            <a:gs pos="100000">
              <a:schemeClr val="accent2"/>
            </a:gs>
          </a:gsLst>
          <a:lin ang="8100000" scaled="0"/>
        </a:gradFill>
        <a:effectLst/>
      </p:bgPr>
    </p:bg>
    <p:spTree>
      <p:nvGrpSpPr>
        <p:cNvPr id="1" name="Shape 402"/>
        <p:cNvGrpSpPr/>
        <p:nvPr/>
      </p:nvGrpSpPr>
      <p:grpSpPr>
        <a:xfrm>
          <a:off x="0" y="0"/>
          <a:ext cx="0" cy="0"/>
          <a:chOff x="0" y="0"/>
          <a:chExt cx="0" cy="0"/>
        </a:xfrm>
      </p:grpSpPr>
      <p:pic>
        <p:nvPicPr>
          <p:cNvPr id="403" name="Google Shape;403;p140"/>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404" name="Google Shape;404;p140"/>
          <p:cNvSpPr/>
          <p:nvPr/>
        </p:nvSpPr>
        <p:spPr>
          <a:xfrm>
            <a:off x="4080763" y="-1309"/>
            <a:ext cx="8111237" cy="6859309"/>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405" name="Google Shape;405;p14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
        <p:nvSpPr>
          <p:cNvPr id="406" name="Google Shape;406;p140"/>
          <p:cNvSpPr txBox="1"/>
          <p:nvPr/>
        </p:nvSpPr>
        <p:spPr>
          <a:xfrm>
            <a:off x="630000" y="3262145"/>
            <a:ext cx="1161047" cy="332399"/>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US" sz="2400" b="0" i="0" u="none" strike="noStrike" cap="none">
                <a:solidFill>
                  <a:schemeClr val="lt1"/>
                </a:solidFill>
                <a:latin typeface="Trebuchet MS"/>
                <a:ea typeface="Trebuchet MS"/>
                <a:cs typeface="Trebuchet MS"/>
                <a:sym typeface="Trebuchet MS"/>
              </a:rPr>
              <a:t>Agenda</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Agenda D. Table of Contents">
  <p:cSld name="Agenda D. Table of Contents">
    <p:bg>
      <p:bgPr>
        <a:gradFill>
          <a:gsLst>
            <a:gs pos="0">
              <a:schemeClr val="dk2"/>
            </a:gs>
            <a:gs pos="100000">
              <a:schemeClr val="accent2"/>
            </a:gs>
          </a:gsLst>
          <a:lin ang="8100000" scaled="0"/>
        </a:gradFill>
        <a:effectLst/>
      </p:bgPr>
    </p:bg>
    <p:spTree>
      <p:nvGrpSpPr>
        <p:cNvPr id="1" name="Shape 407"/>
        <p:cNvGrpSpPr/>
        <p:nvPr/>
      </p:nvGrpSpPr>
      <p:grpSpPr>
        <a:xfrm>
          <a:off x="0" y="0"/>
          <a:ext cx="0" cy="0"/>
          <a:chOff x="0" y="0"/>
          <a:chExt cx="0" cy="0"/>
        </a:xfrm>
      </p:grpSpPr>
      <p:pic>
        <p:nvPicPr>
          <p:cNvPr id="408" name="Google Shape;408;p141"/>
          <p:cNvPicPr preferRelativeResize="0"/>
          <p:nvPr/>
        </p:nvPicPr>
        <p:blipFill rotWithShape="1">
          <a:blip r:embed="rId2">
            <a:alphaModFix/>
          </a:blip>
          <a:srcRect/>
          <a:stretch/>
        </p:blipFill>
        <p:spPr>
          <a:xfrm>
            <a:off x="3108638" y="3594368"/>
            <a:ext cx="1365250" cy="3382962"/>
          </a:xfrm>
          <a:prstGeom prst="rect">
            <a:avLst/>
          </a:prstGeom>
          <a:noFill/>
          <a:ln>
            <a:noFill/>
          </a:ln>
        </p:spPr>
      </p:pic>
      <p:sp>
        <p:nvSpPr>
          <p:cNvPr id="409" name="Google Shape;409;p141"/>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410" name="Google Shape;410;p141"/>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411" name="Google Shape;411;p141"/>
          <p:cNvSpPr txBox="1"/>
          <p:nvPr/>
        </p:nvSpPr>
        <p:spPr>
          <a:xfrm>
            <a:off x="630000" y="2577934"/>
            <a:ext cx="2819400" cy="1761764"/>
          </a:xfrm>
          <a:prstGeom prst="rect">
            <a:avLst/>
          </a:prstGeom>
          <a:noFill/>
          <a:ln>
            <a:noFill/>
          </a:ln>
        </p:spPr>
        <p:txBody>
          <a:bodyPr spcFirstLastPara="1" wrap="square" lIns="0" tIns="0" rIns="0" bIns="0" anchor="ctr" anchorCtr="0">
            <a:spAutoFit/>
          </a:bodyPr>
          <a:lstStyle/>
          <a:p>
            <a:pPr marL="0" marR="0" lvl="0" indent="0" algn="l" rtl="0">
              <a:lnSpc>
                <a:spcPct val="106000"/>
              </a:lnSpc>
              <a:spcBef>
                <a:spcPts val="0"/>
              </a:spcBef>
              <a:spcAft>
                <a:spcPts val="0"/>
              </a:spcAft>
              <a:buClr>
                <a:schemeClr val="dk2"/>
              </a:buClr>
              <a:buSzPts val="5400"/>
              <a:buFont typeface="Trebuchet MS"/>
              <a:buNone/>
            </a:pPr>
            <a:r>
              <a:rPr lang="en-US" sz="5400" b="0" i="0" u="none" strike="noStrike" cap="none">
                <a:solidFill>
                  <a:schemeClr val="dk2"/>
                </a:solidFill>
                <a:latin typeface="Trebuchet MS"/>
                <a:ea typeface="Trebuchet MS"/>
                <a:cs typeface="Trebuchet MS"/>
                <a:sym typeface="Trebuchet MS"/>
              </a:rPr>
              <a:t>Table of contents</a:t>
            </a:r>
            <a:endParaRPr sz="1400" b="0" i="0" u="none" strike="noStrike" cap="none">
              <a:solidFill>
                <a:srgbClr val="000000"/>
              </a:solidFill>
              <a:latin typeface="Arial"/>
              <a:ea typeface="Arial"/>
              <a:cs typeface="Arial"/>
              <a:sym typeface="Arial"/>
            </a:endParaRPr>
          </a:p>
        </p:txBody>
      </p:sp>
      <p:sp>
        <p:nvSpPr>
          <p:cNvPr id="412" name="Google Shape;412;p14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413"/>
        <p:cNvGrpSpPr/>
        <p:nvPr/>
      </p:nvGrpSpPr>
      <p:grpSpPr>
        <a:xfrm>
          <a:off x="0" y="0"/>
          <a:ext cx="0" cy="0"/>
          <a:chOff x="0" y="0"/>
          <a:chExt cx="0" cy="0"/>
        </a:xfrm>
      </p:grpSpPr>
      <p:sp>
        <p:nvSpPr>
          <p:cNvPr id="414" name="Google Shape;414;p142"/>
          <p:cNvSpPr txBox="1">
            <a:spLocks noGrp="1"/>
          </p:cNvSpPr>
          <p:nvPr>
            <p:ph type="ctrTitle"/>
          </p:nvPr>
        </p:nvSpPr>
        <p:spPr>
          <a:xfrm>
            <a:off x="1524000" y="1122363"/>
            <a:ext cx="9144000" cy="2387600"/>
          </a:xfrm>
          <a:prstGeom prst="rect">
            <a:avLst/>
          </a:prstGeom>
          <a:noFill/>
          <a:ln>
            <a:noFill/>
          </a:ln>
        </p:spPr>
        <p:txBody>
          <a:bodyPr spcFirstLastPara="1" wrap="square" lIns="0" tIns="0" rIns="0" bIns="0" anchor="b" anchorCtr="0">
            <a:spAutoFit/>
          </a:bodyPr>
          <a:lstStyle>
            <a:lvl1pPr lvl="0" algn="ctr">
              <a:lnSpc>
                <a:spcPct val="90000"/>
              </a:lnSpc>
              <a:spcBef>
                <a:spcPts val="0"/>
              </a:spcBef>
              <a:spcAft>
                <a:spcPts val="0"/>
              </a:spcAft>
              <a:buClr>
                <a:schemeClr val="dk2"/>
              </a:buClr>
              <a:buSzPts val="6000"/>
              <a:buFont typeface="Trebuchet M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5" name="Google Shape;415;p142"/>
          <p:cNvSpPr txBox="1">
            <a:spLocks noGrp="1"/>
          </p:cNvSpPr>
          <p:nvPr>
            <p:ph type="subTitle" idx="1"/>
          </p:nvPr>
        </p:nvSpPr>
        <p:spPr>
          <a:xfrm>
            <a:off x="1524000" y="3602038"/>
            <a:ext cx="9144000" cy="1655762"/>
          </a:xfrm>
          <a:prstGeom prst="rect">
            <a:avLst/>
          </a:prstGeom>
          <a:noFill/>
          <a:ln>
            <a:noFill/>
          </a:ln>
        </p:spPr>
        <p:txBody>
          <a:bodyPr spcFirstLastPara="1" wrap="square" lIns="0" tIns="0" rIns="0" bIns="0" anchor="t" anchorCtr="0">
            <a:noAutofit/>
          </a:bodyPr>
          <a:lstStyle>
            <a:lvl1pPr lvl="0" algn="ctr">
              <a:lnSpc>
                <a:spcPct val="110000"/>
              </a:lnSpc>
              <a:spcBef>
                <a:spcPts val="600"/>
              </a:spcBef>
              <a:spcAft>
                <a:spcPts val="0"/>
              </a:spcAft>
              <a:buClr>
                <a:schemeClr val="dk1"/>
              </a:buClr>
              <a:buSzPts val="2400"/>
              <a:buNone/>
              <a:defRPr sz="2400"/>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endParaRPr/>
          </a:p>
        </p:txBody>
      </p:sp>
      <p:sp>
        <p:nvSpPr>
          <p:cNvPr id="416" name="Google Shape;416;p14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7" name="Google Shape;417;p142"/>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418" name="Google Shape;418;p142"/>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575757"/>
              </a:buClr>
              <a:buSzPts val="1800"/>
              <a:buFont typeface="Trebuchet MS"/>
              <a:buNone/>
              <a:defRPr sz="1800" b="0" i="0" u="none" strike="noStrike" cap="none">
                <a:solidFill>
                  <a:srgbClr val="575757"/>
                </a:solidFill>
                <a:latin typeface="Trebuchet MS"/>
                <a:ea typeface="Trebuchet MS"/>
                <a:cs typeface="Trebuchet MS"/>
                <a:sym typeface="Trebuchet MS"/>
              </a:defRPr>
            </a:lvl1pPr>
            <a:lvl2pPr marL="0" marR="0" lvl="1" indent="0" algn="l" rtl="0">
              <a:lnSpc>
                <a:spcPct val="100000"/>
              </a:lnSpc>
              <a:spcBef>
                <a:spcPts val="0"/>
              </a:spcBef>
              <a:spcAft>
                <a:spcPts val="0"/>
              </a:spcAft>
              <a:buClr>
                <a:srgbClr val="575757"/>
              </a:buClr>
              <a:buSzPts val="1800"/>
              <a:buFont typeface="Trebuchet MS"/>
              <a:buNone/>
              <a:defRPr sz="1800" b="0" i="0" u="none" strike="noStrike" cap="none">
                <a:solidFill>
                  <a:srgbClr val="575757"/>
                </a:solidFill>
                <a:latin typeface="Trebuchet MS"/>
                <a:ea typeface="Trebuchet MS"/>
                <a:cs typeface="Trebuchet MS"/>
                <a:sym typeface="Trebuchet MS"/>
              </a:defRPr>
            </a:lvl2pPr>
            <a:lvl3pPr marL="0" marR="0" lvl="2" indent="0" algn="l" rtl="0">
              <a:lnSpc>
                <a:spcPct val="100000"/>
              </a:lnSpc>
              <a:spcBef>
                <a:spcPts val="0"/>
              </a:spcBef>
              <a:spcAft>
                <a:spcPts val="0"/>
              </a:spcAft>
              <a:buClr>
                <a:srgbClr val="575757"/>
              </a:buClr>
              <a:buSzPts val="1800"/>
              <a:buFont typeface="Trebuchet MS"/>
              <a:buNone/>
              <a:defRPr sz="1800" b="0" i="0" u="none" strike="noStrike" cap="none">
                <a:solidFill>
                  <a:srgbClr val="575757"/>
                </a:solidFill>
                <a:latin typeface="Trebuchet MS"/>
                <a:ea typeface="Trebuchet MS"/>
                <a:cs typeface="Trebuchet MS"/>
                <a:sym typeface="Trebuchet MS"/>
              </a:defRPr>
            </a:lvl3pPr>
            <a:lvl4pPr marL="0" marR="0" lvl="3" indent="0" algn="l" rtl="0">
              <a:lnSpc>
                <a:spcPct val="100000"/>
              </a:lnSpc>
              <a:spcBef>
                <a:spcPts val="0"/>
              </a:spcBef>
              <a:spcAft>
                <a:spcPts val="0"/>
              </a:spcAft>
              <a:buClr>
                <a:srgbClr val="575757"/>
              </a:buClr>
              <a:buSzPts val="1800"/>
              <a:buFont typeface="Trebuchet MS"/>
              <a:buNone/>
              <a:defRPr sz="1800" b="0" i="0" u="none" strike="noStrike" cap="none">
                <a:solidFill>
                  <a:srgbClr val="575757"/>
                </a:solidFill>
                <a:latin typeface="Trebuchet MS"/>
                <a:ea typeface="Trebuchet MS"/>
                <a:cs typeface="Trebuchet MS"/>
                <a:sym typeface="Trebuchet MS"/>
              </a:defRPr>
            </a:lvl4pPr>
            <a:lvl5pPr marL="0" marR="0" lvl="4" indent="0" algn="l" rtl="0">
              <a:lnSpc>
                <a:spcPct val="100000"/>
              </a:lnSpc>
              <a:spcBef>
                <a:spcPts val="0"/>
              </a:spcBef>
              <a:spcAft>
                <a:spcPts val="0"/>
              </a:spcAft>
              <a:buClr>
                <a:srgbClr val="575757"/>
              </a:buClr>
              <a:buSzPts val="1800"/>
              <a:buFont typeface="Trebuchet MS"/>
              <a:buNone/>
              <a:defRPr sz="1800" b="0" i="0" u="none" strike="noStrike" cap="none">
                <a:solidFill>
                  <a:srgbClr val="575757"/>
                </a:solidFill>
                <a:latin typeface="Trebuchet MS"/>
                <a:ea typeface="Trebuchet MS"/>
                <a:cs typeface="Trebuchet MS"/>
                <a:sym typeface="Trebuchet MS"/>
              </a:defRPr>
            </a:lvl5pPr>
            <a:lvl6pPr marL="0" marR="0" lvl="5" indent="0" algn="l" rtl="0">
              <a:lnSpc>
                <a:spcPct val="100000"/>
              </a:lnSpc>
              <a:spcBef>
                <a:spcPts val="0"/>
              </a:spcBef>
              <a:spcAft>
                <a:spcPts val="0"/>
              </a:spcAft>
              <a:buClr>
                <a:srgbClr val="575757"/>
              </a:buClr>
              <a:buSzPts val="1800"/>
              <a:buFont typeface="Trebuchet MS"/>
              <a:buNone/>
              <a:defRPr sz="1800" b="0" i="0" u="none" strike="noStrike" cap="none">
                <a:solidFill>
                  <a:srgbClr val="575757"/>
                </a:solidFill>
                <a:latin typeface="Trebuchet MS"/>
                <a:ea typeface="Trebuchet MS"/>
                <a:cs typeface="Trebuchet MS"/>
                <a:sym typeface="Trebuchet MS"/>
              </a:defRPr>
            </a:lvl6pPr>
            <a:lvl7pPr marL="0" marR="0" lvl="6" indent="0" algn="l" rtl="0">
              <a:lnSpc>
                <a:spcPct val="100000"/>
              </a:lnSpc>
              <a:spcBef>
                <a:spcPts val="0"/>
              </a:spcBef>
              <a:spcAft>
                <a:spcPts val="0"/>
              </a:spcAft>
              <a:buClr>
                <a:srgbClr val="575757"/>
              </a:buClr>
              <a:buSzPts val="1800"/>
              <a:buFont typeface="Trebuchet MS"/>
              <a:buNone/>
              <a:defRPr sz="1800" b="0" i="0" u="none" strike="noStrike" cap="none">
                <a:solidFill>
                  <a:srgbClr val="575757"/>
                </a:solidFill>
                <a:latin typeface="Trebuchet MS"/>
                <a:ea typeface="Trebuchet MS"/>
                <a:cs typeface="Trebuchet MS"/>
                <a:sym typeface="Trebuchet MS"/>
              </a:defRPr>
            </a:lvl7pPr>
            <a:lvl8pPr marL="0" marR="0" lvl="7" indent="0" algn="l" rtl="0">
              <a:lnSpc>
                <a:spcPct val="100000"/>
              </a:lnSpc>
              <a:spcBef>
                <a:spcPts val="0"/>
              </a:spcBef>
              <a:spcAft>
                <a:spcPts val="0"/>
              </a:spcAft>
              <a:buClr>
                <a:srgbClr val="575757"/>
              </a:buClr>
              <a:buSzPts val="1800"/>
              <a:buFont typeface="Trebuchet MS"/>
              <a:buNone/>
              <a:defRPr sz="1800" b="0" i="0" u="none" strike="noStrike" cap="none">
                <a:solidFill>
                  <a:srgbClr val="575757"/>
                </a:solidFill>
                <a:latin typeface="Trebuchet MS"/>
                <a:ea typeface="Trebuchet MS"/>
                <a:cs typeface="Trebuchet MS"/>
                <a:sym typeface="Trebuchet MS"/>
              </a:defRPr>
            </a:lvl8pPr>
            <a:lvl9pPr marL="0" marR="0" lvl="8" indent="0" algn="l" rtl="0">
              <a:lnSpc>
                <a:spcPct val="100000"/>
              </a:lnSpc>
              <a:spcBef>
                <a:spcPts val="0"/>
              </a:spcBef>
              <a:spcAft>
                <a:spcPts val="0"/>
              </a:spcAft>
              <a:buClr>
                <a:srgbClr val="575757"/>
              </a:buClr>
              <a:buSzPts val="1800"/>
              <a:buFont typeface="Trebuchet MS"/>
              <a:buNone/>
              <a:defRPr sz="1800" b="0" i="0" u="none" strike="noStrike" cap="none">
                <a:solidFill>
                  <a:srgbClr val="575757"/>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2"/>
        </a:solidFill>
        <a:effectLst/>
      </p:bgPr>
    </p:bg>
    <p:spTree>
      <p:nvGrpSpPr>
        <p:cNvPr id="1" name="Shape 842"/>
        <p:cNvGrpSpPr/>
        <p:nvPr/>
      </p:nvGrpSpPr>
      <p:grpSpPr>
        <a:xfrm>
          <a:off x="0" y="0"/>
          <a:ext cx="0" cy="0"/>
          <a:chOff x="0" y="0"/>
          <a:chExt cx="0" cy="0"/>
        </a:xfrm>
      </p:grpSpPr>
      <p:sp>
        <p:nvSpPr>
          <p:cNvPr id="843" name="Google Shape;843;p17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7953155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424"/>
        <p:cNvGrpSpPr/>
        <p:nvPr/>
      </p:nvGrpSpPr>
      <p:grpSpPr>
        <a:xfrm>
          <a:off x="0" y="0"/>
          <a:ext cx="0" cy="0"/>
          <a:chOff x="0" y="0"/>
          <a:chExt cx="0" cy="0"/>
        </a:xfrm>
      </p:grpSpPr>
      <p:sp>
        <p:nvSpPr>
          <p:cNvPr id="425" name="Google Shape;425;g1e613759571_11_612"/>
          <p:cNvSpPr txBox="1">
            <a:spLocks noGrp="1"/>
          </p:cNvSpPr>
          <p:nvPr>
            <p:ph type="title"/>
          </p:nvPr>
        </p:nvSpPr>
        <p:spPr>
          <a:xfrm>
            <a:off x="464720" y="628871"/>
            <a:ext cx="11262600" cy="9234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2400"/>
              <a:buNone/>
              <a:defRPr sz="2400" b="0" i="0">
                <a:solidFill>
                  <a:srgbClr val="0D5D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6" name="Google Shape;426;g1e613759571_11_612"/>
          <p:cNvSpPr txBox="1">
            <a:spLocks noGrp="1"/>
          </p:cNvSpPr>
          <p:nvPr>
            <p:ph type="body" idx="1"/>
          </p:nvPr>
        </p:nvSpPr>
        <p:spPr>
          <a:xfrm>
            <a:off x="1135503" y="2355927"/>
            <a:ext cx="9921000" cy="2630100"/>
          </a:xfrm>
          <a:prstGeom prst="rect">
            <a:avLst/>
          </a:prstGeom>
          <a:noFill/>
          <a:ln>
            <a:noFill/>
          </a:ln>
        </p:spPr>
        <p:txBody>
          <a:bodyPr spcFirstLastPara="1" wrap="square" lIns="0" tIns="0" rIns="0" bIns="0" anchor="t" anchorCtr="0">
            <a:spAutoFit/>
          </a:bodyPr>
          <a:lstStyle>
            <a:lvl1pPr marL="457200" lvl="0" indent="-228600" algn="l">
              <a:lnSpc>
                <a:spcPct val="110000"/>
              </a:lnSpc>
              <a:spcBef>
                <a:spcPts val="600"/>
              </a:spcBef>
              <a:spcAft>
                <a:spcPts val="0"/>
              </a:spcAft>
              <a:buSzPts val="1200"/>
              <a:buNone/>
              <a:defRPr sz="1400" b="0" i="0">
                <a:solidFill>
                  <a:srgbClr val="0D5D7F"/>
                </a:solidFill>
                <a:latin typeface="Trebuchet MS"/>
                <a:ea typeface="Trebuchet MS"/>
                <a:cs typeface="Trebuchet MS"/>
                <a:sym typeface="Trebuchet MS"/>
              </a:defRPr>
            </a:lvl1pPr>
            <a:lvl2pPr marL="914400" lvl="1" indent="-228600" algn="l">
              <a:lnSpc>
                <a:spcPct val="90000"/>
              </a:lnSpc>
              <a:spcBef>
                <a:spcPts val="300"/>
              </a:spcBef>
              <a:spcAft>
                <a:spcPts val="0"/>
              </a:spcAft>
              <a:buSzPts val="1200"/>
              <a:buNone/>
              <a:defRPr/>
            </a:lvl2pPr>
            <a:lvl3pPr marL="1371600" lvl="2" indent="-228600" algn="l">
              <a:lnSpc>
                <a:spcPct val="90000"/>
              </a:lnSpc>
              <a:spcBef>
                <a:spcPts val="300"/>
              </a:spcBef>
              <a:spcAft>
                <a:spcPts val="0"/>
              </a:spcAft>
              <a:buSzPts val="1200"/>
              <a:buNone/>
              <a:defRPr/>
            </a:lvl3pPr>
            <a:lvl4pPr marL="1828800" lvl="3" indent="-228600" algn="l">
              <a:lnSpc>
                <a:spcPct val="110000"/>
              </a:lnSpc>
              <a:spcBef>
                <a:spcPts val="300"/>
              </a:spcBef>
              <a:spcAft>
                <a:spcPts val="0"/>
              </a:spcAft>
              <a:buSzPts val="1600"/>
              <a:buNone/>
              <a:defRPr/>
            </a:lvl4pPr>
            <a:lvl5pPr marL="2286000" lvl="4" indent="-228600" algn="l">
              <a:lnSpc>
                <a:spcPct val="100000"/>
              </a:lnSpc>
              <a:spcBef>
                <a:spcPts val="300"/>
              </a:spcBef>
              <a:spcAft>
                <a:spcPts val="0"/>
              </a:spcAft>
              <a:buSzPts val="1600"/>
              <a:buNone/>
              <a:defRPr/>
            </a:lvl5pPr>
            <a:lvl6pPr marL="2743200" lvl="5" indent="-228600" algn="l">
              <a:lnSpc>
                <a:spcPct val="90000"/>
              </a:lnSpc>
              <a:spcBef>
                <a:spcPts val="300"/>
              </a:spcBef>
              <a:spcAft>
                <a:spcPts val="0"/>
              </a:spcAft>
              <a:buSzPts val="1600"/>
              <a:buNone/>
              <a:defRPr/>
            </a:lvl6pPr>
            <a:lvl7pPr marL="3200400" lvl="6" indent="-228600" algn="l">
              <a:lnSpc>
                <a:spcPct val="90000"/>
              </a:lnSpc>
              <a:spcBef>
                <a:spcPts val="900"/>
              </a:spcBef>
              <a:spcAft>
                <a:spcPts val="0"/>
              </a:spcAft>
              <a:buSzPts val="4400"/>
              <a:buNone/>
              <a:defRPr/>
            </a:lvl7pPr>
            <a:lvl8pPr marL="3657600" lvl="7" indent="-228600" algn="l">
              <a:lnSpc>
                <a:spcPct val="90000"/>
              </a:lnSpc>
              <a:spcBef>
                <a:spcPts val="900"/>
              </a:spcBef>
              <a:spcAft>
                <a:spcPts val="0"/>
              </a:spcAft>
              <a:buSzPts val="5400"/>
              <a:buNone/>
              <a:defRPr/>
            </a:lvl8pPr>
            <a:lvl9pPr marL="4114800" lvl="8" indent="-228600" algn="l">
              <a:lnSpc>
                <a:spcPct val="100000"/>
              </a:lnSpc>
              <a:spcBef>
                <a:spcPts val="0"/>
              </a:spcBef>
              <a:spcAft>
                <a:spcPts val="900"/>
              </a:spcAft>
              <a:buSzPts val="2400"/>
              <a:buNone/>
              <a:defRPr/>
            </a:lvl9pPr>
          </a:lstStyle>
          <a:p>
            <a:endParaRPr/>
          </a:p>
        </p:txBody>
      </p:sp>
      <p:sp>
        <p:nvSpPr>
          <p:cNvPr id="427" name="Google Shape;427;g1e613759571_11_612"/>
          <p:cNvSpPr txBox="1">
            <a:spLocks noGrp="1"/>
          </p:cNvSpPr>
          <p:nvPr>
            <p:ph type="ftr" idx="11"/>
          </p:nvPr>
        </p:nvSpPr>
        <p:spPr>
          <a:xfrm>
            <a:off x="4145280" y="6377940"/>
            <a:ext cx="390150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8" name="Google Shape;428;g1e613759571_11_612"/>
          <p:cNvSpPr txBox="1">
            <a:spLocks noGrp="1"/>
          </p:cNvSpPr>
          <p:nvPr>
            <p:ph type="dt" idx="10"/>
          </p:nvPr>
        </p:nvSpPr>
        <p:spPr>
          <a:xfrm>
            <a:off x="609600" y="6377940"/>
            <a:ext cx="280410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9" name="Google Shape;429;g1e613759571_11_612"/>
          <p:cNvSpPr txBox="1">
            <a:spLocks noGrp="1"/>
          </p:cNvSpPr>
          <p:nvPr>
            <p:ph type="sldNum" idx="12"/>
          </p:nvPr>
        </p:nvSpPr>
        <p:spPr>
          <a:xfrm>
            <a:off x="11390638" y="6416564"/>
            <a:ext cx="185400" cy="153900"/>
          </a:xfrm>
          <a:prstGeom prst="rect">
            <a:avLst/>
          </a:prstGeom>
          <a:noFill/>
          <a:ln>
            <a:noFill/>
          </a:ln>
        </p:spPr>
        <p:txBody>
          <a:bodyPr spcFirstLastPara="1" wrap="square" lIns="0" tIns="0" rIns="0" bIns="0" anchor="t" anchorCtr="0">
            <a:spAutoFit/>
          </a:bodyPr>
          <a:lstStyle>
            <a:lvl1pPr marL="25400" marR="0" lvl="0" indent="0" algn="l"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Trebuchet MS"/>
                <a:ea typeface="Trebuchet MS"/>
                <a:cs typeface="Trebuchet MS"/>
                <a:sym typeface="Trebuchet MS"/>
              </a:defRPr>
            </a:lvl1pPr>
            <a:lvl2pPr marL="25400" marR="0" lvl="1" indent="0" algn="l"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Trebuchet MS"/>
                <a:ea typeface="Trebuchet MS"/>
                <a:cs typeface="Trebuchet MS"/>
                <a:sym typeface="Trebuchet MS"/>
              </a:defRPr>
            </a:lvl2pPr>
            <a:lvl3pPr marL="25400" marR="0" lvl="2" indent="0" algn="l"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Trebuchet MS"/>
                <a:ea typeface="Trebuchet MS"/>
                <a:cs typeface="Trebuchet MS"/>
                <a:sym typeface="Trebuchet MS"/>
              </a:defRPr>
            </a:lvl3pPr>
            <a:lvl4pPr marL="25400" marR="0" lvl="3" indent="0" algn="l"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Trebuchet MS"/>
                <a:ea typeface="Trebuchet MS"/>
                <a:cs typeface="Trebuchet MS"/>
                <a:sym typeface="Trebuchet MS"/>
              </a:defRPr>
            </a:lvl4pPr>
            <a:lvl5pPr marL="25400" marR="0" lvl="4" indent="0" algn="l"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Trebuchet MS"/>
                <a:ea typeface="Trebuchet MS"/>
                <a:cs typeface="Trebuchet MS"/>
                <a:sym typeface="Trebuchet MS"/>
              </a:defRPr>
            </a:lvl5pPr>
            <a:lvl6pPr marL="25400" marR="0" lvl="5" indent="0" algn="l"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Trebuchet MS"/>
                <a:ea typeface="Trebuchet MS"/>
                <a:cs typeface="Trebuchet MS"/>
                <a:sym typeface="Trebuchet MS"/>
              </a:defRPr>
            </a:lvl6pPr>
            <a:lvl7pPr marL="25400" marR="0" lvl="6" indent="0" algn="l"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Trebuchet MS"/>
                <a:ea typeface="Trebuchet MS"/>
                <a:cs typeface="Trebuchet MS"/>
                <a:sym typeface="Trebuchet MS"/>
              </a:defRPr>
            </a:lvl7pPr>
            <a:lvl8pPr marL="25400" marR="0" lvl="7" indent="0" algn="l"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Trebuchet MS"/>
                <a:ea typeface="Trebuchet MS"/>
                <a:cs typeface="Trebuchet MS"/>
                <a:sym typeface="Trebuchet MS"/>
              </a:defRPr>
            </a:lvl8pPr>
            <a:lvl9pPr marL="25400" marR="0" lvl="8" indent="0" algn="l"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Trebuchet MS"/>
                <a:ea typeface="Trebuchet MS"/>
                <a:cs typeface="Trebuchet MS"/>
                <a:sym typeface="Trebuchet MS"/>
              </a:defRPr>
            </a:lvl9pPr>
          </a:lstStyle>
          <a:p>
            <a:pPr marL="254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D. Title Only">
  <p:cSld name="D. Title Only">
    <p:spTree>
      <p:nvGrpSpPr>
        <p:cNvPr id="1" name="Shape 430"/>
        <p:cNvGrpSpPr/>
        <p:nvPr/>
      </p:nvGrpSpPr>
      <p:grpSpPr>
        <a:xfrm>
          <a:off x="0" y="0"/>
          <a:ext cx="0" cy="0"/>
          <a:chOff x="0" y="0"/>
          <a:chExt cx="0" cy="0"/>
        </a:xfrm>
      </p:grpSpPr>
      <p:sp>
        <p:nvSpPr>
          <p:cNvPr id="431" name="Google Shape;431;p4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2" name="Google Shape;432;p47"/>
          <p:cNvSpPr txBox="1">
            <a:spLocks noGrp="1"/>
          </p:cNvSpPr>
          <p:nvPr>
            <p:ph type="title"/>
          </p:nvPr>
        </p:nvSpPr>
        <p:spPr>
          <a:xfrm>
            <a:off x="630000" y="622800"/>
            <a:ext cx="10933350"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33"/>
        <p:cNvGrpSpPr/>
        <p:nvPr/>
      </p:nvGrpSpPr>
      <p:grpSpPr>
        <a:xfrm>
          <a:off x="0" y="0"/>
          <a:ext cx="0" cy="0"/>
          <a:chOff x="0" y="0"/>
          <a:chExt cx="0" cy="0"/>
        </a:xfrm>
      </p:grpSpPr>
      <p:sp>
        <p:nvSpPr>
          <p:cNvPr id="434" name="Google Shape;434;p23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5" name="Google Shape;435;p23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36" name="Google Shape;436;p23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matchingName="D. Green one third">
  <p:cSld name="D. Green one third">
    <p:bg>
      <p:bgPr>
        <a:gradFill>
          <a:gsLst>
            <a:gs pos="0">
              <a:schemeClr val="dk2"/>
            </a:gs>
            <a:gs pos="100000">
              <a:schemeClr val="accent2"/>
            </a:gs>
          </a:gsLst>
          <a:lin ang="8100000" scaled="0"/>
        </a:gradFill>
        <a:effectLst/>
      </p:bgPr>
    </p:bg>
    <p:spTree>
      <p:nvGrpSpPr>
        <p:cNvPr id="1" name="Shape 437"/>
        <p:cNvGrpSpPr/>
        <p:nvPr/>
      </p:nvGrpSpPr>
      <p:grpSpPr>
        <a:xfrm>
          <a:off x="0" y="0"/>
          <a:ext cx="0" cy="0"/>
          <a:chOff x="0" y="0"/>
          <a:chExt cx="0" cy="0"/>
        </a:xfrm>
      </p:grpSpPr>
      <p:pic>
        <p:nvPicPr>
          <p:cNvPr id="438" name="Google Shape;438;p19"/>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439" name="Google Shape;439;p19"/>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2400"/>
              <a:buFont typeface="Trebuchet MS"/>
              <a:buNone/>
              <a:defRPr sz="2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0" name="Google Shape;440;p19"/>
          <p:cNvSpPr/>
          <p:nvPr/>
        </p:nvSpPr>
        <p:spPr>
          <a:xfrm>
            <a:off x="4080763" y="-1309"/>
            <a:ext cx="8111237" cy="6859309"/>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441" name="Google Shape;441;p1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2" name="Google Shape;442;p1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443"/>
        <p:cNvGrpSpPr/>
        <p:nvPr/>
      </p:nvGrpSpPr>
      <p:grpSpPr>
        <a:xfrm>
          <a:off x="0" y="0"/>
          <a:ext cx="0" cy="0"/>
          <a:chOff x="0" y="0"/>
          <a:chExt cx="0" cy="0"/>
        </a:xfrm>
      </p:grpSpPr>
      <p:pic>
        <p:nvPicPr>
          <p:cNvPr id="444" name="Google Shape;444;p23"/>
          <p:cNvPicPr preferRelativeResize="0"/>
          <p:nvPr/>
        </p:nvPicPr>
        <p:blipFill rotWithShape="1">
          <a:blip r:embed="rId2">
            <a:alphaModFix/>
          </a:blip>
          <a:srcRect b="23056"/>
          <a:stretch/>
        </p:blipFill>
        <p:spPr>
          <a:xfrm>
            <a:off x="0" y="0"/>
            <a:ext cx="12192000" cy="5276850"/>
          </a:xfrm>
          <a:prstGeom prst="rect">
            <a:avLst/>
          </a:prstGeom>
          <a:noFill/>
          <a:ln>
            <a:noFill/>
          </a:ln>
        </p:spPr>
      </p:pic>
      <p:sp>
        <p:nvSpPr>
          <p:cNvPr id="445" name="Google Shape;445;p23"/>
          <p:cNvSpPr/>
          <p:nvPr/>
        </p:nvSpPr>
        <p:spPr>
          <a:xfrm>
            <a:off x="0" y="5279183"/>
            <a:ext cx="12192000" cy="1578817"/>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pic>
        <p:nvPicPr>
          <p:cNvPr id="446" name="Google Shape;446;p23"/>
          <p:cNvPicPr preferRelativeResize="0"/>
          <p:nvPr/>
        </p:nvPicPr>
        <p:blipFill rotWithShape="1">
          <a:blip r:embed="rId3">
            <a:alphaModFix/>
          </a:blip>
          <a:srcRect l="1731" t="8741" r="102" b="27"/>
          <a:stretch/>
        </p:blipFill>
        <p:spPr>
          <a:xfrm rot="-5400000" flipH="1">
            <a:off x="8471921" y="1973272"/>
            <a:ext cx="580573" cy="6858000"/>
          </a:xfrm>
          <a:prstGeom prst="rect">
            <a:avLst/>
          </a:prstGeom>
          <a:noFill/>
          <a:ln>
            <a:noFill/>
          </a:ln>
        </p:spPr>
      </p:pic>
      <p:sp>
        <p:nvSpPr>
          <p:cNvPr id="447" name="Google Shape;447;p23"/>
          <p:cNvSpPr/>
          <p:nvPr/>
        </p:nvSpPr>
        <p:spPr>
          <a:xfrm>
            <a:off x="630936" y="626200"/>
            <a:ext cx="8125200" cy="5529600"/>
          </a:xfrm>
          <a:prstGeom prst="rect">
            <a:avLst/>
          </a:prstGeom>
          <a:gradFill>
            <a:gsLst>
              <a:gs pos="0">
                <a:srgbClr val="083448">
                  <a:alpha val="88627"/>
                </a:srgbClr>
              </a:gs>
              <a:gs pos="100000">
                <a:srgbClr val="0E5D7F">
                  <a:alpha val="88627"/>
                </a:srgbClr>
              </a:gs>
            </a:gsLst>
            <a:lin ang="18900000" scaled="0"/>
          </a:grad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Clr>
                <a:srgbClr val="000000"/>
              </a:buClr>
              <a:buSzPts val="2000"/>
              <a:buFont typeface="Arial"/>
              <a:buNone/>
            </a:pPr>
            <a:endParaRPr sz="2000" b="0" i="0" u="none" strike="noStrike" cap="none">
              <a:solidFill>
                <a:srgbClr val="FFFFFF"/>
              </a:solidFill>
              <a:latin typeface="Trebuchet MS"/>
              <a:ea typeface="Trebuchet MS"/>
              <a:cs typeface="Trebuchet MS"/>
              <a:sym typeface="Trebuchet MS"/>
            </a:endParaRPr>
          </a:p>
        </p:txBody>
      </p:sp>
      <p:sp>
        <p:nvSpPr>
          <p:cNvPr id="448" name="Google Shape;448;p23"/>
          <p:cNvSpPr txBox="1">
            <a:spLocks noGrp="1"/>
          </p:cNvSpPr>
          <p:nvPr>
            <p:ph type="body" idx="1"/>
          </p:nvPr>
        </p:nvSpPr>
        <p:spPr>
          <a:xfrm>
            <a:off x="957600" y="6207842"/>
            <a:ext cx="6868800" cy="327148"/>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600"/>
              </a:spcBef>
              <a:spcAft>
                <a:spcPts val="0"/>
              </a:spcAft>
              <a:buClr>
                <a:schemeClr val="accent5"/>
              </a:buClr>
              <a:buSzPts val="1200"/>
              <a:buNone/>
              <a:defRPr sz="1200" b="1" cap="none">
                <a:solidFill>
                  <a:schemeClr val="accent5"/>
                </a:solidFill>
                <a:latin typeface="Trebuchet MS"/>
                <a:ea typeface="Trebuchet MS"/>
                <a:cs typeface="Trebuchet MS"/>
                <a:sym typeface="Trebuchet MS"/>
              </a:defRPr>
            </a:lvl1pPr>
            <a:lvl2pPr marL="914400" lvl="1" indent="-228600" algn="ctr">
              <a:lnSpc>
                <a:spcPct val="90000"/>
              </a:lnSpc>
              <a:spcBef>
                <a:spcPts val="300"/>
              </a:spcBef>
              <a:spcAft>
                <a:spcPts val="0"/>
              </a:spcAft>
              <a:buSzPts val="1200"/>
              <a:buNone/>
              <a:defRPr/>
            </a:lvl2pPr>
            <a:lvl3pPr marL="1371600" lvl="2" indent="-228600" algn="ctr">
              <a:lnSpc>
                <a:spcPct val="90000"/>
              </a:lnSpc>
              <a:spcBef>
                <a:spcPts val="300"/>
              </a:spcBef>
              <a:spcAft>
                <a:spcPts val="0"/>
              </a:spcAft>
              <a:buSzPts val="1200"/>
              <a:buNone/>
              <a:defRPr/>
            </a:lvl3pPr>
            <a:lvl4pPr marL="1828800" lvl="3" indent="-228600" algn="ctr">
              <a:lnSpc>
                <a:spcPct val="110000"/>
              </a:lnSpc>
              <a:spcBef>
                <a:spcPts val="300"/>
              </a:spcBef>
              <a:spcAft>
                <a:spcPts val="0"/>
              </a:spcAft>
              <a:buSzPts val="1600"/>
              <a:buNone/>
              <a:defRPr/>
            </a:lvl4pPr>
            <a:lvl5pPr marL="2286000" lvl="4" indent="-228600" algn="ctr">
              <a:lnSpc>
                <a:spcPct val="100000"/>
              </a:lnSpc>
              <a:spcBef>
                <a:spcPts val="300"/>
              </a:spcBef>
              <a:spcAft>
                <a:spcPts val="0"/>
              </a:spcAft>
              <a:buClr>
                <a:schemeClr val="dk1"/>
              </a:buClr>
              <a:buSzPts val="1600"/>
              <a:buNone/>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endParaRPr/>
          </a:p>
        </p:txBody>
      </p:sp>
      <p:sp>
        <p:nvSpPr>
          <p:cNvPr id="449" name="Google Shape;449;p23"/>
          <p:cNvSpPr txBox="1">
            <a:spLocks noGrp="1"/>
          </p:cNvSpPr>
          <p:nvPr>
            <p:ph type="subTitle" idx="2"/>
          </p:nvPr>
        </p:nvSpPr>
        <p:spPr>
          <a:xfrm>
            <a:off x="957600" y="5495706"/>
            <a:ext cx="6868800" cy="436195"/>
          </a:xfrm>
          <a:prstGeom prst="rect">
            <a:avLst/>
          </a:prstGeom>
          <a:noFill/>
          <a:ln>
            <a:noFill/>
          </a:ln>
        </p:spPr>
        <p:txBody>
          <a:bodyPr spcFirstLastPara="1" wrap="square" lIns="0" tIns="0" rIns="0" bIns="0" anchor="ctr" anchorCtr="0">
            <a:noAutofit/>
          </a:bodyPr>
          <a:lstStyle>
            <a:lvl1pPr lvl="0" algn="l">
              <a:lnSpc>
                <a:spcPct val="110000"/>
              </a:lnSpc>
              <a:spcBef>
                <a:spcPts val="600"/>
              </a:spcBef>
              <a:spcAft>
                <a:spcPts val="0"/>
              </a:spcAft>
              <a:buClr>
                <a:schemeClr val="lt1"/>
              </a:buClr>
              <a:buSzPts val="1600"/>
              <a:buNone/>
              <a:defRPr sz="1600">
                <a:solidFill>
                  <a:schemeClr val="lt1"/>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endParaRPr/>
          </a:p>
        </p:txBody>
      </p:sp>
      <p:sp>
        <p:nvSpPr>
          <p:cNvPr id="450" name="Google Shape;450;p23"/>
          <p:cNvSpPr txBox="1">
            <a:spLocks noGrp="1"/>
          </p:cNvSpPr>
          <p:nvPr>
            <p:ph type="ctrTitle"/>
          </p:nvPr>
        </p:nvSpPr>
        <p:spPr>
          <a:xfrm>
            <a:off x="957600" y="1886242"/>
            <a:ext cx="6868800" cy="3138423"/>
          </a:xfrm>
          <a:prstGeom prst="rect">
            <a:avLst/>
          </a:prstGeom>
          <a:noFill/>
          <a:ln>
            <a:noFill/>
          </a:ln>
        </p:spPr>
        <p:txBody>
          <a:bodyPr spcFirstLastPara="1" wrap="square" lIns="0" tIns="0" rIns="0" bIns="0" anchor="b" anchorCtr="0">
            <a:normAutofit/>
          </a:bodyPr>
          <a:lstStyle>
            <a:lvl1pPr lvl="0" algn="l">
              <a:lnSpc>
                <a:spcPct val="93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451" name="Google Shape;451;p23"/>
          <p:cNvGrpSpPr/>
          <p:nvPr/>
        </p:nvGrpSpPr>
        <p:grpSpPr>
          <a:xfrm>
            <a:off x="957600" y="912886"/>
            <a:ext cx="4345900" cy="894745"/>
            <a:chOff x="957601" y="-996122"/>
            <a:chExt cx="4345900" cy="894745"/>
          </a:xfrm>
        </p:grpSpPr>
        <p:pic>
          <p:nvPicPr>
            <p:cNvPr id="452" name="Google Shape;452;p23" descr="Image result for Rwanda Development Board logo png"/>
            <p:cNvPicPr preferRelativeResize="0"/>
            <p:nvPr/>
          </p:nvPicPr>
          <p:blipFill rotWithShape="1">
            <a:blip r:embed="rId4">
              <a:alphaModFix/>
            </a:blip>
            <a:srcRect r="85214"/>
            <a:stretch/>
          </p:blipFill>
          <p:spPr>
            <a:xfrm>
              <a:off x="957601" y="-996122"/>
              <a:ext cx="642600" cy="894745"/>
            </a:xfrm>
            <a:prstGeom prst="rect">
              <a:avLst/>
            </a:prstGeom>
            <a:noFill/>
            <a:ln>
              <a:noFill/>
            </a:ln>
          </p:spPr>
        </p:pic>
        <p:pic>
          <p:nvPicPr>
            <p:cNvPr id="453" name="Google Shape;453;p23" descr="Image result for Rwanda Development Board logo png"/>
            <p:cNvPicPr preferRelativeResize="0"/>
            <p:nvPr/>
          </p:nvPicPr>
          <p:blipFill rotWithShape="1">
            <a:blip r:embed="rId4">
              <a:alphaModFix/>
            </a:blip>
            <a:srcRect l="14581"/>
            <a:stretch/>
          </p:blipFill>
          <p:spPr>
            <a:xfrm>
              <a:off x="1591296" y="-996122"/>
              <a:ext cx="3712205" cy="89474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Only">
  <p:cSld name="Title Only">
    <p:bg>
      <p:bgPr>
        <a:solidFill>
          <a:schemeClr val="lt2"/>
        </a:solidFill>
        <a:effectLst/>
      </p:bgPr>
    </p:bg>
    <p:spTree>
      <p:nvGrpSpPr>
        <p:cNvPr id="1" name="Shape 454"/>
        <p:cNvGrpSpPr/>
        <p:nvPr/>
      </p:nvGrpSpPr>
      <p:grpSpPr>
        <a:xfrm>
          <a:off x="0" y="0"/>
          <a:ext cx="0" cy="0"/>
          <a:chOff x="0" y="0"/>
          <a:chExt cx="0" cy="0"/>
        </a:xfrm>
      </p:grpSpPr>
      <p:sp>
        <p:nvSpPr>
          <p:cNvPr id="455" name="Google Shape;455;p2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6" name="Google Shape;456;p24"/>
          <p:cNvSpPr txBox="1">
            <a:spLocks noGrp="1"/>
          </p:cNvSpPr>
          <p:nvPr>
            <p:ph type="title"/>
          </p:nvPr>
        </p:nvSpPr>
        <p:spPr>
          <a:xfrm>
            <a:off x="630000" y="622800"/>
            <a:ext cx="109332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0D5D7F"/>
              </a:buClr>
              <a:buSzPts val="3400"/>
              <a:buFont typeface="Trebuchet MS"/>
              <a:buNone/>
              <a:defRPr sz="3400" b="0" i="0" u="none">
                <a:solidFill>
                  <a:srgbClr val="0D5D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Gray slice heading">
  <p:cSld name="Gray slice heading">
    <p:bg>
      <p:bgPr>
        <a:solidFill>
          <a:schemeClr val="lt1"/>
        </a:solidFill>
        <a:effectLst/>
      </p:bgPr>
    </p:bg>
    <p:spTree>
      <p:nvGrpSpPr>
        <p:cNvPr id="1" name="Shape 457"/>
        <p:cNvGrpSpPr/>
        <p:nvPr/>
      </p:nvGrpSpPr>
      <p:grpSpPr>
        <a:xfrm>
          <a:off x="0" y="0"/>
          <a:ext cx="0" cy="0"/>
          <a:chOff x="0" y="0"/>
          <a:chExt cx="0" cy="0"/>
        </a:xfrm>
      </p:grpSpPr>
      <p:sp>
        <p:nvSpPr>
          <p:cNvPr id="458" name="Google Shape;458;p25"/>
          <p:cNvSpPr/>
          <p:nvPr/>
        </p:nvSpPr>
        <p:spPr>
          <a:xfrm>
            <a:off x="1" y="-1309"/>
            <a:ext cx="4694400" cy="6859309"/>
          </a:xfrm>
          <a:prstGeom prst="rect">
            <a:avLst/>
          </a:prstGeom>
          <a:solidFill>
            <a:srgbClr val="F2F2F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459" name="Google Shape;459;p2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0" name="Google Shape;460;p25"/>
          <p:cNvSpPr txBox="1">
            <a:spLocks noGrp="1"/>
          </p:cNvSpPr>
          <p:nvPr>
            <p:ph type="title"/>
          </p:nvPr>
        </p:nvSpPr>
        <p:spPr>
          <a:xfrm>
            <a:off x="630000" y="1544274"/>
            <a:ext cx="3452400" cy="1495794"/>
          </a:xfrm>
          <a:prstGeom prst="rect">
            <a:avLst/>
          </a:prstGeom>
          <a:noFill/>
          <a:ln>
            <a:noFill/>
          </a:ln>
        </p:spPr>
        <p:txBody>
          <a:bodyPr spcFirstLastPara="1" wrap="square" lIns="0" tIns="0" rIns="320025" bIns="0" anchor="b"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matchingName="Section header box">
  <p:cSld name="Section header box">
    <p:bg>
      <p:bgPr>
        <a:gradFill>
          <a:gsLst>
            <a:gs pos="0">
              <a:schemeClr val="dk2"/>
            </a:gs>
            <a:gs pos="100000">
              <a:schemeClr val="accent2"/>
            </a:gs>
          </a:gsLst>
          <a:lin ang="8100000" scaled="0"/>
        </a:gradFill>
        <a:effectLst/>
      </p:bgPr>
    </p:bg>
    <p:spTree>
      <p:nvGrpSpPr>
        <p:cNvPr id="1" name="Shape 461"/>
        <p:cNvGrpSpPr/>
        <p:nvPr/>
      </p:nvGrpSpPr>
      <p:grpSpPr>
        <a:xfrm>
          <a:off x="0" y="0"/>
          <a:ext cx="0" cy="0"/>
          <a:chOff x="0" y="0"/>
          <a:chExt cx="0" cy="0"/>
        </a:xfrm>
      </p:grpSpPr>
      <p:sp>
        <p:nvSpPr>
          <p:cNvPr id="462" name="Google Shape;462;p26"/>
          <p:cNvSpPr txBox="1">
            <a:spLocks noGrp="1"/>
          </p:cNvSpPr>
          <p:nvPr>
            <p:ph type="title"/>
          </p:nvPr>
        </p:nvSpPr>
        <p:spPr>
          <a:xfrm>
            <a:off x="1284742" y="2668041"/>
            <a:ext cx="9620491" cy="3201026"/>
          </a:xfrm>
          <a:prstGeom prst="rect">
            <a:avLst/>
          </a:prstGeom>
          <a:noFill/>
          <a:ln w="9525" cap="flat" cmpd="sng">
            <a:solidFill>
              <a:schemeClr val="lt1"/>
            </a:solidFill>
            <a:prstDash val="solid"/>
            <a:round/>
            <a:headEnd type="none" w="sm" len="sm"/>
            <a:tailEnd type="none" w="sm" len="sm"/>
          </a:ln>
        </p:spPr>
        <p:txBody>
          <a:bodyPr spcFirstLastPara="1" wrap="square" lIns="274300" tIns="274300" rIns="274300" bIns="13715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3" name="Google Shape;463;p2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464" name="Google Shape;464;p2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5" name="Google Shape;465;p26"/>
          <p:cNvSpPr/>
          <p:nvPr/>
        </p:nvSpPr>
        <p:spPr>
          <a:xfrm>
            <a:off x="1284743" y="1428131"/>
            <a:ext cx="947672" cy="947672"/>
          </a:xfrm>
          <a:prstGeom prst="rect">
            <a:avLst/>
          </a:prstGeom>
          <a:noFill/>
          <a:ln w="1077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matchingName="Section header line">
  <p:cSld name="Section header line">
    <p:bg>
      <p:bgPr>
        <a:gradFill>
          <a:gsLst>
            <a:gs pos="0">
              <a:schemeClr val="dk2"/>
            </a:gs>
            <a:gs pos="100000">
              <a:schemeClr val="accent2"/>
            </a:gs>
          </a:gsLst>
          <a:lin ang="8100000" scaled="0"/>
        </a:gradFill>
        <a:effectLst/>
      </p:bgPr>
    </p:bg>
    <p:spTree>
      <p:nvGrpSpPr>
        <p:cNvPr id="1" name="Shape 466"/>
        <p:cNvGrpSpPr/>
        <p:nvPr/>
      </p:nvGrpSpPr>
      <p:grpSpPr>
        <a:xfrm>
          <a:off x="0" y="0"/>
          <a:ext cx="0" cy="0"/>
          <a:chOff x="0" y="0"/>
          <a:chExt cx="0" cy="0"/>
        </a:xfrm>
      </p:grpSpPr>
      <p:sp>
        <p:nvSpPr>
          <p:cNvPr id="467" name="Google Shape;467;p27"/>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468" name="Google Shape;468;p2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9" name="Google Shape;469;p27"/>
          <p:cNvSpPr txBox="1">
            <a:spLocks noGrp="1"/>
          </p:cNvSpPr>
          <p:nvPr>
            <p:ph type="title"/>
          </p:nvPr>
        </p:nvSpPr>
        <p:spPr>
          <a:xfrm>
            <a:off x="630000" y="3826800"/>
            <a:ext cx="10936800" cy="2041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470" name="Google Shape;470;p27"/>
          <p:cNvCxnSpPr/>
          <p:nvPr/>
        </p:nvCxnSpPr>
        <p:spPr>
          <a:xfrm>
            <a:off x="618898" y="3680016"/>
            <a:ext cx="11576304" cy="0"/>
          </a:xfrm>
          <a:prstGeom prst="straightConnector1">
            <a:avLst/>
          </a:prstGeom>
          <a:noFill/>
          <a:ln w="19050" cap="flat" cmpd="sng">
            <a:solidFill>
              <a:schemeClr val="l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matchingName="White one third">
  <p:cSld name="White one third">
    <p:bg>
      <p:bgPr>
        <a:gradFill>
          <a:gsLst>
            <a:gs pos="0">
              <a:schemeClr val="dk2"/>
            </a:gs>
            <a:gs pos="100000">
              <a:schemeClr val="accent2"/>
            </a:gs>
          </a:gsLst>
          <a:lin ang="8100000" scaled="0"/>
        </a:gradFill>
        <a:effectLst/>
      </p:bgPr>
    </p:bg>
    <p:spTree>
      <p:nvGrpSpPr>
        <p:cNvPr id="1" name="Shape 471"/>
        <p:cNvGrpSpPr/>
        <p:nvPr/>
      </p:nvGrpSpPr>
      <p:grpSpPr>
        <a:xfrm>
          <a:off x="0" y="0"/>
          <a:ext cx="0" cy="0"/>
          <a:chOff x="0" y="0"/>
          <a:chExt cx="0" cy="0"/>
        </a:xfrm>
      </p:grpSpPr>
      <p:pic>
        <p:nvPicPr>
          <p:cNvPr id="472" name="Google Shape;472;p28"/>
          <p:cNvPicPr preferRelativeResize="0"/>
          <p:nvPr/>
        </p:nvPicPr>
        <p:blipFill rotWithShape="1">
          <a:blip r:embed="rId2">
            <a:alphaModFix/>
          </a:blip>
          <a:srcRect l="29398" t="8741" r="101" b="27"/>
          <a:stretch/>
        </p:blipFill>
        <p:spPr>
          <a:xfrm rot="10800000" flipH="1">
            <a:off x="4064994" y="0"/>
            <a:ext cx="416951" cy="6858000"/>
          </a:xfrm>
          <a:prstGeom prst="rect">
            <a:avLst/>
          </a:prstGeom>
          <a:noFill/>
          <a:ln>
            <a:noFill/>
          </a:ln>
        </p:spPr>
      </p:pic>
      <p:sp>
        <p:nvSpPr>
          <p:cNvPr id="473" name="Google Shape;473;p2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4" name="Google Shape;474;p2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475" name="Google Shape;475;p28"/>
          <p:cNvSpPr/>
          <p:nvPr/>
        </p:nvSpPr>
        <p:spPr>
          <a:xfrm>
            <a:off x="0" y="0"/>
            <a:ext cx="4079508"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476" name="Google Shape;476;p28"/>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matchingName="Green highlight">
  <p:cSld name="Green highlight">
    <p:bg>
      <p:bgPr>
        <a:gradFill>
          <a:gsLst>
            <a:gs pos="0">
              <a:schemeClr val="dk2"/>
            </a:gs>
            <a:gs pos="100000">
              <a:schemeClr val="accent2"/>
            </a:gs>
          </a:gsLst>
          <a:lin ang="8100000" scaled="0"/>
        </a:gradFill>
        <a:effectLst/>
      </p:bgPr>
    </p:bg>
    <p:spTree>
      <p:nvGrpSpPr>
        <p:cNvPr id="1" name="Shape 477"/>
        <p:cNvGrpSpPr/>
        <p:nvPr/>
      </p:nvGrpSpPr>
      <p:grpSpPr>
        <a:xfrm>
          <a:off x="0" y="0"/>
          <a:ext cx="0" cy="0"/>
          <a:chOff x="0" y="0"/>
          <a:chExt cx="0" cy="0"/>
        </a:xfrm>
      </p:grpSpPr>
      <p:pic>
        <p:nvPicPr>
          <p:cNvPr id="478" name="Google Shape;478;p29"/>
          <p:cNvPicPr preferRelativeResize="0"/>
          <p:nvPr/>
        </p:nvPicPr>
        <p:blipFill rotWithShape="1">
          <a:blip r:embed="rId2">
            <a:alphaModFix/>
          </a:blip>
          <a:srcRect l="29398" t="8741" r="101" b="27"/>
          <a:stretch/>
        </p:blipFill>
        <p:spPr>
          <a:xfrm rot="10800000" flipH="1">
            <a:off x="7165606" y="0"/>
            <a:ext cx="416951" cy="6858000"/>
          </a:xfrm>
          <a:prstGeom prst="rect">
            <a:avLst/>
          </a:prstGeom>
          <a:noFill/>
          <a:ln>
            <a:noFill/>
          </a:ln>
        </p:spPr>
      </p:pic>
      <p:sp>
        <p:nvSpPr>
          <p:cNvPr id="479" name="Google Shape;479;p29"/>
          <p:cNvSpPr/>
          <p:nvPr/>
        </p:nvSpPr>
        <p:spPr>
          <a:xfrm>
            <a:off x="0" y="0"/>
            <a:ext cx="7171956"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480" name="Google Shape;480;p2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1" name="Google Shape;481;p2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482" name="Google Shape;482;p29"/>
          <p:cNvSpPr txBox="1">
            <a:spLocks noGrp="1"/>
          </p:cNvSpPr>
          <p:nvPr>
            <p:ph type="title"/>
          </p:nvPr>
        </p:nvSpPr>
        <p:spPr>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0D5D7F"/>
              </a:buClr>
              <a:buSzPts val="3400"/>
              <a:buFont typeface="Trebuchet MS"/>
              <a:buNone/>
              <a:defRPr sz="3400" b="0" i="0" u="none">
                <a:solidFill>
                  <a:srgbClr val="0D5D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matchingName="Green half">
  <p:cSld name="Green half">
    <p:bg>
      <p:bgPr>
        <a:gradFill>
          <a:gsLst>
            <a:gs pos="0">
              <a:schemeClr val="dk2"/>
            </a:gs>
            <a:gs pos="100000">
              <a:schemeClr val="accent2"/>
            </a:gs>
          </a:gsLst>
          <a:lin ang="8100000" scaled="0"/>
        </a:gradFill>
        <a:effectLst/>
      </p:bgPr>
    </p:bg>
    <p:spTree>
      <p:nvGrpSpPr>
        <p:cNvPr id="1" name="Shape 483"/>
        <p:cNvGrpSpPr/>
        <p:nvPr/>
      </p:nvGrpSpPr>
      <p:grpSpPr>
        <a:xfrm>
          <a:off x="0" y="0"/>
          <a:ext cx="0" cy="0"/>
          <a:chOff x="0" y="0"/>
          <a:chExt cx="0" cy="0"/>
        </a:xfrm>
      </p:grpSpPr>
      <p:pic>
        <p:nvPicPr>
          <p:cNvPr id="484" name="Google Shape;484;p30"/>
          <p:cNvPicPr preferRelativeResize="0"/>
          <p:nvPr/>
        </p:nvPicPr>
        <p:blipFill rotWithShape="1">
          <a:blip r:embed="rId2">
            <a:alphaModFix/>
          </a:blip>
          <a:srcRect l="29398" t="8741" r="101" b="27"/>
          <a:stretch/>
        </p:blipFill>
        <p:spPr>
          <a:xfrm flipH="1">
            <a:off x="5689582" y="0"/>
            <a:ext cx="416951" cy="6858000"/>
          </a:xfrm>
          <a:prstGeom prst="rect">
            <a:avLst/>
          </a:prstGeom>
          <a:noFill/>
          <a:ln>
            <a:noFill/>
          </a:ln>
        </p:spPr>
      </p:pic>
      <p:sp>
        <p:nvSpPr>
          <p:cNvPr id="485" name="Google Shape;485;p30"/>
          <p:cNvSpPr/>
          <p:nvPr/>
        </p:nvSpPr>
        <p:spPr>
          <a:xfrm>
            <a:off x="6096000" y="0"/>
            <a:ext cx="6096000"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486" name="Google Shape;486;p30"/>
          <p:cNvSpPr>
            <a:spLocks noGrp="1"/>
          </p:cNvSpPr>
          <p:nvPr>
            <p:ph type="pic" idx="2"/>
          </p:nvPr>
        </p:nvSpPr>
        <p:spPr>
          <a:xfrm>
            <a:off x="6092021" y="0"/>
            <a:ext cx="6099977" cy="6858000"/>
          </a:xfrm>
          <a:prstGeom prst="rect">
            <a:avLst/>
          </a:prstGeom>
          <a:noFill/>
          <a:ln>
            <a:noFill/>
          </a:ln>
        </p:spPr>
      </p:sp>
      <p:sp>
        <p:nvSpPr>
          <p:cNvPr id="487" name="Google Shape;487;p30"/>
          <p:cNvSpPr txBox="1">
            <a:spLocks noGrp="1"/>
          </p:cNvSpPr>
          <p:nvPr>
            <p:ph type="title"/>
          </p:nvPr>
        </p:nvSpPr>
        <p:spPr>
          <a:xfrm>
            <a:off x="630000" y="1785600"/>
            <a:ext cx="4388400" cy="3286800"/>
          </a:xfrm>
          <a:prstGeom prst="rect">
            <a:avLst/>
          </a:prstGeom>
          <a:noFill/>
          <a:ln>
            <a:noFill/>
          </a:ln>
        </p:spPr>
        <p:txBody>
          <a:bodyPr spcFirstLastPara="1" wrap="square" lIns="0" tIns="0" rIns="320025"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8" name="Google Shape;488;p3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800" b="0" i="0" u="none" strike="noStrike" cap="none">
              <a:solidFill>
                <a:srgbClr val="7F7F7F"/>
              </a:solidFill>
              <a:latin typeface="Trebuchet MS"/>
              <a:ea typeface="Trebuchet MS"/>
              <a:cs typeface="Trebuchet MS"/>
              <a:sym typeface="Trebuchet MS"/>
            </a:endParaRPr>
          </a:p>
        </p:txBody>
      </p:sp>
      <p:sp>
        <p:nvSpPr>
          <p:cNvPr id="489" name="Google Shape;489;p3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matchingName="Green two third">
  <p:cSld name="Green two third">
    <p:bg>
      <p:bgPr>
        <a:gradFill>
          <a:gsLst>
            <a:gs pos="0">
              <a:schemeClr val="dk2"/>
            </a:gs>
            <a:gs pos="100000">
              <a:schemeClr val="accent2"/>
            </a:gs>
          </a:gsLst>
          <a:lin ang="8100000" scaled="0"/>
        </a:gradFill>
        <a:effectLst/>
      </p:bgPr>
    </p:bg>
    <p:spTree>
      <p:nvGrpSpPr>
        <p:cNvPr id="1" name="Shape 490"/>
        <p:cNvGrpSpPr/>
        <p:nvPr/>
      </p:nvGrpSpPr>
      <p:grpSpPr>
        <a:xfrm>
          <a:off x="0" y="0"/>
          <a:ext cx="0" cy="0"/>
          <a:chOff x="0" y="0"/>
          <a:chExt cx="0" cy="0"/>
        </a:xfrm>
      </p:grpSpPr>
      <p:pic>
        <p:nvPicPr>
          <p:cNvPr id="491" name="Google Shape;491;p31"/>
          <p:cNvPicPr preferRelativeResize="0"/>
          <p:nvPr/>
        </p:nvPicPr>
        <p:blipFill rotWithShape="1">
          <a:blip r:embed="rId2">
            <a:alphaModFix/>
          </a:blip>
          <a:srcRect l="29398" t="8741" r="101" b="27"/>
          <a:stretch/>
        </p:blipFill>
        <p:spPr>
          <a:xfrm flipH="1">
            <a:off x="7409849" y="0"/>
            <a:ext cx="416951" cy="6858000"/>
          </a:xfrm>
          <a:prstGeom prst="rect">
            <a:avLst/>
          </a:prstGeom>
          <a:noFill/>
          <a:ln>
            <a:noFill/>
          </a:ln>
        </p:spPr>
      </p:pic>
      <p:sp>
        <p:nvSpPr>
          <p:cNvPr id="492" name="Google Shape;492;p31"/>
          <p:cNvSpPr/>
          <p:nvPr/>
        </p:nvSpPr>
        <p:spPr>
          <a:xfrm>
            <a:off x="7819543" y="0"/>
            <a:ext cx="4372457"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493" name="Google Shape;493;p31"/>
          <p:cNvSpPr>
            <a:spLocks noGrp="1"/>
          </p:cNvSpPr>
          <p:nvPr>
            <p:ph type="pic" idx="2"/>
          </p:nvPr>
        </p:nvSpPr>
        <p:spPr>
          <a:xfrm>
            <a:off x="7820025" y="0"/>
            <a:ext cx="4371975" cy="6858000"/>
          </a:xfrm>
          <a:prstGeom prst="rect">
            <a:avLst/>
          </a:prstGeom>
          <a:noFill/>
          <a:ln>
            <a:noFill/>
          </a:ln>
        </p:spPr>
      </p:sp>
      <p:sp>
        <p:nvSpPr>
          <p:cNvPr id="494" name="Google Shape;494;p3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5" name="Google Shape;495;p31"/>
          <p:cNvSpPr txBox="1">
            <a:spLocks noGrp="1"/>
          </p:cNvSpPr>
          <p:nvPr>
            <p:ph type="title"/>
          </p:nvPr>
        </p:nvSpPr>
        <p:spPr>
          <a:xfrm>
            <a:off x="630000" y="1804650"/>
            <a:ext cx="6247552"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6" name="Google Shape;496;p3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800" b="0" i="0" u="none" strike="noStrike" cap="none">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matchingName="Left arrow">
  <p:cSld name="Left arrow">
    <p:bg>
      <p:bgPr>
        <a:gradFill>
          <a:gsLst>
            <a:gs pos="0">
              <a:schemeClr val="dk2"/>
            </a:gs>
            <a:gs pos="100000">
              <a:schemeClr val="accent2"/>
            </a:gs>
          </a:gsLst>
          <a:lin ang="8100000" scaled="0"/>
        </a:gradFill>
        <a:effectLst/>
      </p:bgPr>
    </p:bg>
    <p:spTree>
      <p:nvGrpSpPr>
        <p:cNvPr id="1" name="Shape 497"/>
        <p:cNvGrpSpPr/>
        <p:nvPr/>
      </p:nvGrpSpPr>
      <p:grpSpPr>
        <a:xfrm>
          <a:off x="0" y="0"/>
          <a:ext cx="0" cy="0"/>
          <a:chOff x="0" y="0"/>
          <a:chExt cx="0" cy="0"/>
        </a:xfrm>
      </p:grpSpPr>
      <p:pic>
        <p:nvPicPr>
          <p:cNvPr id="498" name="Google Shape;498;p32"/>
          <p:cNvPicPr preferRelativeResize="0"/>
          <p:nvPr/>
        </p:nvPicPr>
        <p:blipFill rotWithShape="1">
          <a:blip r:embed="rId2">
            <a:alphaModFix/>
          </a:blip>
          <a:srcRect/>
          <a:stretch/>
        </p:blipFill>
        <p:spPr>
          <a:xfrm>
            <a:off x="3108638" y="3594368"/>
            <a:ext cx="1365250" cy="3382962"/>
          </a:xfrm>
          <a:prstGeom prst="rect">
            <a:avLst/>
          </a:prstGeom>
          <a:noFill/>
          <a:ln>
            <a:noFill/>
          </a:ln>
        </p:spPr>
      </p:pic>
      <p:sp>
        <p:nvSpPr>
          <p:cNvPr id="499" name="Google Shape;499;p32"/>
          <p:cNvSpPr/>
          <p:nvPr/>
        </p:nvSpPr>
        <p:spPr>
          <a:xfrm>
            <a:off x="1524" y="131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500" name="Google Shape;500;p3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1" name="Google Shape;501;p3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502" name="Google Shape;502;p32"/>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matchingName="Green left arrow">
  <p:cSld name="Green left arrow">
    <p:bg>
      <p:bgPr>
        <a:solidFill>
          <a:srgbClr val="F2F2F2"/>
        </a:solidFill>
        <a:effectLst/>
      </p:bgPr>
    </p:bg>
    <p:spTree>
      <p:nvGrpSpPr>
        <p:cNvPr id="1" name="Shape 503"/>
        <p:cNvGrpSpPr/>
        <p:nvPr/>
      </p:nvGrpSpPr>
      <p:grpSpPr>
        <a:xfrm>
          <a:off x="0" y="0"/>
          <a:ext cx="0" cy="0"/>
          <a:chOff x="0" y="0"/>
          <a:chExt cx="0" cy="0"/>
        </a:xfrm>
      </p:grpSpPr>
      <p:sp>
        <p:nvSpPr>
          <p:cNvPr id="504" name="Google Shape;504;p33"/>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505" name="Google Shape;505;p33"/>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3200"/>
              <a:buFont typeface="Trebuchet MS"/>
              <a:buNone/>
              <a:defRPr sz="3200">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06" name="Google Shape;506;p33"/>
          <p:cNvPicPr preferRelativeResize="0"/>
          <p:nvPr/>
        </p:nvPicPr>
        <p:blipFill rotWithShape="1">
          <a:blip r:embed="rId2">
            <a:alphaModFix/>
          </a:blip>
          <a:srcRect t="6215" b="7714"/>
          <a:stretch/>
        </p:blipFill>
        <p:spPr>
          <a:xfrm rot="120000">
            <a:off x="2141308" y="3402828"/>
            <a:ext cx="2694666" cy="3461745"/>
          </a:xfrm>
          <a:prstGeom prst="rect">
            <a:avLst/>
          </a:prstGeom>
          <a:noFill/>
          <a:ln>
            <a:noFill/>
          </a:ln>
        </p:spPr>
      </p:pic>
      <p:sp>
        <p:nvSpPr>
          <p:cNvPr id="507" name="Google Shape;507;p3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8" name="Google Shape;508;p3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matchingName="Arrow one third">
  <p:cSld name="Arrow one third">
    <p:bg>
      <p:bgPr>
        <a:gradFill>
          <a:gsLst>
            <a:gs pos="0">
              <a:schemeClr val="dk2"/>
            </a:gs>
            <a:gs pos="100000">
              <a:schemeClr val="accent2"/>
            </a:gs>
          </a:gsLst>
          <a:lin ang="8100000" scaled="0"/>
        </a:gradFill>
        <a:effectLst/>
      </p:bgPr>
    </p:bg>
    <p:spTree>
      <p:nvGrpSpPr>
        <p:cNvPr id="1" name="Shape 509"/>
        <p:cNvGrpSpPr/>
        <p:nvPr/>
      </p:nvGrpSpPr>
      <p:grpSpPr>
        <a:xfrm>
          <a:off x="0" y="0"/>
          <a:ext cx="0" cy="0"/>
          <a:chOff x="0" y="0"/>
          <a:chExt cx="0" cy="0"/>
        </a:xfrm>
      </p:grpSpPr>
      <p:sp>
        <p:nvSpPr>
          <p:cNvPr id="510" name="Google Shape;510;p3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800" b="0" i="0" u="none" strike="noStrike" cap="none">
              <a:solidFill>
                <a:schemeClr val="lt1"/>
              </a:solidFill>
              <a:latin typeface="Trebuchet MS"/>
              <a:ea typeface="Trebuchet MS"/>
              <a:cs typeface="Trebuchet MS"/>
              <a:sym typeface="Trebuchet MS"/>
            </a:endParaRPr>
          </a:p>
        </p:txBody>
      </p:sp>
      <p:sp>
        <p:nvSpPr>
          <p:cNvPr id="511" name="Google Shape;511;p3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12" name="Google Shape;512;p34"/>
          <p:cNvPicPr preferRelativeResize="0"/>
          <p:nvPr/>
        </p:nvPicPr>
        <p:blipFill rotWithShape="1">
          <a:blip r:embed="rId2">
            <a:alphaModFix/>
          </a:blip>
          <a:srcRect/>
          <a:stretch/>
        </p:blipFill>
        <p:spPr>
          <a:xfrm>
            <a:off x="4533900" y="3395662"/>
            <a:ext cx="1298575" cy="3571875"/>
          </a:xfrm>
          <a:prstGeom prst="rect">
            <a:avLst/>
          </a:prstGeom>
          <a:noFill/>
          <a:ln>
            <a:noFill/>
          </a:ln>
        </p:spPr>
      </p:pic>
      <p:sp>
        <p:nvSpPr>
          <p:cNvPr id="513" name="Google Shape;513;p34"/>
          <p:cNvSpPr/>
          <p:nvPr/>
        </p:nvSpPr>
        <p:spPr>
          <a:xfrm>
            <a:off x="1" y="0"/>
            <a:ext cx="5426920" cy="6858000"/>
          </a:xfrm>
          <a:prstGeom prst="homePlate">
            <a:avLst>
              <a:gd name="adj" fmla="val 12939"/>
            </a:avLst>
          </a:pr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514" name="Google Shape;514;p34"/>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4400"/>
              <a:buFont typeface="Trebuchet MS"/>
              <a:buNone/>
              <a:defRPr sz="4400" b="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matchingName="Green arrow one third">
  <p:cSld name="Green arrow one third">
    <p:bg>
      <p:bgPr>
        <a:solidFill>
          <a:srgbClr val="F2F2F2"/>
        </a:solidFill>
        <a:effectLst/>
      </p:bgPr>
    </p:bg>
    <p:spTree>
      <p:nvGrpSpPr>
        <p:cNvPr id="1" name="Shape 515"/>
        <p:cNvGrpSpPr/>
        <p:nvPr/>
      </p:nvGrpSpPr>
      <p:grpSpPr>
        <a:xfrm>
          <a:off x="0" y="0"/>
          <a:ext cx="0" cy="0"/>
          <a:chOff x="0" y="0"/>
          <a:chExt cx="0" cy="0"/>
        </a:xfrm>
      </p:grpSpPr>
      <p:sp>
        <p:nvSpPr>
          <p:cNvPr id="516" name="Google Shape;516;p35"/>
          <p:cNvSpPr/>
          <p:nvPr/>
        </p:nvSpPr>
        <p:spPr>
          <a:xfrm>
            <a:off x="1" y="0"/>
            <a:ext cx="5426920"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517" name="Google Shape;517;p35"/>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4400"/>
              <a:buFont typeface="Trebuchet MS"/>
              <a:buNone/>
              <a:defRPr sz="4400" b="0">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18" name="Google Shape;518;p35"/>
          <p:cNvPicPr preferRelativeResize="0"/>
          <p:nvPr/>
        </p:nvPicPr>
        <p:blipFill rotWithShape="1">
          <a:blip r:embed="rId2">
            <a:alphaModFix/>
          </a:blip>
          <a:srcRect t="7561" b="6866"/>
          <a:stretch/>
        </p:blipFill>
        <p:spPr>
          <a:xfrm>
            <a:off x="3549481" y="3416300"/>
            <a:ext cx="2694666" cy="3441700"/>
          </a:xfrm>
          <a:prstGeom prst="rect">
            <a:avLst/>
          </a:prstGeom>
          <a:noFill/>
          <a:ln>
            <a:noFill/>
          </a:ln>
        </p:spPr>
      </p:pic>
      <p:sp>
        <p:nvSpPr>
          <p:cNvPr id="519" name="Google Shape;519;p3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0" name="Google Shape;520;p3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matchingName="Arrow half">
  <p:cSld name="Arrow half">
    <p:bg>
      <p:bgPr>
        <a:gradFill>
          <a:gsLst>
            <a:gs pos="0">
              <a:schemeClr val="dk2"/>
            </a:gs>
            <a:gs pos="100000">
              <a:schemeClr val="accent2"/>
            </a:gs>
          </a:gsLst>
          <a:lin ang="8100000" scaled="0"/>
        </a:gradFill>
        <a:effectLst/>
      </p:bgPr>
    </p:bg>
    <p:spTree>
      <p:nvGrpSpPr>
        <p:cNvPr id="1" name="Shape 521"/>
        <p:cNvGrpSpPr/>
        <p:nvPr/>
      </p:nvGrpSpPr>
      <p:grpSpPr>
        <a:xfrm>
          <a:off x="0" y="0"/>
          <a:ext cx="0" cy="0"/>
          <a:chOff x="0" y="0"/>
          <a:chExt cx="0" cy="0"/>
        </a:xfrm>
      </p:grpSpPr>
      <p:sp>
        <p:nvSpPr>
          <p:cNvPr id="522" name="Google Shape;522;p3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3" name="Google Shape;523;p3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pic>
        <p:nvPicPr>
          <p:cNvPr id="524" name="Google Shape;524;p36"/>
          <p:cNvPicPr preferRelativeResize="0"/>
          <p:nvPr/>
        </p:nvPicPr>
        <p:blipFill rotWithShape="1">
          <a:blip r:embed="rId2">
            <a:alphaModFix/>
          </a:blip>
          <a:srcRect/>
          <a:stretch/>
        </p:blipFill>
        <p:spPr>
          <a:xfrm>
            <a:off x="5378758" y="3589606"/>
            <a:ext cx="1365250" cy="3382962"/>
          </a:xfrm>
          <a:prstGeom prst="rect">
            <a:avLst/>
          </a:prstGeom>
          <a:noFill/>
          <a:ln>
            <a:noFill/>
          </a:ln>
        </p:spPr>
      </p:pic>
      <p:sp>
        <p:nvSpPr>
          <p:cNvPr id="525" name="Google Shape;525;p36"/>
          <p:cNvSpPr/>
          <p:nvPr/>
        </p:nvSpPr>
        <p:spPr>
          <a:xfrm>
            <a:off x="0" y="0"/>
            <a:ext cx="6363546" cy="6858000"/>
          </a:xfrm>
          <a:prstGeom prst="homePlate">
            <a:avLst>
              <a:gd name="adj" fmla="val 12939"/>
            </a:avLst>
          </a:pr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526" name="Google Shape;526;p36"/>
          <p:cNvSpPr txBox="1">
            <a:spLocks noGrp="1"/>
          </p:cNvSpPr>
          <p:nvPr>
            <p:ph type="title"/>
          </p:nvPr>
        </p:nvSpPr>
        <p:spPr>
          <a:xfrm>
            <a:off x="630000" y="622800"/>
            <a:ext cx="4673646"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0D5D7F"/>
              </a:buClr>
              <a:buSzPts val="3400"/>
              <a:buFont typeface="Trebuchet MS"/>
              <a:buNone/>
              <a:defRPr sz="3400" b="0" i="0" u="none">
                <a:solidFill>
                  <a:srgbClr val="0D5D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matchingName="Green arrow half">
  <p:cSld name="Green arrow half">
    <p:bg>
      <p:bgPr>
        <a:solidFill>
          <a:srgbClr val="F2F2F2"/>
        </a:solidFill>
        <a:effectLst/>
      </p:bgPr>
    </p:bg>
    <p:spTree>
      <p:nvGrpSpPr>
        <p:cNvPr id="1" name="Shape 527"/>
        <p:cNvGrpSpPr/>
        <p:nvPr/>
      </p:nvGrpSpPr>
      <p:grpSpPr>
        <a:xfrm>
          <a:off x="0" y="0"/>
          <a:ext cx="0" cy="0"/>
          <a:chOff x="0" y="0"/>
          <a:chExt cx="0" cy="0"/>
        </a:xfrm>
      </p:grpSpPr>
      <p:sp>
        <p:nvSpPr>
          <p:cNvPr id="528" name="Google Shape;528;p37"/>
          <p:cNvSpPr/>
          <p:nvPr/>
        </p:nvSpPr>
        <p:spPr>
          <a:xfrm>
            <a:off x="0" y="0"/>
            <a:ext cx="6363546"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529" name="Google Shape;529;p37"/>
          <p:cNvSpPr txBox="1">
            <a:spLocks noGrp="1"/>
          </p:cNvSpPr>
          <p:nvPr>
            <p:ph type="title"/>
          </p:nvPr>
        </p:nvSpPr>
        <p:spPr>
          <a:xfrm>
            <a:off x="630000" y="622800"/>
            <a:ext cx="4673646"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3400"/>
              <a:buFont typeface="Trebuchet MS"/>
              <a:buNone/>
              <a:defRPr sz="3400" b="0" i="0" u="none">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30" name="Google Shape;530;p37"/>
          <p:cNvPicPr preferRelativeResize="0"/>
          <p:nvPr/>
        </p:nvPicPr>
        <p:blipFill rotWithShape="1">
          <a:blip r:embed="rId2">
            <a:alphaModFix/>
          </a:blip>
          <a:srcRect t="9052" b="6865"/>
          <a:stretch/>
        </p:blipFill>
        <p:spPr>
          <a:xfrm rot="120000">
            <a:off x="4428422" y="3407803"/>
            <a:ext cx="2694666" cy="3456551"/>
          </a:xfrm>
          <a:prstGeom prst="rect">
            <a:avLst/>
          </a:prstGeom>
          <a:noFill/>
          <a:ln>
            <a:noFill/>
          </a:ln>
        </p:spPr>
      </p:pic>
      <p:sp>
        <p:nvSpPr>
          <p:cNvPr id="531" name="Google Shape;531;p3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2" name="Google Shape;532;p37"/>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matchingName="Arrow two third">
  <p:cSld name="Arrow two third">
    <p:bg>
      <p:bgPr>
        <a:gradFill>
          <a:gsLst>
            <a:gs pos="0">
              <a:schemeClr val="dk2"/>
            </a:gs>
            <a:gs pos="100000">
              <a:schemeClr val="accent2"/>
            </a:gs>
          </a:gsLst>
          <a:lin ang="8100000" scaled="0"/>
        </a:gradFill>
        <a:effectLst/>
      </p:bgPr>
    </p:bg>
    <p:spTree>
      <p:nvGrpSpPr>
        <p:cNvPr id="1" name="Shape 533"/>
        <p:cNvGrpSpPr/>
        <p:nvPr/>
      </p:nvGrpSpPr>
      <p:grpSpPr>
        <a:xfrm>
          <a:off x="0" y="0"/>
          <a:ext cx="0" cy="0"/>
          <a:chOff x="0" y="0"/>
          <a:chExt cx="0" cy="0"/>
        </a:xfrm>
      </p:grpSpPr>
      <p:pic>
        <p:nvPicPr>
          <p:cNvPr id="534" name="Google Shape;534;p38"/>
          <p:cNvPicPr preferRelativeResize="0"/>
          <p:nvPr/>
        </p:nvPicPr>
        <p:blipFill rotWithShape="1">
          <a:blip r:embed="rId2">
            <a:alphaModFix/>
          </a:blip>
          <a:srcRect/>
          <a:stretch/>
        </p:blipFill>
        <p:spPr>
          <a:xfrm>
            <a:off x="7490341" y="3589606"/>
            <a:ext cx="1365250" cy="3382962"/>
          </a:xfrm>
          <a:prstGeom prst="rect">
            <a:avLst/>
          </a:prstGeom>
          <a:noFill/>
          <a:ln>
            <a:noFill/>
          </a:ln>
        </p:spPr>
      </p:pic>
      <p:sp>
        <p:nvSpPr>
          <p:cNvPr id="535" name="Google Shape;535;p38"/>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536" name="Google Shape;536;p3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7" name="Google Shape;537;p3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538" name="Google Shape;538;p38"/>
          <p:cNvSpPr txBox="1">
            <a:spLocks noGrp="1"/>
          </p:cNvSpPr>
          <p:nvPr>
            <p:ph type="title"/>
          </p:nvPr>
        </p:nvSpPr>
        <p:spPr>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0D5D7F"/>
              </a:buClr>
              <a:buSzPts val="3400"/>
              <a:buFont typeface="Trebuchet MS"/>
              <a:buNone/>
              <a:defRPr sz="3400" b="0" i="0" u="none">
                <a:solidFill>
                  <a:srgbClr val="0D5D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matchingName="Green arrow two third">
  <p:cSld name="Green arrow two third">
    <p:bg>
      <p:bgPr>
        <a:solidFill>
          <a:srgbClr val="F2F2F2"/>
        </a:solidFill>
        <a:effectLst/>
      </p:bgPr>
    </p:bg>
    <p:spTree>
      <p:nvGrpSpPr>
        <p:cNvPr id="1" name="Shape 539"/>
        <p:cNvGrpSpPr/>
        <p:nvPr/>
      </p:nvGrpSpPr>
      <p:grpSpPr>
        <a:xfrm>
          <a:off x="0" y="0"/>
          <a:ext cx="0" cy="0"/>
          <a:chOff x="0" y="0"/>
          <a:chExt cx="0" cy="0"/>
        </a:xfrm>
      </p:grpSpPr>
      <p:sp>
        <p:nvSpPr>
          <p:cNvPr id="540" name="Google Shape;540;p39"/>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541" name="Google Shape;541;p39"/>
          <p:cNvSpPr txBox="1">
            <a:spLocks noGrp="1"/>
          </p:cNvSpPr>
          <p:nvPr>
            <p:ph type="title"/>
          </p:nvPr>
        </p:nvSpPr>
        <p:spPr>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3400"/>
              <a:buFont typeface="Trebuchet MS"/>
              <a:buNone/>
              <a:defRPr sz="3400" b="0" i="0" u="none">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2" name="Google Shape;542;p3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3" name="Google Shape;543;p3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pic>
        <p:nvPicPr>
          <p:cNvPr id="544" name="Google Shape;544;p39"/>
          <p:cNvPicPr preferRelativeResize="0"/>
          <p:nvPr/>
        </p:nvPicPr>
        <p:blipFill rotWithShape="1">
          <a:blip r:embed="rId2">
            <a:alphaModFix/>
          </a:blip>
          <a:srcRect t="9052" b="6865"/>
          <a:stretch/>
        </p:blipFill>
        <p:spPr>
          <a:xfrm rot="120000">
            <a:off x="6524770" y="3407803"/>
            <a:ext cx="2694666" cy="345655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matchingName="Big statement green">
  <p:cSld name="Big statement green">
    <p:bg>
      <p:bgPr>
        <a:gradFill>
          <a:gsLst>
            <a:gs pos="0">
              <a:schemeClr val="dk2"/>
            </a:gs>
            <a:gs pos="100000">
              <a:schemeClr val="accent2"/>
            </a:gs>
          </a:gsLst>
          <a:lin ang="8100000" scaled="0"/>
        </a:gradFill>
        <a:effectLst/>
      </p:bgPr>
    </p:bg>
    <p:spTree>
      <p:nvGrpSpPr>
        <p:cNvPr id="1" name="Shape 545"/>
        <p:cNvGrpSpPr/>
        <p:nvPr/>
      </p:nvGrpSpPr>
      <p:grpSpPr>
        <a:xfrm>
          <a:off x="0" y="0"/>
          <a:ext cx="0" cy="0"/>
          <a:chOff x="0" y="0"/>
          <a:chExt cx="0" cy="0"/>
        </a:xfrm>
      </p:grpSpPr>
      <p:sp>
        <p:nvSpPr>
          <p:cNvPr id="546" name="Google Shape;546;p4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547" name="Google Shape;547;p4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8" name="Google Shape;548;p40"/>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Big statement icon">
  <p:cSld name="Big statement icon">
    <p:bg>
      <p:bgPr>
        <a:solidFill>
          <a:srgbClr val="F2F2F2"/>
        </a:solidFill>
        <a:effectLst/>
      </p:bgPr>
    </p:bg>
    <p:spTree>
      <p:nvGrpSpPr>
        <p:cNvPr id="1" name="Shape 549"/>
        <p:cNvGrpSpPr/>
        <p:nvPr/>
      </p:nvGrpSpPr>
      <p:grpSpPr>
        <a:xfrm>
          <a:off x="0" y="0"/>
          <a:ext cx="0" cy="0"/>
          <a:chOff x="0" y="0"/>
          <a:chExt cx="0" cy="0"/>
        </a:xfrm>
      </p:grpSpPr>
      <p:sp>
        <p:nvSpPr>
          <p:cNvPr id="550" name="Google Shape;550;p4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1" name="Google Shape;551;p41"/>
          <p:cNvSpPr/>
          <p:nvPr/>
        </p:nvSpPr>
        <p:spPr>
          <a:xfrm>
            <a:off x="630000" y="625475"/>
            <a:ext cx="932688" cy="932688"/>
          </a:xfrm>
          <a:prstGeom prst="rect">
            <a:avLst/>
          </a:prstGeom>
          <a:noFill/>
          <a:ln w="1077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552" name="Google Shape;552;p41"/>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accent4"/>
              </a:buClr>
              <a:buSzPts val="5400"/>
              <a:buFont typeface="Trebuchet MS"/>
              <a:buNone/>
              <a:defRPr sz="5400">
                <a:solidFill>
                  <a:schemeClr val="accent4"/>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matchingName="Quote">
  <p:cSld name="Quote">
    <p:bg>
      <p:bgPr>
        <a:solidFill>
          <a:schemeClr val="accent1"/>
        </a:solidFill>
        <a:effectLst/>
      </p:bgPr>
    </p:bg>
    <p:spTree>
      <p:nvGrpSpPr>
        <p:cNvPr id="1" name="Shape 553"/>
        <p:cNvGrpSpPr/>
        <p:nvPr/>
      </p:nvGrpSpPr>
      <p:grpSpPr>
        <a:xfrm>
          <a:off x="0" y="0"/>
          <a:ext cx="0" cy="0"/>
          <a:chOff x="0" y="0"/>
          <a:chExt cx="0" cy="0"/>
        </a:xfrm>
      </p:grpSpPr>
      <p:pic>
        <p:nvPicPr>
          <p:cNvPr id="554" name="Google Shape;554;p42"/>
          <p:cNvPicPr preferRelativeResize="0"/>
          <p:nvPr/>
        </p:nvPicPr>
        <p:blipFill rotWithShape="1">
          <a:blip r:embed="rId2">
            <a:alphaModFix/>
          </a:blip>
          <a:srcRect r="3634" b="1254"/>
          <a:stretch/>
        </p:blipFill>
        <p:spPr>
          <a:xfrm rot="-5400000" flipH="1">
            <a:off x="6797461" y="110968"/>
            <a:ext cx="769257" cy="10019821"/>
          </a:xfrm>
          <a:prstGeom prst="rect">
            <a:avLst/>
          </a:prstGeom>
          <a:noFill/>
          <a:ln>
            <a:noFill/>
          </a:ln>
        </p:spPr>
      </p:pic>
      <p:sp>
        <p:nvSpPr>
          <p:cNvPr id="555" name="Google Shape;555;p42"/>
          <p:cNvSpPr/>
          <p:nvPr/>
        </p:nvSpPr>
        <p:spPr>
          <a:xfrm flipH="1">
            <a:off x="0" y="0"/>
            <a:ext cx="12192000" cy="5867335"/>
          </a:xfrm>
          <a:custGeom>
            <a:avLst/>
            <a:gdLst/>
            <a:ahLst/>
            <a:cxnLst/>
            <a:rect l="l" t="t" r="r" b="b"/>
            <a:pathLst>
              <a:path w="12192000" h="5867335" extrusionOk="0">
                <a:moveTo>
                  <a:pt x="12192000" y="0"/>
                </a:moveTo>
                <a:lnTo>
                  <a:pt x="0" y="0"/>
                </a:lnTo>
                <a:lnTo>
                  <a:pt x="0" y="4945992"/>
                </a:lnTo>
                <a:lnTo>
                  <a:pt x="9041587" y="4945992"/>
                </a:lnTo>
                <a:lnTo>
                  <a:pt x="9974275" y="5867335"/>
                </a:lnTo>
                <a:lnTo>
                  <a:pt x="9974275" y="4945992"/>
                </a:lnTo>
                <a:lnTo>
                  <a:pt x="12192000" y="494599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556" name="Google Shape;556;p4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matchingName="Special gray">
  <p:cSld name="Special gray">
    <p:bg>
      <p:bgPr>
        <a:solidFill>
          <a:srgbClr val="4D4D4D"/>
        </a:solidFill>
        <a:effectLst/>
      </p:bgPr>
    </p:bg>
    <p:spTree>
      <p:nvGrpSpPr>
        <p:cNvPr id="1" name="Shape 557"/>
        <p:cNvGrpSpPr/>
        <p:nvPr/>
      </p:nvGrpSpPr>
      <p:grpSpPr>
        <a:xfrm>
          <a:off x="0" y="0"/>
          <a:ext cx="0" cy="0"/>
          <a:chOff x="0" y="0"/>
          <a:chExt cx="0" cy="0"/>
        </a:xfrm>
      </p:grpSpPr>
      <p:sp>
        <p:nvSpPr>
          <p:cNvPr id="558" name="Google Shape;558;p43"/>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559" name="Google Shape;559;p4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0" name="Google Shape;560;p43"/>
          <p:cNvSpPr txBox="1">
            <a:spLocks noGrp="1"/>
          </p:cNvSpPr>
          <p:nvPr>
            <p:ph type="title"/>
          </p:nvPr>
        </p:nvSpPr>
        <p:spPr>
          <a:xfrm>
            <a:off x="630000" y="622800"/>
            <a:ext cx="109332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lt1"/>
              </a:buClr>
              <a:buSzPts val="3400"/>
              <a:buFont typeface="Trebuchet MS"/>
              <a:buNone/>
              <a:defRPr sz="3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matchingName="Blank green">
  <p:cSld name="Blank green">
    <p:bg>
      <p:bgPr>
        <a:gradFill>
          <a:gsLst>
            <a:gs pos="0">
              <a:schemeClr val="dk2"/>
            </a:gs>
            <a:gs pos="100000">
              <a:schemeClr val="accent2"/>
            </a:gs>
          </a:gsLst>
          <a:lin ang="8100000" scaled="0"/>
        </a:gradFill>
        <a:effectLst/>
      </p:bgPr>
    </p:bg>
    <p:spTree>
      <p:nvGrpSpPr>
        <p:cNvPr id="1" name="Shape 561"/>
        <p:cNvGrpSpPr/>
        <p:nvPr/>
      </p:nvGrpSpPr>
      <p:grpSpPr>
        <a:xfrm>
          <a:off x="0" y="0"/>
          <a:ext cx="0" cy="0"/>
          <a:chOff x="0" y="0"/>
          <a:chExt cx="0" cy="0"/>
        </a:xfrm>
      </p:grpSpPr>
      <p:sp>
        <p:nvSpPr>
          <p:cNvPr id="562" name="Google Shape;562;p44"/>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563" name="Google Shape;563;p4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Layout guide">
  <p:cSld name="Layout guide">
    <p:spTree>
      <p:nvGrpSpPr>
        <p:cNvPr id="1" name="Shape 564"/>
        <p:cNvGrpSpPr/>
        <p:nvPr/>
      </p:nvGrpSpPr>
      <p:grpSpPr>
        <a:xfrm>
          <a:off x="0" y="0"/>
          <a:ext cx="0" cy="0"/>
          <a:chOff x="0" y="0"/>
          <a:chExt cx="0" cy="0"/>
        </a:xfrm>
      </p:grpSpPr>
      <p:grpSp>
        <p:nvGrpSpPr>
          <p:cNvPr id="565" name="Google Shape;565;p45"/>
          <p:cNvGrpSpPr/>
          <p:nvPr/>
        </p:nvGrpSpPr>
        <p:grpSpPr>
          <a:xfrm>
            <a:off x="-600" y="-1"/>
            <a:ext cx="12193800" cy="6858001"/>
            <a:chOff x="-600" y="-1"/>
            <a:chExt cx="12193800" cy="6858001"/>
          </a:xfrm>
        </p:grpSpPr>
        <p:sp>
          <p:nvSpPr>
            <p:cNvPr id="566" name="Google Shape;566;p45"/>
            <p:cNvSpPr/>
            <p:nvPr/>
          </p:nvSpPr>
          <p:spPr>
            <a:xfrm>
              <a:off x="0" y="-1"/>
              <a:ext cx="12193200" cy="6858000"/>
            </a:xfrm>
            <a:custGeom>
              <a:avLst/>
              <a:gdLst/>
              <a:ahLst/>
              <a:cxnLst/>
              <a:rect l="l" t="t" r="r" b="b"/>
              <a:pathLst>
                <a:path w="12193200" h="6858000" extrusionOk="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nvGrpSpPr>
            <p:cNvPr id="567" name="Google Shape;567;p45"/>
            <p:cNvGrpSpPr/>
            <p:nvPr/>
          </p:nvGrpSpPr>
          <p:grpSpPr>
            <a:xfrm>
              <a:off x="-600" y="622800"/>
              <a:ext cx="12193200" cy="5536800"/>
              <a:chOff x="12623800" y="622800"/>
              <a:chExt cx="11176000" cy="5536800"/>
            </a:xfrm>
          </p:grpSpPr>
          <p:cxnSp>
            <p:nvCxnSpPr>
              <p:cNvPr id="568" name="Google Shape;568;p45"/>
              <p:cNvCxnSpPr/>
              <p:nvPr/>
            </p:nvCxnSpPr>
            <p:spPr>
              <a:xfrm>
                <a:off x="12623800" y="6228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69" name="Google Shape;569;p45"/>
              <p:cNvCxnSpPr/>
              <p:nvPr/>
            </p:nvCxnSpPr>
            <p:spPr>
              <a:xfrm>
                <a:off x="12623800" y="91421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70" name="Google Shape;570;p45"/>
              <p:cNvCxnSpPr/>
              <p:nvPr/>
            </p:nvCxnSpPr>
            <p:spPr>
              <a:xfrm>
                <a:off x="12623800" y="120562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71" name="Google Shape;571;p45"/>
              <p:cNvCxnSpPr/>
              <p:nvPr/>
            </p:nvCxnSpPr>
            <p:spPr>
              <a:xfrm>
                <a:off x="12623800" y="1497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72" name="Google Shape;572;p45"/>
              <p:cNvCxnSpPr/>
              <p:nvPr/>
            </p:nvCxnSpPr>
            <p:spPr>
              <a:xfrm>
                <a:off x="12623800" y="178844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73" name="Google Shape;573;p45"/>
              <p:cNvCxnSpPr/>
              <p:nvPr/>
            </p:nvCxnSpPr>
            <p:spPr>
              <a:xfrm>
                <a:off x="12623800" y="207985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74" name="Google Shape;574;p45"/>
              <p:cNvCxnSpPr/>
              <p:nvPr/>
            </p:nvCxnSpPr>
            <p:spPr>
              <a:xfrm>
                <a:off x="12623800" y="237126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75" name="Google Shape;575;p45"/>
              <p:cNvCxnSpPr/>
              <p:nvPr/>
            </p:nvCxnSpPr>
            <p:spPr>
              <a:xfrm>
                <a:off x="12623800" y="266267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76" name="Google Shape;576;p45"/>
              <p:cNvCxnSpPr/>
              <p:nvPr/>
            </p:nvCxnSpPr>
            <p:spPr>
              <a:xfrm>
                <a:off x="12623800" y="295408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77" name="Google Shape;577;p45"/>
              <p:cNvCxnSpPr/>
              <p:nvPr/>
            </p:nvCxnSpPr>
            <p:spPr>
              <a:xfrm>
                <a:off x="12623800" y="3245499"/>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78" name="Google Shape;578;p45"/>
              <p:cNvCxnSpPr/>
              <p:nvPr/>
            </p:nvCxnSpPr>
            <p:spPr>
              <a:xfrm>
                <a:off x="12623800" y="353691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79" name="Google Shape;579;p45"/>
              <p:cNvCxnSpPr/>
              <p:nvPr/>
            </p:nvCxnSpPr>
            <p:spPr>
              <a:xfrm>
                <a:off x="12623800" y="382832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80" name="Google Shape;580;p45"/>
              <p:cNvCxnSpPr/>
              <p:nvPr/>
            </p:nvCxnSpPr>
            <p:spPr>
              <a:xfrm>
                <a:off x="12623800" y="411973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81" name="Google Shape;581;p45"/>
              <p:cNvCxnSpPr/>
              <p:nvPr/>
            </p:nvCxnSpPr>
            <p:spPr>
              <a:xfrm>
                <a:off x="12623800" y="4411143"/>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82" name="Google Shape;582;p45"/>
              <p:cNvCxnSpPr/>
              <p:nvPr/>
            </p:nvCxnSpPr>
            <p:spPr>
              <a:xfrm>
                <a:off x="12623800" y="470255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83" name="Google Shape;583;p45"/>
              <p:cNvCxnSpPr/>
              <p:nvPr/>
            </p:nvCxnSpPr>
            <p:spPr>
              <a:xfrm>
                <a:off x="12623800" y="499396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84" name="Google Shape;584;p45"/>
              <p:cNvCxnSpPr/>
              <p:nvPr/>
            </p:nvCxnSpPr>
            <p:spPr>
              <a:xfrm>
                <a:off x="12623800" y="528537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85" name="Google Shape;585;p45"/>
              <p:cNvCxnSpPr/>
              <p:nvPr/>
            </p:nvCxnSpPr>
            <p:spPr>
              <a:xfrm>
                <a:off x="12623800" y="557678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86" name="Google Shape;586;p45"/>
              <p:cNvCxnSpPr/>
              <p:nvPr/>
            </p:nvCxnSpPr>
            <p:spPr>
              <a:xfrm>
                <a:off x="12623800" y="586819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587" name="Google Shape;587;p45"/>
              <p:cNvCxnSpPr/>
              <p:nvPr/>
            </p:nvCxnSpPr>
            <p:spPr>
              <a:xfrm>
                <a:off x="12623800" y="6159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grpSp>
        <p:grpSp>
          <p:nvGrpSpPr>
            <p:cNvPr id="588" name="Google Shape;588;p45"/>
            <p:cNvGrpSpPr/>
            <p:nvPr/>
          </p:nvGrpSpPr>
          <p:grpSpPr>
            <a:xfrm>
              <a:off x="1277000" y="623550"/>
              <a:ext cx="9638000" cy="5537047"/>
              <a:chOff x="1277000" y="623550"/>
              <a:chExt cx="9638000" cy="5537047"/>
            </a:xfrm>
          </p:grpSpPr>
          <p:sp>
            <p:nvSpPr>
              <p:cNvPr id="589" name="Google Shape;589;p45"/>
              <p:cNvSpPr/>
              <p:nvPr/>
            </p:nvSpPr>
            <p:spPr>
              <a:xfrm>
                <a:off x="688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590" name="Google Shape;590;p45"/>
              <p:cNvSpPr/>
              <p:nvPr/>
            </p:nvSpPr>
            <p:spPr>
              <a:xfrm>
                <a:off x="875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591" name="Google Shape;591;p45"/>
              <p:cNvSpPr/>
              <p:nvPr/>
            </p:nvSpPr>
            <p:spPr>
              <a:xfrm>
                <a:off x="782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592" name="Google Shape;592;p45"/>
              <p:cNvSpPr/>
              <p:nvPr/>
            </p:nvSpPr>
            <p:spPr>
              <a:xfrm>
                <a:off x="969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593" name="Google Shape;593;p45"/>
              <p:cNvSpPr/>
              <p:nvPr/>
            </p:nvSpPr>
            <p:spPr>
              <a:xfrm>
                <a:off x="1062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594" name="Google Shape;594;p45"/>
              <p:cNvSpPr/>
              <p:nvPr/>
            </p:nvSpPr>
            <p:spPr>
              <a:xfrm>
                <a:off x="595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595" name="Google Shape;595;p45"/>
              <p:cNvSpPr/>
              <p:nvPr/>
            </p:nvSpPr>
            <p:spPr>
              <a:xfrm>
                <a:off x="127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596" name="Google Shape;596;p45"/>
              <p:cNvSpPr/>
              <p:nvPr/>
            </p:nvSpPr>
            <p:spPr>
              <a:xfrm>
                <a:off x="221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597" name="Google Shape;597;p45"/>
              <p:cNvSpPr/>
              <p:nvPr/>
            </p:nvSpPr>
            <p:spPr>
              <a:xfrm>
                <a:off x="314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598" name="Google Shape;598;p45"/>
              <p:cNvSpPr/>
              <p:nvPr/>
            </p:nvSpPr>
            <p:spPr>
              <a:xfrm>
                <a:off x="408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599" name="Google Shape;599;p45"/>
              <p:cNvSpPr/>
              <p:nvPr/>
            </p:nvSpPr>
            <p:spPr>
              <a:xfrm>
                <a:off x="501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sp>
          <p:nvSpPr>
            <p:cNvPr id="600" name="Google Shape;600;p45"/>
            <p:cNvSpPr/>
            <p:nvPr/>
          </p:nvSpPr>
          <p:spPr>
            <a:xfrm>
              <a:off x="-600" y="0"/>
              <a:ext cx="12193200" cy="6858000"/>
            </a:xfrm>
            <a:custGeom>
              <a:avLst/>
              <a:gdLst/>
              <a:ahLst/>
              <a:cxnLst/>
              <a:rect l="l" t="t" r="r" b="b"/>
              <a:pathLst>
                <a:path w="6026" h="3396" extrusionOk="0">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Trebuchet MS"/>
                <a:buNone/>
              </a:pPr>
              <a:endParaRPr sz="1800" b="0" i="0" u="none" strike="noStrike" cap="none">
                <a:solidFill>
                  <a:srgbClr val="575757"/>
                </a:solidFill>
                <a:latin typeface="Trebuchet MS"/>
                <a:ea typeface="Trebuchet MS"/>
                <a:cs typeface="Trebuchet MS"/>
                <a:sym typeface="Trebuchet MS"/>
              </a:endParaRPr>
            </a:p>
          </p:txBody>
        </p:sp>
        <p:sp>
          <p:nvSpPr>
            <p:cNvPr id="601" name="Google Shape;601;p45"/>
            <p:cNvSpPr/>
            <p:nvPr/>
          </p:nvSpPr>
          <p:spPr>
            <a:xfrm>
              <a:off x="629400" y="6159600"/>
              <a:ext cx="10933200" cy="378584"/>
            </a:xfrm>
            <a:prstGeom prst="rect">
              <a:avLst/>
            </a:prstGeom>
            <a:solidFill>
              <a:schemeClr val="accent3">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602" name="Google Shape;602;p45"/>
            <p:cNvSpPr/>
            <p:nvPr/>
          </p:nvSpPr>
          <p:spPr>
            <a:xfrm>
              <a:off x="629400" y="1497600"/>
              <a:ext cx="10932229" cy="583200"/>
            </a:xfrm>
            <a:prstGeom prst="rect">
              <a:avLst/>
            </a:prstGeom>
            <a:solidFill>
              <a:schemeClr val="accent3">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nvGrpSpPr>
            <p:cNvPr id="603" name="Google Shape;603;p45"/>
            <p:cNvGrpSpPr/>
            <p:nvPr/>
          </p:nvGrpSpPr>
          <p:grpSpPr>
            <a:xfrm>
              <a:off x="629400" y="5975122"/>
              <a:ext cx="10933200" cy="79536"/>
              <a:chOff x="629400" y="5975122"/>
              <a:chExt cx="10933200" cy="79536"/>
            </a:xfrm>
          </p:grpSpPr>
          <p:sp>
            <p:nvSpPr>
              <p:cNvPr id="604" name="Google Shape;604;p45"/>
              <p:cNvSpPr/>
              <p:nvPr/>
            </p:nvSpPr>
            <p:spPr>
              <a:xfrm>
                <a:off x="2880128" y="5975122"/>
                <a:ext cx="1930288"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605" name="Google Shape;605;p45"/>
              <p:cNvSpPr/>
              <p:nvPr/>
            </p:nvSpPr>
            <p:spPr>
              <a:xfrm>
                <a:off x="9626194" y="5975122"/>
                <a:ext cx="1936406"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606" name="Google Shape;606;p45"/>
              <p:cNvSpPr/>
              <p:nvPr/>
            </p:nvSpPr>
            <p:spPr>
              <a:xfrm>
                <a:off x="7372407" y="5975122"/>
                <a:ext cx="1936406"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607" name="Google Shape;607;p45"/>
              <p:cNvSpPr/>
              <p:nvPr/>
            </p:nvSpPr>
            <p:spPr>
              <a:xfrm>
                <a:off x="5127797" y="5975122"/>
                <a:ext cx="1927229"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608" name="Google Shape;608;p45"/>
              <p:cNvSpPr/>
              <p:nvPr/>
            </p:nvSpPr>
            <p:spPr>
              <a:xfrm>
                <a:off x="629400" y="5975122"/>
                <a:ext cx="1933347"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sp>
          <p:nvSpPr>
            <p:cNvPr id="609" name="Google Shape;609;p45"/>
            <p:cNvSpPr/>
            <p:nvPr/>
          </p:nvSpPr>
          <p:spPr>
            <a:xfrm>
              <a:off x="629400" y="2080801"/>
              <a:ext cx="10933200" cy="4078800"/>
            </a:xfrm>
            <a:custGeom>
              <a:avLst/>
              <a:gdLst/>
              <a:ahLst/>
              <a:cxnLst/>
              <a:rect l="l" t="t" r="r" b="b"/>
              <a:pathLst>
                <a:path w="10931999" h="5537797" extrusionOk="0">
                  <a:moveTo>
                    <a:pt x="0" y="0"/>
                  </a:moveTo>
                  <a:lnTo>
                    <a:pt x="10931999" y="0"/>
                  </a:lnTo>
                  <a:lnTo>
                    <a:pt x="10931999" y="5537797"/>
                  </a:lnTo>
                  <a:lnTo>
                    <a:pt x="0" y="5537797"/>
                  </a:lnTo>
                  <a:close/>
                </a:path>
              </a:pathLst>
            </a:custGeom>
            <a:noFill/>
            <a:ln w="9525" cap="flat" cmpd="sng">
              <a:solidFill>
                <a:srgbClr val="E71C57">
                  <a:alpha val="33725"/>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610" name="Google Shape;610;p45"/>
            <p:cNvSpPr txBox="1"/>
            <p:nvPr/>
          </p:nvSpPr>
          <p:spPr>
            <a:xfrm>
              <a:off x="630000" y="6144442"/>
              <a:ext cx="9030914" cy="415498"/>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1. xxxx  2. xxxx  3. List footnotes in numerical order. Footnote numbers are not bracketed. Use 10pt font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Note: Do not put a period at the end of the note or the source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Source: Include a source for every chart that you use. Separate sources with a semicolon; BCG-related sources go at the end</a:t>
              </a:r>
              <a:endParaRPr sz="1400" b="0" i="0" u="none" strike="noStrike" cap="none">
                <a:solidFill>
                  <a:srgbClr val="000000"/>
                </a:solidFill>
                <a:latin typeface="Arial"/>
                <a:ea typeface="Arial"/>
                <a:cs typeface="Arial"/>
                <a:sym typeface="Arial"/>
              </a:endParaRPr>
            </a:p>
          </p:txBody>
        </p:sp>
      </p:grpSp>
      <p:sp>
        <p:nvSpPr>
          <p:cNvPr id="611" name="Google Shape;611;p4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matchingName="D. Title Slide">
  <p:cSld name="D. Title Slide">
    <p:spTree>
      <p:nvGrpSpPr>
        <p:cNvPr id="1" name="Shape 612"/>
        <p:cNvGrpSpPr/>
        <p:nvPr/>
      </p:nvGrpSpPr>
      <p:grpSpPr>
        <a:xfrm>
          <a:off x="0" y="0"/>
          <a:ext cx="0" cy="0"/>
          <a:chOff x="0" y="0"/>
          <a:chExt cx="0" cy="0"/>
        </a:xfrm>
      </p:grpSpPr>
      <p:pic>
        <p:nvPicPr>
          <p:cNvPr id="613" name="Google Shape;613;p46"/>
          <p:cNvPicPr preferRelativeResize="0"/>
          <p:nvPr/>
        </p:nvPicPr>
        <p:blipFill rotWithShape="1">
          <a:blip r:embed="rId2">
            <a:alphaModFix/>
          </a:blip>
          <a:srcRect b="23056"/>
          <a:stretch/>
        </p:blipFill>
        <p:spPr>
          <a:xfrm>
            <a:off x="0" y="0"/>
            <a:ext cx="12192000" cy="5276850"/>
          </a:xfrm>
          <a:prstGeom prst="rect">
            <a:avLst/>
          </a:prstGeom>
          <a:noFill/>
          <a:ln>
            <a:noFill/>
          </a:ln>
        </p:spPr>
      </p:pic>
      <p:sp>
        <p:nvSpPr>
          <p:cNvPr id="614" name="Google Shape;614;p46"/>
          <p:cNvSpPr/>
          <p:nvPr/>
        </p:nvSpPr>
        <p:spPr>
          <a:xfrm>
            <a:off x="0" y="5279183"/>
            <a:ext cx="12192000" cy="1578817"/>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pic>
        <p:nvPicPr>
          <p:cNvPr id="615" name="Google Shape;615;p46"/>
          <p:cNvPicPr preferRelativeResize="0"/>
          <p:nvPr/>
        </p:nvPicPr>
        <p:blipFill rotWithShape="1">
          <a:blip r:embed="rId3">
            <a:alphaModFix/>
          </a:blip>
          <a:srcRect l="1731" t="8741" r="102" b="27"/>
          <a:stretch/>
        </p:blipFill>
        <p:spPr>
          <a:xfrm rot="-5400000" flipH="1">
            <a:off x="8471921" y="1973272"/>
            <a:ext cx="580573" cy="6858000"/>
          </a:xfrm>
          <a:prstGeom prst="rect">
            <a:avLst/>
          </a:prstGeom>
          <a:noFill/>
          <a:ln>
            <a:noFill/>
          </a:ln>
        </p:spPr>
      </p:pic>
      <p:sp>
        <p:nvSpPr>
          <p:cNvPr id="616" name="Google Shape;616;p46"/>
          <p:cNvSpPr/>
          <p:nvPr/>
        </p:nvSpPr>
        <p:spPr>
          <a:xfrm>
            <a:off x="630936" y="626200"/>
            <a:ext cx="8125200" cy="5529600"/>
          </a:xfrm>
          <a:prstGeom prst="rect">
            <a:avLst/>
          </a:prstGeom>
          <a:gradFill>
            <a:gsLst>
              <a:gs pos="0">
                <a:srgbClr val="083448">
                  <a:alpha val="88627"/>
                </a:srgbClr>
              </a:gs>
              <a:gs pos="100000">
                <a:srgbClr val="0E5D7F">
                  <a:alpha val="88627"/>
                </a:srgbClr>
              </a:gs>
            </a:gsLst>
            <a:lin ang="18900000" scaled="0"/>
          </a:grad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Clr>
                <a:srgbClr val="000000"/>
              </a:buClr>
              <a:buSzPts val="2000"/>
              <a:buFont typeface="Arial"/>
              <a:buNone/>
            </a:pPr>
            <a:endParaRPr sz="2000" b="0" i="0" u="none" strike="noStrike" cap="none">
              <a:solidFill>
                <a:srgbClr val="FFFFFF"/>
              </a:solidFill>
              <a:latin typeface="Trebuchet MS"/>
              <a:ea typeface="Trebuchet MS"/>
              <a:cs typeface="Trebuchet MS"/>
              <a:sym typeface="Trebuchet MS"/>
            </a:endParaRPr>
          </a:p>
        </p:txBody>
      </p:sp>
      <p:sp>
        <p:nvSpPr>
          <p:cNvPr id="617" name="Google Shape;617;p46"/>
          <p:cNvSpPr txBox="1">
            <a:spLocks noGrp="1"/>
          </p:cNvSpPr>
          <p:nvPr>
            <p:ph type="body" idx="1"/>
          </p:nvPr>
        </p:nvSpPr>
        <p:spPr>
          <a:xfrm>
            <a:off x="957600" y="6207842"/>
            <a:ext cx="6868800" cy="327148"/>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600"/>
              </a:spcBef>
              <a:spcAft>
                <a:spcPts val="0"/>
              </a:spcAft>
              <a:buClr>
                <a:schemeClr val="accent5"/>
              </a:buClr>
              <a:buSzPts val="1200"/>
              <a:buNone/>
              <a:defRPr sz="1200" b="1" cap="none">
                <a:solidFill>
                  <a:schemeClr val="accent5"/>
                </a:solidFill>
                <a:latin typeface="Trebuchet MS"/>
                <a:ea typeface="Trebuchet MS"/>
                <a:cs typeface="Trebuchet MS"/>
                <a:sym typeface="Trebuchet MS"/>
              </a:defRPr>
            </a:lvl1pPr>
            <a:lvl2pPr marL="914400" lvl="1" indent="-228600" algn="ctr">
              <a:lnSpc>
                <a:spcPct val="90000"/>
              </a:lnSpc>
              <a:spcBef>
                <a:spcPts val="300"/>
              </a:spcBef>
              <a:spcAft>
                <a:spcPts val="0"/>
              </a:spcAft>
              <a:buSzPts val="1200"/>
              <a:buNone/>
              <a:defRPr/>
            </a:lvl2pPr>
            <a:lvl3pPr marL="1371600" lvl="2" indent="-228600" algn="ctr">
              <a:lnSpc>
                <a:spcPct val="90000"/>
              </a:lnSpc>
              <a:spcBef>
                <a:spcPts val="300"/>
              </a:spcBef>
              <a:spcAft>
                <a:spcPts val="0"/>
              </a:spcAft>
              <a:buSzPts val="1200"/>
              <a:buNone/>
              <a:defRPr/>
            </a:lvl3pPr>
            <a:lvl4pPr marL="1828800" lvl="3" indent="-228600" algn="ctr">
              <a:lnSpc>
                <a:spcPct val="110000"/>
              </a:lnSpc>
              <a:spcBef>
                <a:spcPts val="300"/>
              </a:spcBef>
              <a:spcAft>
                <a:spcPts val="0"/>
              </a:spcAft>
              <a:buSzPts val="1600"/>
              <a:buNone/>
              <a:defRPr/>
            </a:lvl4pPr>
            <a:lvl5pPr marL="2286000" lvl="4" indent="-228600" algn="ctr">
              <a:lnSpc>
                <a:spcPct val="100000"/>
              </a:lnSpc>
              <a:spcBef>
                <a:spcPts val="300"/>
              </a:spcBef>
              <a:spcAft>
                <a:spcPts val="0"/>
              </a:spcAft>
              <a:buClr>
                <a:schemeClr val="dk1"/>
              </a:buClr>
              <a:buSzPts val="1600"/>
              <a:buNone/>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endParaRPr/>
          </a:p>
        </p:txBody>
      </p:sp>
      <p:sp>
        <p:nvSpPr>
          <p:cNvPr id="618" name="Google Shape;618;p46"/>
          <p:cNvSpPr txBox="1">
            <a:spLocks noGrp="1"/>
          </p:cNvSpPr>
          <p:nvPr>
            <p:ph type="subTitle" idx="2"/>
          </p:nvPr>
        </p:nvSpPr>
        <p:spPr>
          <a:xfrm>
            <a:off x="957600" y="5495706"/>
            <a:ext cx="6868800" cy="436195"/>
          </a:xfrm>
          <a:prstGeom prst="rect">
            <a:avLst/>
          </a:prstGeom>
          <a:noFill/>
          <a:ln>
            <a:noFill/>
          </a:ln>
        </p:spPr>
        <p:txBody>
          <a:bodyPr spcFirstLastPara="1" wrap="square" lIns="0" tIns="0" rIns="0" bIns="0" anchor="ctr" anchorCtr="0">
            <a:noAutofit/>
          </a:bodyPr>
          <a:lstStyle>
            <a:lvl1pPr lvl="0" algn="l">
              <a:lnSpc>
                <a:spcPct val="110000"/>
              </a:lnSpc>
              <a:spcBef>
                <a:spcPts val="600"/>
              </a:spcBef>
              <a:spcAft>
                <a:spcPts val="0"/>
              </a:spcAft>
              <a:buClr>
                <a:schemeClr val="lt1"/>
              </a:buClr>
              <a:buSzPts val="1600"/>
              <a:buNone/>
              <a:defRPr sz="1600">
                <a:solidFill>
                  <a:schemeClr val="lt1"/>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endParaRPr/>
          </a:p>
        </p:txBody>
      </p:sp>
      <p:sp>
        <p:nvSpPr>
          <p:cNvPr id="619" name="Google Shape;619;p46"/>
          <p:cNvSpPr txBox="1">
            <a:spLocks noGrp="1"/>
          </p:cNvSpPr>
          <p:nvPr>
            <p:ph type="ctrTitle"/>
          </p:nvPr>
        </p:nvSpPr>
        <p:spPr>
          <a:xfrm>
            <a:off x="957600" y="1886242"/>
            <a:ext cx="6868800" cy="3138423"/>
          </a:xfrm>
          <a:prstGeom prst="rect">
            <a:avLst/>
          </a:prstGeom>
          <a:noFill/>
          <a:ln>
            <a:noFill/>
          </a:ln>
        </p:spPr>
        <p:txBody>
          <a:bodyPr spcFirstLastPara="1" wrap="square" lIns="0" tIns="0" rIns="0" bIns="0" anchor="b" anchorCtr="0">
            <a:normAutofit/>
          </a:bodyPr>
          <a:lstStyle>
            <a:lvl1pPr lvl="0" algn="l">
              <a:lnSpc>
                <a:spcPct val="93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620" name="Google Shape;620;p46"/>
          <p:cNvGrpSpPr/>
          <p:nvPr/>
        </p:nvGrpSpPr>
        <p:grpSpPr>
          <a:xfrm>
            <a:off x="957600" y="912886"/>
            <a:ext cx="4345900" cy="894745"/>
            <a:chOff x="957601" y="-996122"/>
            <a:chExt cx="4345900" cy="894745"/>
          </a:xfrm>
        </p:grpSpPr>
        <p:pic>
          <p:nvPicPr>
            <p:cNvPr id="621" name="Google Shape;621;p46" descr="Image result for Rwanda Development Board logo png"/>
            <p:cNvPicPr preferRelativeResize="0"/>
            <p:nvPr/>
          </p:nvPicPr>
          <p:blipFill rotWithShape="1">
            <a:blip r:embed="rId4">
              <a:alphaModFix/>
            </a:blip>
            <a:srcRect r="85214"/>
            <a:stretch/>
          </p:blipFill>
          <p:spPr>
            <a:xfrm>
              <a:off x="957601" y="-996122"/>
              <a:ext cx="642600" cy="894745"/>
            </a:xfrm>
            <a:prstGeom prst="rect">
              <a:avLst/>
            </a:prstGeom>
            <a:noFill/>
            <a:ln>
              <a:noFill/>
            </a:ln>
          </p:spPr>
        </p:pic>
        <p:pic>
          <p:nvPicPr>
            <p:cNvPr id="622" name="Google Shape;622;p46" descr="Image result for Rwanda Development Board logo png"/>
            <p:cNvPicPr preferRelativeResize="0"/>
            <p:nvPr/>
          </p:nvPicPr>
          <p:blipFill rotWithShape="1">
            <a:blip r:embed="rId4">
              <a:alphaModFix/>
            </a:blip>
            <a:srcRect l="14581"/>
            <a:stretch/>
          </p:blipFill>
          <p:spPr>
            <a:xfrm>
              <a:off x="1591296" y="-996122"/>
              <a:ext cx="3712205" cy="89474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D. Gray slice heading">
  <p:cSld name="D. Gray slice heading">
    <p:bg>
      <p:bgPr>
        <a:solidFill>
          <a:schemeClr val="lt1"/>
        </a:solidFill>
        <a:effectLst/>
      </p:bgPr>
    </p:bg>
    <p:spTree>
      <p:nvGrpSpPr>
        <p:cNvPr id="1" name="Shape 623"/>
        <p:cNvGrpSpPr/>
        <p:nvPr/>
      </p:nvGrpSpPr>
      <p:grpSpPr>
        <a:xfrm>
          <a:off x="0" y="0"/>
          <a:ext cx="0" cy="0"/>
          <a:chOff x="0" y="0"/>
          <a:chExt cx="0" cy="0"/>
        </a:xfrm>
      </p:grpSpPr>
      <p:sp>
        <p:nvSpPr>
          <p:cNvPr id="624" name="Google Shape;624;p4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5" name="Google Shape;625;p48"/>
          <p:cNvSpPr/>
          <p:nvPr/>
        </p:nvSpPr>
        <p:spPr>
          <a:xfrm>
            <a:off x="1" y="-1309"/>
            <a:ext cx="4694400" cy="6859309"/>
          </a:xfrm>
          <a:prstGeom prst="rect">
            <a:avLst/>
          </a:prstGeom>
          <a:solidFill>
            <a:srgbClr val="F2F2F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626" name="Google Shape;626;p48"/>
          <p:cNvSpPr txBox="1">
            <a:spLocks noGrp="1"/>
          </p:cNvSpPr>
          <p:nvPr>
            <p:ph type="subTitle" idx="1"/>
          </p:nvPr>
        </p:nvSpPr>
        <p:spPr>
          <a:xfrm>
            <a:off x="630000" y="2158987"/>
            <a:ext cx="3744000" cy="541687"/>
          </a:xfrm>
          <a:prstGeom prst="rect">
            <a:avLst/>
          </a:prstGeom>
          <a:noFill/>
          <a:ln>
            <a:noFill/>
          </a:ln>
        </p:spPr>
        <p:txBody>
          <a:bodyPr spcFirstLastPara="1" wrap="square" lIns="0" tIns="0" rIns="0" bIns="0" anchor="t" anchorCtr="0">
            <a:noAutofit/>
          </a:bodyPr>
          <a:lstStyle>
            <a:lvl1pPr lvl="0" algn="l">
              <a:lnSpc>
                <a:spcPct val="110000"/>
              </a:lnSpc>
              <a:spcBef>
                <a:spcPts val="600"/>
              </a:spcBef>
              <a:spcAft>
                <a:spcPts val="0"/>
              </a:spcAft>
              <a:buClr>
                <a:schemeClr val="dk2"/>
              </a:buClr>
              <a:buSzPts val="1600"/>
              <a:buNone/>
              <a:defRPr sz="1600">
                <a:solidFill>
                  <a:schemeClr val="dk2"/>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endParaRPr/>
          </a:p>
        </p:txBody>
      </p:sp>
      <p:sp>
        <p:nvSpPr>
          <p:cNvPr id="627" name="Google Shape;627;p48"/>
          <p:cNvSpPr txBox="1">
            <a:spLocks noGrp="1"/>
          </p:cNvSpPr>
          <p:nvPr>
            <p:ph type="title"/>
          </p:nvPr>
        </p:nvSpPr>
        <p:spPr>
          <a:xfrm>
            <a:off x="630000" y="1227048"/>
            <a:ext cx="3744000" cy="66479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D. Section header box">
  <p:cSld name="D. Section header box">
    <p:spTree>
      <p:nvGrpSpPr>
        <p:cNvPr id="1" name="Shape 628"/>
        <p:cNvGrpSpPr/>
        <p:nvPr/>
      </p:nvGrpSpPr>
      <p:grpSpPr>
        <a:xfrm>
          <a:off x="0" y="0"/>
          <a:ext cx="0" cy="0"/>
          <a:chOff x="0" y="0"/>
          <a:chExt cx="0" cy="0"/>
        </a:xfrm>
      </p:grpSpPr>
      <p:sp>
        <p:nvSpPr>
          <p:cNvPr id="629" name="Google Shape;629;p4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0" name="Google Shape;630;p49"/>
          <p:cNvSpPr txBox="1">
            <a:spLocks noGrp="1"/>
          </p:cNvSpPr>
          <p:nvPr>
            <p:ph type="title"/>
          </p:nvPr>
        </p:nvSpPr>
        <p:spPr>
          <a:xfrm>
            <a:off x="1284742" y="2668041"/>
            <a:ext cx="9620491" cy="3201026"/>
          </a:xfrm>
          <a:prstGeom prst="rect">
            <a:avLst/>
          </a:prstGeom>
          <a:noFill/>
          <a:ln>
            <a:noFill/>
          </a:ln>
        </p:spPr>
        <p:txBody>
          <a:bodyPr spcFirstLastPara="1" wrap="square" lIns="274300" tIns="274300" rIns="274300" bIns="137150" anchor="b" anchorCtr="0">
            <a:noAutofit/>
          </a:bodyPr>
          <a:lstStyle>
            <a:lvl1pPr lvl="0" algn="l">
              <a:lnSpc>
                <a:spcPct val="111111"/>
              </a:lnSpc>
              <a:spcBef>
                <a:spcPts val="0"/>
              </a:spcBef>
              <a:spcAft>
                <a:spcPts val="0"/>
              </a:spcAft>
              <a:buClr>
                <a:schemeClr val="dk2"/>
              </a:buClr>
              <a:buSzPts val="5400"/>
              <a:buFont typeface="Trebuchet MS"/>
              <a:buNone/>
              <a:defRPr sz="54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1" name="Google Shape;631;p49"/>
          <p:cNvSpPr/>
          <p:nvPr/>
        </p:nvSpPr>
        <p:spPr>
          <a:xfrm>
            <a:off x="1280693" y="1424081"/>
            <a:ext cx="951721" cy="951721"/>
          </a:xfrm>
          <a:prstGeom prst="rect">
            <a:avLst/>
          </a:prstGeom>
          <a:noFill/>
          <a:ln w="10775" cap="flat" cmpd="sng">
            <a:solidFill>
              <a:schemeClr val="dk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D. Section header line">
  <p:cSld name="D. Section header line">
    <p:bg>
      <p:bgPr>
        <a:solidFill>
          <a:schemeClr val="lt1"/>
        </a:solidFill>
        <a:effectLst/>
      </p:bgPr>
    </p:bg>
    <p:spTree>
      <p:nvGrpSpPr>
        <p:cNvPr id="1" name="Shape 632"/>
        <p:cNvGrpSpPr/>
        <p:nvPr/>
      </p:nvGrpSpPr>
      <p:grpSpPr>
        <a:xfrm>
          <a:off x="0" y="0"/>
          <a:ext cx="0" cy="0"/>
          <a:chOff x="0" y="0"/>
          <a:chExt cx="0" cy="0"/>
        </a:xfrm>
      </p:grpSpPr>
      <p:sp>
        <p:nvSpPr>
          <p:cNvPr id="633" name="Google Shape;633;p5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4" name="Google Shape;634;p50"/>
          <p:cNvSpPr txBox="1">
            <a:spLocks noGrp="1"/>
          </p:cNvSpPr>
          <p:nvPr>
            <p:ph type="title"/>
          </p:nvPr>
        </p:nvSpPr>
        <p:spPr>
          <a:xfrm>
            <a:off x="630000" y="3826800"/>
            <a:ext cx="10936800" cy="2041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5400"/>
              <a:buFont typeface="Trebuchet MS"/>
              <a:buNone/>
              <a:defRPr sz="54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635" name="Google Shape;635;p50"/>
          <p:cNvCxnSpPr/>
          <p:nvPr/>
        </p:nvCxnSpPr>
        <p:spPr>
          <a:xfrm>
            <a:off x="630000" y="3680016"/>
            <a:ext cx="11558587" cy="0"/>
          </a:xfrm>
          <a:prstGeom prst="straightConnector1">
            <a:avLst/>
          </a:prstGeom>
          <a:noFill/>
          <a:ln w="19050" cap="flat" cmpd="sng">
            <a:solidFill>
              <a:schemeClr val="dk2"/>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matchingName="D. White one third">
  <p:cSld name="D. White one third">
    <p:bg>
      <p:bgPr>
        <a:gradFill>
          <a:gsLst>
            <a:gs pos="0">
              <a:schemeClr val="dk2"/>
            </a:gs>
            <a:gs pos="100000">
              <a:schemeClr val="accent2"/>
            </a:gs>
          </a:gsLst>
          <a:lin ang="8100000" scaled="0"/>
        </a:gradFill>
        <a:effectLst/>
      </p:bgPr>
    </p:bg>
    <p:spTree>
      <p:nvGrpSpPr>
        <p:cNvPr id="1" name="Shape 636"/>
        <p:cNvGrpSpPr/>
        <p:nvPr/>
      </p:nvGrpSpPr>
      <p:grpSpPr>
        <a:xfrm>
          <a:off x="0" y="0"/>
          <a:ext cx="0" cy="0"/>
          <a:chOff x="0" y="0"/>
          <a:chExt cx="0" cy="0"/>
        </a:xfrm>
      </p:grpSpPr>
      <p:pic>
        <p:nvPicPr>
          <p:cNvPr id="637" name="Google Shape;637;p51"/>
          <p:cNvPicPr preferRelativeResize="0"/>
          <p:nvPr/>
        </p:nvPicPr>
        <p:blipFill rotWithShape="1">
          <a:blip r:embed="rId2">
            <a:alphaModFix/>
          </a:blip>
          <a:srcRect l="29398" t="8741" r="101" b="27"/>
          <a:stretch/>
        </p:blipFill>
        <p:spPr>
          <a:xfrm rot="10800000" flipH="1">
            <a:off x="4064994" y="0"/>
            <a:ext cx="416951" cy="6858000"/>
          </a:xfrm>
          <a:prstGeom prst="rect">
            <a:avLst/>
          </a:prstGeom>
          <a:noFill/>
          <a:ln>
            <a:noFill/>
          </a:ln>
        </p:spPr>
      </p:pic>
      <p:sp>
        <p:nvSpPr>
          <p:cNvPr id="638" name="Google Shape;638;p5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9" name="Google Shape;639;p5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640" name="Google Shape;640;p51"/>
          <p:cNvSpPr/>
          <p:nvPr/>
        </p:nvSpPr>
        <p:spPr>
          <a:xfrm>
            <a:off x="0" y="0"/>
            <a:ext cx="4079508"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641" name="Google Shape;641;p51"/>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matchingName="D. Green highlight">
  <p:cSld name="D. Green highlight">
    <p:bg>
      <p:bgPr>
        <a:gradFill>
          <a:gsLst>
            <a:gs pos="0">
              <a:schemeClr val="dk2"/>
            </a:gs>
            <a:gs pos="100000">
              <a:schemeClr val="accent2"/>
            </a:gs>
          </a:gsLst>
          <a:lin ang="8100000" scaled="0"/>
        </a:gradFill>
        <a:effectLst/>
      </p:bgPr>
    </p:bg>
    <p:spTree>
      <p:nvGrpSpPr>
        <p:cNvPr id="1" name="Shape 642"/>
        <p:cNvGrpSpPr/>
        <p:nvPr/>
      </p:nvGrpSpPr>
      <p:grpSpPr>
        <a:xfrm>
          <a:off x="0" y="0"/>
          <a:ext cx="0" cy="0"/>
          <a:chOff x="0" y="0"/>
          <a:chExt cx="0" cy="0"/>
        </a:xfrm>
      </p:grpSpPr>
      <p:pic>
        <p:nvPicPr>
          <p:cNvPr id="643" name="Google Shape;643;p52"/>
          <p:cNvPicPr preferRelativeResize="0"/>
          <p:nvPr/>
        </p:nvPicPr>
        <p:blipFill rotWithShape="1">
          <a:blip r:embed="rId2">
            <a:alphaModFix/>
          </a:blip>
          <a:srcRect l="29398" t="8741" r="101" b="27"/>
          <a:stretch/>
        </p:blipFill>
        <p:spPr>
          <a:xfrm rot="10800000" flipH="1">
            <a:off x="7165606" y="0"/>
            <a:ext cx="416951" cy="6858000"/>
          </a:xfrm>
          <a:prstGeom prst="rect">
            <a:avLst/>
          </a:prstGeom>
          <a:noFill/>
          <a:ln>
            <a:noFill/>
          </a:ln>
        </p:spPr>
      </p:pic>
      <p:sp>
        <p:nvSpPr>
          <p:cNvPr id="644" name="Google Shape;644;p52"/>
          <p:cNvSpPr/>
          <p:nvPr/>
        </p:nvSpPr>
        <p:spPr>
          <a:xfrm>
            <a:off x="0" y="0"/>
            <a:ext cx="7171956"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645" name="Google Shape;645;p5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6" name="Google Shape;646;p5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647" name="Google Shape;647;p52"/>
          <p:cNvSpPr txBox="1">
            <a:spLocks noGrp="1"/>
          </p:cNvSpPr>
          <p:nvPr>
            <p:ph type="title"/>
          </p:nvPr>
        </p:nvSpPr>
        <p:spPr>
          <a:xfrm>
            <a:off x="630000" y="622800"/>
            <a:ext cx="6276529"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matchingName="D. Four column green">
  <p:cSld name="D. Four column green">
    <p:bg>
      <p:bgPr>
        <a:gradFill>
          <a:gsLst>
            <a:gs pos="0">
              <a:schemeClr val="dk2"/>
            </a:gs>
            <a:gs pos="100000">
              <a:schemeClr val="accent2"/>
            </a:gs>
          </a:gsLst>
          <a:lin ang="8100000" scaled="0"/>
        </a:gradFill>
        <a:effectLst/>
      </p:bgPr>
    </p:bg>
    <p:spTree>
      <p:nvGrpSpPr>
        <p:cNvPr id="1" name="Shape 648"/>
        <p:cNvGrpSpPr/>
        <p:nvPr/>
      </p:nvGrpSpPr>
      <p:grpSpPr>
        <a:xfrm>
          <a:off x="0" y="0"/>
          <a:ext cx="0" cy="0"/>
          <a:chOff x="0" y="0"/>
          <a:chExt cx="0" cy="0"/>
        </a:xfrm>
      </p:grpSpPr>
      <p:pic>
        <p:nvPicPr>
          <p:cNvPr id="649" name="Google Shape;649;p53"/>
          <p:cNvPicPr preferRelativeResize="0"/>
          <p:nvPr/>
        </p:nvPicPr>
        <p:blipFill rotWithShape="1">
          <a:blip r:embed="rId2">
            <a:alphaModFix/>
          </a:blip>
          <a:srcRect l="29398" t="8741" r="101" b="27"/>
          <a:stretch/>
        </p:blipFill>
        <p:spPr>
          <a:xfrm rot="10800000" flipH="1">
            <a:off x="9029246" y="0"/>
            <a:ext cx="416951" cy="6858000"/>
          </a:xfrm>
          <a:prstGeom prst="rect">
            <a:avLst/>
          </a:prstGeom>
          <a:noFill/>
          <a:ln>
            <a:noFill/>
          </a:ln>
        </p:spPr>
      </p:pic>
      <p:sp>
        <p:nvSpPr>
          <p:cNvPr id="650" name="Google Shape;650;p53"/>
          <p:cNvSpPr/>
          <p:nvPr/>
        </p:nvSpPr>
        <p:spPr>
          <a:xfrm>
            <a:off x="0" y="0"/>
            <a:ext cx="9034272"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651" name="Google Shape;651;p5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2" name="Google Shape;652;p5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653" name="Google Shape;653;p53"/>
          <p:cNvSpPr txBox="1">
            <a:spLocks noGrp="1"/>
          </p:cNvSpPr>
          <p:nvPr>
            <p:ph type="title"/>
          </p:nvPr>
        </p:nvSpPr>
        <p:spPr>
          <a:xfrm>
            <a:off x="630000" y="622800"/>
            <a:ext cx="8101584"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matchingName="D. Green half">
  <p:cSld name="D. Green half">
    <p:bg>
      <p:bgPr>
        <a:gradFill>
          <a:gsLst>
            <a:gs pos="0">
              <a:schemeClr val="dk2"/>
            </a:gs>
            <a:gs pos="100000">
              <a:schemeClr val="accent2"/>
            </a:gs>
          </a:gsLst>
          <a:lin ang="8100000" scaled="0"/>
        </a:gradFill>
        <a:effectLst/>
      </p:bgPr>
    </p:bg>
    <p:spTree>
      <p:nvGrpSpPr>
        <p:cNvPr id="1" name="Shape 654"/>
        <p:cNvGrpSpPr/>
        <p:nvPr/>
      </p:nvGrpSpPr>
      <p:grpSpPr>
        <a:xfrm>
          <a:off x="0" y="0"/>
          <a:ext cx="0" cy="0"/>
          <a:chOff x="0" y="0"/>
          <a:chExt cx="0" cy="0"/>
        </a:xfrm>
      </p:grpSpPr>
      <p:pic>
        <p:nvPicPr>
          <p:cNvPr id="655" name="Google Shape;655;p54"/>
          <p:cNvPicPr preferRelativeResize="0"/>
          <p:nvPr/>
        </p:nvPicPr>
        <p:blipFill rotWithShape="1">
          <a:blip r:embed="rId2">
            <a:alphaModFix/>
          </a:blip>
          <a:srcRect l="29398" t="8741" r="101" b="27"/>
          <a:stretch/>
        </p:blipFill>
        <p:spPr>
          <a:xfrm flipH="1">
            <a:off x="5689582" y="0"/>
            <a:ext cx="416951" cy="6858000"/>
          </a:xfrm>
          <a:prstGeom prst="rect">
            <a:avLst/>
          </a:prstGeom>
          <a:noFill/>
          <a:ln>
            <a:noFill/>
          </a:ln>
        </p:spPr>
      </p:pic>
      <p:sp>
        <p:nvSpPr>
          <p:cNvPr id="656" name="Google Shape;656;p54"/>
          <p:cNvSpPr/>
          <p:nvPr/>
        </p:nvSpPr>
        <p:spPr>
          <a:xfrm>
            <a:off x="6096000" y="0"/>
            <a:ext cx="6096000"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657" name="Google Shape;657;p54"/>
          <p:cNvSpPr>
            <a:spLocks noGrp="1"/>
          </p:cNvSpPr>
          <p:nvPr>
            <p:ph type="pic" idx="2"/>
          </p:nvPr>
        </p:nvSpPr>
        <p:spPr>
          <a:xfrm>
            <a:off x="6092021" y="0"/>
            <a:ext cx="6099977" cy="6858000"/>
          </a:xfrm>
          <a:prstGeom prst="rect">
            <a:avLst/>
          </a:prstGeom>
          <a:noFill/>
          <a:ln>
            <a:noFill/>
          </a:ln>
        </p:spPr>
      </p:sp>
      <p:sp>
        <p:nvSpPr>
          <p:cNvPr id="658" name="Google Shape;658;p54"/>
          <p:cNvSpPr txBox="1">
            <a:spLocks noGrp="1"/>
          </p:cNvSpPr>
          <p:nvPr>
            <p:ph type="title"/>
          </p:nvPr>
        </p:nvSpPr>
        <p:spPr>
          <a:xfrm>
            <a:off x="630000" y="1785600"/>
            <a:ext cx="4388400" cy="3286800"/>
          </a:xfrm>
          <a:prstGeom prst="rect">
            <a:avLst/>
          </a:prstGeom>
          <a:noFill/>
          <a:ln>
            <a:noFill/>
          </a:ln>
        </p:spPr>
        <p:txBody>
          <a:bodyPr spcFirstLastPara="1" wrap="square" lIns="0" tIns="0" rIns="320025"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9" name="Google Shape;659;p5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800" b="0" i="0" u="none" strike="noStrike" cap="none">
              <a:solidFill>
                <a:srgbClr val="7F7F7F"/>
              </a:solidFill>
              <a:latin typeface="Trebuchet MS"/>
              <a:ea typeface="Trebuchet MS"/>
              <a:cs typeface="Trebuchet MS"/>
              <a:sym typeface="Trebuchet MS"/>
            </a:endParaRPr>
          </a:p>
        </p:txBody>
      </p:sp>
      <p:sp>
        <p:nvSpPr>
          <p:cNvPr id="660" name="Google Shape;660;p5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matchingName="D. Green two third">
  <p:cSld name="D. Green two third">
    <p:bg>
      <p:bgPr>
        <a:gradFill>
          <a:gsLst>
            <a:gs pos="0">
              <a:schemeClr val="dk2"/>
            </a:gs>
            <a:gs pos="100000">
              <a:schemeClr val="accent2"/>
            </a:gs>
          </a:gsLst>
          <a:lin ang="8100000" scaled="0"/>
        </a:gradFill>
        <a:effectLst/>
      </p:bgPr>
    </p:bg>
    <p:spTree>
      <p:nvGrpSpPr>
        <p:cNvPr id="1" name="Shape 661"/>
        <p:cNvGrpSpPr/>
        <p:nvPr/>
      </p:nvGrpSpPr>
      <p:grpSpPr>
        <a:xfrm>
          <a:off x="0" y="0"/>
          <a:ext cx="0" cy="0"/>
          <a:chOff x="0" y="0"/>
          <a:chExt cx="0" cy="0"/>
        </a:xfrm>
      </p:grpSpPr>
      <p:pic>
        <p:nvPicPr>
          <p:cNvPr id="662" name="Google Shape;662;p55"/>
          <p:cNvPicPr preferRelativeResize="0"/>
          <p:nvPr/>
        </p:nvPicPr>
        <p:blipFill rotWithShape="1">
          <a:blip r:embed="rId2">
            <a:alphaModFix/>
          </a:blip>
          <a:srcRect l="29398" t="8741" r="101" b="27"/>
          <a:stretch/>
        </p:blipFill>
        <p:spPr>
          <a:xfrm flipH="1">
            <a:off x="7409849" y="0"/>
            <a:ext cx="416951" cy="6858000"/>
          </a:xfrm>
          <a:prstGeom prst="rect">
            <a:avLst/>
          </a:prstGeom>
          <a:noFill/>
          <a:ln>
            <a:noFill/>
          </a:ln>
        </p:spPr>
      </p:pic>
      <p:sp>
        <p:nvSpPr>
          <p:cNvPr id="663" name="Google Shape;663;p55"/>
          <p:cNvSpPr/>
          <p:nvPr/>
        </p:nvSpPr>
        <p:spPr>
          <a:xfrm>
            <a:off x="7819543" y="0"/>
            <a:ext cx="4372457"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664" name="Google Shape;664;p55"/>
          <p:cNvSpPr>
            <a:spLocks noGrp="1"/>
          </p:cNvSpPr>
          <p:nvPr>
            <p:ph type="pic" idx="2"/>
          </p:nvPr>
        </p:nvSpPr>
        <p:spPr>
          <a:xfrm>
            <a:off x="7820025" y="0"/>
            <a:ext cx="4371975" cy="6858000"/>
          </a:xfrm>
          <a:prstGeom prst="rect">
            <a:avLst/>
          </a:prstGeom>
          <a:noFill/>
          <a:ln>
            <a:noFill/>
          </a:ln>
        </p:spPr>
      </p:sp>
      <p:sp>
        <p:nvSpPr>
          <p:cNvPr id="665" name="Google Shape;665;p5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6" name="Google Shape;666;p55"/>
          <p:cNvSpPr txBox="1">
            <a:spLocks noGrp="1"/>
          </p:cNvSpPr>
          <p:nvPr>
            <p:ph type="title"/>
          </p:nvPr>
        </p:nvSpPr>
        <p:spPr>
          <a:xfrm>
            <a:off x="630936" y="1785600"/>
            <a:ext cx="6247552"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7" name="Google Shape;667;p5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800" b="0" i="0" u="none" strike="noStrike" cap="none">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matchingName="D. Left arrow">
  <p:cSld name="D. Left arrow">
    <p:bg>
      <p:bgPr>
        <a:gradFill>
          <a:gsLst>
            <a:gs pos="0">
              <a:schemeClr val="dk2"/>
            </a:gs>
            <a:gs pos="100000">
              <a:schemeClr val="accent2"/>
            </a:gs>
          </a:gsLst>
          <a:lin ang="8100000" scaled="0"/>
        </a:gradFill>
        <a:effectLst/>
      </p:bgPr>
    </p:bg>
    <p:spTree>
      <p:nvGrpSpPr>
        <p:cNvPr id="1" name="Shape 668"/>
        <p:cNvGrpSpPr/>
        <p:nvPr/>
      </p:nvGrpSpPr>
      <p:grpSpPr>
        <a:xfrm>
          <a:off x="0" y="0"/>
          <a:ext cx="0" cy="0"/>
          <a:chOff x="0" y="0"/>
          <a:chExt cx="0" cy="0"/>
        </a:xfrm>
      </p:grpSpPr>
      <p:pic>
        <p:nvPicPr>
          <p:cNvPr id="669" name="Google Shape;669;p56"/>
          <p:cNvPicPr preferRelativeResize="0"/>
          <p:nvPr/>
        </p:nvPicPr>
        <p:blipFill rotWithShape="1">
          <a:blip r:embed="rId2">
            <a:alphaModFix/>
          </a:blip>
          <a:srcRect/>
          <a:stretch/>
        </p:blipFill>
        <p:spPr>
          <a:xfrm>
            <a:off x="3108638" y="3588018"/>
            <a:ext cx="1365250" cy="3382962"/>
          </a:xfrm>
          <a:prstGeom prst="rect">
            <a:avLst/>
          </a:prstGeom>
          <a:noFill/>
          <a:ln>
            <a:noFill/>
          </a:ln>
        </p:spPr>
      </p:pic>
      <p:sp>
        <p:nvSpPr>
          <p:cNvPr id="670" name="Google Shape;670;p56"/>
          <p:cNvSpPr/>
          <p:nvPr/>
        </p:nvSpPr>
        <p:spPr>
          <a:xfrm>
            <a:off x="1524" y="131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671" name="Google Shape;671;p5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2" name="Google Shape;672;p5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673" name="Google Shape;673;p56"/>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matchingName="D. Green left arrow">
  <p:cSld name="D. Green left arrow">
    <p:bg>
      <p:bgPr>
        <a:solidFill>
          <a:schemeClr val="lt1"/>
        </a:solidFill>
        <a:effectLst/>
      </p:bgPr>
    </p:bg>
    <p:spTree>
      <p:nvGrpSpPr>
        <p:cNvPr id="1" name="Shape 674"/>
        <p:cNvGrpSpPr/>
        <p:nvPr/>
      </p:nvGrpSpPr>
      <p:grpSpPr>
        <a:xfrm>
          <a:off x="0" y="0"/>
          <a:ext cx="0" cy="0"/>
          <a:chOff x="0" y="0"/>
          <a:chExt cx="0" cy="0"/>
        </a:xfrm>
      </p:grpSpPr>
      <p:sp>
        <p:nvSpPr>
          <p:cNvPr id="675" name="Google Shape;675;p57"/>
          <p:cNvSpPr/>
          <p:nvPr/>
        </p:nvSpPr>
        <p:spPr>
          <a:xfrm>
            <a:off x="1524" y="131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676" name="Google Shape;676;p57"/>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7" name="Google Shape;677;p5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8" name="Google Shape;678;p57"/>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pic>
        <p:nvPicPr>
          <p:cNvPr id="679" name="Google Shape;679;p57"/>
          <p:cNvPicPr preferRelativeResize="0"/>
          <p:nvPr/>
        </p:nvPicPr>
        <p:blipFill rotWithShape="1">
          <a:blip r:embed="rId2">
            <a:alphaModFix/>
          </a:blip>
          <a:srcRect t="6215" b="7714"/>
          <a:stretch/>
        </p:blipFill>
        <p:spPr>
          <a:xfrm rot="120000">
            <a:off x="2141308" y="3402828"/>
            <a:ext cx="2694666" cy="34617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matchingName="D. Arrow one third">
  <p:cSld name="D. Arrow one third">
    <p:bg>
      <p:bgPr>
        <a:gradFill>
          <a:gsLst>
            <a:gs pos="0">
              <a:schemeClr val="dk2"/>
            </a:gs>
            <a:gs pos="100000">
              <a:schemeClr val="accent2"/>
            </a:gs>
          </a:gsLst>
          <a:lin ang="8100000" scaled="0"/>
        </a:gradFill>
        <a:effectLst/>
      </p:bgPr>
    </p:bg>
    <p:spTree>
      <p:nvGrpSpPr>
        <p:cNvPr id="1" name="Shape 680"/>
        <p:cNvGrpSpPr/>
        <p:nvPr/>
      </p:nvGrpSpPr>
      <p:grpSpPr>
        <a:xfrm>
          <a:off x="0" y="0"/>
          <a:ext cx="0" cy="0"/>
          <a:chOff x="0" y="0"/>
          <a:chExt cx="0" cy="0"/>
        </a:xfrm>
      </p:grpSpPr>
      <p:sp>
        <p:nvSpPr>
          <p:cNvPr id="681" name="Google Shape;681;p5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800" b="0" i="0" u="none" strike="noStrike" cap="none">
              <a:solidFill>
                <a:schemeClr val="lt1"/>
              </a:solidFill>
              <a:latin typeface="Trebuchet MS"/>
              <a:ea typeface="Trebuchet MS"/>
              <a:cs typeface="Trebuchet MS"/>
              <a:sym typeface="Trebuchet MS"/>
            </a:endParaRPr>
          </a:p>
        </p:txBody>
      </p:sp>
      <p:sp>
        <p:nvSpPr>
          <p:cNvPr id="682" name="Google Shape;682;p5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83" name="Google Shape;683;p58"/>
          <p:cNvPicPr preferRelativeResize="0"/>
          <p:nvPr/>
        </p:nvPicPr>
        <p:blipFill rotWithShape="1">
          <a:blip r:embed="rId2">
            <a:alphaModFix/>
          </a:blip>
          <a:srcRect/>
          <a:stretch/>
        </p:blipFill>
        <p:spPr>
          <a:xfrm>
            <a:off x="4533900" y="3382962"/>
            <a:ext cx="1298575" cy="3571875"/>
          </a:xfrm>
          <a:prstGeom prst="rect">
            <a:avLst/>
          </a:prstGeom>
          <a:noFill/>
          <a:ln>
            <a:noFill/>
          </a:ln>
        </p:spPr>
      </p:pic>
      <p:sp>
        <p:nvSpPr>
          <p:cNvPr id="684" name="Google Shape;684;p58"/>
          <p:cNvSpPr/>
          <p:nvPr/>
        </p:nvSpPr>
        <p:spPr>
          <a:xfrm>
            <a:off x="1" y="0"/>
            <a:ext cx="5426920" cy="6858000"/>
          </a:xfrm>
          <a:prstGeom prst="homePlate">
            <a:avLst>
              <a:gd name="adj" fmla="val 12939"/>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685" name="Google Shape;685;p58"/>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4400"/>
              <a:buFont typeface="Trebuchet MS"/>
              <a:buNone/>
              <a:defRPr sz="4400" b="0">
                <a:solidFill>
                  <a:schemeClr val="dk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matchingName="D. Green arrow one third">
  <p:cSld name="D. Green arrow one third">
    <p:bg>
      <p:bgPr>
        <a:solidFill>
          <a:schemeClr val="lt1"/>
        </a:solidFill>
        <a:effectLst/>
      </p:bgPr>
    </p:bg>
    <p:spTree>
      <p:nvGrpSpPr>
        <p:cNvPr id="1" name="Shape 686"/>
        <p:cNvGrpSpPr/>
        <p:nvPr/>
      </p:nvGrpSpPr>
      <p:grpSpPr>
        <a:xfrm>
          <a:off x="0" y="0"/>
          <a:ext cx="0" cy="0"/>
          <a:chOff x="0" y="0"/>
          <a:chExt cx="0" cy="0"/>
        </a:xfrm>
      </p:grpSpPr>
      <p:sp>
        <p:nvSpPr>
          <p:cNvPr id="687" name="Google Shape;687;p59"/>
          <p:cNvSpPr/>
          <p:nvPr/>
        </p:nvSpPr>
        <p:spPr>
          <a:xfrm>
            <a:off x="1" y="0"/>
            <a:ext cx="5426920"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688" name="Google Shape;688;p59"/>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4400"/>
              <a:buFont typeface="Trebuchet MS"/>
              <a:buNone/>
              <a:defRPr sz="4400" b="0">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9" name="Google Shape;689;p5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0" name="Google Shape;690;p5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pic>
        <p:nvPicPr>
          <p:cNvPr id="691" name="Google Shape;691;p59"/>
          <p:cNvPicPr preferRelativeResize="0"/>
          <p:nvPr/>
        </p:nvPicPr>
        <p:blipFill rotWithShape="1">
          <a:blip r:embed="rId2">
            <a:alphaModFix/>
          </a:blip>
          <a:srcRect t="7561" b="6866"/>
          <a:stretch/>
        </p:blipFill>
        <p:spPr>
          <a:xfrm>
            <a:off x="3549481" y="3416300"/>
            <a:ext cx="2694666" cy="34417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matchingName="D. Arrow half">
  <p:cSld name="D. Arrow half">
    <p:bg>
      <p:bgPr>
        <a:gradFill>
          <a:gsLst>
            <a:gs pos="0">
              <a:schemeClr val="dk2"/>
            </a:gs>
            <a:gs pos="100000">
              <a:schemeClr val="accent2"/>
            </a:gs>
          </a:gsLst>
          <a:lin ang="8100000" scaled="0"/>
        </a:gradFill>
        <a:effectLst/>
      </p:bgPr>
    </p:bg>
    <p:spTree>
      <p:nvGrpSpPr>
        <p:cNvPr id="1" name="Shape 692"/>
        <p:cNvGrpSpPr/>
        <p:nvPr/>
      </p:nvGrpSpPr>
      <p:grpSpPr>
        <a:xfrm>
          <a:off x="0" y="0"/>
          <a:ext cx="0" cy="0"/>
          <a:chOff x="0" y="0"/>
          <a:chExt cx="0" cy="0"/>
        </a:xfrm>
      </p:grpSpPr>
      <p:pic>
        <p:nvPicPr>
          <p:cNvPr id="693" name="Google Shape;693;p60"/>
          <p:cNvPicPr preferRelativeResize="0"/>
          <p:nvPr/>
        </p:nvPicPr>
        <p:blipFill rotWithShape="1">
          <a:blip r:embed="rId2">
            <a:alphaModFix/>
          </a:blip>
          <a:srcRect/>
          <a:stretch/>
        </p:blipFill>
        <p:spPr>
          <a:xfrm>
            <a:off x="5378758" y="3588018"/>
            <a:ext cx="1365250" cy="3382962"/>
          </a:xfrm>
          <a:prstGeom prst="rect">
            <a:avLst/>
          </a:prstGeom>
          <a:noFill/>
          <a:ln>
            <a:noFill/>
          </a:ln>
        </p:spPr>
      </p:pic>
      <p:sp>
        <p:nvSpPr>
          <p:cNvPr id="694" name="Google Shape;694;p60"/>
          <p:cNvSpPr/>
          <p:nvPr/>
        </p:nvSpPr>
        <p:spPr>
          <a:xfrm>
            <a:off x="0" y="0"/>
            <a:ext cx="6363546" cy="6858000"/>
          </a:xfrm>
          <a:prstGeom prst="homePlate">
            <a:avLst>
              <a:gd name="adj" fmla="val 12939"/>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695" name="Google Shape;695;p60"/>
          <p:cNvSpPr txBox="1">
            <a:spLocks noGrp="1"/>
          </p:cNvSpPr>
          <p:nvPr>
            <p:ph type="title"/>
          </p:nvPr>
        </p:nvSpPr>
        <p:spPr>
          <a:xfrm>
            <a:off x="630000" y="622800"/>
            <a:ext cx="4747822"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6" name="Google Shape;696;p6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7" name="Google Shape;697;p6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matchingName="D. Green arrow half">
  <p:cSld name="D. Green arrow half">
    <p:bg>
      <p:bgPr>
        <a:solidFill>
          <a:schemeClr val="lt1"/>
        </a:solidFill>
        <a:effectLst/>
      </p:bgPr>
    </p:bg>
    <p:spTree>
      <p:nvGrpSpPr>
        <p:cNvPr id="1" name="Shape 698"/>
        <p:cNvGrpSpPr/>
        <p:nvPr/>
      </p:nvGrpSpPr>
      <p:grpSpPr>
        <a:xfrm>
          <a:off x="0" y="0"/>
          <a:ext cx="0" cy="0"/>
          <a:chOff x="0" y="0"/>
          <a:chExt cx="0" cy="0"/>
        </a:xfrm>
      </p:grpSpPr>
      <p:sp>
        <p:nvSpPr>
          <p:cNvPr id="699" name="Google Shape;699;p61"/>
          <p:cNvSpPr/>
          <p:nvPr/>
        </p:nvSpPr>
        <p:spPr>
          <a:xfrm>
            <a:off x="0" y="0"/>
            <a:ext cx="6363546"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700" name="Google Shape;700;p61"/>
          <p:cNvSpPr txBox="1">
            <a:spLocks noGrp="1"/>
          </p:cNvSpPr>
          <p:nvPr>
            <p:ph type="title"/>
          </p:nvPr>
        </p:nvSpPr>
        <p:spPr>
          <a:xfrm>
            <a:off x="630000" y="622800"/>
            <a:ext cx="4747822"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1" name="Google Shape;701;p6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2" name="Google Shape;702;p6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pic>
        <p:nvPicPr>
          <p:cNvPr id="703" name="Google Shape;703;p61"/>
          <p:cNvPicPr preferRelativeResize="0"/>
          <p:nvPr/>
        </p:nvPicPr>
        <p:blipFill rotWithShape="1">
          <a:blip r:embed="rId2">
            <a:alphaModFix/>
          </a:blip>
          <a:srcRect t="9052" b="6865"/>
          <a:stretch/>
        </p:blipFill>
        <p:spPr>
          <a:xfrm rot="120000">
            <a:off x="4428422" y="3407803"/>
            <a:ext cx="2694666" cy="345655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matchingName="D. Arrow two third">
  <p:cSld name="D. Arrow two third">
    <p:bg>
      <p:bgPr>
        <a:gradFill>
          <a:gsLst>
            <a:gs pos="0">
              <a:schemeClr val="dk2"/>
            </a:gs>
            <a:gs pos="100000">
              <a:schemeClr val="accent2"/>
            </a:gs>
          </a:gsLst>
          <a:lin ang="8100000" scaled="0"/>
        </a:gradFill>
        <a:effectLst/>
      </p:bgPr>
    </p:bg>
    <p:spTree>
      <p:nvGrpSpPr>
        <p:cNvPr id="1" name="Shape 704"/>
        <p:cNvGrpSpPr/>
        <p:nvPr/>
      </p:nvGrpSpPr>
      <p:grpSpPr>
        <a:xfrm>
          <a:off x="0" y="0"/>
          <a:ext cx="0" cy="0"/>
          <a:chOff x="0" y="0"/>
          <a:chExt cx="0" cy="0"/>
        </a:xfrm>
      </p:grpSpPr>
      <p:pic>
        <p:nvPicPr>
          <p:cNvPr id="705" name="Google Shape;705;p62"/>
          <p:cNvPicPr preferRelativeResize="0"/>
          <p:nvPr/>
        </p:nvPicPr>
        <p:blipFill rotWithShape="1">
          <a:blip r:embed="rId2">
            <a:alphaModFix/>
          </a:blip>
          <a:srcRect/>
          <a:stretch/>
        </p:blipFill>
        <p:spPr>
          <a:xfrm>
            <a:off x="7490341" y="3588018"/>
            <a:ext cx="1365250" cy="3382962"/>
          </a:xfrm>
          <a:prstGeom prst="rect">
            <a:avLst/>
          </a:prstGeom>
          <a:noFill/>
          <a:ln>
            <a:noFill/>
          </a:ln>
        </p:spPr>
      </p:pic>
      <p:sp>
        <p:nvSpPr>
          <p:cNvPr id="706" name="Google Shape;706;p62"/>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707" name="Google Shape;707;p6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8" name="Google Shape;708;p6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709" name="Google Shape;709;p62"/>
          <p:cNvSpPr txBox="1">
            <a:spLocks noGrp="1"/>
          </p:cNvSpPr>
          <p:nvPr>
            <p:ph type="title"/>
          </p:nvPr>
        </p:nvSpPr>
        <p:spPr>
          <a:xfrm>
            <a:off x="630000" y="622800"/>
            <a:ext cx="6254496"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matchingName="D. Green arrow two third">
  <p:cSld name="D. Green arrow two third">
    <p:bg>
      <p:bgPr>
        <a:solidFill>
          <a:schemeClr val="lt1"/>
        </a:solidFill>
        <a:effectLst/>
      </p:bgPr>
    </p:bg>
    <p:spTree>
      <p:nvGrpSpPr>
        <p:cNvPr id="1" name="Shape 710"/>
        <p:cNvGrpSpPr/>
        <p:nvPr/>
      </p:nvGrpSpPr>
      <p:grpSpPr>
        <a:xfrm>
          <a:off x="0" y="0"/>
          <a:ext cx="0" cy="0"/>
          <a:chOff x="0" y="0"/>
          <a:chExt cx="0" cy="0"/>
        </a:xfrm>
      </p:grpSpPr>
      <p:sp>
        <p:nvSpPr>
          <p:cNvPr id="711" name="Google Shape;711;p63"/>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712" name="Google Shape;712;p63"/>
          <p:cNvSpPr txBox="1">
            <a:spLocks noGrp="1"/>
          </p:cNvSpPr>
          <p:nvPr>
            <p:ph type="title"/>
          </p:nvPr>
        </p:nvSpPr>
        <p:spPr>
          <a:xfrm>
            <a:off x="630000" y="622800"/>
            <a:ext cx="6254496"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3" name="Google Shape;713;p6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4" name="Google Shape;714;p6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pic>
        <p:nvPicPr>
          <p:cNvPr id="715" name="Google Shape;715;p63"/>
          <p:cNvPicPr preferRelativeResize="0"/>
          <p:nvPr/>
        </p:nvPicPr>
        <p:blipFill rotWithShape="1">
          <a:blip r:embed="rId2">
            <a:alphaModFix/>
          </a:blip>
          <a:srcRect t="9052" b="6865"/>
          <a:stretch/>
        </p:blipFill>
        <p:spPr>
          <a:xfrm rot="120000">
            <a:off x="6524770" y="3407803"/>
            <a:ext cx="2694666" cy="345655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matchingName="D. Big statement green">
  <p:cSld name="D. Big statement green">
    <p:bg>
      <p:bgPr>
        <a:gradFill>
          <a:gsLst>
            <a:gs pos="0">
              <a:schemeClr val="dk2"/>
            </a:gs>
            <a:gs pos="100000">
              <a:schemeClr val="accent2"/>
            </a:gs>
          </a:gsLst>
          <a:lin ang="8100000" scaled="0"/>
        </a:gradFill>
        <a:effectLst/>
      </p:bgPr>
    </p:bg>
    <p:spTree>
      <p:nvGrpSpPr>
        <p:cNvPr id="1" name="Shape 716"/>
        <p:cNvGrpSpPr/>
        <p:nvPr/>
      </p:nvGrpSpPr>
      <p:grpSpPr>
        <a:xfrm>
          <a:off x="0" y="0"/>
          <a:ext cx="0" cy="0"/>
          <a:chOff x="0" y="0"/>
          <a:chExt cx="0" cy="0"/>
        </a:xfrm>
      </p:grpSpPr>
      <p:sp>
        <p:nvSpPr>
          <p:cNvPr id="717" name="Google Shape;717;p6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8" name="Google Shape;718;p6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719" name="Google Shape;719;p64"/>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D. Big statement icon">
  <p:cSld name="D. Big statement icon">
    <p:bg>
      <p:bgPr>
        <a:solidFill>
          <a:schemeClr val="lt1"/>
        </a:solidFill>
        <a:effectLst/>
      </p:bgPr>
    </p:bg>
    <p:spTree>
      <p:nvGrpSpPr>
        <p:cNvPr id="1" name="Shape 720"/>
        <p:cNvGrpSpPr/>
        <p:nvPr/>
      </p:nvGrpSpPr>
      <p:grpSpPr>
        <a:xfrm>
          <a:off x="0" y="0"/>
          <a:ext cx="0" cy="0"/>
          <a:chOff x="0" y="0"/>
          <a:chExt cx="0" cy="0"/>
        </a:xfrm>
      </p:grpSpPr>
      <p:sp>
        <p:nvSpPr>
          <p:cNvPr id="721" name="Google Shape;721;p6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2" name="Google Shape;722;p65"/>
          <p:cNvSpPr/>
          <p:nvPr/>
        </p:nvSpPr>
        <p:spPr>
          <a:xfrm>
            <a:off x="630000" y="625475"/>
            <a:ext cx="932688" cy="932688"/>
          </a:xfrm>
          <a:prstGeom prst="rect">
            <a:avLst/>
          </a:prstGeom>
          <a:noFill/>
          <a:ln w="1077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723" name="Google Shape;723;p65"/>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accent4"/>
              </a:buClr>
              <a:buSzPts val="5400"/>
              <a:buFont typeface="Trebuchet MS"/>
              <a:buNone/>
              <a:defRPr sz="5400">
                <a:solidFill>
                  <a:schemeClr val="accent4"/>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matchingName="D. Quote">
  <p:cSld name="D. Quote">
    <p:bg>
      <p:bgPr>
        <a:solidFill>
          <a:schemeClr val="accent1"/>
        </a:solidFill>
        <a:effectLst/>
      </p:bgPr>
    </p:bg>
    <p:spTree>
      <p:nvGrpSpPr>
        <p:cNvPr id="1" name="Shape 724"/>
        <p:cNvGrpSpPr/>
        <p:nvPr/>
      </p:nvGrpSpPr>
      <p:grpSpPr>
        <a:xfrm>
          <a:off x="0" y="0"/>
          <a:ext cx="0" cy="0"/>
          <a:chOff x="0" y="0"/>
          <a:chExt cx="0" cy="0"/>
        </a:xfrm>
      </p:grpSpPr>
      <p:pic>
        <p:nvPicPr>
          <p:cNvPr id="725" name="Google Shape;725;p66"/>
          <p:cNvPicPr preferRelativeResize="0"/>
          <p:nvPr/>
        </p:nvPicPr>
        <p:blipFill rotWithShape="1">
          <a:blip r:embed="rId2">
            <a:alphaModFix/>
          </a:blip>
          <a:srcRect r="3634" b="1254"/>
          <a:stretch/>
        </p:blipFill>
        <p:spPr>
          <a:xfrm rot="-5400000" flipH="1">
            <a:off x="6797461" y="110968"/>
            <a:ext cx="769257" cy="10019821"/>
          </a:xfrm>
          <a:prstGeom prst="rect">
            <a:avLst/>
          </a:prstGeom>
          <a:noFill/>
          <a:ln>
            <a:noFill/>
          </a:ln>
        </p:spPr>
      </p:pic>
      <p:sp>
        <p:nvSpPr>
          <p:cNvPr id="726" name="Google Shape;726;p66"/>
          <p:cNvSpPr/>
          <p:nvPr/>
        </p:nvSpPr>
        <p:spPr>
          <a:xfrm flipH="1">
            <a:off x="0" y="0"/>
            <a:ext cx="12192000" cy="5867335"/>
          </a:xfrm>
          <a:custGeom>
            <a:avLst/>
            <a:gdLst/>
            <a:ahLst/>
            <a:cxnLst/>
            <a:rect l="l" t="t" r="r" b="b"/>
            <a:pathLst>
              <a:path w="12192000" h="5867335" extrusionOk="0">
                <a:moveTo>
                  <a:pt x="12192000" y="0"/>
                </a:moveTo>
                <a:lnTo>
                  <a:pt x="0" y="0"/>
                </a:lnTo>
                <a:lnTo>
                  <a:pt x="0" y="4945992"/>
                </a:lnTo>
                <a:lnTo>
                  <a:pt x="9041587" y="4945992"/>
                </a:lnTo>
                <a:lnTo>
                  <a:pt x="9974275" y="5867335"/>
                </a:lnTo>
                <a:lnTo>
                  <a:pt x="9974275" y="4945992"/>
                </a:lnTo>
                <a:lnTo>
                  <a:pt x="12192000" y="494599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27" name="Google Shape;727;p6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728" name="Google Shape;728;p6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matchingName="D. Special gray">
  <p:cSld name="D. Special gray">
    <p:bg>
      <p:bgPr>
        <a:solidFill>
          <a:srgbClr val="4D4D4D"/>
        </a:solidFill>
        <a:effectLst/>
      </p:bgPr>
    </p:bg>
    <p:spTree>
      <p:nvGrpSpPr>
        <p:cNvPr id="1" name="Shape 729"/>
        <p:cNvGrpSpPr/>
        <p:nvPr/>
      </p:nvGrpSpPr>
      <p:grpSpPr>
        <a:xfrm>
          <a:off x="0" y="0"/>
          <a:ext cx="0" cy="0"/>
          <a:chOff x="0" y="0"/>
          <a:chExt cx="0" cy="0"/>
        </a:xfrm>
      </p:grpSpPr>
      <p:sp>
        <p:nvSpPr>
          <p:cNvPr id="730" name="Google Shape;730;p67"/>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731" name="Google Shape;731;p6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2" name="Google Shape;732;p67"/>
          <p:cNvSpPr txBox="1">
            <a:spLocks noGrp="1"/>
          </p:cNvSpPr>
          <p:nvPr>
            <p:ph type="title"/>
          </p:nvPr>
        </p:nvSpPr>
        <p:spPr>
          <a:xfrm>
            <a:off x="630000" y="622800"/>
            <a:ext cx="10933200"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lt1"/>
              </a:buClr>
              <a:buSzPts val="2400"/>
              <a:buFont typeface="Trebuchet MS"/>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matchingName="D. Table of contents">
  <p:cSld name="D. Table of contents">
    <p:bg>
      <p:bgPr>
        <a:gradFill>
          <a:gsLst>
            <a:gs pos="0">
              <a:schemeClr val="dk2"/>
            </a:gs>
            <a:gs pos="100000">
              <a:schemeClr val="accent2"/>
            </a:gs>
          </a:gsLst>
          <a:lin ang="8100000" scaled="0"/>
        </a:gradFill>
        <a:effectLst/>
      </p:bgPr>
    </p:bg>
    <p:spTree>
      <p:nvGrpSpPr>
        <p:cNvPr id="1" name="Shape 733"/>
        <p:cNvGrpSpPr/>
        <p:nvPr/>
      </p:nvGrpSpPr>
      <p:grpSpPr>
        <a:xfrm>
          <a:off x="0" y="0"/>
          <a:ext cx="0" cy="0"/>
          <a:chOff x="0" y="0"/>
          <a:chExt cx="0" cy="0"/>
        </a:xfrm>
      </p:grpSpPr>
      <p:pic>
        <p:nvPicPr>
          <p:cNvPr id="734" name="Google Shape;734;p68"/>
          <p:cNvPicPr preferRelativeResize="0"/>
          <p:nvPr/>
        </p:nvPicPr>
        <p:blipFill rotWithShape="1">
          <a:blip r:embed="rId2">
            <a:alphaModFix/>
          </a:blip>
          <a:srcRect/>
          <a:stretch/>
        </p:blipFill>
        <p:spPr>
          <a:xfrm>
            <a:off x="3108638" y="3594368"/>
            <a:ext cx="1365250" cy="3382962"/>
          </a:xfrm>
          <a:prstGeom prst="rect">
            <a:avLst/>
          </a:prstGeom>
          <a:noFill/>
          <a:ln>
            <a:noFill/>
          </a:ln>
        </p:spPr>
      </p:pic>
      <p:sp>
        <p:nvSpPr>
          <p:cNvPr id="735" name="Google Shape;735;p68"/>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736" name="Google Shape;736;p68"/>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737" name="Google Shape;737;p68"/>
          <p:cNvSpPr txBox="1"/>
          <p:nvPr/>
        </p:nvSpPr>
        <p:spPr>
          <a:xfrm>
            <a:off x="630000" y="2577934"/>
            <a:ext cx="2819400" cy="1761764"/>
          </a:xfrm>
          <a:prstGeom prst="rect">
            <a:avLst/>
          </a:prstGeom>
          <a:noFill/>
          <a:ln>
            <a:noFill/>
          </a:ln>
        </p:spPr>
        <p:txBody>
          <a:bodyPr spcFirstLastPara="1" wrap="square" lIns="0" tIns="0" rIns="0" bIns="0" anchor="ctr" anchorCtr="0">
            <a:spAutoFit/>
          </a:bodyPr>
          <a:lstStyle/>
          <a:p>
            <a:pPr marL="0" marR="0" lvl="0" indent="0" algn="l" rtl="0">
              <a:lnSpc>
                <a:spcPct val="106000"/>
              </a:lnSpc>
              <a:spcBef>
                <a:spcPts val="0"/>
              </a:spcBef>
              <a:spcAft>
                <a:spcPts val="0"/>
              </a:spcAft>
              <a:buClr>
                <a:schemeClr val="dk2"/>
              </a:buClr>
              <a:buSzPts val="5400"/>
              <a:buFont typeface="Trebuchet MS"/>
              <a:buNone/>
            </a:pPr>
            <a:r>
              <a:rPr lang="en-US" sz="5400" b="0" i="0" u="none" strike="noStrike" cap="none">
                <a:solidFill>
                  <a:schemeClr val="dk2"/>
                </a:solidFill>
                <a:latin typeface="Trebuchet MS"/>
                <a:ea typeface="Trebuchet MS"/>
                <a:cs typeface="Trebuchet MS"/>
                <a:sym typeface="Trebuchet MS"/>
              </a:rPr>
              <a:t>Table of contents</a:t>
            </a:r>
            <a:endParaRPr sz="1400" b="0" i="0" u="none" strike="noStrike" cap="none">
              <a:solidFill>
                <a:srgbClr val="000000"/>
              </a:solidFill>
              <a:latin typeface="Arial"/>
              <a:ea typeface="Arial"/>
              <a:cs typeface="Arial"/>
              <a:sym typeface="Arial"/>
            </a:endParaRPr>
          </a:p>
        </p:txBody>
      </p:sp>
      <p:sp>
        <p:nvSpPr>
          <p:cNvPr id="738" name="Google Shape;738;p6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9" name="Google Shape;739;p6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matchingName="D. Blank green">
  <p:cSld name="D. Blank green">
    <p:bg>
      <p:bgPr>
        <a:gradFill>
          <a:gsLst>
            <a:gs pos="0">
              <a:schemeClr val="dk2"/>
            </a:gs>
            <a:gs pos="100000">
              <a:schemeClr val="accent2"/>
            </a:gs>
          </a:gsLst>
          <a:lin ang="8100000" scaled="0"/>
        </a:gradFill>
        <a:effectLst/>
      </p:bgPr>
    </p:bg>
    <p:spTree>
      <p:nvGrpSpPr>
        <p:cNvPr id="1" name="Shape 740"/>
        <p:cNvGrpSpPr/>
        <p:nvPr/>
      </p:nvGrpSpPr>
      <p:grpSpPr>
        <a:xfrm>
          <a:off x="0" y="0"/>
          <a:ext cx="0" cy="0"/>
          <a:chOff x="0" y="0"/>
          <a:chExt cx="0" cy="0"/>
        </a:xfrm>
      </p:grpSpPr>
      <p:sp>
        <p:nvSpPr>
          <p:cNvPr id="741" name="Google Shape;741;p6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2" name="Google Shape;742;p6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D. Blank">
  <p:cSld name="D. Blank">
    <p:bg>
      <p:bgPr>
        <a:solidFill>
          <a:schemeClr val="lt1"/>
        </a:solidFill>
        <a:effectLst/>
      </p:bgPr>
    </p:bg>
    <p:spTree>
      <p:nvGrpSpPr>
        <p:cNvPr id="1" name="Shape 743"/>
        <p:cNvGrpSpPr/>
        <p:nvPr/>
      </p:nvGrpSpPr>
      <p:grpSpPr>
        <a:xfrm>
          <a:off x="0" y="0"/>
          <a:ext cx="0" cy="0"/>
          <a:chOff x="0" y="0"/>
          <a:chExt cx="0" cy="0"/>
        </a:xfrm>
      </p:grpSpPr>
      <p:sp>
        <p:nvSpPr>
          <p:cNvPr id="744" name="Google Shape;744;p7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D. Layout guide">
  <p:cSld name="D. Layout guide">
    <p:spTree>
      <p:nvGrpSpPr>
        <p:cNvPr id="1" name="Shape 745"/>
        <p:cNvGrpSpPr/>
        <p:nvPr/>
      </p:nvGrpSpPr>
      <p:grpSpPr>
        <a:xfrm>
          <a:off x="0" y="0"/>
          <a:ext cx="0" cy="0"/>
          <a:chOff x="0" y="0"/>
          <a:chExt cx="0" cy="0"/>
        </a:xfrm>
      </p:grpSpPr>
      <p:grpSp>
        <p:nvGrpSpPr>
          <p:cNvPr id="746" name="Google Shape;746;p71"/>
          <p:cNvGrpSpPr/>
          <p:nvPr/>
        </p:nvGrpSpPr>
        <p:grpSpPr>
          <a:xfrm>
            <a:off x="-600" y="-1"/>
            <a:ext cx="12193800" cy="6858001"/>
            <a:chOff x="-600" y="-1"/>
            <a:chExt cx="12193800" cy="6858001"/>
          </a:xfrm>
        </p:grpSpPr>
        <p:sp>
          <p:nvSpPr>
            <p:cNvPr id="747" name="Google Shape;747;p71"/>
            <p:cNvSpPr/>
            <p:nvPr/>
          </p:nvSpPr>
          <p:spPr>
            <a:xfrm>
              <a:off x="0" y="-1"/>
              <a:ext cx="12193200" cy="6858000"/>
            </a:xfrm>
            <a:custGeom>
              <a:avLst/>
              <a:gdLst/>
              <a:ahLst/>
              <a:cxnLst/>
              <a:rect l="l" t="t" r="r" b="b"/>
              <a:pathLst>
                <a:path w="12193200" h="6858000" extrusionOk="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nvGrpSpPr>
            <p:cNvPr id="748" name="Google Shape;748;p71"/>
            <p:cNvGrpSpPr/>
            <p:nvPr/>
          </p:nvGrpSpPr>
          <p:grpSpPr>
            <a:xfrm>
              <a:off x="-600" y="622800"/>
              <a:ext cx="12193200" cy="5536800"/>
              <a:chOff x="12623800" y="622800"/>
              <a:chExt cx="11176000" cy="5536800"/>
            </a:xfrm>
          </p:grpSpPr>
          <p:cxnSp>
            <p:nvCxnSpPr>
              <p:cNvPr id="749" name="Google Shape;749;p71"/>
              <p:cNvCxnSpPr/>
              <p:nvPr/>
            </p:nvCxnSpPr>
            <p:spPr>
              <a:xfrm>
                <a:off x="12623800" y="6228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50" name="Google Shape;750;p71"/>
              <p:cNvCxnSpPr/>
              <p:nvPr/>
            </p:nvCxnSpPr>
            <p:spPr>
              <a:xfrm>
                <a:off x="12623800" y="91421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51" name="Google Shape;751;p71"/>
              <p:cNvCxnSpPr/>
              <p:nvPr/>
            </p:nvCxnSpPr>
            <p:spPr>
              <a:xfrm>
                <a:off x="12623800" y="120562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52" name="Google Shape;752;p71"/>
              <p:cNvCxnSpPr/>
              <p:nvPr/>
            </p:nvCxnSpPr>
            <p:spPr>
              <a:xfrm>
                <a:off x="12623800" y="1497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53" name="Google Shape;753;p71"/>
              <p:cNvCxnSpPr/>
              <p:nvPr/>
            </p:nvCxnSpPr>
            <p:spPr>
              <a:xfrm>
                <a:off x="12623800" y="178844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54" name="Google Shape;754;p71"/>
              <p:cNvCxnSpPr/>
              <p:nvPr/>
            </p:nvCxnSpPr>
            <p:spPr>
              <a:xfrm>
                <a:off x="12623800" y="207985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55" name="Google Shape;755;p71"/>
              <p:cNvCxnSpPr/>
              <p:nvPr/>
            </p:nvCxnSpPr>
            <p:spPr>
              <a:xfrm>
                <a:off x="12623800" y="237126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56" name="Google Shape;756;p71"/>
              <p:cNvCxnSpPr/>
              <p:nvPr/>
            </p:nvCxnSpPr>
            <p:spPr>
              <a:xfrm>
                <a:off x="12623800" y="266267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57" name="Google Shape;757;p71"/>
              <p:cNvCxnSpPr/>
              <p:nvPr/>
            </p:nvCxnSpPr>
            <p:spPr>
              <a:xfrm>
                <a:off x="12623800" y="295408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58" name="Google Shape;758;p71"/>
              <p:cNvCxnSpPr/>
              <p:nvPr/>
            </p:nvCxnSpPr>
            <p:spPr>
              <a:xfrm>
                <a:off x="12623800" y="3245499"/>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59" name="Google Shape;759;p71"/>
              <p:cNvCxnSpPr/>
              <p:nvPr/>
            </p:nvCxnSpPr>
            <p:spPr>
              <a:xfrm>
                <a:off x="12623800" y="353691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60" name="Google Shape;760;p71"/>
              <p:cNvCxnSpPr/>
              <p:nvPr/>
            </p:nvCxnSpPr>
            <p:spPr>
              <a:xfrm>
                <a:off x="12623800" y="382832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61" name="Google Shape;761;p71"/>
              <p:cNvCxnSpPr/>
              <p:nvPr/>
            </p:nvCxnSpPr>
            <p:spPr>
              <a:xfrm>
                <a:off x="12623800" y="411973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62" name="Google Shape;762;p71"/>
              <p:cNvCxnSpPr/>
              <p:nvPr/>
            </p:nvCxnSpPr>
            <p:spPr>
              <a:xfrm>
                <a:off x="12623800" y="4411143"/>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63" name="Google Shape;763;p71"/>
              <p:cNvCxnSpPr/>
              <p:nvPr/>
            </p:nvCxnSpPr>
            <p:spPr>
              <a:xfrm>
                <a:off x="12623800" y="470255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64" name="Google Shape;764;p71"/>
              <p:cNvCxnSpPr/>
              <p:nvPr/>
            </p:nvCxnSpPr>
            <p:spPr>
              <a:xfrm>
                <a:off x="12623800" y="499396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65" name="Google Shape;765;p71"/>
              <p:cNvCxnSpPr/>
              <p:nvPr/>
            </p:nvCxnSpPr>
            <p:spPr>
              <a:xfrm>
                <a:off x="12623800" y="528537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66" name="Google Shape;766;p71"/>
              <p:cNvCxnSpPr/>
              <p:nvPr/>
            </p:nvCxnSpPr>
            <p:spPr>
              <a:xfrm>
                <a:off x="12623800" y="557678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67" name="Google Shape;767;p71"/>
              <p:cNvCxnSpPr/>
              <p:nvPr/>
            </p:nvCxnSpPr>
            <p:spPr>
              <a:xfrm>
                <a:off x="12623800" y="586819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768" name="Google Shape;768;p71"/>
              <p:cNvCxnSpPr/>
              <p:nvPr/>
            </p:nvCxnSpPr>
            <p:spPr>
              <a:xfrm>
                <a:off x="12623800" y="6159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grpSp>
        <p:grpSp>
          <p:nvGrpSpPr>
            <p:cNvPr id="769" name="Google Shape;769;p71"/>
            <p:cNvGrpSpPr/>
            <p:nvPr/>
          </p:nvGrpSpPr>
          <p:grpSpPr>
            <a:xfrm>
              <a:off x="1277000" y="623550"/>
              <a:ext cx="9638000" cy="5537047"/>
              <a:chOff x="1277000" y="623550"/>
              <a:chExt cx="9638000" cy="5537047"/>
            </a:xfrm>
          </p:grpSpPr>
          <p:sp>
            <p:nvSpPr>
              <p:cNvPr id="770" name="Google Shape;770;p71"/>
              <p:cNvSpPr/>
              <p:nvPr/>
            </p:nvSpPr>
            <p:spPr>
              <a:xfrm>
                <a:off x="688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71" name="Google Shape;771;p71"/>
              <p:cNvSpPr/>
              <p:nvPr/>
            </p:nvSpPr>
            <p:spPr>
              <a:xfrm>
                <a:off x="875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72" name="Google Shape;772;p71"/>
              <p:cNvSpPr/>
              <p:nvPr/>
            </p:nvSpPr>
            <p:spPr>
              <a:xfrm>
                <a:off x="782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73" name="Google Shape;773;p71"/>
              <p:cNvSpPr/>
              <p:nvPr/>
            </p:nvSpPr>
            <p:spPr>
              <a:xfrm>
                <a:off x="969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74" name="Google Shape;774;p71"/>
              <p:cNvSpPr/>
              <p:nvPr/>
            </p:nvSpPr>
            <p:spPr>
              <a:xfrm>
                <a:off x="1062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75" name="Google Shape;775;p71"/>
              <p:cNvSpPr/>
              <p:nvPr/>
            </p:nvSpPr>
            <p:spPr>
              <a:xfrm>
                <a:off x="595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76" name="Google Shape;776;p71"/>
              <p:cNvSpPr/>
              <p:nvPr/>
            </p:nvSpPr>
            <p:spPr>
              <a:xfrm>
                <a:off x="127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77" name="Google Shape;777;p71"/>
              <p:cNvSpPr/>
              <p:nvPr/>
            </p:nvSpPr>
            <p:spPr>
              <a:xfrm>
                <a:off x="221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78" name="Google Shape;778;p71"/>
              <p:cNvSpPr/>
              <p:nvPr/>
            </p:nvSpPr>
            <p:spPr>
              <a:xfrm>
                <a:off x="314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79" name="Google Shape;779;p71"/>
              <p:cNvSpPr/>
              <p:nvPr/>
            </p:nvSpPr>
            <p:spPr>
              <a:xfrm>
                <a:off x="4082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80" name="Google Shape;780;p71"/>
              <p:cNvSpPr/>
              <p:nvPr/>
            </p:nvSpPr>
            <p:spPr>
              <a:xfrm>
                <a:off x="5017000" y="623550"/>
                <a:ext cx="288000" cy="5537047"/>
              </a:xfrm>
              <a:prstGeom prst="rect">
                <a:avLst/>
              </a:prstGeom>
              <a:solidFill>
                <a:schemeClr val="accent5">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sp>
          <p:nvSpPr>
            <p:cNvPr id="781" name="Google Shape;781;p71"/>
            <p:cNvSpPr/>
            <p:nvPr/>
          </p:nvSpPr>
          <p:spPr>
            <a:xfrm>
              <a:off x="-600" y="0"/>
              <a:ext cx="12193200" cy="6858000"/>
            </a:xfrm>
            <a:custGeom>
              <a:avLst/>
              <a:gdLst/>
              <a:ahLst/>
              <a:cxnLst/>
              <a:rect l="l" t="t" r="r" b="b"/>
              <a:pathLst>
                <a:path w="6026" h="3396" extrusionOk="0">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Trebuchet MS"/>
                <a:buNone/>
              </a:pPr>
              <a:endParaRPr sz="1800" b="0" i="0" u="none" strike="noStrike" cap="none">
                <a:solidFill>
                  <a:srgbClr val="575757"/>
                </a:solidFill>
                <a:latin typeface="Trebuchet MS"/>
                <a:ea typeface="Trebuchet MS"/>
                <a:cs typeface="Trebuchet MS"/>
                <a:sym typeface="Trebuchet MS"/>
              </a:endParaRPr>
            </a:p>
          </p:txBody>
        </p:sp>
        <p:sp>
          <p:nvSpPr>
            <p:cNvPr id="782" name="Google Shape;782;p71"/>
            <p:cNvSpPr/>
            <p:nvPr/>
          </p:nvSpPr>
          <p:spPr>
            <a:xfrm>
              <a:off x="629400" y="6159600"/>
              <a:ext cx="10933200" cy="378584"/>
            </a:xfrm>
            <a:prstGeom prst="rect">
              <a:avLst/>
            </a:prstGeom>
            <a:solidFill>
              <a:schemeClr val="accent3">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83" name="Google Shape;783;p71"/>
            <p:cNvSpPr/>
            <p:nvPr/>
          </p:nvSpPr>
          <p:spPr>
            <a:xfrm>
              <a:off x="629400" y="1497600"/>
              <a:ext cx="10932229" cy="583200"/>
            </a:xfrm>
            <a:prstGeom prst="rect">
              <a:avLst/>
            </a:prstGeom>
            <a:solidFill>
              <a:schemeClr val="accent3">
                <a:alpha val="13725"/>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nvGrpSpPr>
            <p:cNvPr id="784" name="Google Shape;784;p71"/>
            <p:cNvGrpSpPr/>
            <p:nvPr/>
          </p:nvGrpSpPr>
          <p:grpSpPr>
            <a:xfrm>
              <a:off x="629400" y="5975122"/>
              <a:ext cx="10933200" cy="79536"/>
              <a:chOff x="629400" y="5975122"/>
              <a:chExt cx="10933200" cy="79536"/>
            </a:xfrm>
          </p:grpSpPr>
          <p:sp>
            <p:nvSpPr>
              <p:cNvPr id="785" name="Google Shape;785;p71"/>
              <p:cNvSpPr/>
              <p:nvPr/>
            </p:nvSpPr>
            <p:spPr>
              <a:xfrm>
                <a:off x="2880128" y="5975122"/>
                <a:ext cx="1930288"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86" name="Google Shape;786;p71"/>
              <p:cNvSpPr/>
              <p:nvPr/>
            </p:nvSpPr>
            <p:spPr>
              <a:xfrm>
                <a:off x="9626194" y="5975122"/>
                <a:ext cx="1936406"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87" name="Google Shape;787;p71"/>
              <p:cNvSpPr/>
              <p:nvPr/>
            </p:nvSpPr>
            <p:spPr>
              <a:xfrm>
                <a:off x="7372407" y="5975122"/>
                <a:ext cx="1936406"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88" name="Google Shape;788;p71"/>
              <p:cNvSpPr/>
              <p:nvPr/>
            </p:nvSpPr>
            <p:spPr>
              <a:xfrm>
                <a:off x="5127797" y="5975122"/>
                <a:ext cx="1927229"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789" name="Google Shape;789;p71"/>
              <p:cNvSpPr/>
              <p:nvPr/>
            </p:nvSpPr>
            <p:spPr>
              <a:xfrm>
                <a:off x="629400" y="5975122"/>
                <a:ext cx="1933347" cy="79536"/>
              </a:xfrm>
              <a:prstGeom prst="rect">
                <a:avLst/>
              </a:prstGeom>
              <a:solidFill>
                <a:schemeClr val="accent5">
                  <a:alpha val="862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grpSp>
        <p:sp>
          <p:nvSpPr>
            <p:cNvPr id="790" name="Google Shape;790;p71"/>
            <p:cNvSpPr/>
            <p:nvPr/>
          </p:nvSpPr>
          <p:spPr>
            <a:xfrm>
              <a:off x="629400" y="2080801"/>
              <a:ext cx="10933200" cy="4078800"/>
            </a:xfrm>
            <a:custGeom>
              <a:avLst/>
              <a:gdLst/>
              <a:ahLst/>
              <a:cxnLst/>
              <a:rect l="l" t="t" r="r" b="b"/>
              <a:pathLst>
                <a:path w="10931999" h="5537797" extrusionOk="0">
                  <a:moveTo>
                    <a:pt x="0" y="0"/>
                  </a:moveTo>
                  <a:lnTo>
                    <a:pt x="10931999" y="0"/>
                  </a:lnTo>
                  <a:lnTo>
                    <a:pt x="10931999" y="5537797"/>
                  </a:lnTo>
                  <a:lnTo>
                    <a:pt x="0" y="5537797"/>
                  </a:lnTo>
                  <a:close/>
                </a:path>
              </a:pathLst>
            </a:custGeom>
            <a:noFill/>
            <a:ln w="9525" cap="flat" cmpd="sng">
              <a:solidFill>
                <a:srgbClr val="E71C57">
                  <a:alpha val="33725"/>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791" name="Google Shape;791;p71"/>
            <p:cNvSpPr txBox="1"/>
            <p:nvPr/>
          </p:nvSpPr>
          <p:spPr>
            <a:xfrm>
              <a:off x="630000" y="6144442"/>
              <a:ext cx="9030914" cy="415498"/>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1. xxxx  2. xxxx  3. List footnotes in numerical order. Footnote numbers are not bracketed. Use 10pt font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Note: Do not put a period at the end of the note or the source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Source: Include a source for every chart that you use. Separate sources with a semicolon; BCG-related sources go at the end</a:t>
              </a:r>
              <a:endParaRPr sz="1400" b="0" i="0" u="none" strike="noStrike" cap="none">
                <a:solidFill>
                  <a:srgbClr val="000000"/>
                </a:solidFill>
                <a:latin typeface="Arial"/>
                <a:ea typeface="Arial"/>
                <a:cs typeface="Arial"/>
                <a:sym typeface="Arial"/>
              </a:endParaRPr>
            </a:p>
          </p:txBody>
        </p:sp>
      </p:grpSp>
      <p:sp>
        <p:nvSpPr>
          <p:cNvPr id="792" name="Google Shape;792;p7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matchingName="Agenda Section Header Overview">
  <p:cSld name="Agenda Section Header Overview">
    <p:bg>
      <p:bgPr>
        <a:gradFill>
          <a:gsLst>
            <a:gs pos="0">
              <a:schemeClr val="dk2"/>
            </a:gs>
            <a:gs pos="100000">
              <a:schemeClr val="accent2"/>
            </a:gs>
          </a:gsLst>
          <a:lin ang="8100000" scaled="0"/>
        </a:gradFill>
        <a:effectLst/>
      </p:bgPr>
    </p:bg>
    <p:spTree>
      <p:nvGrpSpPr>
        <p:cNvPr id="1" name="Shape 793"/>
        <p:cNvGrpSpPr/>
        <p:nvPr/>
      </p:nvGrpSpPr>
      <p:grpSpPr>
        <a:xfrm>
          <a:off x="0" y="0"/>
          <a:ext cx="0" cy="0"/>
          <a:chOff x="0" y="0"/>
          <a:chExt cx="0" cy="0"/>
        </a:xfrm>
      </p:grpSpPr>
      <p:sp>
        <p:nvSpPr>
          <p:cNvPr id="794" name="Google Shape;794;p72"/>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795" name="Google Shape;795;p72"/>
          <p:cNvSpPr/>
          <p:nvPr/>
        </p:nvSpPr>
        <p:spPr>
          <a:xfrm>
            <a:off x="1388145" y="4691187"/>
            <a:ext cx="929337" cy="995874"/>
          </a:xfrm>
          <a:prstGeom prst="rect">
            <a:avLst/>
          </a:prstGeom>
          <a:noFill/>
          <a:ln w="952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95000"/>
              </a:lnSpc>
              <a:spcBef>
                <a:spcPts val="0"/>
              </a:spcBef>
              <a:spcAft>
                <a:spcPts val="0"/>
              </a:spcAft>
              <a:buClr>
                <a:srgbClr val="000000"/>
              </a:buClr>
              <a:buSzPts val="2000"/>
              <a:buFont typeface="Arial"/>
              <a:buNone/>
            </a:pPr>
            <a:endParaRPr sz="2000" b="0" i="0" u="none" strike="noStrike" cap="none">
              <a:solidFill>
                <a:srgbClr val="FFFFFF"/>
              </a:solidFill>
              <a:latin typeface="Trebuchet MS"/>
              <a:ea typeface="Trebuchet MS"/>
              <a:cs typeface="Trebuchet MS"/>
              <a:sym typeface="Trebuchet MS"/>
            </a:endParaRPr>
          </a:p>
        </p:txBody>
      </p:sp>
      <p:sp>
        <p:nvSpPr>
          <p:cNvPr id="796" name="Google Shape;796;p72"/>
          <p:cNvSpPr/>
          <p:nvPr/>
        </p:nvSpPr>
        <p:spPr>
          <a:xfrm>
            <a:off x="2509482" y="4691187"/>
            <a:ext cx="1570152" cy="1468176"/>
          </a:xfrm>
          <a:prstGeom prst="rect">
            <a:avLst/>
          </a:prstGeom>
          <a:noFill/>
          <a:ln w="9525" cap="flat" cmpd="sng">
            <a:solidFill>
              <a:srgbClr val="FFFFFF"/>
            </a:solidFill>
            <a:prstDash val="solid"/>
            <a:miter lim="800000"/>
            <a:headEnd type="none" w="sm" len="sm"/>
            <a:tailEnd type="none" w="sm" len="sm"/>
          </a:ln>
        </p:spPr>
        <p:txBody>
          <a:bodyPr spcFirstLastPara="1" wrap="square" lIns="182875" tIns="180000" rIns="182875" bIns="182875" anchor="t" anchorCtr="0">
            <a:noAutofit/>
          </a:bodyPr>
          <a:lstStyle/>
          <a:p>
            <a:pPr marL="0" marR="0" lvl="0" indent="0" algn="l" rtl="0">
              <a:lnSpc>
                <a:spcPct val="95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797" name="Google Shape;797;p72"/>
          <p:cNvSpPr txBox="1"/>
          <p:nvPr/>
        </p:nvSpPr>
        <p:spPr>
          <a:xfrm>
            <a:off x="630000" y="907199"/>
            <a:ext cx="3448800" cy="3488400"/>
          </a:xfrm>
          <a:prstGeom prst="rect">
            <a:avLst/>
          </a:prstGeom>
          <a:noFill/>
          <a:ln w="9525" cap="flat" cmpd="sng">
            <a:solidFill>
              <a:schemeClr val="lt1"/>
            </a:solidFill>
            <a:prstDash val="solid"/>
            <a:round/>
            <a:headEnd type="none" w="sm" len="sm"/>
            <a:tailEnd type="none" w="sm" len="sm"/>
          </a:ln>
        </p:spPr>
        <p:txBody>
          <a:bodyPr spcFirstLastPara="1" wrap="square" lIns="612000" tIns="468000" rIns="0" bIns="0" anchor="t" anchorCtr="0">
            <a:spAutoFit/>
          </a:bodyPr>
          <a:lstStyle/>
          <a:p>
            <a:pPr marL="0" marR="0" lvl="0" indent="0" algn="l" rtl="0">
              <a:lnSpc>
                <a:spcPct val="90000"/>
              </a:lnSpc>
              <a:spcBef>
                <a:spcPts val="0"/>
              </a:spcBef>
              <a:spcAft>
                <a:spcPts val="0"/>
              </a:spcAft>
              <a:buClr>
                <a:srgbClr val="000000"/>
              </a:buClr>
              <a:buSzPts val="5400"/>
              <a:buFont typeface="Arial"/>
              <a:buNone/>
            </a:pPr>
            <a:endParaRPr sz="5400" b="0" i="0" u="none" strike="noStrike" cap="none">
              <a:solidFill>
                <a:schemeClr val="lt1"/>
              </a:solidFill>
              <a:latin typeface="Trebuchet MS"/>
              <a:ea typeface="Trebuchet MS"/>
              <a:cs typeface="Trebuchet MS"/>
              <a:sym typeface="Trebuchet MS"/>
            </a:endParaRPr>
          </a:p>
        </p:txBody>
      </p:sp>
      <p:sp>
        <p:nvSpPr>
          <p:cNvPr id="798" name="Google Shape;798;p72"/>
          <p:cNvSpPr txBox="1"/>
          <p:nvPr/>
        </p:nvSpPr>
        <p:spPr>
          <a:xfrm>
            <a:off x="1109949" y="1115416"/>
            <a:ext cx="2488182" cy="896399"/>
          </a:xfrm>
          <a:prstGeom prst="rect">
            <a:avLst/>
          </a:prstGeom>
          <a:noFill/>
          <a:ln>
            <a:noFill/>
          </a:ln>
        </p:spPr>
        <p:txBody>
          <a:bodyPr spcFirstLastPara="1" wrap="square" lIns="91425" tIns="45700" rIns="91425" bIns="45700" anchor="t" anchorCtr="0">
            <a:spAutoFit/>
          </a:bodyPr>
          <a:lstStyle/>
          <a:p>
            <a:pPr marL="0" marR="0" lvl="0" indent="0" algn="ctr" rtl="0">
              <a:lnSpc>
                <a:spcPct val="95000"/>
              </a:lnSpc>
              <a:spcBef>
                <a:spcPts val="0"/>
              </a:spcBef>
              <a:spcAft>
                <a:spcPts val="0"/>
              </a:spcAft>
              <a:buClr>
                <a:srgbClr val="000000"/>
              </a:buClr>
              <a:buSzPts val="5400"/>
              <a:buFont typeface="Arial"/>
              <a:buNone/>
            </a:pPr>
            <a:r>
              <a:rPr lang="en-US" sz="5400" b="0" i="0" u="none" strike="noStrike" cap="none">
                <a:solidFill>
                  <a:schemeClr val="lt1"/>
                </a:solidFill>
                <a:latin typeface="Trebuchet MS"/>
                <a:ea typeface="Trebuchet MS"/>
                <a:cs typeface="Trebuchet MS"/>
                <a:sym typeface="Trebuchet MS"/>
              </a:rPr>
              <a:t>Agenda</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matchingName="Agenda Section Header">
  <p:cSld name="Agenda Section Header">
    <p:bg>
      <p:bgPr>
        <a:gradFill>
          <a:gsLst>
            <a:gs pos="0">
              <a:schemeClr val="dk2"/>
            </a:gs>
            <a:gs pos="100000">
              <a:schemeClr val="accent2"/>
            </a:gs>
          </a:gsLst>
          <a:lin ang="8100000" scaled="0"/>
        </a:gradFill>
        <a:effectLst/>
      </p:bgPr>
    </p:bg>
    <p:spTree>
      <p:nvGrpSpPr>
        <p:cNvPr id="1" name="Shape 799"/>
        <p:cNvGrpSpPr/>
        <p:nvPr/>
      </p:nvGrpSpPr>
      <p:grpSpPr>
        <a:xfrm>
          <a:off x="0" y="0"/>
          <a:ext cx="0" cy="0"/>
          <a:chOff x="0" y="0"/>
          <a:chExt cx="0" cy="0"/>
        </a:xfrm>
      </p:grpSpPr>
      <p:sp>
        <p:nvSpPr>
          <p:cNvPr id="800" name="Google Shape;800;p73"/>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801" name="Google Shape;801;p73"/>
          <p:cNvSpPr/>
          <p:nvPr/>
        </p:nvSpPr>
        <p:spPr>
          <a:xfrm>
            <a:off x="1284743" y="1428131"/>
            <a:ext cx="947672" cy="947672"/>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802" name="Google Shape;802;p73"/>
          <p:cNvSpPr/>
          <p:nvPr/>
        </p:nvSpPr>
        <p:spPr>
          <a:xfrm>
            <a:off x="1285200" y="2667600"/>
            <a:ext cx="9619200" cy="3200400"/>
          </a:xfrm>
          <a:prstGeom prst="rect">
            <a:avLst/>
          </a:prstGeom>
          <a:noFill/>
          <a:ln w="952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rgbClr val="FFFFF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matchingName="Agenda Full Width Overview">
  <p:cSld name="Agenda Full Width Overview">
    <p:bg>
      <p:bgPr>
        <a:gradFill>
          <a:gsLst>
            <a:gs pos="0">
              <a:schemeClr val="dk2"/>
            </a:gs>
            <a:gs pos="100000">
              <a:schemeClr val="accent2"/>
            </a:gs>
          </a:gsLst>
          <a:lin ang="8100000" scaled="0"/>
        </a:gradFill>
        <a:effectLst/>
      </p:bgPr>
    </p:bg>
    <p:spTree>
      <p:nvGrpSpPr>
        <p:cNvPr id="1" name="Shape 803"/>
        <p:cNvGrpSpPr/>
        <p:nvPr/>
      </p:nvGrpSpPr>
      <p:grpSpPr>
        <a:xfrm>
          <a:off x="0" y="0"/>
          <a:ext cx="0" cy="0"/>
          <a:chOff x="0" y="0"/>
          <a:chExt cx="0" cy="0"/>
        </a:xfrm>
      </p:grpSpPr>
      <p:sp>
        <p:nvSpPr>
          <p:cNvPr id="804" name="Google Shape;804;p74"/>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
        <p:nvSpPr>
          <p:cNvPr id="805" name="Google Shape;805;p74"/>
          <p:cNvSpPr txBox="1"/>
          <p:nvPr/>
        </p:nvSpPr>
        <p:spPr>
          <a:xfrm>
            <a:off x="630000" y="622800"/>
            <a:ext cx="7189998" cy="4708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lt1"/>
              </a:buClr>
              <a:buSzPts val="3400"/>
              <a:buFont typeface="Trebuchet MS"/>
              <a:buNone/>
            </a:pPr>
            <a:r>
              <a:rPr lang="en-US" sz="3400" b="0" i="0" u="none" strike="noStrike" cap="none">
                <a:solidFill>
                  <a:schemeClr val="lt1"/>
                </a:solidFill>
                <a:latin typeface="Trebuchet MS"/>
                <a:ea typeface="Trebuchet MS"/>
                <a:cs typeface="Trebuchet MS"/>
                <a:sym typeface="Trebuchet MS"/>
              </a:rPr>
              <a:t>Agenda</a:t>
            </a:r>
            <a:endParaRPr sz="1400" b="0" i="0" u="none" strike="noStrike" cap="none">
              <a:solidFill>
                <a:srgbClr val="000000"/>
              </a:solidFill>
              <a:latin typeface="Arial"/>
              <a:ea typeface="Arial"/>
              <a:cs typeface="Arial"/>
              <a:sym typeface="Arial"/>
            </a:endParaRPr>
          </a:p>
        </p:txBody>
      </p:sp>
      <p:cxnSp>
        <p:nvCxnSpPr>
          <p:cNvPr id="806" name="Google Shape;806;p74"/>
          <p:cNvCxnSpPr/>
          <p:nvPr/>
        </p:nvCxnSpPr>
        <p:spPr>
          <a:xfrm>
            <a:off x="618898" y="1206000"/>
            <a:ext cx="11576304"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matchingName="Agenda Two-Thirds">
  <p:cSld name="Agenda Two-Thirds">
    <p:bg>
      <p:bgPr>
        <a:gradFill>
          <a:gsLst>
            <a:gs pos="0">
              <a:schemeClr val="dk2"/>
            </a:gs>
            <a:gs pos="100000">
              <a:schemeClr val="accent2"/>
            </a:gs>
          </a:gsLst>
          <a:lin ang="8100000" scaled="0"/>
        </a:gradFill>
        <a:effectLst/>
      </p:bgPr>
    </p:bg>
    <p:spTree>
      <p:nvGrpSpPr>
        <p:cNvPr id="1" name="Shape 807"/>
        <p:cNvGrpSpPr/>
        <p:nvPr/>
      </p:nvGrpSpPr>
      <p:grpSpPr>
        <a:xfrm>
          <a:off x="0" y="0"/>
          <a:ext cx="0" cy="0"/>
          <a:chOff x="0" y="0"/>
          <a:chExt cx="0" cy="0"/>
        </a:xfrm>
      </p:grpSpPr>
      <p:pic>
        <p:nvPicPr>
          <p:cNvPr id="808" name="Google Shape;808;p75"/>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809" name="Google Shape;809;p75"/>
          <p:cNvSpPr/>
          <p:nvPr/>
        </p:nvSpPr>
        <p:spPr>
          <a:xfrm>
            <a:off x="4080763" y="-1309"/>
            <a:ext cx="8111237" cy="6859309"/>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810" name="Google Shape;810;p7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
        <p:nvSpPr>
          <p:cNvPr id="811" name="Google Shape;811;p75"/>
          <p:cNvSpPr txBox="1"/>
          <p:nvPr/>
        </p:nvSpPr>
        <p:spPr>
          <a:xfrm>
            <a:off x="630000" y="3207715"/>
            <a:ext cx="1547143" cy="4431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US" sz="3200" b="0" i="0" u="none" strike="noStrike" cap="none">
                <a:solidFill>
                  <a:schemeClr val="lt1"/>
                </a:solidFill>
                <a:latin typeface="Trebuchet MS"/>
                <a:ea typeface="Trebuchet MS"/>
                <a:cs typeface="Trebuchet MS"/>
                <a:sym typeface="Trebuchet MS"/>
              </a:rPr>
              <a:t>Agenda</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Agenda D. Section Header Overview">
  <p:cSld name="Agenda D. Section Header Overview">
    <p:bg>
      <p:bgPr>
        <a:solidFill>
          <a:schemeClr val="lt1"/>
        </a:solidFill>
        <a:effectLst/>
      </p:bgPr>
    </p:bg>
    <p:spTree>
      <p:nvGrpSpPr>
        <p:cNvPr id="1" name="Shape 812"/>
        <p:cNvGrpSpPr/>
        <p:nvPr/>
      </p:nvGrpSpPr>
      <p:grpSpPr>
        <a:xfrm>
          <a:off x="0" y="0"/>
          <a:ext cx="0" cy="0"/>
          <a:chOff x="0" y="0"/>
          <a:chExt cx="0" cy="0"/>
        </a:xfrm>
      </p:grpSpPr>
      <p:sp>
        <p:nvSpPr>
          <p:cNvPr id="813" name="Google Shape;813;p76"/>
          <p:cNvSpPr/>
          <p:nvPr/>
        </p:nvSpPr>
        <p:spPr>
          <a:xfrm>
            <a:off x="1388145" y="4691187"/>
            <a:ext cx="929337" cy="995874"/>
          </a:xfrm>
          <a:prstGeom prst="rect">
            <a:avLst/>
          </a:prstGeom>
          <a:noFill/>
          <a:ln w="9525" cap="flat" cmpd="sng">
            <a:solidFill>
              <a:schemeClr val="accent4"/>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95000"/>
              </a:lnSpc>
              <a:spcBef>
                <a:spcPts val="0"/>
              </a:spcBef>
              <a:spcAft>
                <a:spcPts val="0"/>
              </a:spcAft>
              <a:buClr>
                <a:srgbClr val="000000"/>
              </a:buClr>
              <a:buSzPts val="2000"/>
              <a:buFont typeface="Arial"/>
              <a:buNone/>
            </a:pPr>
            <a:endParaRPr sz="2000" b="0" i="0" u="none" strike="noStrike" cap="none">
              <a:solidFill>
                <a:srgbClr val="FFFFFF"/>
              </a:solidFill>
              <a:latin typeface="Trebuchet MS"/>
              <a:ea typeface="Trebuchet MS"/>
              <a:cs typeface="Trebuchet MS"/>
              <a:sym typeface="Trebuchet MS"/>
            </a:endParaRPr>
          </a:p>
        </p:txBody>
      </p:sp>
      <p:sp>
        <p:nvSpPr>
          <p:cNvPr id="814" name="Google Shape;814;p76"/>
          <p:cNvSpPr/>
          <p:nvPr/>
        </p:nvSpPr>
        <p:spPr>
          <a:xfrm>
            <a:off x="2509482" y="4691187"/>
            <a:ext cx="1570152" cy="1468176"/>
          </a:xfrm>
          <a:prstGeom prst="rect">
            <a:avLst/>
          </a:prstGeom>
          <a:noFill/>
          <a:ln w="9525" cap="flat" cmpd="sng">
            <a:solidFill>
              <a:schemeClr val="accent4"/>
            </a:solidFill>
            <a:prstDash val="solid"/>
            <a:miter lim="800000"/>
            <a:headEnd type="none" w="sm" len="sm"/>
            <a:tailEnd type="none" w="sm" len="sm"/>
          </a:ln>
        </p:spPr>
        <p:txBody>
          <a:bodyPr spcFirstLastPara="1" wrap="square" lIns="182875" tIns="180000" rIns="182875" bIns="182875" anchor="t" anchorCtr="0">
            <a:noAutofit/>
          </a:bodyPr>
          <a:lstStyle/>
          <a:p>
            <a:pPr marL="0" marR="0" lvl="0" indent="0" algn="l" rtl="0">
              <a:lnSpc>
                <a:spcPct val="95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815" name="Google Shape;815;p76"/>
          <p:cNvSpPr txBox="1"/>
          <p:nvPr/>
        </p:nvSpPr>
        <p:spPr>
          <a:xfrm>
            <a:off x="630000" y="907198"/>
            <a:ext cx="3448800" cy="3488400"/>
          </a:xfrm>
          <a:prstGeom prst="rect">
            <a:avLst/>
          </a:prstGeom>
          <a:noFill/>
          <a:ln w="9525" cap="flat" cmpd="sng">
            <a:solidFill>
              <a:schemeClr val="accent4"/>
            </a:solidFill>
            <a:prstDash val="solid"/>
            <a:round/>
            <a:headEnd type="none" w="sm" len="sm"/>
            <a:tailEnd type="none" w="sm" len="sm"/>
          </a:ln>
        </p:spPr>
        <p:txBody>
          <a:bodyPr spcFirstLastPara="1" wrap="square" lIns="612000" tIns="468000" rIns="0" bIns="0" anchor="t" anchorCtr="0">
            <a:spAutoFit/>
          </a:bodyPr>
          <a:lstStyle/>
          <a:p>
            <a:pPr marL="0" marR="0" lvl="0" indent="0" algn="l" rtl="0">
              <a:lnSpc>
                <a:spcPct val="90000"/>
              </a:lnSpc>
              <a:spcBef>
                <a:spcPts val="0"/>
              </a:spcBef>
              <a:spcAft>
                <a:spcPts val="0"/>
              </a:spcAft>
              <a:buClr>
                <a:srgbClr val="000000"/>
              </a:buClr>
              <a:buSzPts val="5400"/>
              <a:buFont typeface="Arial"/>
              <a:buNone/>
            </a:pPr>
            <a:endParaRPr sz="5400" b="0" i="0" u="none" strike="noStrike" cap="none">
              <a:solidFill>
                <a:schemeClr val="accent4"/>
              </a:solidFill>
              <a:latin typeface="Trebuchet MS"/>
              <a:ea typeface="Trebuchet MS"/>
              <a:cs typeface="Trebuchet MS"/>
              <a:sym typeface="Trebuchet MS"/>
            </a:endParaRPr>
          </a:p>
        </p:txBody>
      </p:sp>
      <p:sp>
        <p:nvSpPr>
          <p:cNvPr id="816" name="Google Shape;816;p76"/>
          <p:cNvSpPr txBox="1"/>
          <p:nvPr/>
        </p:nvSpPr>
        <p:spPr>
          <a:xfrm>
            <a:off x="1109949" y="1115416"/>
            <a:ext cx="2488182" cy="896399"/>
          </a:xfrm>
          <a:prstGeom prst="rect">
            <a:avLst/>
          </a:prstGeom>
          <a:noFill/>
          <a:ln>
            <a:noFill/>
          </a:ln>
        </p:spPr>
        <p:txBody>
          <a:bodyPr spcFirstLastPara="1" wrap="square" lIns="91425" tIns="45700" rIns="91425" bIns="45700" anchor="t" anchorCtr="0">
            <a:spAutoFit/>
          </a:bodyPr>
          <a:lstStyle/>
          <a:p>
            <a:pPr marL="0" marR="0" lvl="0" indent="0" algn="ctr" rtl="0">
              <a:lnSpc>
                <a:spcPct val="95000"/>
              </a:lnSpc>
              <a:spcBef>
                <a:spcPts val="0"/>
              </a:spcBef>
              <a:spcAft>
                <a:spcPts val="0"/>
              </a:spcAft>
              <a:buClr>
                <a:srgbClr val="000000"/>
              </a:buClr>
              <a:buSzPts val="5400"/>
              <a:buFont typeface="Arial"/>
              <a:buNone/>
            </a:pPr>
            <a:r>
              <a:rPr lang="en-US" sz="5400" b="0" i="0" u="none" strike="noStrike" cap="none">
                <a:solidFill>
                  <a:schemeClr val="accent4"/>
                </a:solidFill>
                <a:latin typeface="Trebuchet MS"/>
                <a:ea typeface="Trebuchet MS"/>
                <a:cs typeface="Trebuchet MS"/>
                <a:sym typeface="Trebuchet MS"/>
              </a:rPr>
              <a:t>Agenda</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Agenda D. Section Header">
  <p:cSld name="Agenda D. Section Header">
    <p:bg>
      <p:bgPr>
        <a:solidFill>
          <a:schemeClr val="lt1"/>
        </a:solidFill>
        <a:effectLst/>
      </p:bgPr>
    </p:bg>
    <p:spTree>
      <p:nvGrpSpPr>
        <p:cNvPr id="1" name="Shape 817"/>
        <p:cNvGrpSpPr/>
        <p:nvPr/>
      </p:nvGrpSpPr>
      <p:grpSpPr>
        <a:xfrm>
          <a:off x="0" y="0"/>
          <a:ext cx="0" cy="0"/>
          <a:chOff x="0" y="0"/>
          <a:chExt cx="0" cy="0"/>
        </a:xfrm>
      </p:grpSpPr>
      <p:sp>
        <p:nvSpPr>
          <p:cNvPr id="818" name="Google Shape;818;p77"/>
          <p:cNvSpPr/>
          <p:nvPr/>
        </p:nvSpPr>
        <p:spPr>
          <a:xfrm>
            <a:off x="1284743" y="1428131"/>
            <a:ext cx="947672" cy="947672"/>
          </a:xfrm>
          <a:prstGeom prst="rect">
            <a:avLst/>
          </a:prstGeom>
          <a:no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819" name="Google Shape;819;p77"/>
          <p:cNvSpPr/>
          <p:nvPr/>
        </p:nvSpPr>
        <p:spPr>
          <a:xfrm>
            <a:off x="1285200" y="2667600"/>
            <a:ext cx="9619200" cy="3200400"/>
          </a:xfrm>
          <a:prstGeom prst="rect">
            <a:avLst/>
          </a:prstGeom>
          <a:noFill/>
          <a:ln w="9525" cap="flat" cmpd="sng">
            <a:solidFill>
              <a:schemeClr val="accent4"/>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rgbClr val="FFFFF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Agenda D. Full Width Overview">
  <p:cSld name="Agenda D. Full Width Overview">
    <p:bg>
      <p:bgPr>
        <a:solidFill>
          <a:schemeClr val="lt1"/>
        </a:solidFill>
        <a:effectLst/>
      </p:bgPr>
    </p:bg>
    <p:spTree>
      <p:nvGrpSpPr>
        <p:cNvPr id="1" name="Shape 820"/>
        <p:cNvGrpSpPr/>
        <p:nvPr/>
      </p:nvGrpSpPr>
      <p:grpSpPr>
        <a:xfrm>
          <a:off x="0" y="0"/>
          <a:ext cx="0" cy="0"/>
          <a:chOff x="0" y="0"/>
          <a:chExt cx="0" cy="0"/>
        </a:xfrm>
      </p:grpSpPr>
      <p:sp>
        <p:nvSpPr>
          <p:cNvPr id="821" name="Google Shape;821;p78"/>
          <p:cNvSpPr txBox="1"/>
          <p:nvPr/>
        </p:nvSpPr>
        <p:spPr>
          <a:xfrm>
            <a:off x="630000" y="622800"/>
            <a:ext cx="7189998" cy="4708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accent4"/>
              </a:buClr>
              <a:buSzPts val="3400"/>
              <a:buFont typeface="Trebuchet MS"/>
              <a:buNone/>
            </a:pPr>
            <a:r>
              <a:rPr lang="en-US" sz="3400" b="0" i="0" u="none" strike="noStrike" cap="none">
                <a:solidFill>
                  <a:schemeClr val="accent4"/>
                </a:solidFill>
                <a:latin typeface="Trebuchet MS"/>
                <a:ea typeface="Trebuchet MS"/>
                <a:cs typeface="Trebuchet MS"/>
                <a:sym typeface="Trebuchet MS"/>
              </a:rPr>
              <a:t>Agenda</a:t>
            </a:r>
            <a:endParaRPr sz="1400" b="0" i="0" u="none" strike="noStrike" cap="none">
              <a:solidFill>
                <a:srgbClr val="000000"/>
              </a:solidFill>
              <a:latin typeface="Arial"/>
              <a:ea typeface="Arial"/>
              <a:cs typeface="Arial"/>
              <a:sym typeface="Arial"/>
            </a:endParaRPr>
          </a:p>
        </p:txBody>
      </p:sp>
      <p:cxnSp>
        <p:nvCxnSpPr>
          <p:cNvPr id="822" name="Google Shape;822;p78"/>
          <p:cNvCxnSpPr/>
          <p:nvPr/>
        </p:nvCxnSpPr>
        <p:spPr>
          <a:xfrm>
            <a:off x="618898" y="1206000"/>
            <a:ext cx="11576304" cy="0"/>
          </a:xfrm>
          <a:prstGeom prst="straightConnector1">
            <a:avLst/>
          </a:prstGeom>
          <a:noFill/>
          <a:ln w="9525" cap="flat" cmpd="sng">
            <a:solidFill>
              <a:schemeClr val="accent4"/>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matchingName="Agenda D. Two-Thirds">
  <p:cSld name="Agenda D. Two-Thirds">
    <p:bg>
      <p:bgPr>
        <a:gradFill>
          <a:gsLst>
            <a:gs pos="0">
              <a:schemeClr val="dk2"/>
            </a:gs>
            <a:gs pos="100000">
              <a:schemeClr val="accent2"/>
            </a:gs>
          </a:gsLst>
          <a:lin ang="8100000" scaled="0"/>
        </a:gradFill>
        <a:effectLst/>
      </p:bgPr>
    </p:bg>
    <p:spTree>
      <p:nvGrpSpPr>
        <p:cNvPr id="1" name="Shape 823"/>
        <p:cNvGrpSpPr/>
        <p:nvPr/>
      </p:nvGrpSpPr>
      <p:grpSpPr>
        <a:xfrm>
          <a:off x="0" y="0"/>
          <a:ext cx="0" cy="0"/>
          <a:chOff x="0" y="0"/>
          <a:chExt cx="0" cy="0"/>
        </a:xfrm>
      </p:grpSpPr>
      <p:pic>
        <p:nvPicPr>
          <p:cNvPr id="824" name="Google Shape;824;p79"/>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825" name="Google Shape;825;p79"/>
          <p:cNvSpPr/>
          <p:nvPr/>
        </p:nvSpPr>
        <p:spPr>
          <a:xfrm>
            <a:off x="4080763" y="-1309"/>
            <a:ext cx="8111237" cy="6859309"/>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Trebuchet MS"/>
              <a:ea typeface="Trebuchet MS"/>
              <a:cs typeface="Trebuchet MS"/>
              <a:sym typeface="Trebuchet MS"/>
            </a:endParaRPr>
          </a:p>
        </p:txBody>
      </p:sp>
      <p:sp>
        <p:nvSpPr>
          <p:cNvPr id="826" name="Google Shape;826;p7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
        <p:nvSpPr>
          <p:cNvPr id="827" name="Google Shape;827;p79"/>
          <p:cNvSpPr txBox="1"/>
          <p:nvPr/>
        </p:nvSpPr>
        <p:spPr>
          <a:xfrm>
            <a:off x="630000" y="3262145"/>
            <a:ext cx="1161047" cy="332399"/>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US" sz="2400" b="0" i="0" u="none" strike="noStrike" cap="none">
                <a:solidFill>
                  <a:schemeClr val="lt1"/>
                </a:solidFill>
                <a:latin typeface="Trebuchet MS"/>
                <a:ea typeface="Trebuchet MS"/>
                <a:cs typeface="Trebuchet MS"/>
                <a:sym typeface="Trebuchet MS"/>
              </a:rPr>
              <a:t>Agenda</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matchingName="Agenda D. Table of Contents">
  <p:cSld name="Agenda D. Table of Contents">
    <p:bg>
      <p:bgPr>
        <a:gradFill>
          <a:gsLst>
            <a:gs pos="0">
              <a:schemeClr val="dk2"/>
            </a:gs>
            <a:gs pos="100000">
              <a:schemeClr val="accent2"/>
            </a:gs>
          </a:gsLst>
          <a:lin ang="8100000" scaled="0"/>
        </a:gradFill>
        <a:effectLst/>
      </p:bgPr>
    </p:bg>
    <p:spTree>
      <p:nvGrpSpPr>
        <p:cNvPr id="1" name="Shape 828"/>
        <p:cNvGrpSpPr/>
        <p:nvPr/>
      </p:nvGrpSpPr>
      <p:grpSpPr>
        <a:xfrm>
          <a:off x="0" y="0"/>
          <a:ext cx="0" cy="0"/>
          <a:chOff x="0" y="0"/>
          <a:chExt cx="0" cy="0"/>
        </a:xfrm>
      </p:grpSpPr>
      <p:pic>
        <p:nvPicPr>
          <p:cNvPr id="829" name="Google Shape;829;p80"/>
          <p:cNvPicPr preferRelativeResize="0"/>
          <p:nvPr/>
        </p:nvPicPr>
        <p:blipFill rotWithShape="1">
          <a:blip r:embed="rId2">
            <a:alphaModFix/>
          </a:blip>
          <a:srcRect/>
          <a:stretch/>
        </p:blipFill>
        <p:spPr>
          <a:xfrm>
            <a:off x="3108638" y="3594368"/>
            <a:ext cx="1365250" cy="3382962"/>
          </a:xfrm>
          <a:prstGeom prst="rect">
            <a:avLst/>
          </a:prstGeom>
          <a:noFill/>
          <a:ln>
            <a:noFill/>
          </a:ln>
        </p:spPr>
      </p:pic>
      <p:sp>
        <p:nvSpPr>
          <p:cNvPr id="830" name="Google Shape;830;p80"/>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831" name="Google Shape;831;p80"/>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sp>
        <p:nvSpPr>
          <p:cNvPr id="832" name="Google Shape;832;p80"/>
          <p:cNvSpPr txBox="1"/>
          <p:nvPr/>
        </p:nvSpPr>
        <p:spPr>
          <a:xfrm>
            <a:off x="630000" y="2577934"/>
            <a:ext cx="2819400" cy="1761764"/>
          </a:xfrm>
          <a:prstGeom prst="rect">
            <a:avLst/>
          </a:prstGeom>
          <a:noFill/>
          <a:ln>
            <a:noFill/>
          </a:ln>
        </p:spPr>
        <p:txBody>
          <a:bodyPr spcFirstLastPara="1" wrap="square" lIns="0" tIns="0" rIns="0" bIns="0" anchor="ctr" anchorCtr="0">
            <a:spAutoFit/>
          </a:bodyPr>
          <a:lstStyle/>
          <a:p>
            <a:pPr marL="0" marR="0" lvl="0" indent="0" algn="l" rtl="0">
              <a:lnSpc>
                <a:spcPct val="106000"/>
              </a:lnSpc>
              <a:spcBef>
                <a:spcPts val="0"/>
              </a:spcBef>
              <a:spcAft>
                <a:spcPts val="0"/>
              </a:spcAft>
              <a:buClr>
                <a:schemeClr val="dk2"/>
              </a:buClr>
              <a:buSzPts val="5400"/>
              <a:buFont typeface="Trebuchet MS"/>
              <a:buNone/>
            </a:pPr>
            <a:r>
              <a:rPr lang="en-US" sz="5400" b="0" i="0" u="none" strike="noStrike" cap="none">
                <a:solidFill>
                  <a:schemeClr val="dk2"/>
                </a:solidFill>
                <a:latin typeface="Trebuchet MS"/>
                <a:ea typeface="Trebuchet MS"/>
                <a:cs typeface="Trebuchet MS"/>
                <a:sym typeface="Trebuchet MS"/>
              </a:rPr>
              <a:t>Table of contents</a:t>
            </a:r>
            <a:endParaRPr sz="1400" b="0" i="0" u="none" strike="noStrike" cap="none">
              <a:solidFill>
                <a:srgbClr val="000000"/>
              </a:solidFill>
              <a:latin typeface="Arial"/>
              <a:ea typeface="Arial"/>
              <a:cs typeface="Arial"/>
              <a:sym typeface="Arial"/>
            </a:endParaRPr>
          </a:p>
        </p:txBody>
      </p:sp>
      <p:sp>
        <p:nvSpPr>
          <p:cNvPr id="833" name="Google Shape;833;p8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b="0" i="0" u="none" strike="noStrike" cap="none">
                <a:solidFill>
                  <a:schemeClr val="lt1"/>
                </a:solidFill>
                <a:latin typeface="Trebuchet MS"/>
                <a:ea typeface="Trebuchet MS"/>
                <a:cs typeface="Trebuchet MS"/>
                <a:sym typeface="Trebuchet MS"/>
              </a:rPr>
              <a:t>‹#›</a:t>
            </a:fld>
            <a:endParaRPr sz="10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itle Only">
  <p:cSld name="1_Title Only">
    <p:bg>
      <p:bgPr>
        <a:solidFill>
          <a:schemeClr val="dk2"/>
        </a:solidFill>
        <a:effectLst/>
      </p:bgPr>
    </p:bg>
    <p:spTree>
      <p:nvGrpSpPr>
        <p:cNvPr id="1" name="Shape 834"/>
        <p:cNvGrpSpPr/>
        <p:nvPr/>
      </p:nvGrpSpPr>
      <p:grpSpPr>
        <a:xfrm>
          <a:off x="0" y="0"/>
          <a:ext cx="0" cy="0"/>
          <a:chOff x="0" y="0"/>
          <a:chExt cx="0" cy="0"/>
        </a:xfrm>
      </p:grpSpPr>
      <p:sp>
        <p:nvSpPr>
          <p:cNvPr id="835" name="Google Shape;835;p81"/>
          <p:cNvSpPr txBox="1">
            <a:spLocks noGrp="1"/>
          </p:cNvSpPr>
          <p:nvPr>
            <p:ph type="title"/>
          </p:nvPr>
        </p:nvSpPr>
        <p:spPr>
          <a:xfrm>
            <a:off x="630000" y="622800"/>
            <a:ext cx="109332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0D5D7F"/>
              </a:buClr>
              <a:buSzPts val="3400"/>
              <a:buFont typeface="Trebuchet MS"/>
              <a:buNone/>
              <a:defRPr sz="3400" b="0" i="0" u="none">
                <a:solidFill>
                  <a:srgbClr val="0D5D7F"/>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6" name="Google Shape;836;p8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3.xml"/><Relationship Id="rId18" Type="http://schemas.openxmlformats.org/officeDocument/2006/relationships/slideLayout" Target="../slideLayouts/slideLayout78.xml"/><Relationship Id="rId26" Type="http://schemas.openxmlformats.org/officeDocument/2006/relationships/slideLayout" Target="../slideLayouts/slideLayout86.xml"/><Relationship Id="rId39" Type="http://schemas.openxmlformats.org/officeDocument/2006/relationships/slideLayout" Target="../slideLayouts/slideLayout99.xml"/><Relationship Id="rId21" Type="http://schemas.openxmlformats.org/officeDocument/2006/relationships/slideLayout" Target="../slideLayouts/slideLayout81.xml"/><Relationship Id="rId34" Type="http://schemas.openxmlformats.org/officeDocument/2006/relationships/slideLayout" Target="../slideLayouts/slideLayout94.xml"/><Relationship Id="rId42" Type="http://schemas.openxmlformats.org/officeDocument/2006/relationships/slideLayout" Target="../slideLayouts/slideLayout102.xml"/><Relationship Id="rId47" Type="http://schemas.openxmlformats.org/officeDocument/2006/relationships/slideLayout" Target="../slideLayouts/slideLayout107.xml"/><Relationship Id="rId50" Type="http://schemas.openxmlformats.org/officeDocument/2006/relationships/slideLayout" Target="../slideLayouts/slideLayout110.xml"/><Relationship Id="rId55" Type="http://schemas.openxmlformats.org/officeDocument/2006/relationships/slideLayout" Target="../slideLayouts/slideLayout115.xml"/><Relationship Id="rId63" Type="http://schemas.openxmlformats.org/officeDocument/2006/relationships/theme" Target="../theme/theme2.xml"/><Relationship Id="rId7" Type="http://schemas.openxmlformats.org/officeDocument/2006/relationships/slideLayout" Target="../slideLayouts/slideLayout67.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9" Type="http://schemas.openxmlformats.org/officeDocument/2006/relationships/slideLayout" Target="../slideLayouts/slideLayout89.xml"/><Relationship Id="rId11" Type="http://schemas.openxmlformats.org/officeDocument/2006/relationships/slideLayout" Target="../slideLayouts/slideLayout71.xml"/><Relationship Id="rId24" Type="http://schemas.openxmlformats.org/officeDocument/2006/relationships/slideLayout" Target="../slideLayouts/slideLayout84.xml"/><Relationship Id="rId32" Type="http://schemas.openxmlformats.org/officeDocument/2006/relationships/slideLayout" Target="../slideLayouts/slideLayout92.xml"/><Relationship Id="rId37" Type="http://schemas.openxmlformats.org/officeDocument/2006/relationships/slideLayout" Target="../slideLayouts/slideLayout97.xml"/><Relationship Id="rId40" Type="http://schemas.openxmlformats.org/officeDocument/2006/relationships/slideLayout" Target="../slideLayouts/slideLayout100.xml"/><Relationship Id="rId45" Type="http://schemas.openxmlformats.org/officeDocument/2006/relationships/slideLayout" Target="../slideLayouts/slideLayout105.xml"/><Relationship Id="rId53" Type="http://schemas.openxmlformats.org/officeDocument/2006/relationships/slideLayout" Target="../slideLayouts/slideLayout113.xml"/><Relationship Id="rId58" Type="http://schemas.openxmlformats.org/officeDocument/2006/relationships/slideLayout" Target="../slideLayouts/slideLayout118.xml"/><Relationship Id="rId5" Type="http://schemas.openxmlformats.org/officeDocument/2006/relationships/slideLayout" Target="../slideLayouts/slideLayout65.xml"/><Relationship Id="rId61" Type="http://schemas.openxmlformats.org/officeDocument/2006/relationships/slideLayout" Target="../slideLayouts/slideLayout121.xml"/><Relationship Id="rId19" Type="http://schemas.openxmlformats.org/officeDocument/2006/relationships/slideLayout" Target="../slideLayouts/slideLayout79.xml"/><Relationship Id="rId14" Type="http://schemas.openxmlformats.org/officeDocument/2006/relationships/slideLayout" Target="../slideLayouts/slideLayout74.xml"/><Relationship Id="rId22" Type="http://schemas.openxmlformats.org/officeDocument/2006/relationships/slideLayout" Target="../slideLayouts/slideLayout82.xml"/><Relationship Id="rId27" Type="http://schemas.openxmlformats.org/officeDocument/2006/relationships/slideLayout" Target="../slideLayouts/slideLayout87.xml"/><Relationship Id="rId30" Type="http://schemas.openxmlformats.org/officeDocument/2006/relationships/slideLayout" Target="../slideLayouts/slideLayout90.xml"/><Relationship Id="rId35" Type="http://schemas.openxmlformats.org/officeDocument/2006/relationships/slideLayout" Target="../slideLayouts/slideLayout95.xml"/><Relationship Id="rId43" Type="http://schemas.openxmlformats.org/officeDocument/2006/relationships/slideLayout" Target="../slideLayouts/slideLayout103.xml"/><Relationship Id="rId48" Type="http://schemas.openxmlformats.org/officeDocument/2006/relationships/slideLayout" Target="../slideLayouts/slideLayout108.xml"/><Relationship Id="rId56" Type="http://schemas.openxmlformats.org/officeDocument/2006/relationships/slideLayout" Target="../slideLayouts/slideLayout116.xml"/><Relationship Id="rId8" Type="http://schemas.openxmlformats.org/officeDocument/2006/relationships/slideLayout" Target="../slideLayouts/slideLayout68.xml"/><Relationship Id="rId51" Type="http://schemas.openxmlformats.org/officeDocument/2006/relationships/slideLayout" Target="../slideLayouts/slideLayout111.xml"/><Relationship Id="rId3" Type="http://schemas.openxmlformats.org/officeDocument/2006/relationships/slideLayout" Target="../slideLayouts/slideLayout63.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5" Type="http://schemas.openxmlformats.org/officeDocument/2006/relationships/slideLayout" Target="../slideLayouts/slideLayout85.xml"/><Relationship Id="rId33" Type="http://schemas.openxmlformats.org/officeDocument/2006/relationships/slideLayout" Target="../slideLayouts/slideLayout93.xml"/><Relationship Id="rId38" Type="http://schemas.openxmlformats.org/officeDocument/2006/relationships/slideLayout" Target="../slideLayouts/slideLayout98.xml"/><Relationship Id="rId46" Type="http://schemas.openxmlformats.org/officeDocument/2006/relationships/slideLayout" Target="../slideLayouts/slideLayout106.xml"/><Relationship Id="rId59" Type="http://schemas.openxmlformats.org/officeDocument/2006/relationships/slideLayout" Target="../slideLayouts/slideLayout119.xml"/><Relationship Id="rId20" Type="http://schemas.openxmlformats.org/officeDocument/2006/relationships/slideLayout" Target="../slideLayouts/slideLayout80.xml"/><Relationship Id="rId41" Type="http://schemas.openxmlformats.org/officeDocument/2006/relationships/slideLayout" Target="../slideLayouts/slideLayout101.xml"/><Relationship Id="rId54" Type="http://schemas.openxmlformats.org/officeDocument/2006/relationships/slideLayout" Target="../slideLayouts/slideLayout114.xml"/><Relationship Id="rId62" Type="http://schemas.openxmlformats.org/officeDocument/2006/relationships/slideLayout" Target="../slideLayouts/slideLayout12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5" Type="http://schemas.openxmlformats.org/officeDocument/2006/relationships/slideLayout" Target="../slideLayouts/slideLayout75.xml"/><Relationship Id="rId23" Type="http://schemas.openxmlformats.org/officeDocument/2006/relationships/slideLayout" Target="../slideLayouts/slideLayout83.xml"/><Relationship Id="rId28" Type="http://schemas.openxmlformats.org/officeDocument/2006/relationships/slideLayout" Target="../slideLayouts/slideLayout88.xml"/><Relationship Id="rId36" Type="http://schemas.openxmlformats.org/officeDocument/2006/relationships/slideLayout" Target="../slideLayouts/slideLayout96.xml"/><Relationship Id="rId49" Type="http://schemas.openxmlformats.org/officeDocument/2006/relationships/slideLayout" Target="../slideLayouts/slideLayout109.xml"/><Relationship Id="rId57" Type="http://schemas.openxmlformats.org/officeDocument/2006/relationships/slideLayout" Target="../slideLayouts/slideLayout117.xml"/><Relationship Id="rId10" Type="http://schemas.openxmlformats.org/officeDocument/2006/relationships/slideLayout" Target="../slideLayouts/slideLayout70.xml"/><Relationship Id="rId31" Type="http://schemas.openxmlformats.org/officeDocument/2006/relationships/slideLayout" Target="../slideLayouts/slideLayout91.xml"/><Relationship Id="rId44" Type="http://schemas.openxmlformats.org/officeDocument/2006/relationships/slideLayout" Target="../slideLayouts/slideLayout104.xml"/><Relationship Id="rId52" Type="http://schemas.openxmlformats.org/officeDocument/2006/relationships/slideLayout" Target="../slideLayouts/slideLayout112.xml"/><Relationship Id="rId60" Type="http://schemas.openxmlformats.org/officeDocument/2006/relationships/slideLayout" Target="../slideLayouts/slideLayout12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
        <p:cNvGrpSpPr/>
        <p:nvPr/>
      </p:nvGrpSpPr>
      <p:grpSpPr>
        <a:xfrm>
          <a:off x="0" y="0"/>
          <a:ext cx="0" cy="0"/>
          <a:chOff x="0" y="0"/>
          <a:chExt cx="0" cy="0"/>
        </a:xfrm>
      </p:grpSpPr>
      <p:sp>
        <p:nvSpPr>
          <p:cNvPr id="11" name="Google Shape;11;p1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rgbClr val="7F7F7F"/>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2" name="Google Shape;12;p1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
        <p:nvSpPr>
          <p:cNvPr id="13" name="Google Shape;13;p13"/>
          <p:cNvSpPr txBox="1">
            <a:spLocks noGrp="1"/>
          </p:cNvSpPr>
          <p:nvPr>
            <p:ph type="title"/>
          </p:nvPr>
        </p:nvSpPr>
        <p:spPr>
          <a:xfrm>
            <a:off x="630000" y="622800"/>
            <a:ext cx="10933350" cy="332399"/>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dk2"/>
              </a:buClr>
              <a:buSzPts val="2400"/>
              <a:buFont typeface="Trebuchet MS"/>
              <a:buNone/>
              <a:defRPr sz="2400" b="0"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 name="Google Shape;14;p13"/>
          <p:cNvSpPr txBox="1">
            <a:spLocks noGrp="1"/>
          </p:cNvSpPr>
          <p:nvPr>
            <p:ph type="body" idx="1"/>
          </p:nvPr>
        </p:nvSpPr>
        <p:spPr>
          <a:xfrm>
            <a:off x="630000" y="1825625"/>
            <a:ext cx="10933350" cy="4351338"/>
          </a:xfrm>
          <a:prstGeom prst="rect">
            <a:avLst/>
          </a:prstGeom>
          <a:noFill/>
          <a:ln>
            <a:noFill/>
          </a:ln>
        </p:spPr>
        <p:txBody>
          <a:bodyPr spcFirstLastPara="1" wrap="square" lIns="0" tIns="0" rIns="0" bIns="0" anchor="t" anchorCtr="0">
            <a:noAutofit/>
          </a:bodyPr>
          <a:lstStyle>
            <a:lvl1pPr marL="457200" marR="0" lvl="0" indent="-304800" algn="l" rtl="0">
              <a:lnSpc>
                <a:spcPct val="110000"/>
              </a:lnSpc>
              <a:spcBef>
                <a:spcPts val="600"/>
              </a:spcBef>
              <a:spcAft>
                <a:spcPts val="0"/>
              </a:spcAft>
              <a:buClr>
                <a:schemeClr val="dk1"/>
              </a:buClr>
              <a:buSzPts val="1200"/>
              <a:buFont typeface="Arial"/>
              <a:buChar char="​"/>
              <a:defRPr sz="1200" b="0" i="0" u="none" strike="noStrike" cap="none">
                <a:solidFill>
                  <a:schemeClr val="dk1"/>
                </a:solidFill>
                <a:latin typeface="Trebuchet MS"/>
                <a:ea typeface="Trebuchet MS"/>
                <a:cs typeface="Trebuchet MS"/>
                <a:sym typeface="Trebuchet MS"/>
              </a:defRPr>
            </a:lvl1pPr>
            <a:lvl2pPr marL="914400" marR="0" lvl="1" indent="-304800" algn="l" rtl="0">
              <a:lnSpc>
                <a:spcPct val="90000"/>
              </a:lnSpc>
              <a:spcBef>
                <a:spcPts val="300"/>
              </a:spcBef>
              <a:spcAft>
                <a:spcPts val="0"/>
              </a:spcAft>
              <a:buClr>
                <a:schemeClr val="dk2"/>
              </a:buClr>
              <a:buSzPts val="1200"/>
              <a:buFont typeface="Arial"/>
              <a:buChar char="•"/>
              <a:defRPr sz="1200" b="0" i="0" u="none" strike="noStrike" cap="none">
                <a:solidFill>
                  <a:schemeClr val="dk1"/>
                </a:solidFill>
                <a:latin typeface="Trebuchet MS"/>
                <a:ea typeface="Trebuchet MS"/>
                <a:cs typeface="Trebuchet MS"/>
                <a:sym typeface="Trebuchet MS"/>
              </a:defRPr>
            </a:lvl2pPr>
            <a:lvl3pPr marL="1371600" marR="0" lvl="2" indent="-304800" algn="l" rtl="0">
              <a:lnSpc>
                <a:spcPct val="90000"/>
              </a:lnSpc>
              <a:spcBef>
                <a:spcPts val="300"/>
              </a:spcBef>
              <a:spcAft>
                <a:spcPts val="0"/>
              </a:spcAft>
              <a:buClr>
                <a:schemeClr val="dk2"/>
              </a:buClr>
              <a:buSzPts val="1200"/>
              <a:buFont typeface="Trebuchet MS"/>
              <a:buChar char="–"/>
              <a:defRPr sz="1200" b="0" i="0" u="none" strike="noStrike" cap="none">
                <a:solidFill>
                  <a:schemeClr val="dk1"/>
                </a:solidFill>
                <a:latin typeface="Trebuchet MS"/>
                <a:ea typeface="Trebuchet MS"/>
                <a:cs typeface="Trebuchet MS"/>
                <a:sym typeface="Trebuchet MS"/>
              </a:defRPr>
            </a:lvl3pPr>
            <a:lvl4pPr marL="1828800" marR="0" lvl="3" indent="-330200" algn="l" rtl="0">
              <a:lnSpc>
                <a:spcPct val="110000"/>
              </a:lnSpc>
              <a:spcBef>
                <a:spcPts val="300"/>
              </a:spcBef>
              <a:spcAft>
                <a:spcPts val="0"/>
              </a:spcAft>
              <a:buClr>
                <a:schemeClr val="dk2"/>
              </a:buClr>
              <a:buSzPts val="1600"/>
              <a:buFont typeface="Arial"/>
              <a:buChar char="​"/>
              <a:defRPr sz="1600" b="0" i="0" u="none" strike="noStrike" cap="none">
                <a:solidFill>
                  <a:schemeClr val="dk2"/>
                </a:solidFill>
                <a:latin typeface="Trebuchet MS"/>
                <a:ea typeface="Trebuchet MS"/>
                <a:cs typeface="Trebuchet MS"/>
                <a:sym typeface="Trebuchet MS"/>
              </a:defRPr>
            </a:lvl4pPr>
            <a:lvl5pPr marL="2286000" marR="0" lvl="4" indent="-330200" algn="l" rtl="0">
              <a:lnSpc>
                <a:spcPct val="100000"/>
              </a:lnSpc>
              <a:spcBef>
                <a:spcPts val="300"/>
              </a:spcBef>
              <a:spcAft>
                <a:spcPts val="0"/>
              </a:spcAft>
              <a:buClr>
                <a:schemeClr val="dk1"/>
              </a:buClr>
              <a:buSzPts val="1600"/>
              <a:buFont typeface="Arial"/>
              <a:buChar char="​"/>
              <a:defRPr sz="1600" b="1" i="0" u="none" strike="noStrike" cap="none">
                <a:solidFill>
                  <a:schemeClr val="dk1"/>
                </a:solidFill>
                <a:latin typeface="Trebuchet MS"/>
                <a:ea typeface="Trebuchet MS"/>
                <a:cs typeface="Trebuchet MS"/>
                <a:sym typeface="Trebuchet MS"/>
              </a:defRPr>
            </a:lvl5pPr>
            <a:lvl6pPr marL="2743200" marR="0" lvl="5" indent="-330200" algn="l" rtl="0">
              <a:lnSpc>
                <a:spcPct val="90000"/>
              </a:lnSpc>
              <a:spcBef>
                <a:spcPts val="300"/>
              </a:spcBef>
              <a:spcAft>
                <a:spcPts val="0"/>
              </a:spcAft>
              <a:buClr>
                <a:schemeClr val="dk2"/>
              </a:buClr>
              <a:buSzPts val="1600"/>
              <a:buFont typeface="Arial"/>
              <a:buChar char="•"/>
              <a:defRPr sz="1600" b="0" i="0" u="none" strike="noStrike" cap="none">
                <a:solidFill>
                  <a:schemeClr val="dk1"/>
                </a:solidFill>
                <a:latin typeface="Trebuchet MS"/>
                <a:ea typeface="Trebuchet MS"/>
                <a:cs typeface="Trebuchet MS"/>
                <a:sym typeface="Trebuchet MS"/>
              </a:defRPr>
            </a:lvl6pPr>
            <a:lvl7pPr marL="3200400" marR="0" lvl="6" indent="-508000" algn="l" rtl="0">
              <a:lnSpc>
                <a:spcPct val="90000"/>
              </a:lnSpc>
              <a:spcBef>
                <a:spcPts val="900"/>
              </a:spcBef>
              <a:spcAft>
                <a:spcPts val="0"/>
              </a:spcAft>
              <a:buClr>
                <a:schemeClr val="dk1"/>
              </a:buClr>
              <a:buSzPts val="4400"/>
              <a:buFont typeface="Arial"/>
              <a:buChar char="​"/>
              <a:defRPr sz="4400" b="0" i="0" u="none" strike="noStrike" cap="none">
                <a:solidFill>
                  <a:schemeClr val="dk1"/>
                </a:solidFill>
                <a:latin typeface="Trebuchet MS"/>
                <a:ea typeface="Trebuchet MS"/>
                <a:cs typeface="Trebuchet MS"/>
                <a:sym typeface="Trebuchet MS"/>
              </a:defRPr>
            </a:lvl7pPr>
            <a:lvl8pPr marL="3657600" marR="0" lvl="7" indent="-571500" algn="l" rtl="0">
              <a:lnSpc>
                <a:spcPct val="90000"/>
              </a:lnSpc>
              <a:spcBef>
                <a:spcPts val="900"/>
              </a:spcBef>
              <a:spcAft>
                <a:spcPts val="0"/>
              </a:spcAft>
              <a:buClr>
                <a:schemeClr val="dk2"/>
              </a:buClr>
              <a:buSzPts val="5400"/>
              <a:buFont typeface="Arial"/>
              <a:buChar char="​"/>
              <a:defRPr sz="5400" b="0" i="0" u="none" strike="noStrike" cap="none">
                <a:solidFill>
                  <a:schemeClr val="dk2"/>
                </a:solidFill>
                <a:latin typeface="Trebuchet MS"/>
                <a:ea typeface="Trebuchet MS"/>
                <a:cs typeface="Trebuchet MS"/>
                <a:sym typeface="Trebuchet MS"/>
              </a:defRPr>
            </a:lvl8pPr>
            <a:lvl9pPr marL="4114800" marR="0" lvl="8" indent="-381000" algn="l" rtl="0">
              <a:lnSpc>
                <a:spcPct val="100000"/>
              </a:lnSpc>
              <a:spcBef>
                <a:spcPts val="0"/>
              </a:spcBef>
              <a:spcAft>
                <a:spcPts val="900"/>
              </a:spcAft>
              <a:buClr>
                <a:schemeClr val="dk2"/>
              </a:buClr>
              <a:buSzPts val="2400"/>
              <a:buFont typeface="Arial"/>
              <a:buChar char="​"/>
              <a:defRPr sz="2400" b="0" i="0" u="none" strike="noStrike" cap="none">
                <a:solidFill>
                  <a:schemeClr val="dk2"/>
                </a:solidFill>
                <a:latin typeface="Trebuchet MS"/>
                <a:ea typeface="Trebuchet MS"/>
                <a:cs typeface="Trebuchet MS"/>
                <a:sym typeface="Trebuchet M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71" r:id="rId60"/>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9"/>
        <p:cNvGrpSpPr/>
        <p:nvPr/>
      </p:nvGrpSpPr>
      <p:grpSpPr>
        <a:xfrm>
          <a:off x="0" y="0"/>
          <a:ext cx="0" cy="0"/>
          <a:chOff x="0" y="0"/>
          <a:chExt cx="0" cy="0"/>
        </a:xfrm>
      </p:grpSpPr>
      <p:sp>
        <p:nvSpPr>
          <p:cNvPr id="420" name="Google Shape;420;p1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rgbClr val="7F7F7F"/>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421" name="Google Shape;421;p1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
        <p:nvSpPr>
          <p:cNvPr id="422" name="Google Shape;422;p15"/>
          <p:cNvSpPr txBox="1">
            <a:spLocks noGrp="1"/>
          </p:cNvSpPr>
          <p:nvPr>
            <p:ph type="title"/>
          </p:nvPr>
        </p:nvSpPr>
        <p:spPr>
          <a:xfrm>
            <a:off x="630000" y="622800"/>
            <a:ext cx="10933350" cy="332399"/>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dk2"/>
              </a:buClr>
              <a:buSzPts val="2400"/>
              <a:buFont typeface="Trebuchet MS"/>
              <a:buNone/>
              <a:defRPr sz="2400" b="0"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23" name="Google Shape;423;p15"/>
          <p:cNvSpPr txBox="1">
            <a:spLocks noGrp="1"/>
          </p:cNvSpPr>
          <p:nvPr>
            <p:ph type="body" idx="1"/>
          </p:nvPr>
        </p:nvSpPr>
        <p:spPr>
          <a:xfrm>
            <a:off x="630000" y="1825625"/>
            <a:ext cx="10933350" cy="4351338"/>
          </a:xfrm>
          <a:prstGeom prst="rect">
            <a:avLst/>
          </a:prstGeom>
          <a:noFill/>
          <a:ln>
            <a:noFill/>
          </a:ln>
        </p:spPr>
        <p:txBody>
          <a:bodyPr spcFirstLastPara="1" wrap="square" lIns="0" tIns="0" rIns="0" bIns="0" anchor="t" anchorCtr="0">
            <a:noAutofit/>
          </a:bodyPr>
          <a:lstStyle>
            <a:lvl1pPr marL="457200" marR="0" lvl="0" indent="-304800" algn="l" rtl="0">
              <a:lnSpc>
                <a:spcPct val="110000"/>
              </a:lnSpc>
              <a:spcBef>
                <a:spcPts val="600"/>
              </a:spcBef>
              <a:spcAft>
                <a:spcPts val="0"/>
              </a:spcAft>
              <a:buClr>
                <a:schemeClr val="dk1"/>
              </a:buClr>
              <a:buSzPts val="1200"/>
              <a:buFont typeface="Arial"/>
              <a:buChar char="​"/>
              <a:defRPr sz="1200" b="0" i="0" u="none" strike="noStrike" cap="none">
                <a:solidFill>
                  <a:schemeClr val="dk1"/>
                </a:solidFill>
                <a:latin typeface="Trebuchet MS"/>
                <a:ea typeface="Trebuchet MS"/>
                <a:cs typeface="Trebuchet MS"/>
                <a:sym typeface="Trebuchet MS"/>
              </a:defRPr>
            </a:lvl1pPr>
            <a:lvl2pPr marL="914400" marR="0" lvl="1" indent="-304800" algn="l" rtl="0">
              <a:lnSpc>
                <a:spcPct val="90000"/>
              </a:lnSpc>
              <a:spcBef>
                <a:spcPts val="300"/>
              </a:spcBef>
              <a:spcAft>
                <a:spcPts val="0"/>
              </a:spcAft>
              <a:buClr>
                <a:schemeClr val="dk2"/>
              </a:buClr>
              <a:buSzPts val="1200"/>
              <a:buFont typeface="Arial"/>
              <a:buChar char="•"/>
              <a:defRPr sz="1200" b="0" i="0" u="none" strike="noStrike" cap="none">
                <a:solidFill>
                  <a:schemeClr val="dk1"/>
                </a:solidFill>
                <a:latin typeface="Trebuchet MS"/>
                <a:ea typeface="Trebuchet MS"/>
                <a:cs typeface="Trebuchet MS"/>
                <a:sym typeface="Trebuchet MS"/>
              </a:defRPr>
            </a:lvl2pPr>
            <a:lvl3pPr marL="1371600" marR="0" lvl="2" indent="-304800" algn="l" rtl="0">
              <a:lnSpc>
                <a:spcPct val="90000"/>
              </a:lnSpc>
              <a:spcBef>
                <a:spcPts val="300"/>
              </a:spcBef>
              <a:spcAft>
                <a:spcPts val="0"/>
              </a:spcAft>
              <a:buClr>
                <a:schemeClr val="dk2"/>
              </a:buClr>
              <a:buSzPts val="1200"/>
              <a:buFont typeface="Trebuchet MS"/>
              <a:buChar char="–"/>
              <a:defRPr sz="1200" b="0" i="0" u="none" strike="noStrike" cap="none">
                <a:solidFill>
                  <a:schemeClr val="dk1"/>
                </a:solidFill>
                <a:latin typeface="Trebuchet MS"/>
                <a:ea typeface="Trebuchet MS"/>
                <a:cs typeface="Trebuchet MS"/>
                <a:sym typeface="Trebuchet MS"/>
              </a:defRPr>
            </a:lvl3pPr>
            <a:lvl4pPr marL="1828800" marR="0" lvl="3" indent="-330200" algn="l" rtl="0">
              <a:lnSpc>
                <a:spcPct val="110000"/>
              </a:lnSpc>
              <a:spcBef>
                <a:spcPts val="300"/>
              </a:spcBef>
              <a:spcAft>
                <a:spcPts val="0"/>
              </a:spcAft>
              <a:buClr>
                <a:schemeClr val="dk2"/>
              </a:buClr>
              <a:buSzPts val="1600"/>
              <a:buFont typeface="Arial"/>
              <a:buChar char="​"/>
              <a:defRPr sz="1600" b="0" i="0" u="none" strike="noStrike" cap="none">
                <a:solidFill>
                  <a:schemeClr val="dk2"/>
                </a:solidFill>
                <a:latin typeface="Trebuchet MS"/>
                <a:ea typeface="Trebuchet MS"/>
                <a:cs typeface="Trebuchet MS"/>
                <a:sym typeface="Trebuchet MS"/>
              </a:defRPr>
            </a:lvl4pPr>
            <a:lvl5pPr marL="2286000" marR="0" lvl="4" indent="-330200" algn="l" rtl="0">
              <a:lnSpc>
                <a:spcPct val="100000"/>
              </a:lnSpc>
              <a:spcBef>
                <a:spcPts val="300"/>
              </a:spcBef>
              <a:spcAft>
                <a:spcPts val="0"/>
              </a:spcAft>
              <a:buClr>
                <a:schemeClr val="dk1"/>
              </a:buClr>
              <a:buSzPts val="1600"/>
              <a:buFont typeface="Arial"/>
              <a:buChar char="​"/>
              <a:defRPr sz="1600" b="1" i="0" u="none" strike="noStrike" cap="none">
                <a:solidFill>
                  <a:schemeClr val="dk1"/>
                </a:solidFill>
                <a:latin typeface="Trebuchet MS"/>
                <a:ea typeface="Trebuchet MS"/>
                <a:cs typeface="Trebuchet MS"/>
                <a:sym typeface="Trebuchet MS"/>
              </a:defRPr>
            </a:lvl5pPr>
            <a:lvl6pPr marL="2743200" marR="0" lvl="5" indent="-330200" algn="l" rtl="0">
              <a:lnSpc>
                <a:spcPct val="90000"/>
              </a:lnSpc>
              <a:spcBef>
                <a:spcPts val="300"/>
              </a:spcBef>
              <a:spcAft>
                <a:spcPts val="0"/>
              </a:spcAft>
              <a:buClr>
                <a:schemeClr val="dk2"/>
              </a:buClr>
              <a:buSzPts val="1600"/>
              <a:buFont typeface="Arial"/>
              <a:buChar char="•"/>
              <a:defRPr sz="1600" b="0" i="0" u="none" strike="noStrike" cap="none">
                <a:solidFill>
                  <a:schemeClr val="dk1"/>
                </a:solidFill>
                <a:latin typeface="Trebuchet MS"/>
                <a:ea typeface="Trebuchet MS"/>
                <a:cs typeface="Trebuchet MS"/>
                <a:sym typeface="Trebuchet MS"/>
              </a:defRPr>
            </a:lvl6pPr>
            <a:lvl7pPr marL="3200400" marR="0" lvl="6" indent="-508000" algn="l" rtl="0">
              <a:lnSpc>
                <a:spcPct val="90000"/>
              </a:lnSpc>
              <a:spcBef>
                <a:spcPts val="900"/>
              </a:spcBef>
              <a:spcAft>
                <a:spcPts val="0"/>
              </a:spcAft>
              <a:buClr>
                <a:schemeClr val="dk1"/>
              </a:buClr>
              <a:buSzPts val="4400"/>
              <a:buFont typeface="Arial"/>
              <a:buChar char="​"/>
              <a:defRPr sz="4400" b="0" i="0" u="none" strike="noStrike" cap="none">
                <a:solidFill>
                  <a:schemeClr val="dk1"/>
                </a:solidFill>
                <a:latin typeface="Trebuchet MS"/>
                <a:ea typeface="Trebuchet MS"/>
                <a:cs typeface="Trebuchet MS"/>
                <a:sym typeface="Trebuchet MS"/>
              </a:defRPr>
            </a:lvl7pPr>
            <a:lvl8pPr marL="3657600" marR="0" lvl="7" indent="-571500" algn="l" rtl="0">
              <a:lnSpc>
                <a:spcPct val="90000"/>
              </a:lnSpc>
              <a:spcBef>
                <a:spcPts val="900"/>
              </a:spcBef>
              <a:spcAft>
                <a:spcPts val="0"/>
              </a:spcAft>
              <a:buClr>
                <a:schemeClr val="dk2"/>
              </a:buClr>
              <a:buSzPts val="5400"/>
              <a:buFont typeface="Arial"/>
              <a:buChar char="​"/>
              <a:defRPr sz="5400" b="0" i="0" u="none" strike="noStrike" cap="none">
                <a:solidFill>
                  <a:schemeClr val="dk2"/>
                </a:solidFill>
                <a:latin typeface="Trebuchet MS"/>
                <a:ea typeface="Trebuchet MS"/>
                <a:cs typeface="Trebuchet MS"/>
                <a:sym typeface="Trebuchet MS"/>
              </a:defRPr>
            </a:lvl8pPr>
            <a:lvl9pPr marL="4114800" marR="0" lvl="8" indent="-381000" algn="l" rtl="0">
              <a:lnSpc>
                <a:spcPct val="100000"/>
              </a:lnSpc>
              <a:spcBef>
                <a:spcPts val="0"/>
              </a:spcBef>
              <a:spcAft>
                <a:spcPts val="900"/>
              </a:spcAft>
              <a:buClr>
                <a:schemeClr val="dk2"/>
              </a:buClr>
              <a:buSzPts val="2400"/>
              <a:buFont typeface="Arial"/>
              <a:buChar char="​"/>
              <a:defRPr sz="2400" b="0" i="0" u="none" strike="noStrike" cap="none">
                <a:solidFill>
                  <a:schemeClr val="dk2"/>
                </a:solidFill>
                <a:latin typeface="Trebuchet MS"/>
                <a:ea typeface="Trebuchet MS"/>
                <a:cs typeface="Trebuchet MS"/>
                <a:sym typeface="Trebuchet MS"/>
              </a:defRPr>
            </a:lvl9pPr>
          </a:lstStyle>
          <a:p>
            <a:endParaRPr/>
          </a:p>
        </p:txBody>
      </p:sp>
    </p:spTree>
  </p:cSld>
  <p:clrMap bg1="lt1" tx1="dk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 id="2147483739" r:id="rId31"/>
    <p:sldLayoutId id="2147483740" r:id="rId32"/>
    <p:sldLayoutId id="2147483741" r:id="rId33"/>
    <p:sldLayoutId id="2147483742" r:id="rId34"/>
    <p:sldLayoutId id="2147483743" r:id="rId35"/>
    <p:sldLayoutId id="2147483744" r:id="rId36"/>
    <p:sldLayoutId id="2147483745" r:id="rId37"/>
    <p:sldLayoutId id="2147483746" r:id="rId38"/>
    <p:sldLayoutId id="2147483747" r:id="rId39"/>
    <p:sldLayoutId id="2147483748" r:id="rId40"/>
    <p:sldLayoutId id="2147483749" r:id="rId41"/>
    <p:sldLayoutId id="2147483750" r:id="rId42"/>
    <p:sldLayoutId id="2147483751" r:id="rId43"/>
    <p:sldLayoutId id="2147483752" r:id="rId44"/>
    <p:sldLayoutId id="2147483753" r:id="rId45"/>
    <p:sldLayoutId id="2147483754" r:id="rId46"/>
    <p:sldLayoutId id="2147483755" r:id="rId47"/>
    <p:sldLayoutId id="2147483756" r:id="rId48"/>
    <p:sldLayoutId id="2147483757" r:id="rId49"/>
    <p:sldLayoutId id="2147483758" r:id="rId50"/>
    <p:sldLayoutId id="2147483759" r:id="rId51"/>
    <p:sldLayoutId id="2147483760" r:id="rId52"/>
    <p:sldLayoutId id="2147483761" r:id="rId53"/>
    <p:sldLayoutId id="2147483762" r:id="rId54"/>
    <p:sldLayoutId id="2147483763" r:id="rId55"/>
    <p:sldLayoutId id="2147483764" r:id="rId56"/>
    <p:sldLayoutId id="2147483765" r:id="rId57"/>
    <p:sldLayoutId id="2147483766" r:id="rId58"/>
    <p:sldLayoutId id="2147483767" r:id="rId59"/>
    <p:sldLayoutId id="2147483768" r:id="rId60"/>
    <p:sldLayoutId id="2147483769" r:id="rId61"/>
    <p:sldLayoutId id="2147483770" r:id="rId6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6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notesSlide" Target="../notesSlides/notesSlide5.xml"/><Relationship Id="rId1" Type="http://schemas.openxmlformats.org/officeDocument/2006/relationships/slideLayout" Target="../slideLayouts/slideLayout66.xml"/><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60.xml"/><Relationship Id="rId6" Type="http://schemas.openxmlformats.org/officeDocument/2006/relationships/image" Target="../media/image35.jpg"/><Relationship Id="rId11" Type="http://schemas.openxmlformats.org/officeDocument/2006/relationships/image" Target="../media/image40.jpg"/><Relationship Id="rId5" Type="http://schemas.openxmlformats.org/officeDocument/2006/relationships/image" Target="../media/image34.jp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chart" Target="../charts/chart5.xml"/><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6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2.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63.xml"/></Relationships>
</file>

<file path=ppt/slides/_rels/slide17.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3.xml"/><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53"/>
        <p:cNvGrpSpPr/>
        <p:nvPr/>
      </p:nvGrpSpPr>
      <p:grpSpPr>
        <a:xfrm>
          <a:off x="0" y="0"/>
          <a:ext cx="0" cy="0"/>
          <a:chOff x="0" y="0"/>
          <a:chExt cx="0" cy="0"/>
        </a:xfrm>
      </p:grpSpPr>
      <p:pic>
        <p:nvPicPr>
          <p:cNvPr id="1254" name="Google Shape;1254;p1"/>
          <p:cNvPicPr preferRelativeResize="0"/>
          <p:nvPr/>
        </p:nvPicPr>
        <p:blipFill rotWithShape="1">
          <a:blip r:embed="rId3">
            <a:alphaModFix/>
          </a:blip>
          <a:srcRect t="7423" b="7423"/>
          <a:stretch/>
        </p:blipFill>
        <p:spPr>
          <a:xfrm>
            <a:off x="0" y="0"/>
            <a:ext cx="12192000" cy="6923314"/>
          </a:xfrm>
          <a:prstGeom prst="rect">
            <a:avLst/>
          </a:prstGeom>
          <a:noFill/>
          <a:ln>
            <a:noFill/>
          </a:ln>
        </p:spPr>
      </p:pic>
      <p:sp>
        <p:nvSpPr>
          <p:cNvPr id="1255" name="Google Shape;1255;p1"/>
          <p:cNvSpPr/>
          <p:nvPr/>
        </p:nvSpPr>
        <p:spPr>
          <a:xfrm>
            <a:off x="243468" y="194310"/>
            <a:ext cx="4854312" cy="5225210"/>
          </a:xfrm>
          <a:prstGeom prst="rect">
            <a:avLst/>
          </a:prstGeom>
          <a:solidFill>
            <a:schemeClr val="bg2">
              <a:lumMod val="40000"/>
              <a:lumOff val="60000"/>
              <a:alpha val="46500"/>
            </a:schemeClr>
          </a:solid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Clr>
                <a:schemeClr val="lt1"/>
              </a:buClr>
              <a:buSzPts val="2000"/>
              <a:buFont typeface="Trebuchet MS"/>
              <a:buNone/>
            </a:pPr>
            <a:endParaRPr sz="2000" b="0" i="0" u="none" strike="noStrike" cap="none">
              <a:solidFill>
                <a:srgbClr val="FFFFFF"/>
              </a:solidFill>
              <a:latin typeface="Trebuchet MS"/>
              <a:ea typeface="Trebuchet MS"/>
              <a:cs typeface="Trebuchet MS"/>
              <a:sym typeface="Trebuchet MS"/>
            </a:endParaRPr>
          </a:p>
        </p:txBody>
      </p:sp>
      <p:grpSp>
        <p:nvGrpSpPr>
          <p:cNvPr id="1256" name="Google Shape;1256;p1"/>
          <p:cNvGrpSpPr/>
          <p:nvPr/>
        </p:nvGrpSpPr>
        <p:grpSpPr>
          <a:xfrm>
            <a:off x="497969" y="419623"/>
            <a:ext cx="3728258" cy="637373"/>
            <a:chOff x="957601" y="-996122"/>
            <a:chExt cx="4345900" cy="894745"/>
          </a:xfrm>
        </p:grpSpPr>
        <p:pic>
          <p:nvPicPr>
            <p:cNvPr id="1257" name="Google Shape;1257;p1" descr="Image result for Rwanda Development Board logo png"/>
            <p:cNvPicPr preferRelativeResize="0"/>
            <p:nvPr/>
          </p:nvPicPr>
          <p:blipFill rotWithShape="1">
            <a:blip r:embed="rId4">
              <a:alphaModFix/>
            </a:blip>
            <a:srcRect r="85214"/>
            <a:stretch/>
          </p:blipFill>
          <p:spPr>
            <a:xfrm>
              <a:off x="957601" y="-996122"/>
              <a:ext cx="642600" cy="894745"/>
            </a:xfrm>
            <a:prstGeom prst="rect">
              <a:avLst/>
            </a:prstGeom>
            <a:noFill/>
            <a:ln>
              <a:noFill/>
            </a:ln>
          </p:spPr>
        </p:pic>
        <p:pic>
          <p:nvPicPr>
            <p:cNvPr id="1258" name="Google Shape;1258;p1" descr="Image result for Rwanda Development Board logo png"/>
            <p:cNvPicPr preferRelativeResize="0"/>
            <p:nvPr/>
          </p:nvPicPr>
          <p:blipFill rotWithShape="1">
            <a:blip r:embed="rId4">
              <a:alphaModFix/>
            </a:blip>
            <a:srcRect l="14581"/>
            <a:stretch/>
          </p:blipFill>
          <p:spPr>
            <a:xfrm>
              <a:off x="1591296" y="-996122"/>
              <a:ext cx="3712205" cy="894745"/>
            </a:xfrm>
            <a:prstGeom prst="rect">
              <a:avLst/>
            </a:prstGeom>
            <a:noFill/>
            <a:ln>
              <a:noFill/>
            </a:ln>
          </p:spPr>
        </p:pic>
      </p:grpSp>
      <p:sp>
        <p:nvSpPr>
          <p:cNvPr id="1259" name="Google Shape;1259;p1"/>
          <p:cNvSpPr txBox="1">
            <a:spLocks noGrp="1"/>
          </p:cNvSpPr>
          <p:nvPr>
            <p:ph type="body" idx="1"/>
          </p:nvPr>
        </p:nvSpPr>
        <p:spPr>
          <a:xfrm>
            <a:off x="776614" y="5655040"/>
            <a:ext cx="5038322" cy="783337"/>
          </a:xfrm>
          <a:prstGeom prst="rect">
            <a:avLst/>
          </a:prstGeom>
          <a:noFill/>
          <a:ln>
            <a:noFill/>
          </a:ln>
        </p:spPr>
        <p:txBody>
          <a:bodyPr spcFirstLastPara="1" wrap="square" lIns="0" tIns="0" rIns="0" bIns="0" anchor="ctr" anchorCtr="0">
            <a:noAutofit/>
          </a:bodyPr>
          <a:lstStyle/>
          <a:p>
            <a:pPr marL="0" lvl="0" indent="0" algn="l" rtl="0">
              <a:lnSpc>
                <a:spcPct val="110000"/>
              </a:lnSpc>
              <a:spcBef>
                <a:spcPts val="0"/>
              </a:spcBef>
              <a:spcAft>
                <a:spcPts val="0"/>
              </a:spcAft>
              <a:buClr>
                <a:srgbClr val="FFFFFF"/>
              </a:buClr>
              <a:buSzPts val="1200"/>
              <a:buNone/>
            </a:pPr>
            <a:r>
              <a:rPr lang="en-US" i="1" dirty="0">
                <a:solidFill>
                  <a:srgbClr val="FFFFFF"/>
                </a:solidFill>
              </a:rPr>
              <a:t>January 2026</a:t>
            </a:r>
            <a:endParaRPr dirty="0"/>
          </a:p>
        </p:txBody>
      </p:sp>
      <p:sp>
        <p:nvSpPr>
          <p:cNvPr id="1260" name="Google Shape;1260;p1"/>
          <p:cNvSpPr txBox="1">
            <a:spLocks noGrp="1"/>
          </p:cNvSpPr>
          <p:nvPr>
            <p:ph type="ctrTitle"/>
          </p:nvPr>
        </p:nvSpPr>
        <p:spPr>
          <a:xfrm>
            <a:off x="497969" y="2171700"/>
            <a:ext cx="4359781" cy="2926255"/>
          </a:xfrm>
          <a:prstGeom prst="rect">
            <a:avLst/>
          </a:prstGeom>
          <a:noFill/>
          <a:ln>
            <a:noFill/>
          </a:ln>
        </p:spPr>
        <p:txBody>
          <a:bodyPr spcFirstLastPara="1" wrap="square" lIns="0" tIns="0" rIns="0" bIns="0" anchor="b" anchorCtr="0">
            <a:normAutofit/>
          </a:bodyPr>
          <a:lstStyle/>
          <a:p>
            <a:pPr marL="0" lvl="0" indent="0" algn="l" rtl="0">
              <a:lnSpc>
                <a:spcPct val="93000"/>
              </a:lnSpc>
              <a:spcBef>
                <a:spcPts val="0"/>
              </a:spcBef>
              <a:spcAft>
                <a:spcPts val="0"/>
              </a:spcAft>
              <a:buClr>
                <a:schemeClr val="lt1"/>
              </a:buClr>
              <a:buSzPts val="4000"/>
              <a:buFont typeface="Trebuchet MS"/>
              <a:buNone/>
            </a:pPr>
            <a:r>
              <a:rPr lang="en-US" sz="3600" i="1" dirty="0"/>
              <a:t>TOURISM PERFORMANCE   </a:t>
            </a:r>
            <a:endParaRPr sz="3600"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40000"/>
                <a:lumOff val="60000"/>
              </a:schemeClr>
            </a:gs>
            <a:gs pos="66000">
              <a:schemeClr val="accent4">
                <a:lumMod val="50000"/>
              </a:schemeClr>
            </a:gs>
            <a:gs pos="100000">
              <a:schemeClr val="accent1">
                <a:lumMod val="60000"/>
              </a:schemeClr>
            </a:gs>
          </a:gsLst>
          <a:path path="circle">
            <a:fillToRect l="50000" t="130000" r="50000" b="-30000"/>
          </a:path>
          <a:tileRect/>
        </a:gradFill>
        <a:effectLst/>
      </p:bgPr>
    </p:bg>
    <p:spTree>
      <p:nvGrpSpPr>
        <p:cNvPr id="1" name="Shape 1265"/>
        <p:cNvGrpSpPr/>
        <p:nvPr/>
      </p:nvGrpSpPr>
      <p:grpSpPr>
        <a:xfrm>
          <a:off x="0" y="0"/>
          <a:ext cx="0" cy="0"/>
          <a:chOff x="0" y="0"/>
          <a:chExt cx="0" cy="0"/>
        </a:xfrm>
      </p:grpSpPr>
      <p:sp>
        <p:nvSpPr>
          <p:cNvPr id="1266" name="Google Shape;1266;p10"/>
          <p:cNvSpPr txBox="1">
            <a:spLocks noGrp="1"/>
          </p:cNvSpPr>
          <p:nvPr>
            <p:ph type="title"/>
          </p:nvPr>
        </p:nvSpPr>
        <p:spPr>
          <a:xfrm>
            <a:off x="628649" y="2834475"/>
            <a:ext cx="2442000" cy="11550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SzPts val="3200"/>
              <a:buNone/>
            </a:pPr>
            <a:r>
              <a:rPr lang="en-US" sz="4800">
                <a:latin typeface="Trebuchet MS"/>
                <a:ea typeface="Trebuchet MS"/>
                <a:cs typeface="Trebuchet MS"/>
                <a:sym typeface="Trebuchet MS"/>
              </a:rPr>
              <a:t>O</a:t>
            </a:r>
            <a:r>
              <a:rPr lang="en-US" sz="4800"/>
              <a:t>UTLINE</a:t>
            </a:r>
            <a:endParaRPr sz="2933">
              <a:latin typeface="Trebuchet MS"/>
              <a:ea typeface="Trebuchet MS"/>
              <a:cs typeface="Trebuchet MS"/>
              <a:sym typeface="Trebuchet MS"/>
            </a:endParaRPr>
          </a:p>
        </p:txBody>
      </p:sp>
      <p:sp>
        <p:nvSpPr>
          <p:cNvPr id="1267" name="Google Shape;1267;p10"/>
          <p:cNvSpPr txBox="1"/>
          <p:nvPr/>
        </p:nvSpPr>
        <p:spPr>
          <a:xfrm>
            <a:off x="11166692" y="4385257"/>
            <a:ext cx="0" cy="0"/>
          </a:xfrm>
          <a:prstGeom prst="rect">
            <a:avLst/>
          </a:prstGeom>
          <a:noFill/>
          <a:ln w="9525" cap="flat" cmpd="sng">
            <a:solidFill>
              <a:schemeClr val="accent5"/>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933"/>
              <a:buFont typeface="Arial"/>
              <a:buNone/>
            </a:pPr>
            <a:endParaRPr sz="933" b="0" i="0" u="none" strike="noStrike" cap="none">
              <a:solidFill>
                <a:srgbClr val="000000"/>
              </a:solidFill>
              <a:latin typeface="Arial"/>
              <a:ea typeface="Arial"/>
              <a:cs typeface="Arial"/>
              <a:sym typeface="Arial"/>
            </a:endParaRPr>
          </a:p>
        </p:txBody>
      </p:sp>
      <p:sp>
        <p:nvSpPr>
          <p:cNvPr id="1268" name="Google Shape;1268;p10"/>
          <p:cNvSpPr txBox="1"/>
          <p:nvPr/>
        </p:nvSpPr>
        <p:spPr>
          <a:xfrm>
            <a:off x="5206787" y="2125209"/>
            <a:ext cx="6481200" cy="46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Trebuchet MS"/>
                <a:ea typeface="Trebuchet MS"/>
                <a:cs typeface="Trebuchet MS"/>
                <a:sym typeface="Trebuchet MS"/>
              </a:rPr>
              <a:t>Visitor arrivals: January – July 2025</a:t>
            </a:r>
            <a:endParaRPr sz="2400" b="0" i="0" u="none" strike="noStrike" cap="none" dirty="0">
              <a:solidFill>
                <a:schemeClr val="lt1"/>
              </a:solidFill>
              <a:latin typeface="Trebuchet MS"/>
              <a:ea typeface="Trebuchet MS"/>
              <a:cs typeface="Trebuchet MS"/>
              <a:sym typeface="Trebuchet MS"/>
            </a:endParaRPr>
          </a:p>
        </p:txBody>
      </p:sp>
      <p:sp>
        <p:nvSpPr>
          <p:cNvPr id="1269" name="Google Shape;1269;p10"/>
          <p:cNvSpPr txBox="1"/>
          <p:nvPr/>
        </p:nvSpPr>
        <p:spPr>
          <a:xfrm>
            <a:off x="5194470" y="4262662"/>
            <a:ext cx="6036900" cy="464700"/>
          </a:xfrm>
          <a:prstGeom prst="rect">
            <a:avLst/>
          </a:prstGeom>
          <a:noFill/>
          <a:ln>
            <a:noFill/>
          </a:ln>
        </p:spPr>
        <p:txBody>
          <a:bodyPr spcFirstLastPara="1" wrap="square" lIns="0" tIns="0" rIns="0" bIns="0" anchor="ctr" anchorCtr="0">
            <a:no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0" name="Google Shape;1270;p10"/>
          <p:cNvSpPr/>
          <p:nvPr/>
        </p:nvSpPr>
        <p:spPr>
          <a:xfrm>
            <a:off x="4481220" y="2164940"/>
            <a:ext cx="425100" cy="4419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rgbClr val="0E5D7F"/>
                </a:solidFill>
                <a:latin typeface="Trebuchet MS"/>
                <a:ea typeface="Trebuchet MS"/>
                <a:cs typeface="Trebuchet MS"/>
                <a:sym typeface="Trebuchet MS"/>
              </a:rPr>
              <a:t>1</a:t>
            </a:r>
            <a:endParaRPr sz="1400" b="0" i="0" u="none" strike="noStrike" cap="none" dirty="0">
              <a:solidFill>
                <a:srgbClr val="000000"/>
              </a:solidFill>
              <a:latin typeface="Trebuchet MS"/>
              <a:ea typeface="Trebuchet MS"/>
              <a:cs typeface="Trebuchet MS"/>
              <a:sym typeface="Trebuchet MS"/>
            </a:endParaRPr>
          </a:p>
        </p:txBody>
      </p:sp>
      <p:sp>
        <p:nvSpPr>
          <p:cNvPr id="1271" name="Google Shape;1271;p10"/>
          <p:cNvSpPr/>
          <p:nvPr/>
        </p:nvSpPr>
        <p:spPr>
          <a:xfrm>
            <a:off x="4493730" y="2817545"/>
            <a:ext cx="425100" cy="4419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E5D7F"/>
                </a:solidFill>
                <a:latin typeface="Trebuchet MS"/>
                <a:ea typeface="Trebuchet MS"/>
                <a:cs typeface="Trebuchet MS"/>
                <a:sym typeface="Trebuchet MS"/>
              </a:rPr>
              <a:t>2</a:t>
            </a:r>
            <a:endParaRPr sz="1400" b="0" i="0" u="none" strike="noStrike" cap="none">
              <a:solidFill>
                <a:srgbClr val="000000"/>
              </a:solidFill>
              <a:latin typeface="Trebuchet MS"/>
              <a:ea typeface="Trebuchet MS"/>
              <a:cs typeface="Trebuchet MS"/>
              <a:sym typeface="Trebuchet MS"/>
            </a:endParaRPr>
          </a:p>
        </p:txBody>
      </p:sp>
      <p:sp>
        <p:nvSpPr>
          <p:cNvPr id="1272" name="Google Shape;1272;p10"/>
          <p:cNvSpPr/>
          <p:nvPr/>
        </p:nvSpPr>
        <p:spPr>
          <a:xfrm>
            <a:off x="4493730" y="3483524"/>
            <a:ext cx="425100" cy="4419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E5D7F"/>
                </a:solidFill>
                <a:latin typeface="Trebuchet MS"/>
                <a:ea typeface="Trebuchet MS"/>
                <a:cs typeface="Trebuchet MS"/>
                <a:sym typeface="Trebuchet MS"/>
              </a:rPr>
              <a:t>3</a:t>
            </a:r>
            <a:endParaRPr sz="1400" b="0" i="0" u="none" strike="noStrike" cap="none">
              <a:solidFill>
                <a:srgbClr val="000000"/>
              </a:solidFill>
              <a:latin typeface="Trebuchet MS"/>
              <a:ea typeface="Trebuchet MS"/>
              <a:cs typeface="Trebuchet MS"/>
              <a:sym typeface="Trebuchet MS"/>
            </a:endParaRPr>
          </a:p>
        </p:txBody>
      </p:sp>
      <p:sp>
        <p:nvSpPr>
          <p:cNvPr id="1273" name="Google Shape;1273;p10"/>
          <p:cNvSpPr/>
          <p:nvPr/>
        </p:nvSpPr>
        <p:spPr>
          <a:xfrm>
            <a:off x="4498720" y="4262662"/>
            <a:ext cx="425100" cy="4419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E5D7F"/>
                </a:solidFill>
                <a:latin typeface="Trebuchet MS"/>
                <a:ea typeface="Trebuchet MS"/>
                <a:cs typeface="Trebuchet MS"/>
                <a:sym typeface="Trebuchet MS"/>
              </a:rPr>
              <a:t>4</a:t>
            </a:r>
            <a:endParaRPr sz="1400" b="0" i="0" u="none" strike="noStrike" cap="none">
              <a:solidFill>
                <a:srgbClr val="000000"/>
              </a:solidFill>
              <a:latin typeface="Trebuchet MS"/>
              <a:ea typeface="Trebuchet MS"/>
              <a:cs typeface="Trebuchet MS"/>
              <a:sym typeface="Trebuchet MS"/>
            </a:endParaRPr>
          </a:p>
        </p:txBody>
      </p:sp>
      <p:sp>
        <p:nvSpPr>
          <p:cNvPr id="1274" name="Google Shape;1274;p10"/>
          <p:cNvSpPr txBox="1"/>
          <p:nvPr/>
        </p:nvSpPr>
        <p:spPr>
          <a:xfrm>
            <a:off x="5204113" y="2737980"/>
            <a:ext cx="6601800" cy="601200"/>
          </a:xfrm>
          <a:prstGeom prst="rect">
            <a:avLst/>
          </a:prstGeom>
          <a:noFill/>
          <a:ln>
            <a:noFill/>
          </a:ln>
        </p:spPr>
        <p:txBody>
          <a:bodyPr spcFirstLastPara="1" wrap="square" lIns="0" tIns="0" rIns="0" bIns="0" anchor="ctr" anchorCtr="0">
            <a:noAutofit/>
          </a:bodyPr>
          <a:lstStyle/>
          <a:p>
            <a:pPr marL="0" marR="0" lvl="0" indent="0" algn="just"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Trebuchet MS"/>
                <a:ea typeface="Trebuchet MS"/>
                <a:cs typeface="Trebuchet MS"/>
                <a:sym typeface="Trebuchet MS"/>
              </a:rPr>
              <a:t>Tourism revenues: January-July 2025</a:t>
            </a:r>
            <a:endParaRPr sz="1400" b="0" i="0" u="none" strike="noStrike" cap="none" dirty="0">
              <a:solidFill>
                <a:srgbClr val="000000"/>
              </a:solidFill>
              <a:latin typeface="Arial"/>
              <a:ea typeface="Arial"/>
              <a:cs typeface="Arial"/>
              <a:sym typeface="Arial"/>
            </a:endParaRPr>
          </a:p>
        </p:txBody>
      </p:sp>
      <p:sp>
        <p:nvSpPr>
          <p:cNvPr id="1276" name="Google Shape;1276;p10"/>
          <p:cNvSpPr txBox="1"/>
          <p:nvPr/>
        </p:nvSpPr>
        <p:spPr>
          <a:xfrm>
            <a:off x="5194470" y="3409502"/>
            <a:ext cx="6099600" cy="601200"/>
          </a:xfrm>
          <a:prstGeom prst="rect">
            <a:avLst/>
          </a:prstGeom>
          <a:noFill/>
          <a:ln>
            <a:noFill/>
          </a:ln>
        </p:spPr>
        <p:txBody>
          <a:bodyPr spcFirstLastPara="1" wrap="square" lIns="0" tIns="0" rIns="0" bIns="0" anchor="ctr" anchorCtr="0">
            <a:noAutofit/>
          </a:bodyPr>
          <a:lstStyle/>
          <a:p>
            <a:pPr marL="0" marR="0" lvl="0" indent="0" algn="just" rtl="0">
              <a:lnSpc>
                <a:spcPct val="100000"/>
              </a:lnSpc>
              <a:spcBef>
                <a:spcPts val="0"/>
              </a:spcBef>
              <a:spcAft>
                <a:spcPts val="0"/>
              </a:spcAft>
              <a:buClr>
                <a:srgbClr val="000000"/>
              </a:buClr>
              <a:buSzPts val="2400"/>
              <a:buFont typeface="Arial"/>
              <a:buNone/>
            </a:pPr>
            <a:r>
              <a:rPr lang="en-US" sz="2400" dirty="0">
                <a:solidFill>
                  <a:schemeClr val="lt1"/>
                </a:solidFill>
                <a:latin typeface="Trebuchet MS"/>
                <a:sym typeface="Trebuchet MS"/>
              </a:rPr>
              <a:t>MICE: January – July 2025</a:t>
            </a:r>
            <a:endParaRPr sz="1400" b="0" i="0" u="none" strike="noStrike" cap="none" dirty="0">
              <a:solidFill>
                <a:srgbClr val="000000"/>
              </a:solidFill>
              <a:latin typeface="Arial"/>
              <a:ea typeface="Arial"/>
              <a:cs typeface="Arial"/>
              <a:sym typeface="Arial"/>
            </a:endParaRPr>
          </a:p>
        </p:txBody>
      </p:sp>
      <p:sp>
        <p:nvSpPr>
          <p:cNvPr id="2" name="Google Shape;1267;p10">
            <a:extLst>
              <a:ext uri="{FF2B5EF4-FFF2-40B4-BE49-F238E27FC236}">
                <a16:creationId xmlns:a16="http://schemas.microsoft.com/office/drawing/2014/main" id="{67B5BB9F-AE6E-655C-0002-FEEFE39E7518}"/>
              </a:ext>
            </a:extLst>
          </p:cNvPr>
          <p:cNvSpPr txBox="1"/>
          <p:nvPr/>
        </p:nvSpPr>
        <p:spPr>
          <a:xfrm>
            <a:off x="11166692" y="5051236"/>
            <a:ext cx="0" cy="0"/>
          </a:xfrm>
          <a:prstGeom prst="rect">
            <a:avLst/>
          </a:prstGeom>
          <a:noFill/>
          <a:ln w="9525" cap="flat" cmpd="sng">
            <a:solidFill>
              <a:schemeClr val="accent5"/>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933"/>
              <a:buFont typeface="Arial"/>
              <a:buNone/>
            </a:pPr>
            <a:endParaRPr sz="933" b="0" i="0" u="none" strike="noStrike" cap="none">
              <a:solidFill>
                <a:srgbClr val="000000"/>
              </a:solidFill>
              <a:latin typeface="Arial"/>
              <a:ea typeface="Arial"/>
              <a:cs typeface="Arial"/>
              <a:sym typeface="Arial"/>
            </a:endParaRPr>
          </a:p>
        </p:txBody>
      </p:sp>
      <p:sp>
        <p:nvSpPr>
          <p:cNvPr id="3" name="Google Shape;1269;p10">
            <a:extLst>
              <a:ext uri="{FF2B5EF4-FFF2-40B4-BE49-F238E27FC236}">
                <a16:creationId xmlns:a16="http://schemas.microsoft.com/office/drawing/2014/main" id="{31044FB5-14DA-50AB-D61E-7A4BE055AA47}"/>
              </a:ext>
            </a:extLst>
          </p:cNvPr>
          <p:cNvSpPr txBox="1"/>
          <p:nvPr/>
        </p:nvSpPr>
        <p:spPr>
          <a:xfrm>
            <a:off x="5194470" y="4928641"/>
            <a:ext cx="6036900" cy="464700"/>
          </a:xfrm>
          <a:prstGeom prst="rect">
            <a:avLst/>
          </a:prstGeom>
          <a:noFill/>
          <a:ln>
            <a:noFill/>
          </a:ln>
        </p:spPr>
        <p:txBody>
          <a:bodyPr spcFirstLastPara="1" wrap="square" lIns="0" tIns="0" rIns="0" bIns="0" anchor="ctr" anchorCtr="0">
            <a:no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Google Shape;1273;p10">
            <a:extLst>
              <a:ext uri="{FF2B5EF4-FFF2-40B4-BE49-F238E27FC236}">
                <a16:creationId xmlns:a16="http://schemas.microsoft.com/office/drawing/2014/main" id="{E2983D78-E2FC-1ED1-103E-96B87C963966}"/>
              </a:ext>
            </a:extLst>
          </p:cNvPr>
          <p:cNvSpPr/>
          <p:nvPr/>
        </p:nvSpPr>
        <p:spPr>
          <a:xfrm>
            <a:off x="4498720" y="4928641"/>
            <a:ext cx="425100" cy="4419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dirty="0">
                <a:solidFill>
                  <a:srgbClr val="0E5D7F"/>
                </a:solidFill>
                <a:latin typeface="Trebuchet MS"/>
                <a:ea typeface="Trebuchet MS"/>
                <a:cs typeface="Trebuchet MS"/>
                <a:sym typeface="Trebuchet MS"/>
              </a:rPr>
              <a:t>5</a:t>
            </a:r>
            <a:endParaRPr sz="1400" b="0" i="0" u="none" strike="noStrike" cap="none" dirty="0">
              <a:solidFill>
                <a:srgbClr val="000000"/>
              </a:solidFill>
              <a:latin typeface="Trebuchet MS"/>
              <a:ea typeface="Trebuchet MS"/>
              <a:cs typeface="Trebuchet MS"/>
              <a:sym typeface="Trebuchet MS"/>
            </a:endParaRPr>
          </a:p>
        </p:txBody>
      </p:sp>
      <p:sp>
        <p:nvSpPr>
          <p:cNvPr id="6" name="Google Shape;1267;p10">
            <a:extLst>
              <a:ext uri="{FF2B5EF4-FFF2-40B4-BE49-F238E27FC236}">
                <a16:creationId xmlns:a16="http://schemas.microsoft.com/office/drawing/2014/main" id="{A4070898-59D6-3867-C65A-40D20C8D7CB3}"/>
              </a:ext>
            </a:extLst>
          </p:cNvPr>
          <p:cNvSpPr txBox="1"/>
          <p:nvPr/>
        </p:nvSpPr>
        <p:spPr>
          <a:xfrm>
            <a:off x="11166692" y="5740015"/>
            <a:ext cx="0" cy="0"/>
          </a:xfrm>
          <a:prstGeom prst="rect">
            <a:avLst/>
          </a:prstGeom>
          <a:noFill/>
          <a:ln w="9525" cap="flat" cmpd="sng">
            <a:solidFill>
              <a:schemeClr val="accent5"/>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933"/>
              <a:buFont typeface="Arial"/>
              <a:buNone/>
            </a:pPr>
            <a:endParaRPr sz="933" b="0" i="0" u="none" strike="noStrike" cap="none">
              <a:solidFill>
                <a:srgbClr val="000000"/>
              </a:solidFill>
              <a:latin typeface="Arial"/>
              <a:ea typeface="Arial"/>
              <a:cs typeface="Arial"/>
              <a:sym typeface="Arial"/>
            </a:endParaRPr>
          </a:p>
        </p:txBody>
      </p:sp>
      <p:sp>
        <p:nvSpPr>
          <p:cNvPr id="9" name="Google Shape;1276;p10">
            <a:extLst>
              <a:ext uri="{FF2B5EF4-FFF2-40B4-BE49-F238E27FC236}">
                <a16:creationId xmlns:a16="http://schemas.microsoft.com/office/drawing/2014/main" id="{A322D888-549C-7090-9D84-1F9BC7A3633F}"/>
              </a:ext>
            </a:extLst>
          </p:cNvPr>
          <p:cNvSpPr txBox="1"/>
          <p:nvPr/>
        </p:nvSpPr>
        <p:spPr>
          <a:xfrm>
            <a:off x="5204112" y="4894512"/>
            <a:ext cx="6099600" cy="601200"/>
          </a:xfrm>
          <a:prstGeom prst="rect">
            <a:avLst/>
          </a:prstGeom>
          <a:noFill/>
          <a:ln>
            <a:noFill/>
          </a:ln>
        </p:spPr>
        <p:txBody>
          <a:bodyPr spcFirstLastPara="1" wrap="square" lIns="0" tIns="0" rIns="0" bIns="0" anchor="ctr" anchorCtr="0">
            <a:noAutofit/>
          </a:bodyPr>
          <a:lstStyle/>
          <a:p>
            <a:pPr marL="0" marR="0" lvl="0" indent="0" algn="just" rtl="0">
              <a:lnSpc>
                <a:spcPct val="100000"/>
              </a:lnSpc>
              <a:spcBef>
                <a:spcPts val="0"/>
              </a:spcBef>
              <a:spcAft>
                <a:spcPts val="0"/>
              </a:spcAft>
              <a:buClr>
                <a:srgbClr val="000000"/>
              </a:buClr>
              <a:buSzPts val="2400"/>
              <a:buFont typeface="Arial"/>
              <a:buNone/>
            </a:pPr>
            <a:r>
              <a:rPr lang="en-US" sz="2400" dirty="0">
                <a:solidFill>
                  <a:schemeClr val="lt1"/>
                </a:solidFill>
                <a:latin typeface="Trebuchet MS"/>
                <a:sym typeface="Trebuchet MS"/>
              </a:rPr>
              <a:t>Forecast vs Target</a:t>
            </a:r>
            <a:endParaRPr sz="1400" b="0" i="0" u="none" strike="noStrike" cap="none" dirty="0">
              <a:solidFill>
                <a:srgbClr val="000000"/>
              </a:solidFill>
              <a:latin typeface="Arial"/>
              <a:ea typeface="Arial"/>
              <a:cs typeface="Arial"/>
              <a:sym typeface="Arial"/>
            </a:endParaRPr>
          </a:p>
        </p:txBody>
      </p:sp>
      <p:sp>
        <p:nvSpPr>
          <p:cNvPr id="10" name="Google Shape;1276;p10">
            <a:extLst>
              <a:ext uri="{FF2B5EF4-FFF2-40B4-BE49-F238E27FC236}">
                <a16:creationId xmlns:a16="http://schemas.microsoft.com/office/drawing/2014/main" id="{D32767AB-AF72-C587-E4BD-C151F949EBA7}"/>
              </a:ext>
            </a:extLst>
          </p:cNvPr>
          <p:cNvSpPr txBox="1"/>
          <p:nvPr/>
        </p:nvSpPr>
        <p:spPr>
          <a:xfrm>
            <a:off x="5204112" y="4152007"/>
            <a:ext cx="6770769" cy="601200"/>
          </a:xfrm>
          <a:prstGeom prst="rect">
            <a:avLst/>
          </a:prstGeom>
          <a:noFill/>
          <a:ln>
            <a:noFill/>
          </a:ln>
        </p:spPr>
        <p:txBody>
          <a:bodyPr spcFirstLastPara="1" wrap="square" lIns="0" tIns="0" rIns="0" bIns="0" anchor="ctr" anchorCtr="0">
            <a:noAutofit/>
          </a:bodyPr>
          <a:lstStyle/>
          <a:p>
            <a:pPr marL="0" marR="0" lvl="0" indent="0" algn="just" rtl="0">
              <a:lnSpc>
                <a:spcPct val="100000"/>
              </a:lnSpc>
              <a:spcBef>
                <a:spcPts val="0"/>
              </a:spcBef>
              <a:spcAft>
                <a:spcPts val="0"/>
              </a:spcAft>
              <a:buClr>
                <a:srgbClr val="000000"/>
              </a:buClr>
              <a:buSzPts val="2400"/>
              <a:buFont typeface="Arial"/>
              <a:buNone/>
            </a:pPr>
            <a:r>
              <a:rPr lang="en-US" sz="2400" dirty="0">
                <a:solidFill>
                  <a:schemeClr val="lt1"/>
                </a:solidFill>
                <a:latin typeface="Trebuchet MS"/>
                <a:sym typeface="Trebuchet MS"/>
              </a:rPr>
              <a:t>National Parks Performance: January – July 2025</a:t>
            </a:r>
            <a:endParaRPr sz="1400" b="0" i="0" u="none" strike="noStrike" cap="none" dirty="0">
              <a:solidFill>
                <a:srgbClr val="000000"/>
              </a:solidFill>
              <a:latin typeface="Arial"/>
              <a:ea typeface="Arial"/>
              <a:cs typeface="Arial"/>
              <a:sym typeface="Arial"/>
            </a:endParaRPr>
          </a:p>
        </p:txBody>
      </p:sp>
      <p:sp>
        <p:nvSpPr>
          <p:cNvPr id="5" name="Google Shape;1273;p10">
            <a:extLst>
              <a:ext uri="{FF2B5EF4-FFF2-40B4-BE49-F238E27FC236}">
                <a16:creationId xmlns:a16="http://schemas.microsoft.com/office/drawing/2014/main" id="{DA3AA1F0-F32D-E993-01ED-44CBF66A47DD}"/>
              </a:ext>
            </a:extLst>
          </p:cNvPr>
          <p:cNvSpPr/>
          <p:nvPr/>
        </p:nvSpPr>
        <p:spPr>
          <a:xfrm>
            <a:off x="4498720" y="5600163"/>
            <a:ext cx="425100" cy="4419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dirty="0">
                <a:solidFill>
                  <a:srgbClr val="0E5D7F"/>
                </a:solidFill>
                <a:latin typeface="Trebuchet MS"/>
                <a:ea typeface="Trebuchet MS"/>
                <a:cs typeface="Trebuchet MS"/>
                <a:sym typeface="Trebuchet MS"/>
              </a:rPr>
              <a:t>6</a:t>
            </a:r>
            <a:endParaRPr sz="1400" b="0" i="0" u="none" strike="noStrike" cap="none" dirty="0">
              <a:solidFill>
                <a:srgbClr val="000000"/>
              </a:solidFill>
              <a:latin typeface="Trebuchet MS"/>
              <a:ea typeface="Trebuchet MS"/>
              <a:cs typeface="Trebuchet MS"/>
              <a:sym typeface="Trebuchet MS"/>
            </a:endParaRPr>
          </a:p>
        </p:txBody>
      </p:sp>
      <p:sp>
        <p:nvSpPr>
          <p:cNvPr id="7" name="Google Shape;1276;p10">
            <a:extLst>
              <a:ext uri="{FF2B5EF4-FFF2-40B4-BE49-F238E27FC236}">
                <a16:creationId xmlns:a16="http://schemas.microsoft.com/office/drawing/2014/main" id="{A7EA345F-3680-A72E-32FC-E94AA3CC7269}"/>
              </a:ext>
            </a:extLst>
          </p:cNvPr>
          <p:cNvSpPr txBox="1"/>
          <p:nvPr/>
        </p:nvSpPr>
        <p:spPr>
          <a:xfrm>
            <a:off x="5204112" y="5566034"/>
            <a:ext cx="6099600" cy="601200"/>
          </a:xfrm>
          <a:prstGeom prst="rect">
            <a:avLst/>
          </a:prstGeom>
          <a:noFill/>
          <a:ln>
            <a:noFill/>
          </a:ln>
        </p:spPr>
        <p:txBody>
          <a:bodyPr spcFirstLastPara="1" wrap="square" lIns="0" tIns="0" rIns="0" bIns="0" anchor="ctr" anchorCtr="0">
            <a:noAutofit/>
          </a:bodyPr>
          <a:lstStyle/>
          <a:p>
            <a:pPr marL="0" marR="0" lvl="0" indent="0" algn="just" rtl="0">
              <a:lnSpc>
                <a:spcPct val="100000"/>
              </a:lnSpc>
              <a:spcBef>
                <a:spcPts val="0"/>
              </a:spcBef>
              <a:spcAft>
                <a:spcPts val="0"/>
              </a:spcAft>
              <a:buClr>
                <a:srgbClr val="000000"/>
              </a:buClr>
              <a:buSzPts val="2400"/>
              <a:buFont typeface="Arial"/>
              <a:buNone/>
            </a:pPr>
            <a:r>
              <a:rPr lang="en-US" sz="2400" dirty="0">
                <a:solidFill>
                  <a:schemeClr val="lt1"/>
                </a:solidFill>
                <a:latin typeface="Trebuchet MS"/>
                <a:sym typeface="Trebuchet MS"/>
              </a:rPr>
              <a:t>Marketing Initiative</a:t>
            </a:r>
            <a:endParaRPr sz="1400" b="0" i="0" u="none" strike="noStrike" cap="none" dirty="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68"/>
                                        </p:tgtEl>
                                        <p:attrNameLst>
                                          <p:attrName>style.visibility</p:attrName>
                                        </p:attrNameLst>
                                      </p:cBhvr>
                                      <p:to>
                                        <p:strVal val="visible"/>
                                      </p:to>
                                    </p:set>
                                    <p:animEffect transition="in" filter="blinds(horizontal)">
                                      <p:cBhvr>
                                        <p:cTn id="7" dur="500"/>
                                        <p:tgtEl>
                                          <p:spTgt spid="126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70"/>
                                        </p:tgtEl>
                                        <p:attrNameLst>
                                          <p:attrName>style.visibility</p:attrName>
                                        </p:attrNameLst>
                                      </p:cBhvr>
                                      <p:to>
                                        <p:strVal val="visible"/>
                                      </p:to>
                                    </p:set>
                                    <p:animEffect transition="in" filter="blinds(horizontal)">
                                      <p:cBhvr>
                                        <p:cTn id="10" dur="500"/>
                                        <p:tgtEl>
                                          <p:spTgt spid="127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71"/>
                                        </p:tgtEl>
                                        <p:attrNameLst>
                                          <p:attrName>style.visibility</p:attrName>
                                        </p:attrNameLst>
                                      </p:cBhvr>
                                      <p:to>
                                        <p:strVal val="visible"/>
                                      </p:to>
                                    </p:set>
                                    <p:animEffect transition="in" filter="blinds(horizontal)">
                                      <p:cBhvr>
                                        <p:cTn id="15" dur="500"/>
                                        <p:tgtEl>
                                          <p:spTgt spid="1271"/>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274"/>
                                        </p:tgtEl>
                                        <p:attrNameLst>
                                          <p:attrName>style.visibility</p:attrName>
                                        </p:attrNameLst>
                                      </p:cBhvr>
                                      <p:to>
                                        <p:strVal val="visible"/>
                                      </p:to>
                                    </p:set>
                                    <p:animEffect transition="in" filter="blinds(horizontal)">
                                      <p:cBhvr>
                                        <p:cTn id="18" dur="500"/>
                                        <p:tgtEl>
                                          <p:spTgt spid="127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272"/>
                                        </p:tgtEl>
                                        <p:attrNameLst>
                                          <p:attrName>style.visibility</p:attrName>
                                        </p:attrNameLst>
                                      </p:cBhvr>
                                      <p:to>
                                        <p:strVal val="visible"/>
                                      </p:to>
                                    </p:set>
                                    <p:animEffect transition="in" filter="blinds(horizontal)">
                                      <p:cBhvr>
                                        <p:cTn id="23" dur="500"/>
                                        <p:tgtEl>
                                          <p:spTgt spid="1272"/>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276"/>
                                        </p:tgtEl>
                                        <p:attrNameLst>
                                          <p:attrName>style.visibility</p:attrName>
                                        </p:attrNameLst>
                                      </p:cBhvr>
                                      <p:to>
                                        <p:strVal val="visible"/>
                                      </p:to>
                                    </p:set>
                                    <p:animEffect transition="in" filter="blinds(horizontal)">
                                      <p:cBhvr>
                                        <p:cTn id="26" dur="500"/>
                                        <p:tgtEl>
                                          <p:spTgt spid="1276"/>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73"/>
                                        </p:tgtEl>
                                        <p:attrNameLst>
                                          <p:attrName>style.visibility</p:attrName>
                                        </p:attrNameLst>
                                      </p:cBhvr>
                                      <p:to>
                                        <p:strVal val="visible"/>
                                      </p:to>
                                    </p:set>
                                    <p:animEffect transition="in" filter="blinds(horizontal)">
                                      <p:cBhvr>
                                        <p:cTn id="31" dur="500"/>
                                        <p:tgtEl>
                                          <p:spTgt spid="1273"/>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linds(horizontal)">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blinds(horizontal)">
                                      <p:cBhvr>
                                        <p:cTn id="39" dur="500"/>
                                        <p:tgtEl>
                                          <p:spTgt spid="4"/>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blinds(horizontal)">
                                      <p:cBhvr>
                                        <p:cTn id="47" dur="500"/>
                                        <p:tgtEl>
                                          <p:spTgt spid="5"/>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blinds(horizontal)">
                                      <p:cBhvr>
                                        <p:cTn id="5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8" grpId="0"/>
      <p:bldP spid="1270" grpId="0" animBg="1"/>
      <p:bldP spid="1271" grpId="0" animBg="1"/>
      <p:bldP spid="1272" grpId="0" animBg="1"/>
      <p:bldP spid="1273" grpId="0" animBg="1"/>
      <p:bldP spid="1274" grpId="0"/>
      <p:bldP spid="1276" grpId="0"/>
      <p:bldP spid="4" grpId="0" animBg="1"/>
      <p:bldP spid="9" grpId="0"/>
      <p:bldP spid="10" grpId="0"/>
      <p:bldP spid="5" grpId="0" animBg="1"/>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grpSp>
        <p:nvGrpSpPr>
          <p:cNvPr id="114" name="Google Shape;114;p16"/>
          <p:cNvGrpSpPr/>
          <p:nvPr/>
        </p:nvGrpSpPr>
        <p:grpSpPr>
          <a:xfrm>
            <a:off x="1172146" y="1321495"/>
            <a:ext cx="10434187" cy="4770481"/>
            <a:chOff x="718564" y="1023325"/>
            <a:chExt cx="7825640" cy="3577861"/>
          </a:xfrm>
        </p:grpSpPr>
        <p:grpSp>
          <p:nvGrpSpPr>
            <p:cNvPr id="115" name="Google Shape;115;p16"/>
            <p:cNvGrpSpPr/>
            <p:nvPr/>
          </p:nvGrpSpPr>
          <p:grpSpPr>
            <a:xfrm>
              <a:off x="5627539" y="2103461"/>
              <a:ext cx="2916665" cy="2272799"/>
              <a:chOff x="5627539" y="2103461"/>
              <a:chExt cx="2916665" cy="2272799"/>
            </a:xfrm>
          </p:grpSpPr>
          <p:sp>
            <p:nvSpPr>
              <p:cNvPr id="117" name="Google Shape;117;p16"/>
              <p:cNvSpPr/>
              <p:nvPr/>
            </p:nvSpPr>
            <p:spPr>
              <a:xfrm>
                <a:off x="5666687" y="4051021"/>
                <a:ext cx="2810430" cy="325239"/>
              </a:xfrm>
              <a:custGeom>
                <a:avLst/>
                <a:gdLst/>
                <a:ahLst/>
                <a:cxnLst/>
                <a:rect l="l" t="t" r="r" b="b"/>
                <a:pathLst>
                  <a:path w="16009" h="2958" extrusionOk="0">
                    <a:moveTo>
                      <a:pt x="1" y="0"/>
                    </a:moveTo>
                    <a:lnTo>
                      <a:pt x="1" y="23"/>
                    </a:lnTo>
                    <a:lnTo>
                      <a:pt x="1" y="69"/>
                    </a:lnTo>
                    <a:lnTo>
                      <a:pt x="1" y="2958"/>
                    </a:lnTo>
                    <a:lnTo>
                      <a:pt x="14587" y="2958"/>
                    </a:lnTo>
                    <a:cubicBezTo>
                      <a:pt x="15355" y="2958"/>
                      <a:pt x="16008" y="2334"/>
                      <a:pt x="16008" y="1566"/>
                    </a:cubicBezTo>
                    <a:lnTo>
                      <a:pt x="16008" y="1398"/>
                    </a:lnTo>
                    <a:cubicBezTo>
                      <a:pt x="16008" y="624"/>
                      <a:pt x="15355" y="0"/>
                      <a:pt x="14587" y="0"/>
                    </a:cubicBezTo>
                    <a:close/>
                  </a:path>
                </a:pathLst>
              </a:custGeom>
              <a:solidFill>
                <a:srgbClr val="EFEFEF"/>
              </a:solidFill>
              <a:ln>
                <a:noFill/>
              </a:ln>
            </p:spPr>
            <p:txBody>
              <a:bodyPr spcFirstLastPara="1" wrap="square" lIns="121900" tIns="121900" rIns="121900" bIns="121900" anchor="ctr" anchorCtr="0">
                <a:noAutofit/>
              </a:bodyPr>
              <a:lstStyle/>
              <a:p>
                <a:endParaRPr sz="1867"/>
              </a:p>
            </p:txBody>
          </p:sp>
          <p:sp>
            <p:nvSpPr>
              <p:cNvPr id="118" name="Google Shape;118;p16"/>
              <p:cNvSpPr/>
              <p:nvPr/>
            </p:nvSpPr>
            <p:spPr>
              <a:xfrm>
                <a:off x="5657389" y="3071852"/>
                <a:ext cx="2819728" cy="327878"/>
              </a:xfrm>
              <a:custGeom>
                <a:avLst/>
                <a:gdLst/>
                <a:ahLst/>
                <a:cxnLst/>
                <a:rect l="l" t="t" r="r" b="b"/>
                <a:pathLst>
                  <a:path w="16009" h="2982" extrusionOk="0">
                    <a:moveTo>
                      <a:pt x="1" y="1"/>
                    </a:moveTo>
                    <a:lnTo>
                      <a:pt x="1" y="47"/>
                    </a:lnTo>
                    <a:lnTo>
                      <a:pt x="1" y="2982"/>
                    </a:lnTo>
                    <a:lnTo>
                      <a:pt x="14587" y="2982"/>
                    </a:lnTo>
                    <a:cubicBezTo>
                      <a:pt x="15355" y="2982"/>
                      <a:pt x="16008" y="2335"/>
                      <a:pt x="16008" y="1560"/>
                    </a:cubicBezTo>
                    <a:lnTo>
                      <a:pt x="16008" y="1393"/>
                    </a:lnTo>
                    <a:cubicBezTo>
                      <a:pt x="16008" y="625"/>
                      <a:pt x="15355" y="1"/>
                      <a:pt x="14587" y="1"/>
                    </a:cubicBezTo>
                    <a:close/>
                  </a:path>
                </a:pathLst>
              </a:custGeom>
              <a:solidFill>
                <a:srgbClr val="EFEFEF"/>
              </a:solidFill>
              <a:ln>
                <a:noFill/>
              </a:ln>
            </p:spPr>
            <p:txBody>
              <a:bodyPr spcFirstLastPara="1" wrap="square" lIns="121900" tIns="121900" rIns="121900" bIns="121900" anchor="ctr" anchorCtr="0">
                <a:noAutofit/>
              </a:bodyPr>
              <a:lstStyle/>
              <a:p>
                <a:endParaRPr sz="1867"/>
              </a:p>
            </p:txBody>
          </p:sp>
          <p:sp>
            <p:nvSpPr>
              <p:cNvPr id="116" name="Google Shape;116;p16"/>
              <p:cNvSpPr/>
              <p:nvPr/>
            </p:nvSpPr>
            <p:spPr>
              <a:xfrm>
                <a:off x="5627539" y="2103461"/>
                <a:ext cx="2916665" cy="328538"/>
              </a:xfrm>
              <a:custGeom>
                <a:avLst/>
                <a:gdLst/>
                <a:ahLst/>
                <a:cxnLst/>
                <a:rect l="l" t="t" r="r" b="b"/>
                <a:pathLst>
                  <a:path w="16009" h="2988" extrusionOk="0">
                    <a:moveTo>
                      <a:pt x="1" y="1"/>
                    </a:moveTo>
                    <a:lnTo>
                      <a:pt x="1" y="2987"/>
                    </a:lnTo>
                    <a:lnTo>
                      <a:pt x="14587" y="2987"/>
                    </a:lnTo>
                    <a:cubicBezTo>
                      <a:pt x="15355" y="2987"/>
                      <a:pt x="16008" y="2363"/>
                      <a:pt x="16008" y="1566"/>
                    </a:cubicBezTo>
                    <a:lnTo>
                      <a:pt x="16008" y="1422"/>
                    </a:lnTo>
                    <a:cubicBezTo>
                      <a:pt x="16008" y="630"/>
                      <a:pt x="15355" y="1"/>
                      <a:pt x="14587" y="1"/>
                    </a:cubicBezTo>
                    <a:close/>
                  </a:path>
                </a:pathLst>
              </a:custGeom>
              <a:solidFill>
                <a:srgbClr val="EFEFEF"/>
              </a:solidFill>
              <a:ln>
                <a:noFill/>
              </a:ln>
            </p:spPr>
            <p:txBody>
              <a:bodyPr spcFirstLastPara="1" wrap="square" lIns="121900" tIns="121900" rIns="121900" bIns="121900" anchor="ctr" anchorCtr="0">
                <a:noAutofit/>
              </a:bodyPr>
              <a:lstStyle/>
              <a:p>
                <a:endParaRPr sz="1867"/>
              </a:p>
            </p:txBody>
          </p:sp>
        </p:grpSp>
        <p:grpSp>
          <p:nvGrpSpPr>
            <p:cNvPr id="119" name="Google Shape;119;p16"/>
            <p:cNvGrpSpPr/>
            <p:nvPr/>
          </p:nvGrpSpPr>
          <p:grpSpPr>
            <a:xfrm>
              <a:off x="718564" y="1023325"/>
              <a:ext cx="5420995" cy="3577861"/>
              <a:chOff x="718564" y="1023325"/>
              <a:chExt cx="5420995" cy="3577861"/>
            </a:xfrm>
          </p:grpSpPr>
          <p:sp>
            <p:nvSpPr>
              <p:cNvPr id="120" name="Google Shape;120;p16"/>
              <p:cNvSpPr/>
              <p:nvPr/>
            </p:nvSpPr>
            <p:spPr>
              <a:xfrm>
                <a:off x="729808" y="1258744"/>
                <a:ext cx="2837349" cy="325899"/>
              </a:xfrm>
              <a:custGeom>
                <a:avLst/>
                <a:gdLst/>
                <a:ahLst/>
                <a:cxnLst/>
                <a:rect l="l" t="t" r="r" b="b"/>
                <a:pathLst>
                  <a:path w="16008" h="2964" extrusionOk="0">
                    <a:moveTo>
                      <a:pt x="1421" y="0"/>
                    </a:moveTo>
                    <a:cubicBezTo>
                      <a:pt x="630" y="0"/>
                      <a:pt x="0" y="624"/>
                      <a:pt x="0" y="1398"/>
                    </a:cubicBezTo>
                    <a:lnTo>
                      <a:pt x="0" y="1566"/>
                    </a:lnTo>
                    <a:cubicBezTo>
                      <a:pt x="0" y="2334"/>
                      <a:pt x="630" y="2964"/>
                      <a:pt x="1421" y="2964"/>
                    </a:cubicBezTo>
                    <a:lnTo>
                      <a:pt x="16008" y="2964"/>
                    </a:lnTo>
                    <a:lnTo>
                      <a:pt x="16008" y="2912"/>
                    </a:lnTo>
                    <a:lnTo>
                      <a:pt x="15938" y="2889"/>
                    </a:lnTo>
                    <a:lnTo>
                      <a:pt x="15938" y="0"/>
                    </a:lnTo>
                    <a:close/>
                  </a:path>
                </a:pathLst>
              </a:custGeom>
              <a:solidFill>
                <a:srgbClr val="EFEFEF"/>
              </a:solidFill>
              <a:ln>
                <a:noFill/>
              </a:ln>
            </p:spPr>
            <p:txBody>
              <a:bodyPr spcFirstLastPara="1" wrap="square" lIns="121900" tIns="121900" rIns="121900" bIns="121900" anchor="ctr" anchorCtr="0">
                <a:noAutofit/>
              </a:bodyPr>
              <a:lstStyle/>
              <a:p>
                <a:endParaRPr sz="1867"/>
              </a:p>
            </p:txBody>
          </p:sp>
          <p:sp>
            <p:nvSpPr>
              <p:cNvPr id="121" name="Google Shape;121;p16"/>
              <p:cNvSpPr/>
              <p:nvPr/>
            </p:nvSpPr>
            <p:spPr>
              <a:xfrm>
                <a:off x="729808" y="2213514"/>
                <a:ext cx="2788440" cy="328538"/>
              </a:xfrm>
              <a:custGeom>
                <a:avLst/>
                <a:gdLst/>
                <a:ahLst/>
                <a:cxnLst/>
                <a:rect l="l" t="t" r="r" b="b"/>
                <a:pathLst>
                  <a:path w="16008" h="2988" extrusionOk="0">
                    <a:moveTo>
                      <a:pt x="1421" y="1"/>
                    </a:moveTo>
                    <a:cubicBezTo>
                      <a:pt x="630" y="1"/>
                      <a:pt x="0" y="653"/>
                      <a:pt x="0" y="1422"/>
                    </a:cubicBezTo>
                    <a:lnTo>
                      <a:pt x="0" y="1589"/>
                    </a:lnTo>
                    <a:cubicBezTo>
                      <a:pt x="0" y="2363"/>
                      <a:pt x="630" y="2987"/>
                      <a:pt x="1421" y="2987"/>
                    </a:cubicBezTo>
                    <a:lnTo>
                      <a:pt x="16008" y="2987"/>
                    </a:lnTo>
                    <a:lnTo>
                      <a:pt x="15938" y="2941"/>
                    </a:lnTo>
                    <a:lnTo>
                      <a:pt x="15938" y="1"/>
                    </a:lnTo>
                    <a:close/>
                  </a:path>
                </a:pathLst>
              </a:custGeom>
              <a:solidFill>
                <a:srgbClr val="EFEFEF"/>
              </a:solidFill>
              <a:ln>
                <a:noFill/>
              </a:ln>
            </p:spPr>
            <p:txBody>
              <a:bodyPr spcFirstLastPara="1" wrap="square" lIns="121900" tIns="121900" rIns="121900" bIns="121900" anchor="ctr" anchorCtr="0">
                <a:noAutofit/>
              </a:bodyPr>
              <a:lstStyle/>
              <a:p>
                <a:endParaRPr sz="1867"/>
              </a:p>
            </p:txBody>
          </p:sp>
          <p:sp>
            <p:nvSpPr>
              <p:cNvPr id="122" name="Google Shape;122;p16"/>
              <p:cNvSpPr/>
              <p:nvPr/>
            </p:nvSpPr>
            <p:spPr>
              <a:xfrm>
                <a:off x="718564" y="3190584"/>
                <a:ext cx="2810927" cy="327878"/>
              </a:xfrm>
              <a:custGeom>
                <a:avLst/>
                <a:gdLst/>
                <a:ahLst/>
                <a:cxnLst/>
                <a:rect l="l" t="t" r="r" b="b"/>
                <a:pathLst>
                  <a:path w="15939" h="2982" extrusionOk="0">
                    <a:moveTo>
                      <a:pt x="1421" y="1"/>
                    </a:moveTo>
                    <a:cubicBezTo>
                      <a:pt x="630" y="1"/>
                      <a:pt x="0" y="625"/>
                      <a:pt x="0" y="1416"/>
                    </a:cubicBezTo>
                    <a:lnTo>
                      <a:pt x="0" y="1561"/>
                    </a:lnTo>
                    <a:cubicBezTo>
                      <a:pt x="0" y="2358"/>
                      <a:pt x="630" y="2982"/>
                      <a:pt x="1421" y="2982"/>
                    </a:cubicBezTo>
                    <a:lnTo>
                      <a:pt x="15938" y="2982"/>
                    </a:lnTo>
                    <a:lnTo>
                      <a:pt x="15938" y="1"/>
                    </a:lnTo>
                    <a:close/>
                  </a:path>
                </a:pathLst>
              </a:custGeom>
              <a:solidFill>
                <a:srgbClr val="EFEFEF"/>
              </a:solidFill>
              <a:ln>
                <a:noFill/>
              </a:ln>
            </p:spPr>
            <p:txBody>
              <a:bodyPr spcFirstLastPara="1" wrap="square" lIns="121900" tIns="121900" rIns="121900" bIns="121900" anchor="ctr" anchorCtr="0">
                <a:noAutofit/>
              </a:bodyPr>
              <a:lstStyle/>
              <a:p>
                <a:endParaRPr sz="1867"/>
              </a:p>
            </p:txBody>
          </p:sp>
          <p:grpSp>
            <p:nvGrpSpPr>
              <p:cNvPr id="123" name="Google Shape;123;p16"/>
              <p:cNvGrpSpPr/>
              <p:nvPr/>
            </p:nvGrpSpPr>
            <p:grpSpPr>
              <a:xfrm>
                <a:off x="3036000" y="1023325"/>
                <a:ext cx="3103559" cy="3577861"/>
                <a:chOff x="3036000" y="1023325"/>
                <a:chExt cx="3103559" cy="3577861"/>
              </a:xfrm>
            </p:grpSpPr>
            <p:sp>
              <p:nvSpPr>
                <p:cNvPr id="124" name="Google Shape;124;p16"/>
                <p:cNvSpPr/>
                <p:nvPr/>
              </p:nvSpPr>
              <p:spPr>
                <a:xfrm>
                  <a:off x="3036000" y="3666001"/>
                  <a:ext cx="1102867" cy="935185"/>
                </a:xfrm>
                <a:custGeom>
                  <a:avLst/>
                  <a:gdLst/>
                  <a:ahLst/>
                  <a:cxnLst/>
                  <a:rect l="l" t="t" r="r" b="b"/>
                  <a:pathLst>
                    <a:path w="12490" h="10591" extrusionOk="0">
                      <a:moveTo>
                        <a:pt x="0" y="1"/>
                      </a:moveTo>
                      <a:lnTo>
                        <a:pt x="0" y="37"/>
                      </a:lnTo>
                      <a:lnTo>
                        <a:pt x="58" y="37"/>
                      </a:lnTo>
                      <a:lnTo>
                        <a:pt x="0" y="1"/>
                      </a:lnTo>
                      <a:close/>
                      <a:moveTo>
                        <a:pt x="88" y="37"/>
                      </a:moveTo>
                      <a:lnTo>
                        <a:pt x="88" y="3793"/>
                      </a:lnTo>
                      <a:lnTo>
                        <a:pt x="0" y="3793"/>
                      </a:lnTo>
                      <a:lnTo>
                        <a:pt x="12490" y="10591"/>
                      </a:lnTo>
                      <a:lnTo>
                        <a:pt x="12490" y="6799"/>
                      </a:lnTo>
                      <a:lnTo>
                        <a:pt x="88" y="37"/>
                      </a:lnTo>
                      <a:close/>
                    </a:path>
                  </a:pathLst>
                </a:custGeom>
                <a:solidFill>
                  <a:srgbClr val="534590"/>
                </a:solidFill>
                <a:ln>
                  <a:noFill/>
                </a:ln>
              </p:spPr>
              <p:txBody>
                <a:bodyPr spcFirstLastPara="1" wrap="square" lIns="121900" tIns="121900" rIns="121900" bIns="121900" anchor="ctr" anchorCtr="0">
                  <a:noAutofit/>
                </a:bodyPr>
                <a:lstStyle/>
                <a:p>
                  <a:endParaRPr sz="1867"/>
                </a:p>
              </p:txBody>
            </p:sp>
            <p:sp>
              <p:nvSpPr>
                <p:cNvPr id="125" name="Google Shape;125;p16"/>
                <p:cNvSpPr/>
                <p:nvPr/>
              </p:nvSpPr>
              <p:spPr>
                <a:xfrm>
                  <a:off x="3036000" y="3451967"/>
                  <a:ext cx="2631870" cy="814391"/>
                </a:xfrm>
                <a:custGeom>
                  <a:avLst/>
                  <a:gdLst/>
                  <a:ahLst/>
                  <a:cxnLst/>
                  <a:rect l="l" t="t" r="r" b="b"/>
                  <a:pathLst>
                    <a:path w="29806" h="9223" extrusionOk="0">
                      <a:moveTo>
                        <a:pt x="17286" y="1"/>
                      </a:moveTo>
                      <a:lnTo>
                        <a:pt x="0" y="2425"/>
                      </a:lnTo>
                      <a:lnTo>
                        <a:pt x="12490" y="9223"/>
                      </a:lnTo>
                      <a:lnTo>
                        <a:pt x="29805" y="6792"/>
                      </a:lnTo>
                      <a:lnTo>
                        <a:pt x="17286" y="1"/>
                      </a:lnTo>
                      <a:close/>
                    </a:path>
                  </a:pathLst>
                </a:custGeom>
                <a:solidFill>
                  <a:srgbClr val="FCDDD2"/>
                </a:solidFill>
                <a:ln>
                  <a:noFill/>
                </a:ln>
              </p:spPr>
              <p:txBody>
                <a:bodyPr spcFirstLastPara="1" wrap="square" lIns="121900" tIns="121900" rIns="121900" bIns="121900" anchor="ctr" anchorCtr="0">
                  <a:noAutofit/>
                </a:bodyPr>
                <a:lstStyle/>
                <a:p>
                  <a:endParaRPr sz="1867"/>
                </a:p>
              </p:txBody>
            </p:sp>
            <p:sp>
              <p:nvSpPr>
                <p:cNvPr id="126" name="Google Shape;126;p16"/>
                <p:cNvSpPr/>
                <p:nvPr/>
              </p:nvSpPr>
              <p:spPr>
                <a:xfrm>
                  <a:off x="4138755" y="4051599"/>
                  <a:ext cx="1529091" cy="549579"/>
                </a:xfrm>
                <a:custGeom>
                  <a:avLst/>
                  <a:gdLst/>
                  <a:ahLst/>
                  <a:cxnLst/>
                  <a:rect l="l" t="t" r="r" b="b"/>
                  <a:pathLst>
                    <a:path w="17317" h="6224" extrusionOk="0">
                      <a:moveTo>
                        <a:pt x="17316" y="1"/>
                      </a:moveTo>
                      <a:lnTo>
                        <a:pt x="1" y="2432"/>
                      </a:lnTo>
                      <a:lnTo>
                        <a:pt x="1" y="6224"/>
                      </a:lnTo>
                      <a:lnTo>
                        <a:pt x="17287" y="3793"/>
                      </a:lnTo>
                      <a:lnTo>
                        <a:pt x="17316" y="1"/>
                      </a:lnTo>
                      <a:close/>
                    </a:path>
                  </a:pathLst>
                </a:custGeom>
                <a:solidFill>
                  <a:srgbClr val="D39272"/>
                </a:solidFill>
                <a:ln>
                  <a:noFill/>
                </a:ln>
              </p:spPr>
              <p:txBody>
                <a:bodyPr spcFirstLastPara="1" wrap="square" lIns="121900" tIns="121900" rIns="121900" bIns="121900" anchor="ctr" anchorCtr="0">
                  <a:noAutofit/>
                </a:bodyPr>
                <a:lstStyle/>
                <a:p>
                  <a:endParaRPr sz="1867"/>
                </a:p>
              </p:txBody>
            </p:sp>
            <p:sp>
              <p:nvSpPr>
                <p:cNvPr id="127" name="Google Shape;127;p16"/>
                <p:cNvSpPr/>
                <p:nvPr/>
              </p:nvSpPr>
              <p:spPr>
                <a:xfrm>
                  <a:off x="3507071" y="3178860"/>
                  <a:ext cx="1103573" cy="934567"/>
                </a:xfrm>
                <a:custGeom>
                  <a:avLst/>
                  <a:gdLst/>
                  <a:ahLst/>
                  <a:cxnLst/>
                  <a:rect l="l" t="t" r="r" b="b"/>
                  <a:pathLst>
                    <a:path w="12498" h="10584" extrusionOk="0">
                      <a:moveTo>
                        <a:pt x="0" y="1"/>
                      </a:moveTo>
                      <a:lnTo>
                        <a:pt x="0" y="3793"/>
                      </a:lnTo>
                      <a:lnTo>
                        <a:pt x="12497" y="10583"/>
                      </a:lnTo>
                      <a:lnTo>
                        <a:pt x="12497" y="6791"/>
                      </a:lnTo>
                      <a:lnTo>
                        <a:pt x="0" y="1"/>
                      </a:lnTo>
                      <a:close/>
                    </a:path>
                  </a:pathLst>
                </a:custGeom>
                <a:solidFill>
                  <a:srgbClr val="4A2073"/>
                </a:solidFill>
                <a:ln>
                  <a:noFill/>
                </a:ln>
              </p:spPr>
              <p:txBody>
                <a:bodyPr spcFirstLastPara="1" wrap="square" lIns="121900" tIns="121900" rIns="121900" bIns="121900" anchor="ctr" anchorCtr="0">
                  <a:noAutofit/>
                </a:bodyPr>
                <a:lstStyle/>
                <a:p>
                  <a:endParaRPr sz="1867"/>
                </a:p>
              </p:txBody>
            </p:sp>
            <p:sp>
              <p:nvSpPr>
                <p:cNvPr id="128" name="Google Shape;128;p16"/>
                <p:cNvSpPr/>
                <p:nvPr/>
              </p:nvSpPr>
              <p:spPr>
                <a:xfrm>
                  <a:off x="3507071" y="2964826"/>
                  <a:ext cx="2632488" cy="813773"/>
                </a:xfrm>
                <a:custGeom>
                  <a:avLst/>
                  <a:gdLst/>
                  <a:ahLst/>
                  <a:cxnLst/>
                  <a:rect l="l" t="t" r="r" b="b"/>
                  <a:pathLst>
                    <a:path w="29813" h="9216" extrusionOk="0">
                      <a:moveTo>
                        <a:pt x="17316" y="1"/>
                      </a:moveTo>
                      <a:lnTo>
                        <a:pt x="0" y="2425"/>
                      </a:lnTo>
                      <a:lnTo>
                        <a:pt x="12497" y="9215"/>
                      </a:lnTo>
                      <a:lnTo>
                        <a:pt x="29813" y="6792"/>
                      </a:lnTo>
                      <a:lnTo>
                        <a:pt x="17316" y="1"/>
                      </a:lnTo>
                      <a:close/>
                    </a:path>
                  </a:pathLst>
                </a:custGeom>
                <a:solidFill>
                  <a:schemeClr val="accent6">
                    <a:lumMod val="60000"/>
                    <a:lumOff val="40000"/>
                  </a:schemeClr>
                </a:solidFill>
                <a:ln>
                  <a:noFill/>
                </a:ln>
              </p:spPr>
              <p:txBody>
                <a:bodyPr spcFirstLastPara="1" wrap="square" lIns="121900" tIns="121900" rIns="121900" bIns="121900" anchor="ctr" anchorCtr="0">
                  <a:noAutofit/>
                </a:bodyPr>
                <a:lstStyle/>
                <a:p>
                  <a:endParaRPr sz="1867"/>
                </a:p>
              </p:txBody>
            </p:sp>
            <p:sp>
              <p:nvSpPr>
                <p:cNvPr id="129" name="Google Shape;129;p16"/>
                <p:cNvSpPr/>
                <p:nvPr/>
              </p:nvSpPr>
              <p:spPr>
                <a:xfrm>
                  <a:off x="4610532" y="3564458"/>
                  <a:ext cx="1529003" cy="548961"/>
                </a:xfrm>
                <a:custGeom>
                  <a:avLst/>
                  <a:gdLst/>
                  <a:ahLst/>
                  <a:cxnLst/>
                  <a:rect l="l" t="t" r="r" b="b"/>
                  <a:pathLst>
                    <a:path w="17316" h="6217" extrusionOk="0">
                      <a:moveTo>
                        <a:pt x="17316" y="1"/>
                      </a:moveTo>
                      <a:lnTo>
                        <a:pt x="0" y="2424"/>
                      </a:lnTo>
                      <a:lnTo>
                        <a:pt x="0" y="6216"/>
                      </a:lnTo>
                      <a:lnTo>
                        <a:pt x="17316" y="3793"/>
                      </a:lnTo>
                      <a:lnTo>
                        <a:pt x="17316" y="1"/>
                      </a:lnTo>
                      <a:close/>
                    </a:path>
                  </a:pathLst>
                </a:custGeom>
                <a:solidFill>
                  <a:schemeClr val="accent6">
                    <a:lumMod val="50000"/>
                  </a:schemeClr>
                </a:solidFill>
                <a:ln>
                  <a:noFill/>
                </a:ln>
              </p:spPr>
              <p:txBody>
                <a:bodyPr spcFirstLastPara="1" wrap="square" lIns="121900" tIns="121900" rIns="121900" bIns="121900" anchor="ctr" anchorCtr="0">
                  <a:noAutofit/>
                </a:bodyPr>
                <a:lstStyle/>
                <a:p>
                  <a:endParaRPr sz="1867"/>
                </a:p>
              </p:txBody>
            </p:sp>
            <p:sp>
              <p:nvSpPr>
                <p:cNvPr id="130" name="Google Shape;130;p16"/>
                <p:cNvSpPr/>
                <p:nvPr/>
              </p:nvSpPr>
              <p:spPr>
                <a:xfrm>
                  <a:off x="3036000" y="3666001"/>
                  <a:ext cx="1102867" cy="935185"/>
                </a:xfrm>
                <a:custGeom>
                  <a:avLst/>
                  <a:gdLst/>
                  <a:ahLst/>
                  <a:cxnLst/>
                  <a:rect l="l" t="t" r="r" b="b"/>
                  <a:pathLst>
                    <a:path w="12490" h="10591" extrusionOk="0">
                      <a:moveTo>
                        <a:pt x="0" y="1"/>
                      </a:moveTo>
                      <a:lnTo>
                        <a:pt x="0" y="3793"/>
                      </a:lnTo>
                      <a:lnTo>
                        <a:pt x="12490" y="10591"/>
                      </a:lnTo>
                      <a:lnTo>
                        <a:pt x="12490" y="6799"/>
                      </a:lnTo>
                      <a:lnTo>
                        <a:pt x="0" y="1"/>
                      </a:lnTo>
                      <a:close/>
                    </a:path>
                  </a:pathLst>
                </a:custGeom>
                <a:solidFill>
                  <a:srgbClr val="FF9C83"/>
                </a:solidFill>
                <a:ln>
                  <a:noFill/>
                </a:ln>
              </p:spPr>
              <p:txBody>
                <a:bodyPr spcFirstLastPara="1" wrap="square" lIns="121900" tIns="121900" rIns="121900" bIns="121900" anchor="ctr" anchorCtr="0">
                  <a:noAutofit/>
                </a:bodyPr>
                <a:lstStyle/>
                <a:p>
                  <a:endParaRPr sz="1867"/>
                </a:p>
              </p:txBody>
            </p:sp>
            <p:sp>
              <p:nvSpPr>
                <p:cNvPr id="131" name="Google Shape;131;p16"/>
                <p:cNvSpPr/>
                <p:nvPr/>
              </p:nvSpPr>
              <p:spPr>
                <a:xfrm>
                  <a:off x="3507071" y="3178860"/>
                  <a:ext cx="1103573" cy="934567"/>
                </a:xfrm>
                <a:custGeom>
                  <a:avLst/>
                  <a:gdLst/>
                  <a:ahLst/>
                  <a:cxnLst/>
                  <a:rect l="l" t="t" r="r" b="b"/>
                  <a:pathLst>
                    <a:path w="12498" h="10584" extrusionOk="0">
                      <a:moveTo>
                        <a:pt x="0" y="1"/>
                      </a:moveTo>
                      <a:lnTo>
                        <a:pt x="0" y="3793"/>
                      </a:lnTo>
                      <a:lnTo>
                        <a:pt x="12497" y="10583"/>
                      </a:lnTo>
                      <a:lnTo>
                        <a:pt x="12497" y="6791"/>
                      </a:lnTo>
                      <a:lnTo>
                        <a:pt x="0" y="1"/>
                      </a:lnTo>
                      <a:close/>
                    </a:path>
                  </a:pathLst>
                </a:custGeom>
                <a:solidFill>
                  <a:schemeClr val="accent6">
                    <a:lumMod val="50000"/>
                  </a:schemeClr>
                </a:solidFill>
                <a:ln>
                  <a:noFill/>
                </a:ln>
              </p:spPr>
              <p:txBody>
                <a:bodyPr spcFirstLastPara="1" wrap="square" lIns="121900" tIns="121900" rIns="121900" bIns="121900" anchor="ctr" anchorCtr="0">
                  <a:noAutofit/>
                </a:bodyPr>
                <a:lstStyle/>
                <a:p>
                  <a:endParaRPr sz="1867"/>
                </a:p>
              </p:txBody>
            </p:sp>
            <p:sp>
              <p:nvSpPr>
                <p:cNvPr id="132" name="Google Shape;132;p16"/>
                <p:cNvSpPr/>
                <p:nvPr/>
              </p:nvSpPr>
              <p:spPr>
                <a:xfrm>
                  <a:off x="3036000" y="2477066"/>
                  <a:ext cx="2631870" cy="816952"/>
                </a:xfrm>
                <a:custGeom>
                  <a:avLst/>
                  <a:gdLst/>
                  <a:ahLst/>
                  <a:cxnLst/>
                  <a:rect l="l" t="t" r="r" b="b"/>
                  <a:pathLst>
                    <a:path w="29806" h="9252" extrusionOk="0">
                      <a:moveTo>
                        <a:pt x="17286" y="1"/>
                      </a:moveTo>
                      <a:lnTo>
                        <a:pt x="0" y="2432"/>
                      </a:lnTo>
                      <a:lnTo>
                        <a:pt x="12490" y="9251"/>
                      </a:lnTo>
                      <a:lnTo>
                        <a:pt x="29805" y="6799"/>
                      </a:lnTo>
                      <a:lnTo>
                        <a:pt x="17286" y="1"/>
                      </a:lnTo>
                      <a:close/>
                    </a:path>
                  </a:pathLst>
                </a:custGeom>
                <a:solidFill>
                  <a:srgbClr val="6FC1BC"/>
                </a:solidFill>
                <a:ln>
                  <a:noFill/>
                </a:ln>
              </p:spPr>
              <p:txBody>
                <a:bodyPr spcFirstLastPara="1" wrap="square" lIns="121900" tIns="121900" rIns="121900" bIns="121900" anchor="ctr" anchorCtr="0">
                  <a:noAutofit/>
                </a:bodyPr>
                <a:lstStyle/>
                <a:p>
                  <a:endParaRPr sz="1867"/>
                </a:p>
              </p:txBody>
            </p:sp>
            <p:sp>
              <p:nvSpPr>
                <p:cNvPr id="133" name="Google Shape;133;p16"/>
                <p:cNvSpPr/>
                <p:nvPr/>
              </p:nvSpPr>
              <p:spPr>
                <a:xfrm>
                  <a:off x="4138755" y="3077317"/>
                  <a:ext cx="1529091" cy="548961"/>
                </a:xfrm>
                <a:custGeom>
                  <a:avLst/>
                  <a:gdLst/>
                  <a:ahLst/>
                  <a:cxnLst/>
                  <a:rect l="l" t="t" r="r" b="b"/>
                  <a:pathLst>
                    <a:path w="17317" h="6217" extrusionOk="0">
                      <a:moveTo>
                        <a:pt x="17316" y="1"/>
                      </a:moveTo>
                      <a:lnTo>
                        <a:pt x="1" y="2453"/>
                      </a:lnTo>
                      <a:lnTo>
                        <a:pt x="1" y="6216"/>
                      </a:lnTo>
                      <a:lnTo>
                        <a:pt x="17287" y="3793"/>
                      </a:lnTo>
                      <a:lnTo>
                        <a:pt x="17316" y="1"/>
                      </a:lnTo>
                      <a:close/>
                    </a:path>
                  </a:pathLst>
                </a:custGeom>
                <a:solidFill>
                  <a:srgbClr val="087A92"/>
                </a:solidFill>
                <a:ln>
                  <a:noFill/>
                </a:ln>
              </p:spPr>
              <p:txBody>
                <a:bodyPr spcFirstLastPara="1" wrap="square" lIns="121900" tIns="121900" rIns="121900" bIns="121900" anchor="ctr" anchorCtr="0">
                  <a:noAutofit/>
                </a:bodyPr>
                <a:lstStyle/>
                <a:p>
                  <a:endParaRPr sz="1867"/>
                </a:p>
              </p:txBody>
            </p:sp>
            <p:sp>
              <p:nvSpPr>
                <p:cNvPr id="134" name="Google Shape;134;p16"/>
                <p:cNvSpPr/>
                <p:nvPr/>
              </p:nvSpPr>
              <p:spPr>
                <a:xfrm>
                  <a:off x="3036000" y="2691719"/>
                  <a:ext cx="808563" cy="591963"/>
                </a:xfrm>
                <a:custGeom>
                  <a:avLst/>
                  <a:gdLst/>
                  <a:ahLst/>
                  <a:cxnLst/>
                  <a:rect l="l" t="t" r="r" b="b"/>
                  <a:pathLst>
                    <a:path w="9157" h="6704" extrusionOk="0">
                      <a:moveTo>
                        <a:pt x="0" y="1"/>
                      </a:moveTo>
                      <a:lnTo>
                        <a:pt x="0" y="88"/>
                      </a:lnTo>
                      <a:lnTo>
                        <a:pt x="88" y="88"/>
                      </a:lnTo>
                      <a:lnTo>
                        <a:pt x="88" y="3851"/>
                      </a:lnTo>
                      <a:lnTo>
                        <a:pt x="5335" y="6704"/>
                      </a:lnTo>
                      <a:lnTo>
                        <a:pt x="5335" y="5518"/>
                      </a:lnTo>
                      <a:lnTo>
                        <a:pt x="9156" y="5001"/>
                      </a:lnTo>
                      <a:lnTo>
                        <a:pt x="0" y="1"/>
                      </a:lnTo>
                      <a:close/>
                    </a:path>
                  </a:pathLst>
                </a:custGeom>
                <a:solidFill>
                  <a:srgbClr val="3492B4"/>
                </a:solidFill>
                <a:ln>
                  <a:noFill/>
                </a:ln>
              </p:spPr>
              <p:txBody>
                <a:bodyPr spcFirstLastPara="1" wrap="square" lIns="121900" tIns="121900" rIns="121900" bIns="121900" anchor="ctr" anchorCtr="0">
                  <a:noAutofit/>
                </a:bodyPr>
                <a:lstStyle/>
                <a:p>
                  <a:endParaRPr sz="1867"/>
                </a:p>
              </p:txBody>
            </p:sp>
            <p:sp>
              <p:nvSpPr>
                <p:cNvPr id="135" name="Google Shape;135;p16"/>
                <p:cNvSpPr/>
                <p:nvPr/>
              </p:nvSpPr>
              <p:spPr>
                <a:xfrm>
                  <a:off x="3507071" y="3133210"/>
                  <a:ext cx="631786" cy="388255"/>
                </a:xfrm>
                <a:custGeom>
                  <a:avLst/>
                  <a:gdLst/>
                  <a:ahLst/>
                  <a:cxnLst/>
                  <a:rect l="l" t="t" r="r" b="b"/>
                  <a:pathLst>
                    <a:path w="7155" h="4397" extrusionOk="0">
                      <a:moveTo>
                        <a:pt x="3821" y="1"/>
                      </a:moveTo>
                      <a:lnTo>
                        <a:pt x="0" y="518"/>
                      </a:lnTo>
                      <a:lnTo>
                        <a:pt x="7155" y="4397"/>
                      </a:lnTo>
                      <a:lnTo>
                        <a:pt x="7155" y="1820"/>
                      </a:lnTo>
                      <a:lnTo>
                        <a:pt x="3821" y="1"/>
                      </a:lnTo>
                      <a:close/>
                    </a:path>
                  </a:pathLst>
                </a:custGeom>
                <a:solidFill>
                  <a:srgbClr val="3391B3"/>
                </a:solidFill>
                <a:ln>
                  <a:noFill/>
                </a:ln>
              </p:spPr>
              <p:txBody>
                <a:bodyPr spcFirstLastPara="1" wrap="square" lIns="121900" tIns="121900" rIns="121900" bIns="121900" anchor="ctr" anchorCtr="0">
                  <a:noAutofit/>
                </a:bodyPr>
                <a:lstStyle/>
                <a:p>
                  <a:endParaRPr sz="1867"/>
                </a:p>
              </p:txBody>
            </p:sp>
            <p:sp>
              <p:nvSpPr>
                <p:cNvPr id="136" name="Google Shape;136;p16"/>
                <p:cNvSpPr/>
                <p:nvPr/>
              </p:nvSpPr>
              <p:spPr>
                <a:xfrm>
                  <a:off x="3507071" y="3178860"/>
                  <a:ext cx="631786" cy="447416"/>
                </a:xfrm>
                <a:custGeom>
                  <a:avLst/>
                  <a:gdLst/>
                  <a:ahLst/>
                  <a:cxnLst/>
                  <a:rect l="l" t="t" r="r" b="b"/>
                  <a:pathLst>
                    <a:path w="7155" h="5067" extrusionOk="0">
                      <a:moveTo>
                        <a:pt x="0" y="1"/>
                      </a:moveTo>
                      <a:lnTo>
                        <a:pt x="0" y="1187"/>
                      </a:lnTo>
                      <a:lnTo>
                        <a:pt x="7155" y="5066"/>
                      </a:lnTo>
                      <a:lnTo>
                        <a:pt x="7155" y="3880"/>
                      </a:lnTo>
                      <a:lnTo>
                        <a:pt x="0" y="1"/>
                      </a:lnTo>
                      <a:close/>
                    </a:path>
                  </a:pathLst>
                </a:custGeom>
                <a:solidFill>
                  <a:srgbClr val="3391B3"/>
                </a:solidFill>
                <a:ln>
                  <a:noFill/>
                </a:ln>
              </p:spPr>
              <p:txBody>
                <a:bodyPr spcFirstLastPara="1" wrap="square" lIns="121900" tIns="121900" rIns="121900" bIns="121900" anchor="ctr" anchorCtr="0">
                  <a:noAutofit/>
                </a:bodyPr>
                <a:lstStyle/>
                <a:p>
                  <a:endParaRPr sz="1867"/>
                </a:p>
              </p:txBody>
            </p:sp>
            <p:sp>
              <p:nvSpPr>
                <p:cNvPr id="137" name="Google Shape;137;p16"/>
                <p:cNvSpPr/>
                <p:nvPr/>
              </p:nvSpPr>
              <p:spPr>
                <a:xfrm>
                  <a:off x="3507071" y="1992486"/>
                  <a:ext cx="2632488" cy="814391"/>
                </a:xfrm>
                <a:custGeom>
                  <a:avLst/>
                  <a:gdLst/>
                  <a:ahLst/>
                  <a:cxnLst/>
                  <a:rect l="l" t="t" r="r" b="b"/>
                  <a:pathLst>
                    <a:path w="29813" h="9223" extrusionOk="0">
                      <a:moveTo>
                        <a:pt x="17316" y="1"/>
                      </a:moveTo>
                      <a:lnTo>
                        <a:pt x="0" y="2432"/>
                      </a:lnTo>
                      <a:lnTo>
                        <a:pt x="12497" y="9222"/>
                      </a:lnTo>
                      <a:lnTo>
                        <a:pt x="29813" y="6799"/>
                      </a:lnTo>
                      <a:lnTo>
                        <a:pt x="17316" y="1"/>
                      </a:lnTo>
                      <a:close/>
                    </a:path>
                  </a:pathLst>
                </a:custGeom>
                <a:solidFill>
                  <a:schemeClr val="accent4">
                    <a:lumMod val="60000"/>
                    <a:lumOff val="40000"/>
                  </a:schemeClr>
                </a:solidFill>
                <a:ln>
                  <a:noFill/>
                </a:ln>
              </p:spPr>
              <p:txBody>
                <a:bodyPr spcFirstLastPara="1" wrap="square" lIns="121900" tIns="121900" rIns="121900" bIns="121900" anchor="ctr" anchorCtr="0">
                  <a:noAutofit/>
                </a:bodyPr>
                <a:lstStyle/>
                <a:p>
                  <a:endParaRPr sz="1867"/>
                </a:p>
              </p:txBody>
            </p:sp>
            <p:sp>
              <p:nvSpPr>
                <p:cNvPr id="138" name="Google Shape;138;p16"/>
                <p:cNvSpPr/>
                <p:nvPr/>
              </p:nvSpPr>
              <p:spPr>
                <a:xfrm>
                  <a:off x="4610532" y="2592737"/>
                  <a:ext cx="1529003" cy="548961"/>
                </a:xfrm>
                <a:custGeom>
                  <a:avLst/>
                  <a:gdLst/>
                  <a:ahLst/>
                  <a:cxnLst/>
                  <a:rect l="l" t="t" r="r" b="b"/>
                  <a:pathLst>
                    <a:path w="17316" h="6217" extrusionOk="0">
                      <a:moveTo>
                        <a:pt x="17316" y="1"/>
                      </a:moveTo>
                      <a:lnTo>
                        <a:pt x="0" y="2424"/>
                      </a:lnTo>
                      <a:lnTo>
                        <a:pt x="0" y="6216"/>
                      </a:lnTo>
                      <a:lnTo>
                        <a:pt x="17316" y="3785"/>
                      </a:lnTo>
                      <a:lnTo>
                        <a:pt x="17316" y="1"/>
                      </a:lnTo>
                      <a:close/>
                    </a:path>
                  </a:pathLst>
                </a:custGeom>
                <a:solidFill>
                  <a:schemeClr val="bg2">
                    <a:lumMod val="50000"/>
                  </a:schemeClr>
                </a:solidFill>
                <a:ln>
                  <a:noFill/>
                </a:ln>
              </p:spPr>
              <p:txBody>
                <a:bodyPr spcFirstLastPara="1" wrap="square" lIns="121900" tIns="121900" rIns="121900" bIns="121900" anchor="ctr" anchorCtr="0">
                  <a:noAutofit/>
                </a:bodyPr>
                <a:lstStyle/>
                <a:p>
                  <a:endParaRPr sz="1867"/>
                </a:p>
              </p:txBody>
            </p:sp>
            <p:sp>
              <p:nvSpPr>
                <p:cNvPr id="139" name="Google Shape;139;p16"/>
                <p:cNvSpPr/>
                <p:nvPr/>
              </p:nvSpPr>
              <p:spPr>
                <a:xfrm>
                  <a:off x="3507071" y="2311242"/>
                  <a:ext cx="463487" cy="297659"/>
                </a:xfrm>
                <a:custGeom>
                  <a:avLst/>
                  <a:gdLst/>
                  <a:ahLst/>
                  <a:cxnLst/>
                  <a:rect l="l" t="t" r="r" b="b"/>
                  <a:pathLst>
                    <a:path w="5249" h="3371" extrusionOk="0">
                      <a:moveTo>
                        <a:pt x="0" y="1"/>
                      </a:moveTo>
                      <a:lnTo>
                        <a:pt x="0" y="2606"/>
                      </a:lnTo>
                      <a:lnTo>
                        <a:pt x="1427" y="3371"/>
                      </a:lnTo>
                      <a:lnTo>
                        <a:pt x="5248" y="2825"/>
                      </a:lnTo>
                      <a:lnTo>
                        <a:pt x="0" y="1"/>
                      </a:lnTo>
                      <a:close/>
                    </a:path>
                  </a:pathLst>
                </a:custGeom>
                <a:solidFill>
                  <a:schemeClr val="accent4">
                    <a:lumMod val="75000"/>
                  </a:schemeClr>
                </a:solidFill>
                <a:ln>
                  <a:noFill/>
                </a:ln>
              </p:spPr>
              <p:txBody>
                <a:bodyPr spcFirstLastPara="1" wrap="square" lIns="121900" tIns="121900" rIns="121900" bIns="121900" anchor="ctr" anchorCtr="0">
                  <a:noAutofit/>
                </a:bodyPr>
                <a:lstStyle/>
                <a:p>
                  <a:endParaRPr sz="1867"/>
                </a:p>
              </p:txBody>
            </p:sp>
            <p:sp>
              <p:nvSpPr>
                <p:cNvPr id="141" name="Google Shape;141;p16"/>
                <p:cNvSpPr/>
                <p:nvPr/>
              </p:nvSpPr>
              <p:spPr>
                <a:xfrm>
                  <a:off x="3046532" y="1529286"/>
                  <a:ext cx="2631870" cy="814391"/>
                </a:xfrm>
                <a:custGeom>
                  <a:avLst/>
                  <a:gdLst/>
                  <a:ahLst/>
                  <a:cxnLst/>
                  <a:rect l="l" t="t" r="r" b="b"/>
                  <a:pathLst>
                    <a:path w="29806" h="9223" extrusionOk="0">
                      <a:moveTo>
                        <a:pt x="17286" y="1"/>
                      </a:moveTo>
                      <a:lnTo>
                        <a:pt x="0" y="2424"/>
                      </a:lnTo>
                      <a:lnTo>
                        <a:pt x="12490" y="9222"/>
                      </a:lnTo>
                      <a:lnTo>
                        <a:pt x="29805" y="6791"/>
                      </a:lnTo>
                      <a:lnTo>
                        <a:pt x="17286" y="1"/>
                      </a:lnTo>
                      <a:close/>
                    </a:path>
                  </a:pathLst>
                </a:custGeom>
                <a:solidFill>
                  <a:schemeClr val="accent3">
                    <a:lumMod val="60000"/>
                    <a:lumOff val="40000"/>
                  </a:schemeClr>
                </a:solidFill>
                <a:ln>
                  <a:noFill/>
                </a:ln>
              </p:spPr>
              <p:txBody>
                <a:bodyPr spcFirstLastPara="1" wrap="square" lIns="121900" tIns="121900" rIns="121900" bIns="121900" anchor="ctr" anchorCtr="0">
                  <a:noAutofit/>
                </a:bodyPr>
                <a:lstStyle/>
                <a:p>
                  <a:endParaRPr sz="1867"/>
                </a:p>
              </p:txBody>
            </p:sp>
            <p:sp>
              <p:nvSpPr>
                <p:cNvPr id="140" name="Google Shape;140;p16"/>
                <p:cNvSpPr/>
                <p:nvPr/>
              </p:nvSpPr>
              <p:spPr>
                <a:xfrm>
                  <a:off x="3632984" y="2560596"/>
                  <a:ext cx="977658" cy="581102"/>
                </a:xfrm>
                <a:custGeom>
                  <a:avLst/>
                  <a:gdLst/>
                  <a:ahLst/>
                  <a:cxnLst/>
                  <a:rect l="l" t="t" r="r" b="b"/>
                  <a:pathLst>
                    <a:path w="11072" h="6581" extrusionOk="0">
                      <a:moveTo>
                        <a:pt x="3822" y="1"/>
                      </a:moveTo>
                      <a:lnTo>
                        <a:pt x="1" y="547"/>
                      </a:lnTo>
                      <a:lnTo>
                        <a:pt x="11071" y="6580"/>
                      </a:lnTo>
                      <a:lnTo>
                        <a:pt x="11071" y="2788"/>
                      </a:lnTo>
                      <a:lnTo>
                        <a:pt x="7461" y="816"/>
                      </a:lnTo>
                      <a:lnTo>
                        <a:pt x="5729" y="1056"/>
                      </a:lnTo>
                      <a:lnTo>
                        <a:pt x="3822" y="1"/>
                      </a:lnTo>
                      <a:close/>
                    </a:path>
                  </a:pathLst>
                </a:custGeom>
                <a:solidFill>
                  <a:schemeClr val="accent4">
                    <a:lumMod val="75000"/>
                  </a:schemeClr>
                </a:solidFill>
                <a:ln>
                  <a:noFill/>
                </a:ln>
              </p:spPr>
              <p:txBody>
                <a:bodyPr spcFirstLastPara="1" wrap="square" lIns="121900" tIns="121900" rIns="121900" bIns="121900" anchor="ctr" anchorCtr="0">
                  <a:noAutofit/>
                </a:bodyPr>
                <a:lstStyle/>
                <a:p>
                  <a:endParaRPr sz="1867"/>
                </a:p>
              </p:txBody>
            </p:sp>
            <p:sp>
              <p:nvSpPr>
                <p:cNvPr id="142" name="Google Shape;142;p16"/>
                <p:cNvSpPr/>
                <p:nvPr/>
              </p:nvSpPr>
              <p:spPr>
                <a:xfrm>
                  <a:off x="4138755" y="2104978"/>
                  <a:ext cx="1529091" cy="548961"/>
                </a:xfrm>
                <a:custGeom>
                  <a:avLst/>
                  <a:gdLst/>
                  <a:ahLst/>
                  <a:cxnLst/>
                  <a:rect l="l" t="t" r="r" b="b"/>
                  <a:pathLst>
                    <a:path w="17317" h="6217" extrusionOk="0">
                      <a:moveTo>
                        <a:pt x="17316" y="0"/>
                      </a:moveTo>
                      <a:lnTo>
                        <a:pt x="1" y="2431"/>
                      </a:lnTo>
                      <a:lnTo>
                        <a:pt x="1" y="6216"/>
                      </a:lnTo>
                      <a:lnTo>
                        <a:pt x="17287" y="3792"/>
                      </a:lnTo>
                      <a:lnTo>
                        <a:pt x="17316" y="0"/>
                      </a:lnTo>
                      <a:close/>
                    </a:path>
                  </a:pathLst>
                </a:custGeom>
                <a:solidFill>
                  <a:srgbClr val="F2A150"/>
                </a:solidFill>
                <a:ln>
                  <a:noFill/>
                </a:ln>
              </p:spPr>
              <p:txBody>
                <a:bodyPr spcFirstLastPara="1" wrap="square" lIns="121900" tIns="121900" rIns="121900" bIns="121900" anchor="ctr" anchorCtr="0">
                  <a:noAutofit/>
                </a:bodyPr>
                <a:lstStyle/>
                <a:p>
                  <a:endParaRPr sz="1867"/>
                </a:p>
              </p:txBody>
            </p:sp>
            <p:sp>
              <p:nvSpPr>
                <p:cNvPr id="143" name="Google Shape;143;p16"/>
                <p:cNvSpPr/>
                <p:nvPr/>
              </p:nvSpPr>
              <p:spPr>
                <a:xfrm>
                  <a:off x="3036000" y="1719380"/>
                  <a:ext cx="808563" cy="591963"/>
                </a:xfrm>
                <a:custGeom>
                  <a:avLst/>
                  <a:gdLst/>
                  <a:ahLst/>
                  <a:cxnLst/>
                  <a:rect l="l" t="t" r="r" b="b"/>
                  <a:pathLst>
                    <a:path w="9157" h="6704" extrusionOk="0">
                      <a:moveTo>
                        <a:pt x="0" y="0"/>
                      </a:moveTo>
                      <a:lnTo>
                        <a:pt x="0" y="153"/>
                      </a:lnTo>
                      <a:lnTo>
                        <a:pt x="88" y="153"/>
                      </a:lnTo>
                      <a:lnTo>
                        <a:pt x="88" y="3822"/>
                      </a:lnTo>
                      <a:lnTo>
                        <a:pt x="5335" y="6704"/>
                      </a:lnTo>
                      <a:lnTo>
                        <a:pt x="5335" y="5525"/>
                      </a:lnTo>
                      <a:lnTo>
                        <a:pt x="9156" y="4979"/>
                      </a:lnTo>
                      <a:lnTo>
                        <a:pt x="0" y="0"/>
                      </a:lnTo>
                      <a:close/>
                    </a:path>
                  </a:pathLst>
                </a:custGeom>
                <a:solidFill>
                  <a:schemeClr val="accent3">
                    <a:lumMod val="75000"/>
                  </a:schemeClr>
                </a:solidFill>
                <a:ln>
                  <a:noFill/>
                </a:ln>
              </p:spPr>
              <p:txBody>
                <a:bodyPr spcFirstLastPara="1" wrap="square" lIns="121900" tIns="121900" rIns="121900" bIns="121900" anchor="ctr" anchorCtr="0">
                  <a:noAutofit/>
                </a:bodyPr>
                <a:lstStyle/>
                <a:p>
                  <a:endParaRPr sz="1867"/>
                </a:p>
              </p:txBody>
            </p:sp>
            <p:sp>
              <p:nvSpPr>
                <p:cNvPr id="144" name="Google Shape;144;p16"/>
                <p:cNvSpPr/>
                <p:nvPr/>
              </p:nvSpPr>
              <p:spPr>
                <a:xfrm>
                  <a:off x="3426604" y="2129643"/>
                  <a:ext cx="712253" cy="498395"/>
                </a:xfrm>
                <a:custGeom>
                  <a:avLst/>
                  <a:gdLst/>
                  <a:ahLst/>
                  <a:cxnLst/>
                  <a:rect l="l" t="t" r="r" b="b"/>
                  <a:pathLst>
                    <a:path w="7155" h="4427" extrusionOk="0">
                      <a:moveTo>
                        <a:pt x="3821" y="1"/>
                      </a:moveTo>
                      <a:lnTo>
                        <a:pt x="0" y="547"/>
                      </a:lnTo>
                      <a:lnTo>
                        <a:pt x="7155" y="4426"/>
                      </a:lnTo>
                      <a:lnTo>
                        <a:pt x="7155" y="1820"/>
                      </a:lnTo>
                      <a:lnTo>
                        <a:pt x="3821" y="1"/>
                      </a:lnTo>
                      <a:close/>
                    </a:path>
                  </a:pathLst>
                </a:custGeom>
                <a:solidFill>
                  <a:schemeClr val="accent3">
                    <a:lumMod val="75000"/>
                  </a:schemeClr>
                </a:solidFill>
                <a:ln>
                  <a:noFill/>
                </a:ln>
              </p:spPr>
              <p:txBody>
                <a:bodyPr spcFirstLastPara="1" wrap="square" lIns="121900" tIns="121900" rIns="121900" bIns="121900" anchor="ctr" anchorCtr="0">
                  <a:noAutofit/>
                </a:bodyPr>
                <a:lstStyle/>
                <a:p>
                  <a:endParaRPr sz="1867"/>
                </a:p>
              </p:txBody>
            </p:sp>
            <p:sp>
              <p:nvSpPr>
                <p:cNvPr id="145" name="Google Shape;145;p16"/>
                <p:cNvSpPr/>
                <p:nvPr/>
              </p:nvSpPr>
              <p:spPr>
                <a:xfrm>
                  <a:off x="3507071" y="2207139"/>
                  <a:ext cx="615716" cy="353553"/>
                </a:xfrm>
                <a:custGeom>
                  <a:avLst/>
                  <a:gdLst/>
                  <a:ahLst/>
                  <a:cxnLst/>
                  <a:rect l="l" t="t" r="r" b="b"/>
                  <a:pathLst>
                    <a:path w="6973" h="4004" extrusionOk="0">
                      <a:moveTo>
                        <a:pt x="0" y="1"/>
                      </a:moveTo>
                      <a:lnTo>
                        <a:pt x="0" y="1180"/>
                      </a:lnTo>
                      <a:lnTo>
                        <a:pt x="5248" y="4004"/>
                      </a:lnTo>
                      <a:lnTo>
                        <a:pt x="6973" y="3756"/>
                      </a:lnTo>
                      <a:lnTo>
                        <a:pt x="0" y="1"/>
                      </a:lnTo>
                      <a:close/>
                    </a:path>
                  </a:pathLst>
                </a:custGeom>
                <a:solidFill>
                  <a:schemeClr val="accent3">
                    <a:lumMod val="75000"/>
                  </a:schemeClr>
                </a:solidFill>
                <a:ln>
                  <a:noFill/>
                </a:ln>
              </p:spPr>
              <p:txBody>
                <a:bodyPr spcFirstLastPara="1" wrap="square" lIns="121900" tIns="121900" rIns="121900" bIns="121900" anchor="ctr" anchorCtr="0">
                  <a:noAutofit/>
                </a:bodyPr>
                <a:lstStyle/>
                <a:p>
                  <a:endParaRPr sz="1867"/>
                </a:p>
              </p:txBody>
            </p:sp>
            <p:sp>
              <p:nvSpPr>
                <p:cNvPr id="146" name="Google Shape;146;p16"/>
                <p:cNvSpPr/>
                <p:nvPr/>
              </p:nvSpPr>
              <p:spPr>
                <a:xfrm>
                  <a:off x="3970459" y="2538787"/>
                  <a:ext cx="168388" cy="115143"/>
                </a:xfrm>
                <a:custGeom>
                  <a:avLst/>
                  <a:gdLst/>
                  <a:ahLst/>
                  <a:cxnLst/>
                  <a:rect l="l" t="t" r="r" b="b"/>
                  <a:pathLst>
                    <a:path w="1907" h="1304" extrusionOk="0">
                      <a:moveTo>
                        <a:pt x="1725" y="0"/>
                      </a:moveTo>
                      <a:lnTo>
                        <a:pt x="0" y="248"/>
                      </a:lnTo>
                      <a:lnTo>
                        <a:pt x="1907" y="1303"/>
                      </a:lnTo>
                      <a:lnTo>
                        <a:pt x="1907" y="124"/>
                      </a:lnTo>
                      <a:lnTo>
                        <a:pt x="1725" y="0"/>
                      </a:lnTo>
                      <a:close/>
                    </a:path>
                  </a:pathLst>
                </a:custGeom>
                <a:solidFill>
                  <a:schemeClr val="accent3">
                    <a:lumMod val="75000"/>
                  </a:schemeClr>
                </a:solidFill>
                <a:ln>
                  <a:noFill/>
                </a:ln>
              </p:spPr>
              <p:txBody>
                <a:bodyPr spcFirstLastPara="1" wrap="square" lIns="121900" tIns="121900" rIns="121900" bIns="121900" anchor="ctr" anchorCtr="0">
                  <a:noAutofit/>
                </a:bodyPr>
                <a:lstStyle/>
                <a:p>
                  <a:endParaRPr sz="1867"/>
                </a:p>
              </p:txBody>
            </p:sp>
            <p:sp>
              <p:nvSpPr>
                <p:cNvPr id="147" name="Google Shape;147;p16"/>
                <p:cNvSpPr/>
                <p:nvPr/>
              </p:nvSpPr>
              <p:spPr>
                <a:xfrm>
                  <a:off x="3507071" y="1237360"/>
                  <a:ext cx="608034" cy="399204"/>
                </a:xfrm>
                <a:custGeom>
                  <a:avLst/>
                  <a:gdLst/>
                  <a:ahLst/>
                  <a:cxnLst/>
                  <a:rect l="l" t="t" r="r" b="b"/>
                  <a:pathLst>
                    <a:path w="6886" h="4521" extrusionOk="0">
                      <a:moveTo>
                        <a:pt x="0" y="1"/>
                      </a:moveTo>
                      <a:lnTo>
                        <a:pt x="0" y="3793"/>
                      </a:lnTo>
                      <a:lnTo>
                        <a:pt x="1361" y="4520"/>
                      </a:lnTo>
                      <a:lnTo>
                        <a:pt x="6886" y="3734"/>
                      </a:lnTo>
                      <a:lnTo>
                        <a:pt x="0" y="1"/>
                      </a:lnTo>
                      <a:close/>
                    </a:path>
                  </a:pathLst>
                </a:custGeom>
                <a:solidFill>
                  <a:schemeClr val="bg2">
                    <a:lumMod val="75000"/>
                  </a:schemeClr>
                </a:solidFill>
                <a:ln>
                  <a:noFill/>
                </a:ln>
              </p:spPr>
              <p:txBody>
                <a:bodyPr spcFirstLastPara="1" wrap="square" lIns="121900" tIns="121900" rIns="121900" bIns="121900" anchor="ctr" anchorCtr="0">
                  <a:noAutofit/>
                </a:bodyPr>
                <a:lstStyle/>
                <a:p>
                  <a:endParaRPr sz="1867"/>
                </a:p>
              </p:txBody>
            </p:sp>
            <p:sp>
              <p:nvSpPr>
                <p:cNvPr id="148" name="Google Shape;148;p16"/>
                <p:cNvSpPr/>
                <p:nvPr/>
              </p:nvSpPr>
              <p:spPr>
                <a:xfrm>
                  <a:off x="3627244" y="1567065"/>
                  <a:ext cx="983397" cy="604855"/>
                </a:xfrm>
                <a:custGeom>
                  <a:avLst/>
                  <a:gdLst/>
                  <a:ahLst/>
                  <a:cxnLst/>
                  <a:rect l="l" t="t" r="r" b="b"/>
                  <a:pathLst>
                    <a:path w="11137" h="6850" extrusionOk="0">
                      <a:moveTo>
                        <a:pt x="5525" y="0"/>
                      </a:moveTo>
                      <a:lnTo>
                        <a:pt x="0" y="786"/>
                      </a:lnTo>
                      <a:lnTo>
                        <a:pt x="11136" y="6849"/>
                      </a:lnTo>
                      <a:lnTo>
                        <a:pt x="11136" y="3065"/>
                      </a:lnTo>
                      <a:lnTo>
                        <a:pt x="5525" y="0"/>
                      </a:lnTo>
                      <a:close/>
                    </a:path>
                  </a:pathLst>
                </a:custGeom>
                <a:solidFill>
                  <a:schemeClr val="bg2">
                    <a:lumMod val="75000"/>
                  </a:schemeClr>
                </a:solidFill>
                <a:ln>
                  <a:noFill/>
                </a:ln>
              </p:spPr>
              <p:txBody>
                <a:bodyPr spcFirstLastPara="1" wrap="square" lIns="121900" tIns="121900" rIns="121900" bIns="121900" anchor="ctr" anchorCtr="0">
                  <a:noAutofit/>
                </a:bodyPr>
                <a:lstStyle/>
                <a:p>
                  <a:endParaRPr sz="1867"/>
                </a:p>
              </p:txBody>
            </p:sp>
            <p:sp>
              <p:nvSpPr>
                <p:cNvPr id="149" name="Google Shape;149;p16"/>
                <p:cNvSpPr/>
                <p:nvPr/>
              </p:nvSpPr>
              <p:spPr>
                <a:xfrm>
                  <a:off x="3507071" y="1023325"/>
                  <a:ext cx="2632488" cy="814391"/>
                </a:xfrm>
                <a:custGeom>
                  <a:avLst/>
                  <a:gdLst/>
                  <a:ahLst/>
                  <a:cxnLst/>
                  <a:rect l="l" t="t" r="r" b="b"/>
                  <a:pathLst>
                    <a:path w="29813" h="9223" extrusionOk="0">
                      <a:moveTo>
                        <a:pt x="17316" y="1"/>
                      </a:moveTo>
                      <a:lnTo>
                        <a:pt x="0" y="2425"/>
                      </a:lnTo>
                      <a:lnTo>
                        <a:pt x="12497" y="9223"/>
                      </a:lnTo>
                      <a:lnTo>
                        <a:pt x="29813" y="6792"/>
                      </a:lnTo>
                      <a:lnTo>
                        <a:pt x="17316" y="1"/>
                      </a:lnTo>
                      <a:close/>
                    </a:path>
                  </a:pathLst>
                </a:custGeom>
                <a:solidFill>
                  <a:schemeClr val="bg2">
                    <a:lumMod val="60000"/>
                    <a:lumOff val="40000"/>
                  </a:schemeClr>
                </a:solidFill>
                <a:ln>
                  <a:noFill/>
                </a:ln>
              </p:spPr>
              <p:txBody>
                <a:bodyPr spcFirstLastPara="1" wrap="square" lIns="121900" tIns="121900" rIns="121900" bIns="121900" anchor="ctr" anchorCtr="0">
                  <a:noAutofit/>
                </a:bodyPr>
                <a:lstStyle/>
                <a:p>
                  <a:endParaRPr sz="1867" dirty="0"/>
                </a:p>
              </p:txBody>
            </p:sp>
            <p:sp>
              <p:nvSpPr>
                <p:cNvPr id="150" name="Google Shape;150;p16"/>
                <p:cNvSpPr/>
                <p:nvPr/>
              </p:nvSpPr>
              <p:spPr>
                <a:xfrm>
                  <a:off x="4586177" y="1630986"/>
                  <a:ext cx="1529003" cy="548961"/>
                </a:xfrm>
                <a:custGeom>
                  <a:avLst/>
                  <a:gdLst/>
                  <a:ahLst/>
                  <a:cxnLst/>
                  <a:rect l="l" t="t" r="r" b="b"/>
                  <a:pathLst>
                    <a:path w="17316" h="6217" extrusionOk="0">
                      <a:moveTo>
                        <a:pt x="17316" y="1"/>
                      </a:moveTo>
                      <a:lnTo>
                        <a:pt x="0" y="2432"/>
                      </a:lnTo>
                      <a:lnTo>
                        <a:pt x="0" y="6216"/>
                      </a:lnTo>
                      <a:lnTo>
                        <a:pt x="17316" y="3793"/>
                      </a:lnTo>
                      <a:lnTo>
                        <a:pt x="17316" y="1"/>
                      </a:lnTo>
                      <a:close/>
                    </a:path>
                  </a:pathLst>
                </a:custGeom>
                <a:solidFill>
                  <a:schemeClr val="bg2">
                    <a:lumMod val="50000"/>
                  </a:schemeClr>
                </a:solidFill>
                <a:ln>
                  <a:noFill/>
                </a:ln>
              </p:spPr>
              <p:txBody>
                <a:bodyPr spcFirstLastPara="1" wrap="square" lIns="121900" tIns="121900" rIns="121900" bIns="121900" anchor="ctr" anchorCtr="0">
                  <a:noAutofit/>
                </a:bodyPr>
                <a:lstStyle/>
                <a:p>
                  <a:endParaRPr sz="1867"/>
                </a:p>
              </p:txBody>
            </p:sp>
          </p:grpSp>
        </p:grpSp>
      </p:grpSp>
      <p:sp>
        <p:nvSpPr>
          <p:cNvPr id="151" name="Google Shape;151;p16"/>
          <p:cNvSpPr txBox="1">
            <a:spLocks noGrp="1"/>
          </p:cNvSpPr>
          <p:nvPr>
            <p:ph type="title"/>
          </p:nvPr>
        </p:nvSpPr>
        <p:spPr>
          <a:xfrm>
            <a:off x="240000" y="409933"/>
            <a:ext cx="11712000" cy="763600"/>
          </a:xfrm>
          <a:prstGeom prst="rect">
            <a:avLst/>
          </a:prstGeom>
        </p:spPr>
        <p:txBody>
          <a:bodyPr spcFirstLastPara="1" wrap="square" lIns="121900" tIns="121900" rIns="121900" bIns="121900" anchor="t" anchorCtr="0">
            <a:noAutofit/>
          </a:bodyPr>
          <a:lstStyle/>
          <a:p>
            <a:pPr algn="ctr"/>
            <a:r>
              <a:rPr lang="en" dirty="0"/>
              <a:t>Performance Summary: January–December 2025</a:t>
            </a:r>
            <a:endParaRPr dirty="0"/>
          </a:p>
        </p:txBody>
      </p:sp>
      <p:sp>
        <p:nvSpPr>
          <p:cNvPr id="152" name="Google Shape;152;p16"/>
          <p:cNvSpPr/>
          <p:nvPr/>
        </p:nvSpPr>
        <p:spPr>
          <a:xfrm>
            <a:off x="8135612" y="4753635"/>
            <a:ext cx="147" cy="6891"/>
          </a:xfrm>
          <a:custGeom>
            <a:avLst/>
            <a:gdLst/>
            <a:ahLst/>
            <a:cxnLst/>
            <a:rect l="l" t="t" r="r" b="b"/>
            <a:pathLst>
              <a:path w="1" h="47" extrusionOk="0">
                <a:moveTo>
                  <a:pt x="1" y="0"/>
                </a:moveTo>
                <a:lnTo>
                  <a:pt x="1" y="46"/>
                </a:lnTo>
                <a:lnTo>
                  <a:pt x="1" y="46"/>
                </a:lnTo>
                <a:close/>
              </a:path>
            </a:pathLst>
          </a:custGeom>
          <a:solidFill>
            <a:srgbClr val="BAA2D5"/>
          </a:solidFill>
          <a:ln>
            <a:noFill/>
          </a:ln>
        </p:spPr>
        <p:txBody>
          <a:bodyPr spcFirstLastPara="1" wrap="square" lIns="121900" tIns="121900" rIns="121900" bIns="121900" anchor="ctr" anchorCtr="0">
            <a:noAutofit/>
          </a:bodyPr>
          <a:lstStyle/>
          <a:p>
            <a:endParaRPr sz="1867"/>
          </a:p>
        </p:txBody>
      </p:sp>
      <p:sp>
        <p:nvSpPr>
          <p:cNvPr id="153" name="Google Shape;153;p16"/>
          <p:cNvSpPr txBox="1"/>
          <p:nvPr/>
        </p:nvSpPr>
        <p:spPr>
          <a:xfrm>
            <a:off x="8896483" y="3134768"/>
            <a:ext cx="2620400" cy="713200"/>
          </a:xfrm>
          <a:prstGeom prst="rect">
            <a:avLst/>
          </a:prstGeom>
          <a:noFill/>
          <a:ln>
            <a:noFill/>
          </a:ln>
        </p:spPr>
        <p:txBody>
          <a:bodyPr spcFirstLastPara="1" wrap="square" lIns="121900" tIns="121900" rIns="121900" bIns="121900" anchor="ctr" anchorCtr="0">
            <a:noAutofit/>
          </a:bodyPr>
          <a:lstStyle/>
          <a:p>
            <a:pPr algn="r"/>
            <a:r>
              <a:rPr lang="en-US" sz="1600" b="1" dirty="0">
                <a:latin typeface="Roboto"/>
                <a:ea typeface="Roboto"/>
                <a:cs typeface="Roboto"/>
                <a:sym typeface="Roboto"/>
              </a:rPr>
              <a:t>685 Million USD</a:t>
            </a:r>
          </a:p>
          <a:p>
            <a:pPr algn="r"/>
            <a:r>
              <a:rPr lang="en-US" sz="1600" b="1" dirty="0">
                <a:solidFill>
                  <a:srgbClr val="00B050"/>
                </a:solidFill>
                <a:latin typeface="Roboto"/>
                <a:ea typeface="Roboto"/>
                <a:cs typeface="Roboto"/>
                <a:sym typeface="Roboto"/>
              </a:rPr>
              <a:t>+6%</a:t>
            </a:r>
            <a:r>
              <a:rPr lang="en-US" sz="1600" b="1" dirty="0">
                <a:solidFill>
                  <a:srgbClr val="FF0000"/>
                </a:solidFill>
                <a:latin typeface="Roboto"/>
                <a:ea typeface="Roboto"/>
                <a:cs typeface="Roboto"/>
                <a:sym typeface="Roboto"/>
              </a:rPr>
              <a:t> </a:t>
            </a:r>
            <a:r>
              <a:rPr lang="en-US" sz="1600" dirty="0">
                <a:latin typeface="Roboto"/>
                <a:ea typeface="Roboto"/>
                <a:cs typeface="Roboto"/>
                <a:sym typeface="Roboto"/>
              </a:rPr>
              <a:t>change YoY</a:t>
            </a:r>
          </a:p>
        </p:txBody>
      </p:sp>
      <p:sp>
        <p:nvSpPr>
          <p:cNvPr id="156" name="Google Shape;156;p16"/>
          <p:cNvSpPr txBox="1"/>
          <p:nvPr/>
        </p:nvSpPr>
        <p:spPr>
          <a:xfrm>
            <a:off x="8974952" y="4400058"/>
            <a:ext cx="2620400" cy="713200"/>
          </a:xfrm>
          <a:prstGeom prst="rect">
            <a:avLst/>
          </a:prstGeom>
          <a:noFill/>
          <a:ln>
            <a:noFill/>
          </a:ln>
        </p:spPr>
        <p:txBody>
          <a:bodyPr spcFirstLastPara="1" wrap="square" lIns="121900" tIns="121900" rIns="121900" bIns="121900" anchor="ctr" anchorCtr="0">
            <a:noAutofit/>
          </a:bodyPr>
          <a:lstStyle/>
          <a:p>
            <a:pPr algn="r"/>
            <a:r>
              <a:rPr lang="en-US" sz="1600" b="1" dirty="0">
                <a:latin typeface="Roboto" panose="02000000000000000000" pitchFamily="2" charset="0"/>
                <a:ea typeface="Roboto" panose="02000000000000000000" pitchFamily="2" charset="0"/>
                <a:cs typeface="Roboto" panose="02000000000000000000" pitchFamily="2" charset="0"/>
              </a:rPr>
              <a:t>594 Million USD </a:t>
            </a:r>
          </a:p>
          <a:p>
            <a:pPr algn="r"/>
            <a:r>
              <a:rPr lang="en-US" sz="1600" b="1" dirty="0">
                <a:solidFill>
                  <a:srgbClr val="00B050"/>
                </a:solidFill>
                <a:latin typeface="Roboto"/>
                <a:ea typeface="Roboto"/>
                <a:cs typeface="Roboto"/>
                <a:sym typeface="Roboto"/>
              </a:rPr>
              <a:t>+9%</a:t>
            </a:r>
            <a:r>
              <a:rPr lang="en-US" sz="1600" b="1" dirty="0">
                <a:solidFill>
                  <a:srgbClr val="FF0000"/>
                </a:solidFill>
                <a:latin typeface="Roboto"/>
                <a:ea typeface="Roboto"/>
                <a:cs typeface="Roboto"/>
                <a:sym typeface="Roboto"/>
              </a:rPr>
              <a:t> </a:t>
            </a:r>
            <a:r>
              <a:rPr lang="en-US" sz="1600" dirty="0">
                <a:latin typeface="Roboto"/>
                <a:ea typeface="Roboto"/>
                <a:cs typeface="Roboto"/>
                <a:sym typeface="Roboto"/>
              </a:rPr>
              <a:t>change YoY</a:t>
            </a:r>
          </a:p>
        </p:txBody>
      </p:sp>
      <p:sp>
        <p:nvSpPr>
          <p:cNvPr id="158" name="Google Shape;158;p16"/>
          <p:cNvSpPr txBox="1"/>
          <p:nvPr/>
        </p:nvSpPr>
        <p:spPr>
          <a:xfrm>
            <a:off x="8870434" y="5737763"/>
            <a:ext cx="2620400" cy="713200"/>
          </a:xfrm>
          <a:prstGeom prst="rect">
            <a:avLst/>
          </a:prstGeom>
          <a:noFill/>
          <a:ln>
            <a:noFill/>
          </a:ln>
        </p:spPr>
        <p:txBody>
          <a:bodyPr spcFirstLastPara="1" wrap="square" lIns="121900" tIns="121900" rIns="121900" bIns="121900" anchor="ctr" anchorCtr="0">
            <a:noAutofit/>
          </a:bodyPr>
          <a:lstStyle/>
          <a:p>
            <a:pPr algn="r"/>
            <a:r>
              <a:rPr lang="en-US" sz="1600" b="1" dirty="0">
                <a:latin typeface="Roboto"/>
                <a:ea typeface="Roboto"/>
                <a:cs typeface="Roboto"/>
                <a:sym typeface="Roboto"/>
              </a:rPr>
              <a:t>91 Million USD</a:t>
            </a:r>
          </a:p>
          <a:p>
            <a:pPr algn="r"/>
            <a:r>
              <a:rPr lang="en-US" sz="1600" b="1" dirty="0">
                <a:solidFill>
                  <a:srgbClr val="FF0000"/>
                </a:solidFill>
                <a:latin typeface="Roboto"/>
                <a:ea typeface="Roboto"/>
                <a:cs typeface="Roboto"/>
                <a:sym typeface="Roboto"/>
              </a:rPr>
              <a:t>-9% </a:t>
            </a:r>
            <a:r>
              <a:rPr lang="en-US" sz="1600" dirty="0">
                <a:latin typeface="Roboto"/>
                <a:ea typeface="Roboto"/>
                <a:cs typeface="Roboto"/>
                <a:sym typeface="Roboto"/>
              </a:rPr>
              <a:t>change YoY </a:t>
            </a:r>
          </a:p>
        </p:txBody>
      </p:sp>
      <p:sp>
        <p:nvSpPr>
          <p:cNvPr id="159" name="Google Shape;159;p16"/>
          <p:cNvSpPr txBox="1"/>
          <p:nvPr/>
        </p:nvSpPr>
        <p:spPr>
          <a:xfrm>
            <a:off x="1382202" y="4273386"/>
            <a:ext cx="2535417" cy="456400"/>
          </a:xfrm>
          <a:prstGeom prst="rect">
            <a:avLst/>
          </a:prstGeom>
          <a:noFill/>
          <a:ln>
            <a:noFill/>
          </a:ln>
        </p:spPr>
        <p:txBody>
          <a:bodyPr spcFirstLastPara="1" wrap="square" lIns="121900" tIns="121900" rIns="121900" bIns="121900" anchor="ctr" anchorCtr="0">
            <a:noAutofit/>
          </a:bodyPr>
          <a:lstStyle/>
          <a:p>
            <a:r>
              <a:rPr lang="en" sz="2267" dirty="0">
                <a:solidFill>
                  <a:schemeClr val="dk2"/>
                </a:solidFill>
                <a:latin typeface="Fira Sans Extra Condensed Medium"/>
                <a:ea typeface="Fira Sans Extra Condensed Medium"/>
                <a:cs typeface="Fira Sans Extra Condensed Medium"/>
                <a:sym typeface="Fira Sans Extra Condensed Medium"/>
              </a:rPr>
              <a:t>Visitors by Road </a:t>
            </a:r>
            <a:endParaRPr sz="2267" dirty="0">
              <a:solidFill>
                <a:schemeClr val="dk2"/>
              </a:solidFill>
              <a:latin typeface="Fira Sans Extra Condensed Medium"/>
              <a:ea typeface="Fira Sans Extra Condensed Medium"/>
              <a:cs typeface="Fira Sans Extra Condensed Medium"/>
              <a:sym typeface="Fira Sans Extra Condensed Medium"/>
            </a:endParaRPr>
          </a:p>
        </p:txBody>
      </p:sp>
      <p:sp>
        <p:nvSpPr>
          <p:cNvPr id="160" name="Google Shape;160;p16"/>
          <p:cNvSpPr txBox="1"/>
          <p:nvPr/>
        </p:nvSpPr>
        <p:spPr>
          <a:xfrm>
            <a:off x="1380679" y="4673829"/>
            <a:ext cx="2620400" cy="713200"/>
          </a:xfrm>
          <a:prstGeom prst="rect">
            <a:avLst/>
          </a:prstGeom>
          <a:noFill/>
          <a:ln>
            <a:noFill/>
          </a:ln>
        </p:spPr>
        <p:txBody>
          <a:bodyPr spcFirstLastPara="1" wrap="square" lIns="121900" tIns="121900" rIns="121900" bIns="121900" anchor="ctr" anchorCtr="0">
            <a:noAutofit/>
          </a:bodyPr>
          <a:lstStyle/>
          <a:p>
            <a:r>
              <a:rPr lang="en" sz="1600" b="1" dirty="0">
                <a:latin typeface="Roboto"/>
                <a:ea typeface="Roboto"/>
                <a:cs typeface="Roboto"/>
                <a:sym typeface="Roboto"/>
              </a:rPr>
              <a:t>1,109,977</a:t>
            </a:r>
          </a:p>
          <a:p>
            <a:r>
              <a:rPr lang="en" sz="1600" b="1" dirty="0">
                <a:solidFill>
                  <a:srgbClr val="00B050"/>
                </a:solidFill>
                <a:latin typeface="Roboto"/>
                <a:ea typeface="Roboto"/>
                <a:cs typeface="Roboto"/>
                <a:sym typeface="Roboto"/>
              </a:rPr>
              <a:t>+5% </a:t>
            </a:r>
            <a:r>
              <a:rPr lang="en" sz="1600" dirty="0">
                <a:latin typeface="Roboto"/>
                <a:ea typeface="Roboto"/>
                <a:cs typeface="Roboto"/>
                <a:sym typeface="Roboto"/>
              </a:rPr>
              <a:t>change YoY </a:t>
            </a:r>
            <a:endParaRPr sz="1600" dirty="0">
              <a:latin typeface="Roboto"/>
              <a:ea typeface="Roboto"/>
              <a:cs typeface="Roboto"/>
              <a:sym typeface="Roboto"/>
            </a:endParaRPr>
          </a:p>
        </p:txBody>
      </p:sp>
      <p:sp>
        <p:nvSpPr>
          <p:cNvPr id="161" name="Google Shape;161;p16"/>
          <p:cNvSpPr txBox="1"/>
          <p:nvPr/>
        </p:nvSpPr>
        <p:spPr>
          <a:xfrm>
            <a:off x="1309536" y="1635387"/>
            <a:ext cx="2492554" cy="456400"/>
          </a:xfrm>
          <a:prstGeom prst="rect">
            <a:avLst/>
          </a:prstGeom>
          <a:noFill/>
          <a:ln>
            <a:noFill/>
          </a:ln>
        </p:spPr>
        <p:txBody>
          <a:bodyPr spcFirstLastPara="1" wrap="square" lIns="121900" tIns="121900" rIns="121900" bIns="121900" anchor="ctr" anchorCtr="0">
            <a:noAutofit/>
          </a:bodyPr>
          <a:lstStyle/>
          <a:p>
            <a:r>
              <a:rPr lang="en" sz="2267" dirty="0">
                <a:solidFill>
                  <a:schemeClr val="dk2"/>
                </a:solidFill>
                <a:latin typeface="Fira Sans Extra Condensed Medium"/>
                <a:ea typeface="Fira Sans Extra Condensed Medium"/>
                <a:cs typeface="Fira Sans Extra Condensed Medium"/>
                <a:sym typeface="Fira Sans Extra Condensed Medium"/>
              </a:rPr>
              <a:t>Visitor Arrivals</a:t>
            </a:r>
            <a:endParaRPr sz="2267" dirty="0">
              <a:solidFill>
                <a:schemeClr val="dk2"/>
              </a:solidFill>
              <a:latin typeface="Fira Sans Extra Condensed Medium"/>
              <a:ea typeface="Fira Sans Extra Condensed Medium"/>
              <a:cs typeface="Fira Sans Extra Condensed Medium"/>
              <a:sym typeface="Fira Sans Extra Condensed Medium"/>
            </a:endParaRPr>
          </a:p>
        </p:txBody>
      </p:sp>
      <p:sp>
        <p:nvSpPr>
          <p:cNvPr id="162" name="Google Shape;162;p16"/>
          <p:cNvSpPr txBox="1"/>
          <p:nvPr/>
        </p:nvSpPr>
        <p:spPr>
          <a:xfrm>
            <a:off x="1371804" y="1982223"/>
            <a:ext cx="2620400" cy="713200"/>
          </a:xfrm>
          <a:prstGeom prst="rect">
            <a:avLst/>
          </a:prstGeom>
          <a:noFill/>
          <a:ln>
            <a:noFill/>
          </a:ln>
        </p:spPr>
        <p:txBody>
          <a:bodyPr spcFirstLastPara="1" wrap="square" lIns="121900" tIns="121900" rIns="121900" bIns="121900" anchor="ctr" anchorCtr="0">
            <a:noAutofit/>
          </a:bodyPr>
          <a:lstStyle/>
          <a:p>
            <a:r>
              <a:rPr lang="en" sz="1600" b="1" dirty="0">
                <a:latin typeface="Roboto"/>
                <a:ea typeface="Roboto"/>
                <a:cs typeface="Roboto"/>
                <a:sym typeface="Roboto"/>
              </a:rPr>
              <a:t>1,490,299</a:t>
            </a:r>
          </a:p>
          <a:p>
            <a:r>
              <a:rPr lang="en" sz="1600" b="1" dirty="0">
                <a:solidFill>
                  <a:srgbClr val="00B050"/>
                </a:solidFill>
                <a:latin typeface="Roboto"/>
                <a:ea typeface="Roboto"/>
                <a:cs typeface="Roboto"/>
                <a:sym typeface="Roboto"/>
              </a:rPr>
              <a:t>+9% </a:t>
            </a:r>
            <a:r>
              <a:rPr lang="en" sz="1600" dirty="0">
                <a:latin typeface="Roboto"/>
                <a:ea typeface="Roboto"/>
                <a:cs typeface="Roboto"/>
                <a:sym typeface="Roboto"/>
              </a:rPr>
              <a:t>change YoY</a:t>
            </a:r>
            <a:endParaRPr sz="1600" dirty="0">
              <a:latin typeface="Roboto"/>
              <a:ea typeface="Roboto"/>
              <a:cs typeface="Roboto"/>
              <a:sym typeface="Roboto"/>
            </a:endParaRPr>
          </a:p>
        </p:txBody>
      </p:sp>
      <p:sp>
        <p:nvSpPr>
          <p:cNvPr id="163" name="Google Shape;163;p16"/>
          <p:cNvSpPr txBox="1"/>
          <p:nvPr/>
        </p:nvSpPr>
        <p:spPr>
          <a:xfrm>
            <a:off x="1371804" y="2950406"/>
            <a:ext cx="2378481" cy="456400"/>
          </a:xfrm>
          <a:prstGeom prst="rect">
            <a:avLst/>
          </a:prstGeom>
          <a:noFill/>
          <a:ln>
            <a:noFill/>
          </a:ln>
        </p:spPr>
        <p:txBody>
          <a:bodyPr spcFirstLastPara="1" wrap="square" lIns="121900" tIns="121900" rIns="121900" bIns="121900" anchor="ctr" anchorCtr="0">
            <a:noAutofit/>
          </a:bodyPr>
          <a:lstStyle/>
          <a:p>
            <a:r>
              <a:rPr lang="en" sz="2267" dirty="0">
                <a:solidFill>
                  <a:schemeClr val="dk2"/>
                </a:solidFill>
                <a:latin typeface="Fira Sans Extra Condensed Medium"/>
                <a:ea typeface="Fira Sans Extra Condensed Medium"/>
                <a:cs typeface="Fira Sans Extra Condensed Medium"/>
                <a:sym typeface="Fira Sans Extra Condensed Medium"/>
              </a:rPr>
              <a:t>Visitors by Air</a:t>
            </a:r>
            <a:endParaRPr sz="2267" dirty="0">
              <a:solidFill>
                <a:schemeClr val="dk2"/>
              </a:solidFill>
              <a:latin typeface="Fira Sans Extra Condensed Medium"/>
              <a:ea typeface="Fira Sans Extra Condensed Medium"/>
              <a:cs typeface="Fira Sans Extra Condensed Medium"/>
              <a:sym typeface="Fira Sans Extra Condensed Medium"/>
            </a:endParaRPr>
          </a:p>
        </p:txBody>
      </p:sp>
      <p:sp>
        <p:nvSpPr>
          <p:cNvPr id="164" name="Google Shape;164;p16"/>
          <p:cNvSpPr txBox="1"/>
          <p:nvPr/>
        </p:nvSpPr>
        <p:spPr>
          <a:xfrm>
            <a:off x="1376455" y="3342111"/>
            <a:ext cx="2620400" cy="713200"/>
          </a:xfrm>
          <a:prstGeom prst="rect">
            <a:avLst/>
          </a:prstGeom>
          <a:noFill/>
          <a:ln>
            <a:noFill/>
          </a:ln>
        </p:spPr>
        <p:txBody>
          <a:bodyPr spcFirstLastPara="1" wrap="square" lIns="121900" tIns="121900" rIns="121900" bIns="121900" anchor="ctr" anchorCtr="0">
            <a:noAutofit/>
          </a:bodyPr>
          <a:lstStyle/>
          <a:p>
            <a:r>
              <a:rPr lang="en-US" sz="1600" b="1" dirty="0">
                <a:latin typeface="Roboto" panose="02000000000000000000" pitchFamily="2" charset="0"/>
                <a:ea typeface="Roboto" panose="02000000000000000000" pitchFamily="2" charset="0"/>
                <a:cs typeface="Roboto" panose="02000000000000000000" pitchFamily="2" charset="0"/>
              </a:rPr>
              <a:t>380,143</a:t>
            </a:r>
          </a:p>
          <a:p>
            <a:r>
              <a:rPr lang="en-US" sz="1600" b="1" dirty="0">
                <a:solidFill>
                  <a:srgbClr val="00B050"/>
                </a:solidFill>
                <a:latin typeface="Roboto"/>
                <a:ea typeface="Roboto"/>
                <a:cs typeface="Roboto"/>
                <a:sym typeface="Roboto"/>
              </a:rPr>
              <a:t>+23% </a:t>
            </a:r>
            <a:r>
              <a:rPr lang="en-US" sz="1600" dirty="0">
                <a:latin typeface="Roboto"/>
                <a:ea typeface="Roboto"/>
                <a:cs typeface="Roboto"/>
                <a:sym typeface="Roboto"/>
              </a:rPr>
              <a:t>change YoY</a:t>
            </a:r>
          </a:p>
        </p:txBody>
      </p:sp>
      <p:sp>
        <p:nvSpPr>
          <p:cNvPr id="2" name="Google Shape;159;p16">
            <a:extLst>
              <a:ext uri="{FF2B5EF4-FFF2-40B4-BE49-F238E27FC236}">
                <a16:creationId xmlns:a16="http://schemas.microsoft.com/office/drawing/2014/main" id="{1F143E9E-7762-5570-B5CC-A461ABD67571}"/>
              </a:ext>
            </a:extLst>
          </p:cNvPr>
          <p:cNvSpPr txBox="1"/>
          <p:nvPr/>
        </p:nvSpPr>
        <p:spPr>
          <a:xfrm>
            <a:off x="9169492" y="5358422"/>
            <a:ext cx="2535417" cy="456400"/>
          </a:xfrm>
          <a:prstGeom prst="rect">
            <a:avLst/>
          </a:prstGeom>
          <a:noFill/>
          <a:ln>
            <a:noFill/>
          </a:ln>
        </p:spPr>
        <p:txBody>
          <a:bodyPr spcFirstLastPara="1" wrap="square" lIns="121900" tIns="121900" rIns="121900" bIns="121900" anchor="ctr" anchorCtr="0">
            <a:noAutofit/>
          </a:bodyPr>
          <a:lstStyle/>
          <a:p>
            <a:r>
              <a:rPr lang="en" sz="2267" dirty="0">
                <a:solidFill>
                  <a:schemeClr val="dk2"/>
                </a:solidFill>
                <a:latin typeface="Fira Sans Extra Condensed Medium"/>
                <a:ea typeface="Fira Sans Extra Condensed Medium"/>
                <a:cs typeface="Fira Sans Extra Condensed Medium"/>
                <a:sym typeface="Fira Sans Extra Condensed Medium"/>
              </a:rPr>
              <a:t>Revenues by Road </a:t>
            </a:r>
            <a:endParaRPr sz="2267" dirty="0">
              <a:solidFill>
                <a:schemeClr val="dk2"/>
              </a:solidFill>
              <a:latin typeface="Fira Sans Extra Condensed Medium"/>
              <a:ea typeface="Fira Sans Extra Condensed Medium"/>
              <a:cs typeface="Fira Sans Extra Condensed Medium"/>
              <a:sym typeface="Fira Sans Extra Condensed Medium"/>
            </a:endParaRPr>
          </a:p>
        </p:txBody>
      </p:sp>
      <p:sp>
        <p:nvSpPr>
          <p:cNvPr id="3" name="Google Shape;163;p16">
            <a:extLst>
              <a:ext uri="{FF2B5EF4-FFF2-40B4-BE49-F238E27FC236}">
                <a16:creationId xmlns:a16="http://schemas.microsoft.com/office/drawing/2014/main" id="{90DED371-CD8B-CFA4-81E2-F69288ED00B5}"/>
              </a:ext>
            </a:extLst>
          </p:cNvPr>
          <p:cNvSpPr txBox="1"/>
          <p:nvPr/>
        </p:nvSpPr>
        <p:spPr>
          <a:xfrm>
            <a:off x="9352477" y="4033635"/>
            <a:ext cx="2378481" cy="456400"/>
          </a:xfrm>
          <a:prstGeom prst="rect">
            <a:avLst/>
          </a:prstGeom>
          <a:noFill/>
          <a:ln>
            <a:noFill/>
          </a:ln>
        </p:spPr>
        <p:txBody>
          <a:bodyPr spcFirstLastPara="1" wrap="square" lIns="121900" tIns="121900" rIns="121900" bIns="121900" anchor="ctr" anchorCtr="0">
            <a:noAutofit/>
          </a:bodyPr>
          <a:lstStyle/>
          <a:p>
            <a:r>
              <a:rPr lang="en" sz="2267" dirty="0">
                <a:solidFill>
                  <a:schemeClr val="dk2"/>
                </a:solidFill>
                <a:latin typeface="Fira Sans Extra Condensed Medium"/>
                <a:ea typeface="Fira Sans Extra Condensed Medium"/>
                <a:cs typeface="Fira Sans Extra Condensed Medium"/>
                <a:sym typeface="Fira Sans Extra Condensed Medium"/>
              </a:rPr>
              <a:t>Revenues by Air</a:t>
            </a:r>
            <a:endParaRPr sz="2267" dirty="0">
              <a:solidFill>
                <a:schemeClr val="dk2"/>
              </a:solidFill>
              <a:latin typeface="Fira Sans Extra Condensed Medium"/>
              <a:ea typeface="Fira Sans Extra Condensed Medium"/>
              <a:cs typeface="Fira Sans Extra Condensed Medium"/>
              <a:sym typeface="Fira Sans Extra Condensed Medium"/>
            </a:endParaRPr>
          </a:p>
        </p:txBody>
      </p:sp>
      <p:sp>
        <p:nvSpPr>
          <p:cNvPr id="4" name="Google Shape;161;p16">
            <a:extLst>
              <a:ext uri="{FF2B5EF4-FFF2-40B4-BE49-F238E27FC236}">
                <a16:creationId xmlns:a16="http://schemas.microsoft.com/office/drawing/2014/main" id="{4CB45AF9-0191-5CD9-4AA9-1FF5A91423D8}"/>
              </a:ext>
            </a:extLst>
          </p:cNvPr>
          <p:cNvSpPr txBox="1"/>
          <p:nvPr/>
        </p:nvSpPr>
        <p:spPr>
          <a:xfrm>
            <a:off x="9238404" y="2731560"/>
            <a:ext cx="2492554" cy="456400"/>
          </a:xfrm>
          <a:prstGeom prst="rect">
            <a:avLst/>
          </a:prstGeom>
          <a:noFill/>
          <a:ln>
            <a:noFill/>
          </a:ln>
        </p:spPr>
        <p:txBody>
          <a:bodyPr spcFirstLastPara="1" wrap="square" lIns="121900" tIns="121900" rIns="121900" bIns="121900" anchor="ctr" anchorCtr="0">
            <a:noAutofit/>
          </a:bodyPr>
          <a:lstStyle/>
          <a:p>
            <a:r>
              <a:rPr lang="en" sz="2267" dirty="0">
                <a:solidFill>
                  <a:schemeClr val="dk2"/>
                </a:solidFill>
                <a:latin typeface="Fira Sans Extra Condensed Medium"/>
                <a:ea typeface="Fira Sans Extra Condensed Medium"/>
                <a:cs typeface="Fira Sans Extra Condensed Medium"/>
                <a:sym typeface="Fira Sans Extra Condensed Medium"/>
              </a:rPr>
              <a:t>Tourism Revenues </a:t>
            </a:r>
            <a:endParaRPr sz="2267" dirty="0">
              <a:solidFill>
                <a:schemeClr val="dk2"/>
              </a:solidFill>
              <a:latin typeface="Fira Sans Extra Condensed Medium"/>
              <a:ea typeface="Fira Sans Extra Condensed Medium"/>
              <a:cs typeface="Fira Sans Extra Condensed Medium"/>
              <a:sym typeface="Fira Sans Extra Condensed Medium"/>
            </a:endParaRPr>
          </a:p>
        </p:txBody>
      </p:sp>
      <p:pic>
        <p:nvPicPr>
          <p:cNvPr id="6" name="Graphic 5" descr="Bus with solid fill">
            <a:extLst>
              <a:ext uri="{FF2B5EF4-FFF2-40B4-BE49-F238E27FC236}">
                <a16:creationId xmlns:a16="http://schemas.microsoft.com/office/drawing/2014/main" id="{9F990331-9CEB-F0F8-F4EB-7568E3A352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69149" y="4254854"/>
            <a:ext cx="594456" cy="454114"/>
          </a:xfrm>
          <a:prstGeom prst="rect">
            <a:avLst/>
          </a:prstGeom>
        </p:spPr>
      </p:pic>
      <p:pic>
        <p:nvPicPr>
          <p:cNvPr id="8" name="Graphic 7" descr="Landing with solid fill">
            <a:extLst>
              <a:ext uri="{FF2B5EF4-FFF2-40B4-BE49-F238E27FC236}">
                <a16:creationId xmlns:a16="http://schemas.microsoft.com/office/drawing/2014/main" id="{40BDDF53-33C2-7BAB-D8FE-DD72AE2AC6B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44401" y="2922216"/>
            <a:ext cx="554662" cy="440184"/>
          </a:xfrm>
          <a:prstGeom prst="rect">
            <a:avLst/>
          </a:prstGeom>
        </p:spPr>
      </p:pic>
      <p:pic>
        <p:nvPicPr>
          <p:cNvPr id="10" name="Graphic 9" descr="Escalator Down with solid fill">
            <a:extLst>
              <a:ext uri="{FF2B5EF4-FFF2-40B4-BE49-F238E27FC236}">
                <a16:creationId xmlns:a16="http://schemas.microsoft.com/office/drawing/2014/main" id="{67ED6595-9819-849A-A812-A5EC9C3BC4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39958" y="1606875"/>
            <a:ext cx="524835" cy="524835"/>
          </a:xfrm>
          <a:prstGeom prst="rect">
            <a:avLst/>
          </a:prstGeom>
        </p:spPr>
      </p:pic>
      <p:pic>
        <p:nvPicPr>
          <p:cNvPr id="12" name="Graphic 11" descr="Treasure chest with solid fill">
            <a:extLst>
              <a:ext uri="{FF2B5EF4-FFF2-40B4-BE49-F238E27FC236}">
                <a16:creationId xmlns:a16="http://schemas.microsoft.com/office/drawing/2014/main" id="{8498511D-F7BA-FE73-9F63-8BBDCA02903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08653" y="2700934"/>
            <a:ext cx="538326" cy="543029"/>
          </a:xfrm>
          <a:prstGeom prst="rect">
            <a:avLst/>
          </a:prstGeom>
        </p:spPr>
      </p:pic>
      <p:pic>
        <p:nvPicPr>
          <p:cNvPr id="14" name="Graphic 13" descr="Coins outline">
            <a:extLst>
              <a:ext uri="{FF2B5EF4-FFF2-40B4-BE49-F238E27FC236}">
                <a16:creationId xmlns:a16="http://schemas.microsoft.com/office/drawing/2014/main" id="{A7EB1EB7-5532-3CB4-E203-84B1D993FC1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656359" y="5358422"/>
            <a:ext cx="533779" cy="516658"/>
          </a:xfrm>
          <a:prstGeom prst="rect">
            <a:avLst/>
          </a:prstGeom>
        </p:spPr>
      </p:pic>
      <p:pic>
        <p:nvPicPr>
          <p:cNvPr id="16" name="Graphic 15" descr="Money with solid fill">
            <a:extLst>
              <a:ext uri="{FF2B5EF4-FFF2-40B4-BE49-F238E27FC236}">
                <a16:creationId xmlns:a16="http://schemas.microsoft.com/office/drawing/2014/main" id="{A83EFFF9-B875-C11E-B494-A5694AD509E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716800" y="3981215"/>
            <a:ext cx="622869" cy="605509"/>
          </a:xfrm>
          <a:prstGeom prst="rect">
            <a:avLst/>
          </a:prstGeom>
        </p:spPr>
      </p:pic>
      <p:sp>
        <p:nvSpPr>
          <p:cNvPr id="5" name="TextBox 4">
            <a:extLst>
              <a:ext uri="{FF2B5EF4-FFF2-40B4-BE49-F238E27FC236}">
                <a16:creationId xmlns:a16="http://schemas.microsoft.com/office/drawing/2014/main" id="{C4BA8851-3E02-BCF6-C0D9-1142D4AF7F25}"/>
              </a:ext>
            </a:extLst>
          </p:cNvPr>
          <p:cNvSpPr txBox="1"/>
          <p:nvPr/>
        </p:nvSpPr>
        <p:spPr>
          <a:xfrm>
            <a:off x="5357813" y="-400050"/>
            <a:ext cx="184731" cy="307777"/>
          </a:xfrm>
          <a:prstGeom prst="rect">
            <a:avLst/>
          </a:prstGeom>
          <a:noFill/>
        </p:spPr>
        <p:txBody>
          <a:bodyPr wrap="none" rtlCol="0">
            <a:spAutoFit/>
          </a:bodyPr>
          <a:lstStyle/>
          <a:p>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1BC00-32B3-489A-2502-909FB6CAC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C7391-54F8-DA15-B5C3-1A79413CDFCD}"/>
              </a:ext>
            </a:extLst>
          </p:cNvPr>
          <p:cNvSpPr>
            <a:spLocks noGrp="1"/>
          </p:cNvSpPr>
          <p:nvPr>
            <p:ph type="title"/>
          </p:nvPr>
        </p:nvSpPr>
        <p:spPr/>
        <p:txBody>
          <a:bodyPr/>
          <a:lstStyle/>
          <a:p>
            <a:r>
              <a:rPr lang="en-US" dirty="0"/>
              <a:t>1</a:t>
            </a:r>
            <a:r>
              <a:rPr lang="en-US" sz="5400" b="0" i="0" u="none" strike="noStrike" cap="none" dirty="0">
                <a:solidFill>
                  <a:schemeClr val="lt1"/>
                </a:solidFill>
                <a:latin typeface="Trebuchet MS"/>
                <a:ea typeface="Trebuchet MS"/>
                <a:cs typeface="Trebuchet MS"/>
                <a:sym typeface="Trebuchet MS"/>
              </a:rPr>
              <a:t>. Visitor Arrivals</a:t>
            </a:r>
            <a:endParaRPr lang="en-US" dirty="0"/>
          </a:p>
        </p:txBody>
      </p:sp>
    </p:spTree>
    <p:extLst>
      <p:ext uri="{BB962C8B-B14F-4D97-AF65-F5344CB8AC3E}">
        <p14:creationId xmlns:p14="http://schemas.microsoft.com/office/powerpoint/2010/main" val="41494180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4">
          <a:extLst>
            <a:ext uri="{FF2B5EF4-FFF2-40B4-BE49-F238E27FC236}">
              <a16:creationId xmlns:a16="http://schemas.microsoft.com/office/drawing/2014/main" id="{6F035EE5-8792-13B2-9836-677899AFF7AF}"/>
            </a:ext>
          </a:extLst>
        </p:cNvPr>
        <p:cNvGrpSpPr/>
        <p:nvPr/>
      </p:nvGrpSpPr>
      <p:grpSpPr>
        <a:xfrm>
          <a:off x="0" y="0"/>
          <a:ext cx="0" cy="0"/>
          <a:chOff x="0" y="0"/>
          <a:chExt cx="0" cy="0"/>
        </a:xfrm>
      </p:grpSpPr>
      <p:sp>
        <p:nvSpPr>
          <p:cNvPr id="10" name="Google Shape;2115;p5">
            <a:extLst>
              <a:ext uri="{FF2B5EF4-FFF2-40B4-BE49-F238E27FC236}">
                <a16:creationId xmlns:a16="http://schemas.microsoft.com/office/drawing/2014/main" id="{1F28CF14-8662-38C4-2DA5-EC7B6647775F}"/>
              </a:ext>
            </a:extLst>
          </p:cNvPr>
          <p:cNvSpPr txBox="1">
            <a:spLocks/>
          </p:cNvSpPr>
          <p:nvPr/>
        </p:nvSpPr>
        <p:spPr>
          <a:xfrm>
            <a:off x="629322" y="84660"/>
            <a:ext cx="11562669" cy="33239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2"/>
              </a:buClr>
              <a:buSzPts val="2400"/>
              <a:buFont typeface="Trebuchet MS"/>
              <a:buNone/>
              <a:defRPr sz="2400" b="0"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b="1" dirty="0">
                <a:solidFill>
                  <a:schemeClr val="accent4">
                    <a:lumMod val="50000"/>
                  </a:schemeClr>
                </a:solidFill>
              </a:rPr>
              <a:t>1.1 Visitor Arrivals by Month: January-December 2024 vs 2025</a:t>
            </a:r>
          </a:p>
        </p:txBody>
      </p:sp>
      <p:cxnSp>
        <p:nvCxnSpPr>
          <p:cNvPr id="2475" name="Straight Connector 2474">
            <a:extLst>
              <a:ext uri="{FF2B5EF4-FFF2-40B4-BE49-F238E27FC236}">
                <a16:creationId xmlns:a16="http://schemas.microsoft.com/office/drawing/2014/main" id="{DDB1B126-DCD6-1068-E487-AECCB505F7B6}"/>
              </a:ext>
            </a:extLst>
          </p:cNvPr>
          <p:cNvCxnSpPr/>
          <p:nvPr/>
        </p:nvCxnSpPr>
        <p:spPr>
          <a:xfrm>
            <a:off x="5639396" y="905940"/>
            <a:ext cx="0" cy="548640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2" name="Chart 1">
            <a:extLst>
              <a:ext uri="{FF2B5EF4-FFF2-40B4-BE49-F238E27FC236}">
                <a16:creationId xmlns:a16="http://schemas.microsoft.com/office/drawing/2014/main" id="{97A7732C-AB4E-8A7D-9B62-E6BC4B74FFE8}"/>
              </a:ext>
            </a:extLst>
          </p:cNvPr>
          <p:cNvGraphicFramePr>
            <a:graphicFrameLocks/>
          </p:cNvGraphicFramePr>
          <p:nvPr>
            <p:extLst>
              <p:ext uri="{D42A27DB-BD31-4B8C-83A1-F6EECF244321}">
                <p14:modId xmlns:p14="http://schemas.microsoft.com/office/powerpoint/2010/main" val="2718239493"/>
              </p:ext>
            </p:extLst>
          </p:nvPr>
        </p:nvGraphicFramePr>
        <p:xfrm>
          <a:off x="-221589" y="934614"/>
          <a:ext cx="5648617"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BAC8C5FE-7A54-4079-6466-E3E3E88D7EB3}"/>
              </a:ext>
            </a:extLst>
          </p:cNvPr>
          <p:cNvGraphicFramePr>
            <a:graphicFrameLocks/>
          </p:cNvGraphicFramePr>
          <p:nvPr>
            <p:extLst>
              <p:ext uri="{D42A27DB-BD31-4B8C-83A1-F6EECF244321}">
                <p14:modId xmlns:p14="http://schemas.microsoft.com/office/powerpoint/2010/main" val="1055974537"/>
              </p:ext>
            </p:extLst>
          </p:nvPr>
        </p:nvGraphicFramePr>
        <p:xfrm>
          <a:off x="181867" y="3677814"/>
          <a:ext cx="5245155" cy="318018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6CA421D9-B798-5285-2CC9-AE5290C8428F}"/>
              </a:ext>
            </a:extLst>
          </p:cNvPr>
          <p:cNvGraphicFramePr>
            <a:graphicFrameLocks/>
          </p:cNvGraphicFramePr>
          <p:nvPr>
            <p:extLst>
              <p:ext uri="{D42A27DB-BD31-4B8C-83A1-F6EECF244321}">
                <p14:modId xmlns:p14="http://schemas.microsoft.com/office/powerpoint/2010/main" val="1376073338"/>
              </p:ext>
            </p:extLst>
          </p:nvPr>
        </p:nvGraphicFramePr>
        <p:xfrm>
          <a:off x="6095999" y="685800"/>
          <a:ext cx="5489921" cy="27432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12B23748-E40C-E1C1-147C-9618B12D60DA}"/>
              </a:ext>
            </a:extLst>
          </p:cNvPr>
          <p:cNvGraphicFramePr>
            <a:graphicFrameLocks/>
          </p:cNvGraphicFramePr>
          <p:nvPr>
            <p:extLst>
              <p:ext uri="{D42A27DB-BD31-4B8C-83A1-F6EECF244321}">
                <p14:modId xmlns:p14="http://schemas.microsoft.com/office/powerpoint/2010/main" val="453467876"/>
              </p:ext>
            </p:extLst>
          </p:nvPr>
        </p:nvGraphicFramePr>
        <p:xfrm>
          <a:off x="5830478" y="3429000"/>
          <a:ext cx="5924550" cy="3160986"/>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0408790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grpSp>
        <p:nvGrpSpPr>
          <p:cNvPr id="318" name="Google Shape;318;p20"/>
          <p:cNvGrpSpPr/>
          <p:nvPr/>
        </p:nvGrpSpPr>
        <p:grpSpPr>
          <a:xfrm>
            <a:off x="3726419" y="1529463"/>
            <a:ext cx="4740110" cy="4856311"/>
            <a:chOff x="4965973" y="1329750"/>
            <a:chExt cx="1193501" cy="1222801"/>
          </a:xfrm>
        </p:grpSpPr>
        <p:sp>
          <p:nvSpPr>
            <p:cNvPr id="319" name="Google Shape;319;p20"/>
            <p:cNvSpPr/>
            <p:nvPr/>
          </p:nvSpPr>
          <p:spPr>
            <a:xfrm>
              <a:off x="5359548" y="1490425"/>
              <a:ext cx="377600" cy="143225"/>
            </a:xfrm>
            <a:custGeom>
              <a:avLst/>
              <a:gdLst/>
              <a:ahLst/>
              <a:cxnLst/>
              <a:rect l="l" t="t" r="r" b="b"/>
              <a:pathLst>
                <a:path w="15104" h="5729" extrusionOk="0">
                  <a:moveTo>
                    <a:pt x="7549" y="0"/>
                  </a:moveTo>
                  <a:lnTo>
                    <a:pt x="1" y="2854"/>
                  </a:lnTo>
                  <a:lnTo>
                    <a:pt x="7549" y="5729"/>
                  </a:lnTo>
                  <a:lnTo>
                    <a:pt x="15104" y="2854"/>
                  </a:lnTo>
                  <a:lnTo>
                    <a:pt x="7549" y="0"/>
                  </a:ln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endParaRPr sz="1867"/>
            </a:p>
          </p:txBody>
        </p:sp>
        <p:sp>
          <p:nvSpPr>
            <p:cNvPr id="320" name="Google Shape;320;p20"/>
            <p:cNvSpPr/>
            <p:nvPr/>
          </p:nvSpPr>
          <p:spPr>
            <a:xfrm>
              <a:off x="5359548" y="1561750"/>
              <a:ext cx="188725" cy="773350"/>
            </a:xfrm>
            <a:custGeom>
              <a:avLst/>
              <a:gdLst/>
              <a:ahLst/>
              <a:cxnLst/>
              <a:rect l="l" t="t" r="r" b="b"/>
              <a:pathLst>
                <a:path w="7549" h="30934" extrusionOk="0">
                  <a:moveTo>
                    <a:pt x="1" y="1"/>
                  </a:moveTo>
                  <a:lnTo>
                    <a:pt x="1" y="28081"/>
                  </a:lnTo>
                  <a:lnTo>
                    <a:pt x="7549" y="30934"/>
                  </a:lnTo>
                  <a:lnTo>
                    <a:pt x="7549" y="2876"/>
                  </a:lnTo>
                  <a:lnTo>
                    <a:pt x="1" y="1"/>
                  </a:lnTo>
                  <a:close/>
                </a:path>
              </a:pathLst>
            </a:custGeom>
            <a:solidFill>
              <a:schemeClr val="bg2">
                <a:lumMod val="75000"/>
              </a:schemeClr>
            </a:solidFill>
            <a:ln>
              <a:noFill/>
            </a:ln>
          </p:spPr>
          <p:txBody>
            <a:bodyPr spcFirstLastPara="1" wrap="square" lIns="121900" tIns="121900" rIns="121900" bIns="121900" anchor="ctr" anchorCtr="0">
              <a:noAutofit/>
            </a:bodyPr>
            <a:lstStyle/>
            <a:p>
              <a:endParaRPr sz="1867" dirty="0"/>
            </a:p>
          </p:txBody>
        </p:sp>
        <p:sp>
          <p:nvSpPr>
            <p:cNvPr id="321" name="Google Shape;321;p20"/>
            <p:cNvSpPr/>
            <p:nvPr/>
          </p:nvSpPr>
          <p:spPr>
            <a:xfrm>
              <a:off x="5548248" y="1561750"/>
              <a:ext cx="188900" cy="773350"/>
            </a:xfrm>
            <a:custGeom>
              <a:avLst/>
              <a:gdLst/>
              <a:ahLst/>
              <a:cxnLst/>
              <a:rect l="l" t="t" r="r" b="b"/>
              <a:pathLst>
                <a:path w="7556" h="30934" extrusionOk="0">
                  <a:moveTo>
                    <a:pt x="7556" y="1"/>
                  </a:moveTo>
                  <a:lnTo>
                    <a:pt x="1" y="2876"/>
                  </a:lnTo>
                  <a:lnTo>
                    <a:pt x="1" y="30934"/>
                  </a:lnTo>
                  <a:lnTo>
                    <a:pt x="7556" y="28081"/>
                  </a:lnTo>
                  <a:lnTo>
                    <a:pt x="7556" y="1"/>
                  </a:lnTo>
                  <a:close/>
                </a:path>
              </a:pathLst>
            </a:custGeom>
            <a:solidFill>
              <a:schemeClr val="accent2">
                <a:lumMod val="50000"/>
              </a:schemeClr>
            </a:solidFill>
            <a:ln>
              <a:noFill/>
            </a:ln>
          </p:spPr>
          <p:txBody>
            <a:bodyPr spcFirstLastPara="1" wrap="square" lIns="121900" tIns="121900" rIns="121900" bIns="121900" anchor="ctr" anchorCtr="0">
              <a:noAutofit/>
            </a:bodyPr>
            <a:lstStyle/>
            <a:p>
              <a:endParaRPr sz="1867"/>
            </a:p>
          </p:txBody>
        </p:sp>
        <p:sp>
          <p:nvSpPr>
            <p:cNvPr id="322" name="Google Shape;322;p20"/>
            <p:cNvSpPr/>
            <p:nvPr/>
          </p:nvSpPr>
          <p:spPr>
            <a:xfrm>
              <a:off x="5465648" y="1329750"/>
              <a:ext cx="173600" cy="227475"/>
            </a:xfrm>
            <a:custGeom>
              <a:avLst/>
              <a:gdLst/>
              <a:ahLst/>
              <a:cxnLst/>
              <a:rect l="l" t="t" r="r" b="b"/>
              <a:pathLst>
                <a:path w="6944" h="9099" extrusionOk="0">
                  <a:moveTo>
                    <a:pt x="3457" y="1"/>
                  </a:moveTo>
                  <a:cubicBezTo>
                    <a:pt x="1550" y="1"/>
                    <a:pt x="0" y="1544"/>
                    <a:pt x="0" y="3487"/>
                  </a:cubicBezTo>
                  <a:cubicBezTo>
                    <a:pt x="0" y="6427"/>
                    <a:pt x="3457" y="9099"/>
                    <a:pt x="3457" y="9099"/>
                  </a:cubicBezTo>
                  <a:cubicBezTo>
                    <a:pt x="3457" y="9099"/>
                    <a:pt x="6944" y="6639"/>
                    <a:pt x="6944" y="3487"/>
                  </a:cubicBezTo>
                  <a:cubicBezTo>
                    <a:pt x="6944" y="1544"/>
                    <a:pt x="5401" y="1"/>
                    <a:pt x="3457" y="1"/>
                  </a:cubicBezTo>
                  <a:close/>
                </a:path>
              </a:pathLst>
            </a:custGeom>
            <a:solidFill>
              <a:schemeClr val="lt2"/>
            </a:solidFill>
            <a:ln>
              <a:noFill/>
            </a:ln>
          </p:spPr>
          <p:txBody>
            <a:bodyPr spcFirstLastPara="1" wrap="square" lIns="121900" tIns="121900" rIns="121900" bIns="121900" anchor="ctr" anchorCtr="0">
              <a:noAutofit/>
            </a:bodyPr>
            <a:lstStyle/>
            <a:p>
              <a:endParaRPr sz="1867"/>
            </a:p>
          </p:txBody>
        </p:sp>
        <p:sp>
          <p:nvSpPr>
            <p:cNvPr id="323" name="Google Shape;323;p20"/>
            <p:cNvSpPr/>
            <p:nvPr/>
          </p:nvSpPr>
          <p:spPr>
            <a:xfrm>
              <a:off x="5478548" y="1342500"/>
              <a:ext cx="147975" cy="147950"/>
            </a:xfrm>
            <a:custGeom>
              <a:avLst/>
              <a:gdLst/>
              <a:ahLst/>
              <a:cxnLst/>
              <a:rect l="l" t="t" r="r" b="b"/>
              <a:pathLst>
                <a:path w="5919" h="5918" extrusionOk="0">
                  <a:moveTo>
                    <a:pt x="2971" y="0"/>
                  </a:moveTo>
                  <a:cubicBezTo>
                    <a:pt x="1333" y="0"/>
                    <a:pt x="1" y="1339"/>
                    <a:pt x="1" y="2977"/>
                  </a:cubicBezTo>
                  <a:cubicBezTo>
                    <a:pt x="1" y="4585"/>
                    <a:pt x="1333" y="5917"/>
                    <a:pt x="2971" y="5917"/>
                  </a:cubicBezTo>
                  <a:cubicBezTo>
                    <a:pt x="4579" y="5917"/>
                    <a:pt x="5918" y="4585"/>
                    <a:pt x="5918" y="2977"/>
                  </a:cubicBezTo>
                  <a:cubicBezTo>
                    <a:pt x="5918" y="1339"/>
                    <a:pt x="4579" y="0"/>
                    <a:pt x="2971" y="0"/>
                  </a:cubicBez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endParaRPr sz="1867"/>
            </a:p>
          </p:txBody>
        </p:sp>
        <p:sp>
          <p:nvSpPr>
            <p:cNvPr id="324" name="Google Shape;324;p20"/>
            <p:cNvSpPr/>
            <p:nvPr/>
          </p:nvSpPr>
          <p:spPr>
            <a:xfrm>
              <a:off x="4965973" y="2134026"/>
              <a:ext cx="566475" cy="214725"/>
            </a:xfrm>
            <a:custGeom>
              <a:avLst/>
              <a:gdLst/>
              <a:ahLst/>
              <a:cxnLst/>
              <a:rect l="l" t="t" r="r" b="b"/>
              <a:pathLst>
                <a:path w="22659" h="8589" extrusionOk="0">
                  <a:moveTo>
                    <a:pt x="11348" y="0"/>
                  </a:moveTo>
                  <a:lnTo>
                    <a:pt x="1" y="4309"/>
                  </a:lnTo>
                  <a:lnTo>
                    <a:pt x="11348" y="8589"/>
                  </a:lnTo>
                  <a:lnTo>
                    <a:pt x="22658" y="4309"/>
                  </a:lnTo>
                  <a:lnTo>
                    <a:pt x="11348" y="0"/>
                  </a:lnTo>
                  <a:close/>
                </a:path>
              </a:pathLst>
            </a:custGeom>
            <a:solidFill>
              <a:srgbClr val="E4E4E4"/>
            </a:solidFill>
            <a:ln>
              <a:noFill/>
            </a:ln>
          </p:spPr>
          <p:txBody>
            <a:bodyPr spcFirstLastPara="1" wrap="square" lIns="121900" tIns="121900" rIns="121900" bIns="121900" anchor="ctr" anchorCtr="0">
              <a:noAutofit/>
            </a:bodyPr>
            <a:lstStyle/>
            <a:p>
              <a:endParaRPr sz="1867"/>
            </a:p>
          </p:txBody>
        </p:sp>
        <p:sp>
          <p:nvSpPr>
            <p:cNvPr id="325" name="Google Shape;325;p20"/>
            <p:cNvSpPr/>
            <p:nvPr/>
          </p:nvSpPr>
          <p:spPr>
            <a:xfrm>
              <a:off x="4965973" y="2241726"/>
              <a:ext cx="283700" cy="185100"/>
            </a:xfrm>
            <a:custGeom>
              <a:avLst/>
              <a:gdLst/>
              <a:ahLst/>
              <a:cxnLst/>
              <a:rect l="l" t="t" r="r" b="b"/>
              <a:pathLst>
                <a:path w="11348" h="7404" extrusionOk="0">
                  <a:moveTo>
                    <a:pt x="1" y="1"/>
                  </a:moveTo>
                  <a:lnTo>
                    <a:pt x="1" y="3123"/>
                  </a:lnTo>
                  <a:lnTo>
                    <a:pt x="11348" y="7403"/>
                  </a:lnTo>
                  <a:lnTo>
                    <a:pt x="11348" y="4281"/>
                  </a:lnTo>
                  <a:lnTo>
                    <a:pt x="1" y="1"/>
                  </a:lnTo>
                  <a:close/>
                </a:path>
              </a:pathLst>
            </a:custGeom>
            <a:solidFill>
              <a:srgbClr val="ACACAC"/>
            </a:solidFill>
            <a:ln>
              <a:noFill/>
            </a:ln>
          </p:spPr>
          <p:txBody>
            <a:bodyPr spcFirstLastPara="1" wrap="square" lIns="121900" tIns="121900" rIns="121900" bIns="121900" anchor="ctr" anchorCtr="0">
              <a:noAutofit/>
            </a:bodyPr>
            <a:lstStyle/>
            <a:p>
              <a:endParaRPr sz="1867"/>
            </a:p>
          </p:txBody>
        </p:sp>
        <p:sp>
          <p:nvSpPr>
            <p:cNvPr id="326" name="Google Shape;326;p20"/>
            <p:cNvSpPr/>
            <p:nvPr/>
          </p:nvSpPr>
          <p:spPr>
            <a:xfrm>
              <a:off x="5249648" y="2241726"/>
              <a:ext cx="282800" cy="185100"/>
            </a:xfrm>
            <a:custGeom>
              <a:avLst/>
              <a:gdLst/>
              <a:ahLst/>
              <a:cxnLst/>
              <a:rect l="l" t="t" r="r" b="b"/>
              <a:pathLst>
                <a:path w="11312" h="7404" extrusionOk="0">
                  <a:moveTo>
                    <a:pt x="11311" y="1"/>
                  </a:moveTo>
                  <a:lnTo>
                    <a:pt x="1" y="4281"/>
                  </a:lnTo>
                  <a:lnTo>
                    <a:pt x="1" y="7403"/>
                  </a:lnTo>
                  <a:lnTo>
                    <a:pt x="11311" y="3123"/>
                  </a:lnTo>
                  <a:lnTo>
                    <a:pt x="11311" y="1"/>
                  </a:lnTo>
                  <a:close/>
                </a:path>
              </a:pathLst>
            </a:custGeom>
            <a:solidFill>
              <a:srgbClr val="D2D2D2"/>
            </a:solidFill>
            <a:ln>
              <a:noFill/>
            </a:ln>
          </p:spPr>
          <p:txBody>
            <a:bodyPr spcFirstLastPara="1" wrap="square" lIns="121900" tIns="121900" rIns="121900" bIns="121900" anchor="ctr" anchorCtr="0">
              <a:noAutofit/>
            </a:bodyPr>
            <a:lstStyle/>
            <a:p>
              <a:endParaRPr sz="1867"/>
            </a:p>
          </p:txBody>
        </p:sp>
        <p:sp>
          <p:nvSpPr>
            <p:cNvPr id="327" name="Google Shape;327;p20"/>
            <p:cNvSpPr/>
            <p:nvPr/>
          </p:nvSpPr>
          <p:spPr>
            <a:xfrm>
              <a:off x="5060774" y="1990825"/>
              <a:ext cx="377600" cy="143225"/>
            </a:xfrm>
            <a:custGeom>
              <a:avLst/>
              <a:gdLst/>
              <a:ahLst/>
              <a:cxnLst/>
              <a:rect l="l" t="t" r="r" b="b"/>
              <a:pathLst>
                <a:path w="15104" h="5729" extrusionOk="0">
                  <a:moveTo>
                    <a:pt x="7556" y="0"/>
                  </a:moveTo>
                  <a:lnTo>
                    <a:pt x="1" y="2882"/>
                  </a:lnTo>
                  <a:lnTo>
                    <a:pt x="7556" y="5728"/>
                  </a:lnTo>
                  <a:lnTo>
                    <a:pt x="15103" y="2882"/>
                  </a:lnTo>
                  <a:lnTo>
                    <a:pt x="7556" y="0"/>
                  </a:lnTo>
                  <a:close/>
                </a:path>
              </a:pathLst>
            </a:custGeom>
            <a:solidFill>
              <a:schemeClr val="accent6">
                <a:lumMod val="60000"/>
                <a:lumOff val="40000"/>
              </a:schemeClr>
            </a:solidFill>
            <a:ln>
              <a:noFill/>
            </a:ln>
          </p:spPr>
          <p:txBody>
            <a:bodyPr spcFirstLastPara="1" wrap="square" lIns="121900" tIns="121900" rIns="121900" bIns="121900" anchor="ctr" anchorCtr="0">
              <a:noAutofit/>
            </a:bodyPr>
            <a:lstStyle/>
            <a:p>
              <a:endParaRPr sz="1867"/>
            </a:p>
          </p:txBody>
        </p:sp>
        <p:sp>
          <p:nvSpPr>
            <p:cNvPr id="328" name="Google Shape;328;p20"/>
            <p:cNvSpPr/>
            <p:nvPr/>
          </p:nvSpPr>
          <p:spPr>
            <a:xfrm>
              <a:off x="5060773" y="2062875"/>
              <a:ext cx="188900" cy="256950"/>
            </a:xfrm>
            <a:custGeom>
              <a:avLst/>
              <a:gdLst/>
              <a:ahLst/>
              <a:cxnLst/>
              <a:rect l="l" t="t" r="r" b="b"/>
              <a:pathLst>
                <a:path w="7556" h="10278" extrusionOk="0">
                  <a:moveTo>
                    <a:pt x="1" y="0"/>
                  </a:moveTo>
                  <a:lnTo>
                    <a:pt x="1" y="7432"/>
                  </a:lnTo>
                  <a:lnTo>
                    <a:pt x="7556" y="10277"/>
                  </a:lnTo>
                  <a:lnTo>
                    <a:pt x="7556" y="2817"/>
                  </a:lnTo>
                  <a:lnTo>
                    <a:pt x="1" y="0"/>
                  </a:lnTo>
                  <a:close/>
                </a:path>
              </a:pathLst>
            </a:custGeom>
            <a:solidFill>
              <a:schemeClr val="accent6">
                <a:lumMod val="75000"/>
              </a:schemeClr>
            </a:solidFill>
            <a:ln>
              <a:noFill/>
            </a:ln>
          </p:spPr>
          <p:txBody>
            <a:bodyPr spcFirstLastPara="1" wrap="square" lIns="121900" tIns="121900" rIns="121900" bIns="121900" anchor="ctr" anchorCtr="0">
              <a:noAutofit/>
            </a:bodyPr>
            <a:lstStyle/>
            <a:p>
              <a:endParaRPr sz="1867"/>
            </a:p>
          </p:txBody>
        </p:sp>
        <p:sp>
          <p:nvSpPr>
            <p:cNvPr id="329" name="Google Shape;329;p20"/>
            <p:cNvSpPr/>
            <p:nvPr/>
          </p:nvSpPr>
          <p:spPr>
            <a:xfrm>
              <a:off x="5249648" y="2062875"/>
              <a:ext cx="188725" cy="256950"/>
            </a:xfrm>
            <a:custGeom>
              <a:avLst/>
              <a:gdLst/>
              <a:ahLst/>
              <a:cxnLst/>
              <a:rect l="l" t="t" r="r" b="b"/>
              <a:pathLst>
                <a:path w="7549" h="10278" extrusionOk="0">
                  <a:moveTo>
                    <a:pt x="7548" y="0"/>
                  </a:moveTo>
                  <a:lnTo>
                    <a:pt x="1" y="2846"/>
                  </a:lnTo>
                  <a:lnTo>
                    <a:pt x="1" y="10277"/>
                  </a:lnTo>
                  <a:lnTo>
                    <a:pt x="7548" y="7432"/>
                  </a:lnTo>
                  <a:lnTo>
                    <a:pt x="7548" y="0"/>
                  </a:lnTo>
                  <a:close/>
                </a:path>
              </a:pathLst>
            </a:custGeom>
            <a:solidFill>
              <a:schemeClr val="accent6">
                <a:lumMod val="50000"/>
              </a:schemeClr>
            </a:solidFill>
            <a:ln>
              <a:solidFill>
                <a:schemeClr val="accent6">
                  <a:lumMod val="50000"/>
                </a:schemeClr>
              </a:solidFill>
            </a:ln>
          </p:spPr>
          <p:txBody>
            <a:bodyPr spcFirstLastPara="1" wrap="square" lIns="121900" tIns="121900" rIns="121900" bIns="121900" anchor="ctr" anchorCtr="0">
              <a:noAutofit/>
            </a:bodyPr>
            <a:lstStyle/>
            <a:p>
              <a:endParaRPr sz="1867"/>
            </a:p>
          </p:txBody>
        </p:sp>
        <p:sp>
          <p:nvSpPr>
            <p:cNvPr id="330" name="Google Shape;330;p20"/>
            <p:cNvSpPr/>
            <p:nvPr/>
          </p:nvSpPr>
          <p:spPr>
            <a:xfrm>
              <a:off x="5162499" y="1815576"/>
              <a:ext cx="174350" cy="228400"/>
            </a:xfrm>
            <a:custGeom>
              <a:avLst/>
              <a:gdLst/>
              <a:ahLst/>
              <a:cxnLst/>
              <a:rect l="l" t="t" r="r" b="b"/>
              <a:pathLst>
                <a:path w="6974" h="9136" extrusionOk="0">
                  <a:moveTo>
                    <a:pt x="3487" y="1"/>
                  </a:moveTo>
                  <a:cubicBezTo>
                    <a:pt x="1543" y="1"/>
                    <a:pt x="0" y="1580"/>
                    <a:pt x="0" y="3495"/>
                  </a:cubicBezTo>
                  <a:cubicBezTo>
                    <a:pt x="0" y="6464"/>
                    <a:pt x="3487" y="9135"/>
                    <a:pt x="3487" y="9135"/>
                  </a:cubicBezTo>
                  <a:cubicBezTo>
                    <a:pt x="3487" y="9135"/>
                    <a:pt x="6973" y="6675"/>
                    <a:pt x="6973" y="3495"/>
                  </a:cubicBezTo>
                  <a:cubicBezTo>
                    <a:pt x="6973" y="1580"/>
                    <a:pt x="5394" y="1"/>
                    <a:pt x="3487" y="1"/>
                  </a:cubicBezTo>
                  <a:close/>
                </a:path>
              </a:pathLst>
            </a:custGeom>
            <a:solidFill>
              <a:schemeClr val="lt2"/>
            </a:solidFill>
            <a:ln>
              <a:noFill/>
            </a:ln>
          </p:spPr>
          <p:txBody>
            <a:bodyPr spcFirstLastPara="1" wrap="square" lIns="121900" tIns="121900" rIns="121900" bIns="121900" anchor="ctr" anchorCtr="0">
              <a:noAutofit/>
            </a:bodyPr>
            <a:lstStyle/>
            <a:p>
              <a:endParaRPr sz="1867"/>
            </a:p>
          </p:txBody>
        </p:sp>
        <p:sp>
          <p:nvSpPr>
            <p:cNvPr id="331" name="Google Shape;331;p20"/>
            <p:cNvSpPr/>
            <p:nvPr/>
          </p:nvSpPr>
          <p:spPr>
            <a:xfrm>
              <a:off x="5175224" y="1829225"/>
              <a:ext cx="147975" cy="147975"/>
            </a:xfrm>
            <a:custGeom>
              <a:avLst/>
              <a:gdLst/>
              <a:ahLst/>
              <a:cxnLst/>
              <a:rect l="l" t="t" r="r" b="b"/>
              <a:pathLst>
                <a:path w="5919" h="5919" extrusionOk="0">
                  <a:moveTo>
                    <a:pt x="2978" y="1"/>
                  </a:moveTo>
                  <a:cubicBezTo>
                    <a:pt x="1340" y="1"/>
                    <a:pt x="1" y="1340"/>
                    <a:pt x="1" y="2949"/>
                  </a:cubicBezTo>
                  <a:cubicBezTo>
                    <a:pt x="1" y="4586"/>
                    <a:pt x="1340" y="5918"/>
                    <a:pt x="2978" y="5918"/>
                  </a:cubicBezTo>
                  <a:cubicBezTo>
                    <a:pt x="4615" y="5918"/>
                    <a:pt x="5918" y="4586"/>
                    <a:pt x="5918" y="2949"/>
                  </a:cubicBezTo>
                  <a:cubicBezTo>
                    <a:pt x="5918" y="1340"/>
                    <a:pt x="4615" y="1"/>
                    <a:pt x="2978" y="1"/>
                  </a:cubicBezTo>
                  <a:close/>
                </a:path>
              </a:pathLst>
            </a:custGeom>
            <a:solidFill>
              <a:schemeClr val="accent6">
                <a:lumMod val="60000"/>
                <a:lumOff val="40000"/>
              </a:schemeClr>
            </a:solidFill>
            <a:ln>
              <a:noFill/>
            </a:ln>
          </p:spPr>
          <p:txBody>
            <a:bodyPr spcFirstLastPara="1" wrap="square" lIns="121900" tIns="121900" rIns="121900" bIns="121900" anchor="ctr" anchorCtr="0">
              <a:noAutofit/>
            </a:bodyPr>
            <a:lstStyle/>
            <a:p>
              <a:endParaRPr sz="1867"/>
            </a:p>
          </p:txBody>
        </p:sp>
        <p:sp>
          <p:nvSpPr>
            <p:cNvPr id="332" name="Google Shape;332;p20"/>
            <p:cNvSpPr/>
            <p:nvPr/>
          </p:nvSpPr>
          <p:spPr>
            <a:xfrm>
              <a:off x="5593024" y="2134026"/>
              <a:ext cx="566450" cy="214725"/>
            </a:xfrm>
            <a:custGeom>
              <a:avLst/>
              <a:gdLst/>
              <a:ahLst/>
              <a:cxnLst/>
              <a:rect l="l" t="t" r="r" b="b"/>
              <a:pathLst>
                <a:path w="22658" h="8589" extrusionOk="0">
                  <a:moveTo>
                    <a:pt x="11311" y="0"/>
                  </a:moveTo>
                  <a:lnTo>
                    <a:pt x="0" y="4309"/>
                  </a:lnTo>
                  <a:lnTo>
                    <a:pt x="11311" y="8589"/>
                  </a:lnTo>
                  <a:lnTo>
                    <a:pt x="22658" y="4309"/>
                  </a:lnTo>
                  <a:lnTo>
                    <a:pt x="11311" y="0"/>
                  </a:lnTo>
                  <a:close/>
                </a:path>
              </a:pathLst>
            </a:custGeom>
            <a:solidFill>
              <a:srgbClr val="E4E4E4"/>
            </a:solidFill>
            <a:ln>
              <a:noFill/>
            </a:ln>
          </p:spPr>
          <p:txBody>
            <a:bodyPr spcFirstLastPara="1" wrap="square" lIns="121900" tIns="121900" rIns="121900" bIns="121900" anchor="ctr" anchorCtr="0">
              <a:noAutofit/>
            </a:bodyPr>
            <a:lstStyle/>
            <a:p>
              <a:endParaRPr sz="1867"/>
            </a:p>
          </p:txBody>
        </p:sp>
        <p:sp>
          <p:nvSpPr>
            <p:cNvPr id="333" name="Google Shape;333;p20"/>
            <p:cNvSpPr/>
            <p:nvPr/>
          </p:nvSpPr>
          <p:spPr>
            <a:xfrm>
              <a:off x="5593024" y="2241726"/>
              <a:ext cx="282775" cy="185100"/>
            </a:xfrm>
            <a:custGeom>
              <a:avLst/>
              <a:gdLst/>
              <a:ahLst/>
              <a:cxnLst/>
              <a:rect l="l" t="t" r="r" b="b"/>
              <a:pathLst>
                <a:path w="11311" h="7404" extrusionOk="0">
                  <a:moveTo>
                    <a:pt x="0" y="1"/>
                  </a:moveTo>
                  <a:lnTo>
                    <a:pt x="0" y="3123"/>
                  </a:lnTo>
                  <a:lnTo>
                    <a:pt x="11311" y="7403"/>
                  </a:lnTo>
                  <a:lnTo>
                    <a:pt x="11311" y="4281"/>
                  </a:lnTo>
                  <a:lnTo>
                    <a:pt x="0" y="1"/>
                  </a:lnTo>
                  <a:close/>
                </a:path>
              </a:pathLst>
            </a:custGeom>
            <a:solidFill>
              <a:srgbClr val="ACACAC"/>
            </a:solidFill>
            <a:ln>
              <a:noFill/>
            </a:ln>
          </p:spPr>
          <p:txBody>
            <a:bodyPr spcFirstLastPara="1" wrap="square" lIns="121900" tIns="121900" rIns="121900" bIns="121900" anchor="ctr" anchorCtr="0">
              <a:noAutofit/>
            </a:bodyPr>
            <a:lstStyle/>
            <a:p>
              <a:endParaRPr sz="1867"/>
            </a:p>
          </p:txBody>
        </p:sp>
        <p:sp>
          <p:nvSpPr>
            <p:cNvPr id="334" name="Google Shape;334;p20"/>
            <p:cNvSpPr/>
            <p:nvPr/>
          </p:nvSpPr>
          <p:spPr>
            <a:xfrm>
              <a:off x="5875774" y="2241726"/>
              <a:ext cx="283700" cy="185100"/>
            </a:xfrm>
            <a:custGeom>
              <a:avLst/>
              <a:gdLst/>
              <a:ahLst/>
              <a:cxnLst/>
              <a:rect l="l" t="t" r="r" b="b"/>
              <a:pathLst>
                <a:path w="11348" h="7404" extrusionOk="0">
                  <a:moveTo>
                    <a:pt x="11348" y="1"/>
                  </a:moveTo>
                  <a:lnTo>
                    <a:pt x="1" y="4281"/>
                  </a:lnTo>
                  <a:lnTo>
                    <a:pt x="1" y="7403"/>
                  </a:lnTo>
                  <a:lnTo>
                    <a:pt x="11348" y="3123"/>
                  </a:lnTo>
                  <a:lnTo>
                    <a:pt x="11348" y="1"/>
                  </a:lnTo>
                  <a:close/>
                </a:path>
              </a:pathLst>
            </a:custGeom>
            <a:solidFill>
              <a:srgbClr val="D2D2D2"/>
            </a:solidFill>
            <a:ln>
              <a:noFill/>
            </a:ln>
          </p:spPr>
          <p:txBody>
            <a:bodyPr spcFirstLastPara="1" wrap="square" lIns="121900" tIns="121900" rIns="121900" bIns="121900" anchor="ctr" anchorCtr="0">
              <a:noAutofit/>
            </a:bodyPr>
            <a:lstStyle/>
            <a:p>
              <a:endParaRPr sz="1867"/>
            </a:p>
          </p:txBody>
        </p:sp>
        <p:sp>
          <p:nvSpPr>
            <p:cNvPr id="335" name="Google Shape;335;p20"/>
            <p:cNvSpPr/>
            <p:nvPr/>
          </p:nvSpPr>
          <p:spPr>
            <a:xfrm>
              <a:off x="5687824" y="1710225"/>
              <a:ext cx="376850" cy="142675"/>
            </a:xfrm>
            <a:custGeom>
              <a:avLst/>
              <a:gdLst/>
              <a:ahLst/>
              <a:cxnLst/>
              <a:rect l="l" t="t" r="r" b="b"/>
              <a:pathLst>
                <a:path w="15074" h="5707" extrusionOk="0">
                  <a:moveTo>
                    <a:pt x="7519" y="1"/>
                  </a:moveTo>
                  <a:lnTo>
                    <a:pt x="0" y="2854"/>
                  </a:lnTo>
                  <a:lnTo>
                    <a:pt x="7519" y="5707"/>
                  </a:lnTo>
                  <a:lnTo>
                    <a:pt x="15074" y="2854"/>
                  </a:lnTo>
                  <a:lnTo>
                    <a:pt x="7519" y="1"/>
                  </a:lnTo>
                  <a:close/>
                </a:path>
              </a:pathLst>
            </a:custGeom>
            <a:solidFill>
              <a:schemeClr val="accent3">
                <a:lumMod val="60000"/>
                <a:lumOff val="40000"/>
              </a:schemeClr>
            </a:solidFill>
            <a:ln>
              <a:noFill/>
            </a:ln>
          </p:spPr>
          <p:txBody>
            <a:bodyPr spcFirstLastPara="1" wrap="square" lIns="121900" tIns="121900" rIns="121900" bIns="121900" anchor="ctr" anchorCtr="0">
              <a:noAutofit/>
            </a:bodyPr>
            <a:lstStyle/>
            <a:p>
              <a:endParaRPr sz="1867"/>
            </a:p>
          </p:txBody>
        </p:sp>
        <p:sp>
          <p:nvSpPr>
            <p:cNvPr id="336" name="Google Shape;336;p20"/>
            <p:cNvSpPr/>
            <p:nvPr/>
          </p:nvSpPr>
          <p:spPr>
            <a:xfrm>
              <a:off x="5687824" y="1781550"/>
              <a:ext cx="187975" cy="538275"/>
            </a:xfrm>
            <a:custGeom>
              <a:avLst/>
              <a:gdLst/>
              <a:ahLst/>
              <a:cxnLst/>
              <a:rect l="l" t="t" r="r" b="b"/>
              <a:pathLst>
                <a:path w="7519" h="21531" extrusionOk="0">
                  <a:moveTo>
                    <a:pt x="0" y="1"/>
                  </a:moveTo>
                  <a:lnTo>
                    <a:pt x="0" y="18685"/>
                  </a:lnTo>
                  <a:lnTo>
                    <a:pt x="7519" y="21530"/>
                  </a:lnTo>
                  <a:lnTo>
                    <a:pt x="7519" y="2854"/>
                  </a:lnTo>
                  <a:lnTo>
                    <a:pt x="0" y="1"/>
                  </a:lnTo>
                  <a:close/>
                </a:path>
              </a:pathLst>
            </a:custGeom>
            <a:solidFill>
              <a:schemeClr val="accent3">
                <a:lumMod val="75000"/>
              </a:schemeClr>
            </a:solidFill>
            <a:ln>
              <a:noFill/>
            </a:ln>
          </p:spPr>
          <p:txBody>
            <a:bodyPr spcFirstLastPara="1" wrap="square" lIns="121900" tIns="121900" rIns="121900" bIns="121900" anchor="ctr" anchorCtr="0">
              <a:noAutofit/>
            </a:bodyPr>
            <a:lstStyle/>
            <a:p>
              <a:endParaRPr sz="1867"/>
            </a:p>
          </p:txBody>
        </p:sp>
        <p:sp>
          <p:nvSpPr>
            <p:cNvPr id="337" name="Google Shape;337;p20"/>
            <p:cNvSpPr/>
            <p:nvPr/>
          </p:nvSpPr>
          <p:spPr>
            <a:xfrm>
              <a:off x="5875775" y="1781550"/>
              <a:ext cx="188900" cy="538275"/>
            </a:xfrm>
            <a:custGeom>
              <a:avLst/>
              <a:gdLst/>
              <a:ahLst/>
              <a:cxnLst/>
              <a:rect l="l" t="t" r="r" b="b"/>
              <a:pathLst>
                <a:path w="7556" h="21531" extrusionOk="0">
                  <a:moveTo>
                    <a:pt x="7556" y="1"/>
                  </a:moveTo>
                  <a:lnTo>
                    <a:pt x="1" y="2854"/>
                  </a:lnTo>
                  <a:lnTo>
                    <a:pt x="1" y="21530"/>
                  </a:lnTo>
                  <a:lnTo>
                    <a:pt x="7556" y="18685"/>
                  </a:lnTo>
                  <a:lnTo>
                    <a:pt x="7556" y="1"/>
                  </a:lnTo>
                  <a:close/>
                </a:path>
              </a:pathLst>
            </a:custGeom>
            <a:solidFill>
              <a:schemeClr val="accent3">
                <a:lumMod val="50000"/>
              </a:schemeClr>
            </a:solidFill>
            <a:ln>
              <a:noFill/>
            </a:ln>
          </p:spPr>
          <p:txBody>
            <a:bodyPr spcFirstLastPara="1" wrap="square" lIns="121900" tIns="121900" rIns="121900" bIns="121900" anchor="ctr" anchorCtr="0">
              <a:noAutofit/>
            </a:bodyPr>
            <a:lstStyle/>
            <a:p>
              <a:endParaRPr sz="1867"/>
            </a:p>
          </p:txBody>
        </p:sp>
        <p:sp>
          <p:nvSpPr>
            <p:cNvPr id="338" name="Google Shape;338;p20"/>
            <p:cNvSpPr/>
            <p:nvPr/>
          </p:nvSpPr>
          <p:spPr>
            <a:xfrm>
              <a:off x="5789350" y="1545000"/>
              <a:ext cx="173800" cy="227475"/>
            </a:xfrm>
            <a:custGeom>
              <a:avLst/>
              <a:gdLst/>
              <a:ahLst/>
              <a:cxnLst/>
              <a:rect l="l" t="t" r="r" b="b"/>
              <a:pathLst>
                <a:path w="6952" h="9099" extrusionOk="0">
                  <a:moveTo>
                    <a:pt x="3458" y="1"/>
                  </a:moveTo>
                  <a:cubicBezTo>
                    <a:pt x="1551" y="1"/>
                    <a:pt x="0" y="1580"/>
                    <a:pt x="0" y="3487"/>
                  </a:cubicBezTo>
                  <a:cubicBezTo>
                    <a:pt x="0" y="6457"/>
                    <a:pt x="3458" y="9099"/>
                    <a:pt x="3458" y="9099"/>
                  </a:cubicBezTo>
                  <a:cubicBezTo>
                    <a:pt x="3458" y="9099"/>
                    <a:pt x="6951" y="6675"/>
                    <a:pt x="6951" y="3487"/>
                  </a:cubicBezTo>
                  <a:cubicBezTo>
                    <a:pt x="6951" y="1580"/>
                    <a:pt x="5401" y="1"/>
                    <a:pt x="3458" y="1"/>
                  </a:cubicBezTo>
                  <a:close/>
                </a:path>
              </a:pathLst>
            </a:custGeom>
            <a:solidFill>
              <a:schemeClr val="lt2"/>
            </a:solidFill>
            <a:ln>
              <a:noFill/>
            </a:ln>
          </p:spPr>
          <p:txBody>
            <a:bodyPr spcFirstLastPara="1" wrap="square" lIns="121900" tIns="121900" rIns="121900" bIns="121900" anchor="ctr" anchorCtr="0">
              <a:noAutofit/>
            </a:bodyPr>
            <a:lstStyle/>
            <a:p>
              <a:endParaRPr sz="1867"/>
            </a:p>
          </p:txBody>
        </p:sp>
        <p:sp>
          <p:nvSpPr>
            <p:cNvPr id="339" name="Google Shape;339;p20"/>
            <p:cNvSpPr/>
            <p:nvPr/>
          </p:nvSpPr>
          <p:spPr>
            <a:xfrm>
              <a:off x="5802275" y="1557925"/>
              <a:ext cx="147950" cy="148500"/>
            </a:xfrm>
            <a:custGeom>
              <a:avLst/>
              <a:gdLst/>
              <a:ahLst/>
              <a:cxnLst/>
              <a:rect l="l" t="t" r="r" b="b"/>
              <a:pathLst>
                <a:path w="5918" h="5940" extrusionOk="0">
                  <a:moveTo>
                    <a:pt x="2941" y="1"/>
                  </a:moveTo>
                  <a:cubicBezTo>
                    <a:pt x="1339" y="1"/>
                    <a:pt x="0" y="1333"/>
                    <a:pt x="0" y="2970"/>
                  </a:cubicBezTo>
                  <a:cubicBezTo>
                    <a:pt x="0" y="4608"/>
                    <a:pt x="1339" y="5940"/>
                    <a:pt x="2941" y="5940"/>
                  </a:cubicBezTo>
                  <a:cubicBezTo>
                    <a:pt x="4578" y="5940"/>
                    <a:pt x="5918" y="4608"/>
                    <a:pt x="5918" y="2970"/>
                  </a:cubicBezTo>
                  <a:cubicBezTo>
                    <a:pt x="5918" y="1333"/>
                    <a:pt x="4578" y="1"/>
                    <a:pt x="2941" y="1"/>
                  </a:cubicBezTo>
                  <a:close/>
                </a:path>
              </a:pathLst>
            </a:custGeom>
            <a:solidFill>
              <a:schemeClr val="accent3">
                <a:lumMod val="60000"/>
                <a:lumOff val="40000"/>
              </a:schemeClr>
            </a:solidFill>
            <a:ln>
              <a:noFill/>
            </a:ln>
          </p:spPr>
          <p:txBody>
            <a:bodyPr spcFirstLastPara="1" wrap="square" lIns="121900" tIns="121900" rIns="121900" bIns="121900" anchor="ctr" anchorCtr="0">
              <a:noAutofit/>
            </a:bodyPr>
            <a:lstStyle/>
            <a:p>
              <a:endParaRPr sz="1867"/>
            </a:p>
          </p:txBody>
        </p:sp>
        <p:sp>
          <p:nvSpPr>
            <p:cNvPr id="340" name="Google Shape;340;p20"/>
            <p:cNvSpPr/>
            <p:nvPr/>
          </p:nvSpPr>
          <p:spPr>
            <a:xfrm>
              <a:off x="5278400" y="2259926"/>
              <a:ext cx="566475" cy="214550"/>
            </a:xfrm>
            <a:custGeom>
              <a:avLst/>
              <a:gdLst/>
              <a:ahLst/>
              <a:cxnLst/>
              <a:rect l="l" t="t" r="r" b="b"/>
              <a:pathLst>
                <a:path w="22659" h="8582" extrusionOk="0">
                  <a:moveTo>
                    <a:pt x="11340" y="1"/>
                  </a:moveTo>
                  <a:lnTo>
                    <a:pt x="1" y="4310"/>
                  </a:lnTo>
                  <a:lnTo>
                    <a:pt x="11340" y="8582"/>
                  </a:lnTo>
                  <a:lnTo>
                    <a:pt x="22658" y="4310"/>
                  </a:lnTo>
                  <a:lnTo>
                    <a:pt x="11340" y="1"/>
                  </a:lnTo>
                  <a:close/>
                </a:path>
              </a:pathLst>
            </a:custGeom>
            <a:solidFill>
              <a:srgbClr val="E4E4E4"/>
            </a:solidFill>
            <a:ln>
              <a:noFill/>
            </a:ln>
          </p:spPr>
          <p:txBody>
            <a:bodyPr spcFirstLastPara="1" wrap="square" lIns="121900" tIns="121900" rIns="121900" bIns="121900" anchor="ctr" anchorCtr="0">
              <a:noAutofit/>
            </a:bodyPr>
            <a:lstStyle/>
            <a:p>
              <a:endParaRPr sz="1867"/>
            </a:p>
          </p:txBody>
        </p:sp>
        <p:sp>
          <p:nvSpPr>
            <p:cNvPr id="341" name="Google Shape;341;p20"/>
            <p:cNvSpPr/>
            <p:nvPr/>
          </p:nvSpPr>
          <p:spPr>
            <a:xfrm>
              <a:off x="5278401" y="2367651"/>
              <a:ext cx="283525" cy="184900"/>
            </a:xfrm>
            <a:custGeom>
              <a:avLst/>
              <a:gdLst/>
              <a:ahLst/>
              <a:cxnLst/>
              <a:rect l="l" t="t" r="r" b="b"/>
              <a:pathLst>
                <a:path w="11341" h="7396" extrusionOk="0">
                  <a:moveTo>
                    <a:pt x="1" y="1"/>
                  </a:moveTo>
                  <a:lnTo>
                    <a:pt x="1" y="3123"/>
                  </a:lnTo>
                  <a:lnTo>
                    <a:pt x="11340" y="7395"/>
                  </a:lnTo>
                  <a:lnTo>
                    <a:pt x="11340" y="4273"/>
                  </a:lnTo>
                  <a:lnTo>
                    <a:pt x="1" y="1"/>
                  </a:lnTo>
                  <a:close/>
                </a:path>
              </a:pathLst>
            </a:custGeom>
            <a:solidFill>
              <a:srgbClr val="ACACAC"/>
            </a:solidFill>
            <a:ln>
              <a:noFill/>
            </a:ln>
          </p:spPr>
          <p:txBody>
            <a:bodyPr spcFirstLastPara="1" wrap="square" lIns="121900" tIns="121900" rIns="121900" bIns="121900" anchor="ctr" anchorCtr="0">
              <a:noAutofit/>
            </a:bodyPr>
            <a:lstStyle/>
            <a:p>
              <a:endParaRPr sz="1867"/>
            </a:p>
          </p:txBody>
        </p:sp>
        <p:sp>
          <p:nvSpPr>
            <p:cNvPr id="342" name="Google Shape;342;p20"/>
            <p:cNvSpPr/>
            <p:nvPr/>
          </p:nvSpPr>
          <p:spPr>
            <a:xfrm>
              <a:off x="5561902" y="2367651"/>
              <a:ext cx="282975" cy="184900"/>
            </a:xfrm>
            <a:custGeom>
              <a:avLst/>
              <a:gdLst/>
              <a:ahLst/>
              <a:cxnLst/>
              <a:rect l="l" t="t" r="r" b="b"/>
              <a:pathLst>
                <a:path w="11319" h="7396" extrusionOk="0">
                  <a:moveTo>
                    <a:pt x="11318" y="1"/>
                  </a:moveTo>
                  <a:lnTo>
                    <a:pt x="0" y="4273"/>
                  </a:lnTo>
                  <a:lnTo>
                    <a:pt x="0" y="7395"/>
                  </a:lnTo>
                  <a:lnTo>
                    <a:pt x="11318" y="3123"/>
                  </a:lnTo>
                  <a:lnTo>
                    <a:pt x="11318" y="1"/>
                  </a:lnTo>
                  <a:close/>
                </a:path>
              </a:pathLst>
            </a:custGeom>
            <a:solidFill>
              <a:srgbClr val="D2D2D2"/>
            </a:solidFill>
            <a:ln>
              <a:noFill/>
            </a:ln>
          </p:spPr>
          <p:txBody>
            <a:bodyPr spcFirstLastPara="1" wrap="square" lIns="121900" tIns="121900" rIns="121900" bIns="121900" anchor="ctr" anchorCtr="0">
              <a:noAutofit/>
            </a:bodyPr>
            <a:lstStyle/>
            <a:p>
              <a:endParaRPr sz="1867"/>
            </a:p>
          </p:txBody>
        </p:sp>
        <p:sp>
          <p:nvSpPr>
            <p:cNvPr id="343" name="Google Shape;343;p20"/>
            <p:cNvSpPr/>
            <p:nvPr/>
          </p:nvSpPr>
          <p:spPr>
            <a:xfrm>
              <a:off x="5373202" y="1930226"/>
              <a:ext cx="376875" cy="142500"/>
            </a:xfrm>
            <a:custGeom>
              <a:avLst/>
              <a:gdLst/>
              <a:ahLst/>
              <a:cxnLst/>
              <a:rect l="l" t="t" r="r" b="b"/>
              <a:pathLst>
                <a:path w="15075" h="5700" extrusionOk="0">
                  <a:moveTo>
                    <a:pt x="7548" y="0"/>
                  </a:moveTo>
                  <a:lnTo>
                    <a:pt x="1" y="2846"/>
                  </a:lnTo>
                  <a:lnTo>
                    <a:pt x="7548" y="5699"/>
                  </a:lnTo>
                  <a:lnTo>
                    <a:pt x="15074" y="2846"/>
                  </a:lnTo>
                  <a:lnTo>
                    <a:pt x="7548" y="0"/>
                  </a:lnTo>
                  <a:close/>
                </a:path>
              </a:pathLst>
            </a:custGeom>
            <a:solidFill>
              <a:schemeClr val="accent5">
                <a:lumMod val="60000"/>
                <a:lumOff val="40000"/>
              </a:schemeClr>
            </a:solidFill>
            <a:ln>
              <a:noFill/>
            </a:ln>
          </p:spPr>
          <p:txBody>
            <a:bodyPr spcFirstLastPara="1" wrap="square" lIns="121900" tIns="121900" rIns="121900" bIns="121900" anchor="ctr" anchorCtr="0">
              <a:noAutofit/>
            </a:bodyPr>
            <a:lstStyle/>
            <a:p>
              <a:endParaRPr sz="1867"/>
            </a:p>
          </p:txBody>
        </p:sp>
        <p:sp>
          <p:nvSpPr>
            <p:cNvPr id="344" name="Google Shape;344;p20"/>
            <p:cNvSpPr/>
            <p:nvPr/>
          </p:nvSpPr>
          <p:spPr>
            <a:xfrm>
              <a:off x="5373203" y="2001376"/>
              <a:ext cx="188725" cy="444350"/>
            </a:xfrm>
            <a:custGeom>
              <a:avLst/>
              <a:gdLst/>
              <a:ahLst/>
              <a:cxnLst/>
              <a:rect l="l" t="t" r="r" b="b"/>
              <a:pathLst>
                <a:path w="7549" h="17774" extrusionOk="0">
                  <a:moveTo>
                    <a:pt x="1" y="0"/>
                  </a:moveTo>
                  <a:lnTo>
                    <a:pt x="1" y="14921"/>
                  </a:lnTo>
                  <a:lnTo>
                    <a:pt x="7548" y="17774"/>
                  </a:lnTo>
                  <a:lnTo>
                    <a:pt x="7548" y="2853"/>
                  </a:lnTo>
                  <a:lnTo>
                    <a:pt x="1" y="0"/>
                  </a:lnTo>
                  <a:close/>
                </a:path>
              </a:pathLst>
            </a:custGeom>
            <a:solidFill>
              <a:schemeClr val="accent5">
                <a:lumMod val="75000"/>
              </a:schemeClr>
            </a:solidFill>
            <a:ln>
              <a:solidFill>
                <a:schemeClr val="accent5">
                  <a:lumMod val="75000"/>
                </a:schemeClr>
              </a:solidFill>
            </a:ln>
          </p:spPr>
          <p:txBody>
            <a:bodyPr spcFirstLastPara="1" wrap="square" lIns="121900" tIns="121900" rIns="121900" bIns="121900" anchor="ctr" anchorCtr="0">
              <a:noAutofit/>
            </a:bodyPr>
            <a:lstStyle/>
            <a:p>
              <a:endParaRPr sz="1867"/>
            </a:p>
          </p:txBody>
        </p:sp>
        <p:sp>
          <p:nvSpPr>
            <p:cNvPr id="345" name="Google Shape;345;p20"/>
            <p:cNvSpPr/>
            <p:nvPr/>
          </p:nvSpPr>
          <p:spPr>
            <a:xfrm>
              <a:off x="5561905" y="2001376"/>
              <a:ext cx="188175" cy="444350"/>
            </a:xfrm>
            <a:custGeom>
              <a:avLst/>
              <a:gdLst/>
              <a:ahLst/>
              <a:cxnLst/>
              <a:rect l="l" t="t" r="r" b="b"/>
              <a:pathLst>
                <a:path w="7527" h="17774" extrusionOk="0">
                  <a:moveTo>
                    <a:pt x="7526" y="0"/>
                  </a:moveTo>
                  <a:lnTo>
                    <a:pt x="0" y="2853"/>
                  </a:lnTo>
                  <a:lnTo>
                    <a:pt x="0" y="17774"/>
                  </a:lnTo>
                  <a:lnTo>
                    <a:pt x="7526" y="14921"/>
                  </a:lnTo>
                  <a:lnTo>
                    <a:pt x="7526" y="0"/>
                  </a:lnTo>
                  <a:close/>
                </a:path>
              </a:pathLst>
            </a:custGeom>
            <a:solidFill>
              <a:schemeClr val="accent5">
                <a:lumMod val="50000"/>
              </a:schemeClr>
            </a:solidFill>
            <a:ln>
              <a:noFill/>
            </a:ln>
          </p:spPr>
          <p:txBody>
            <a:bodyPr spcFirstLastPara="1" wrap="square" lIns="121900" tIns="121900" rIns="121900" bIns="121900" anchor="ctr" anchorCtr="0">
              <a:noAutofit/>
            </a:bodyPr>
            <a:lstStyle/>
            <a:p>
              <a:endParaRPr sz="1867"/>
            </a:p>
          </p:txBody>
        </p:sp>
        <p:sp>
          <p:nvSpPr>
            <p:cNvPr id="346" name="Google Shape;346;p20"/>
            <p:cNvSpPr/>
            <p:nvPr/>
          </p:nvSpPr>
          <p:spPr>
            <a:xfrm>
              <a:off x="5474754" y="1782276"/>
              <a:ext cx="173600" cy="227475"/>
            </a:xfrm>
            <a:custGeom>
              <a:avLst/>
              <a:gdLst/>
              <a:ahLst/>
              <a:cxnLst/>
              <a:rect l="l" t="t" r="r" b="b"/>
              <a:pathLst>
                <a:path w="6944" h="9099" extrusionOk="0">
                  <a:moveTo>
                    <a:pt x="3486" y="1"/>
                  </a:moveTo>
                  <a:cubicBezTo>
                    <a:pt x="1550" y="1"/>
                    <a:pt x="0" y="1551"/>
                    <a:pt x="0" y="3487"/>
                  </a:cubicBezTo>
                  <a:cubicBezTo>
                    <a:pt x="0" y="6428"/>
                    <a:pt x="3486" y="9099"/>
                    <a:pt x="3486" y="9099"/>
                  </a:cubicBezTo>
                  <a:cubicBezTo>
                    <a:pt x="3486" y="9099"/>
                    <a:pt x="6944" y="6646"/>
                    <a:pt x="6944" y="3487"/>
                  </a:cubicBezTo>
                  <a:cubicBezTo>
                    <a:pt x="6944" y="1551"/>
                    <a:pt x="5401" y="1"/>
                    <a:pt x="3486" y="1"/>
                  </a:cubicBezTo>
                  <a:close/>
                </a:path>
              </a:pathLst>
            </a:custGeom>
            <a:solidFill>
              <a:schemeClr val="lt2"/>
            </a:solidFill>
            <a:ln>
              <a:noFill/>
            </a:ln>
          </p:spPr>
          <p:txBody>
            <a:bodyPr spcFirstLastPara="1" wrap="square" lIns="121900" tIns="121900" rIns="121900" bIns="121900" anchor="ctr" anchorCtr="0">
              <a:noAutofit/>
            </a:bodyPr>
            <a:lstStyle/>
            <a:p>
              <a:endParaRPr sz="1867"/>
            </a:p>
          </p:txBody>
        </p:sp>
        <p:sp>
          <p:nvSpPr>
            <p:cNvPr id="347" name="Google Shape;347;p20"/>
            <p:cNvSpPr/>
            <p:nvPr/>
          </p:nvSpPr>
          <p:spPr>
            <a:xfrm>
              <a:off x="5487650" y="1795200"/>
              <a:ext cx="147975" cy="147775"/>
            </a:xfrm>
            <a:custGeom>
              <a:avLst/>
              <a:gdLst/>
              <a:ahLst/>
              <a:cxnLst/>
              <a:rect l="l" t="t" r="r" b="b"/>
              <a:pathLst>
                <a:path w="5919" h="5911" extrusionOk="0">
                  <a:moveTo>
                    <a:pt x="2970" y="1"/>
                  </a:moveTo>
                  <a:cubicBezTo>
                    <a:pt x="1333" y="1"/>
                    <a:pt x="1" y="1333"/>
                    <a:pt x="1" y="2970"/>
                  </a:cubicBezTo>
                  <a:cubicBezTo>
                    <a:pt x="1" y="4608"/>
                    <a:pt x="1333" y="5911"/>
                    <a:pt x="2970" y="5911"/>
                  </a:cubicBezTo>
                  <a:cubicBezTo>
                    <a:pt x="4579" y="5911"/>
                    <a:pt x="5918" y="4608"/>
                    <a:pt x="5918" y="2970"/>
                  </a:cubicBezTo>
                  <a:cubicBezTo>
                    <a:pt x="5918" y="1333"/>
                    <a:pt x="4579" y="1"/>
                    <a:pt x="2970" y="1"/>
                  </a:cubicBezTo>
                  <a:close/>
                </a:path>
              </a:pathLst>
            </a:custGeom>
            <a:solidFill>
              <a:schemeClr val="accent4">
                <a:lumMod val="60000"/>
                <a:lumOff val="40000"/>
              </a:schemeClr>
            </a:solidFill>
            <a:ln>
              <a:solidFill>
                <a:schemeClr val="accent4">
                  <a:lumMod val="60000"/>
                  <a:lumOff val="40000"/>
                </a:schemeClr>
              </a:solidFill>
            </a:ln>
          </p:spPr>
          <p:txBody>
            <a:bodyPr spcFirstLastPara="1" wrap="square" lIns="121900" tIns="121900" rIns="121900" bIns="121900" anchor="ctr" anchorCtr="0">
              <a:noAutofit/>
            </a:bodyPr>
            <a:lstStyle/>
            <a:p>
              <a:endParaRPr sz="1867"/>
            </a:p>
          </p:txBody>
        </p:sp>
      </p:grpSp>
      <p:sp>
        <p:nvSpPr>
          <p:cNvPr id="348" name="Google Shape;348;p20"/>
          <p:cNvSpPr txBox="1">
            <a:spLocks noGrp="1"/>
          </p:cNvSpPr>
          <p:nvPr>
            <p:ph type="title"/>
          </p:nvPr>
        </p:nvSpPr>
        <p:spPr>
          <a:xfrm>
            <a:off x="240000" y="409933"/>
            <a:ext cx="11712000" cy="763600"/>
          </a:xfrm>
          <a:prstGeom prst="rect">
            <a:avLst/>
          </a:prstGeom>
        </p:spPr>
        <p:txBody>
          <a:bodyPr spcFirstLastPara="1" wrap="square" lIns="121900" tIns="121900" rIns="121900" bIns="121900" anchor="t" anchorCtr="0">
            <a:noAutofit/>
          </a:bodyPr>
          <a:lstStyle/>
          <a:p>
            <a:pPr algn="ctr"/>
            <a:r>
              <a:rPr lang="en" dirty="0"/>
              <a:t>1.2 Tourism </a:t>
            </a:r>
            <a:r>
              <a:rPr lang="en" dirty="0" err="1"/>
              <a:t>Perfo</a:t>
            </a:r>
            <a:r>
              <a:rPr lang="en-US" dirty="0"/>
              <a:t>r</a:t>
            </a:r>
            <a:r>
              <a:rPr lang="en" dirty="0" err="1"/>
              <a:t>mance</a:t>
            </a:r>
            <a:r>
              <a:rPr lang="en" dirty="0"/>
              <a:t>: Visitor Arrivals by Air Y2025</a:t>
            </a:r>
            <a:endParaRPr dirty="0"/>
          </a:p>
        </p:txBody>
      </p:sp>
      <p:sp>
        <p:nvSpPr>
          <p:cNvPr id="371" name="Google Shape;371;p20"/>
          <p:cNvSpPr/>
          <p:nvPr/>
        </p:nvSpPr>
        <p:spPr>
          <a:xfrm>
            <a:off x="554467" y="4225300"/>
            <a:ext cx="2575496" cy="1694400"/>
          </a:xfrm>
          <a:prstGeom prst="round2SameRect">
            <a:avLst>
              <a:gd name="adj1" fmla="val 16667"/>
              <a:gd name="adj2" fmla="val 0"/>
            </a:avLst>
          </a:prstGeom>
          <a:solidFill>
            <a:srgbClr val="EFEFEF"/>
          </a:solidFill>
          <a:ln>
            <a:noFill/>
          </a:ln>
        </p:spPr>
        <p:txBody>
          <a:bodyPr spcFirstLastPara="1" wrap="square" lIns="121900" tIns="121900" rIns="121900" bIns="121900" anchor="ctr" anchorCtr="0">
            <a:noAutofit/>
          </a:bodyPr>
          <a:lstStyle/>
          <a:p>
            <a:endParaRPr sz="1867"/>
          </a:p>
        </p:txBody>
      </p:sp>
      <p:sp>
        <p:nvSpPr>
          <p:cNvPr id="372" name="Google Shape;372;p20"/>
          <p:cNvSpPr/>
          <p:nvPr/>
        </p:nvSpPr>
        <p:spPr>
          <a:xfrm>
            <a:off x="750084" y="4225300"/>
            <a:ext cx="2139200" cy="557200"/>
          </a:xfrm>
          <a:prstGeom prst="round2SameRect">
            <a:avLst>
              <a:gd name="adj1" fmla="val 16667"/>
              <a:gd name="adj2" fmla="val 0"/>
            </a:avLst>
          </a:prstGeom>
          <a:solidFill>
            <a:schemeClr val="accent5"/>
          </a:solidFill>
          <a:ln>
            <a:noFill/>
          </a:ln>
        </p:spPr>
        <p:txBody>
          <a:bodyPr spcFirstLastPara="1" wrap="square" lIns="121900" tIns="121900" rIns="121900" bIns="121900" anchor="ctr" anchorCtr="0">
            <a:noAutofit/>
          </a:bodyPr>
          <a:lstStyle/>
          <a:p>
            <a:endParaRPr sz="1867"/>
          </a:p>
        </p:txBody>
      </p:sp>
      <p:sp>
        <p:nvSpPr>
          <p:cNvPr id="374" name="Google Shape;374;p20"/>
          <p:cNvSpPr txBox="1"/>
          <p:nvPr/>
        </p:nvSpPr>
        <p:spPr>
          <a:xfrm>
            <a:off x="557617" y="4200320"/>
            <a:ext cx="2575496" cy="630080"/>
          </a:xfrm>
          <a:prstGeom prst="rect">
            <a:avLst/>
          </a:prstGeom>
          <a:solidFill>
            <a:schemeClr val="accent6">
              <a:lumMod val="60000"/>
              <a:lumOff val="40000"/>
            </a:schemeClr>
          </a:solidFill>
          <a:ln>
            <a:solidFill>
              <a:schemeClr val="accent6">
                <a:lumMod val="60000"/>
                <a:lumOff val="40000"/>
              </a:schemeClr>
            </a:solidFill>
          </a:ln>
        </p:spPr>
        <p:txBody>
          <a:bodyPr spcFirstLastPara="1" wrap="square" lIns="121900" tIns="121900" rIns="121900" bIns="121900" anchor="ctr" anchorCtr="0">
            <a:noAutofit/>
          </a:bodyPr>
          <a:lstStyle/>
          <a:p>
            <a:pPr algn="ctr"/>
            <a:r>
              <a:rPr lang="en" sz="2267" dirty="0">
                <a:solidFill>
                  <a:schemeClr val="lt1"/>
                </a:solidFill>
                <a:latin typeface="Fira Sans Extra Condensed Medium"/>
                <a:ea typeface="Fira Sans Extra Condensed Medium"/>
                <a:cs typeface="Fira Sans Extra Condensed Medium"/>
                <a:sym typeface="Fira Sans Extra Condensed Medium"/>
              </a:rPr>
              <a:t>Rest of the world:</a:t>
            </a:r>
          </a:p>
          <a:p>
            <a:pPr algn="ctr"/>
            <a:r>
              <a:rPr lang="en" sz="1800" dirty="0">
                <a:solidFill>
                  <a:schemeClr val="lt1"/>
                </a:solidFill>
                <a:latin typeface="Fira Sans Extra Condensed Medium"/>
                <a:ea typeface="Fira Sans Extra Condensed Medium"/>
                <a:cs typeface="Fira Sans Extra Condensed Medium"/>
                <a:sym typeface="Fira Sans Extra Condensed Medium"/>
              </a:rPr>
              <a:t>11% share</a:t>
            </a:r>
            <a:endParaRPr sz="1800" dirty="0">
              <a:solidFill>
                <a:schemeClr val="lt1"/>
              </a:solidFill>
              <a:latin typeface="Fira Sans Extra Condensed Medium"/>
              <a:ea typeface="Fira Sans Extra Condensed Medium"/>
              <a:cs typeface="Fira Sans Extra Condensed Medium"/>
              <a:sym typeface="Fira Sans Extra Condensed Medium"/>
            </a:endParaRPr>
          </a:p>
        </p:txBody>
      </p:sp>
      <p:sp>
        <p:nvSpPr>
          <p:cNvPr id="376" name="Google Shape;376;p20"/>
          <p:cNvSpPr/>
          <p:nvPr/>
        </p:nvSpPr>
        <p:spPr>
          <a:xfrm>
            <a:off x="750084" y="1734600"/>
            <a:ext cx="2139200" cy="557200"/>
          </a:xfrm>
          <a:prstGeom prst="round2SameRect">
            <a:avLst>
              <a:gd name="adj1" fmla="val 16667"/>
              <a:gd name="adj2" fmla="val 0"/>
            </a:avLst>
          </a:prstGeom>
          <a:solidFill>
            <a:schemeClr val="accent1"/>
          </a:solidFill>
          <a:ln>
            <a:noFill/>
          </a:ln>
        </p:spPr>
        <p:txBody>
          <a:bodyPr spcFirstLastPara="1" wrap="square" lIns="121900" tIns="121900" rIns="121900" bIns="121900" anchor="ctr" anchorCtr="0">
            <a:noAutofit/>
          </a:bodyPr>
          <a:lstStyle/>
          <a:p>
            <a:endParaRPr sz="1867"/>
          </a:p>
        </p:txBody>
      </p:sp>
      <p:sp>
        <p:nvSpPr>
          <p:cNvPr id="375" name="Google Shape;375;p20"/>
          <p:cNvSpPr/>
          <p:nvPr/>
        </p:nvSpPr>
        <p:spPr>
          <a:xfrm>
            <a:off x="554467" y="1734600"/>
            <a:ext cx="2626705" cy="1694400"/>
          </a:xfrm>
          <a:prstGeom prst="round2SameRect">
            <a:avLst>
              <a:gd name="adj1" fmla="val 16667"/>
              <a:gd name="adj2" fmla="val 0"/>
            </a:avLst>
          </a:prstGeom>
          <a:solidFill>
            <a:srgbClr val="EFEFEF"/>
          </a:solidFill>
          <a:ln>
            <a:noFill/>
          </a:ln>
        </p:spPr>
        <p:txBody>
          <a:bodyPr spcFirstLastPara="1" wrap="square" lIns="121900" tIns="121900" rIns="121900" bIns="121900" anchor="ctr" anchorCtr="0">
            <a:noAutofit/>
          </a:bodyPr>
          <a:lstStyle/>
          <a:p>
            <a:endParaRPr sz="1867"/>
          </a:p>
        </p:txBody>
      </p:sp>
      <p:sp>
        <p:nvSpPr>
          <p:cNvPr id="377" name="Google Shape;377;p20"/>
          <p:cNvSpPr txBox="1"/>
          <p:nvPr/>
        </p:nvSpPr>
        <p:spPr>
          <a:xfrm>
            <a:off x="750096" y="2463467"/>
            <a:ext cx="2431076" cy="713200"/>
          </a:xfrm>
          <a:prstGeom prst="rect">
            <a:avLst/>
          </a:prstGeom>
          <a:noFill/>
          <a:ln>
            <a:noFill/>
          </a:ln>
        </p:spPr>
        <p:txBody>
          <a:bodyPr spcFirstLastPara="1" wrap="square" lIns="121900" tIns="121900" rIns="121900" bIns="121900" anchor="ctr" anchorCtr="0">
            <a:noAutofit/>
          </a:bodyPr>
          <a:lstStyle/>
          <a:p>
            <a:pPr algn="ctr"/>
            <a:r>
              <a:rPr lang="en-US" dirty="0">
                <a:solidFill>
                  <a:schemeClr val="dk1"/>
                </a:solidFill>
                <a:latin typeface="Roboto"/>
                <a:ea typeface="Roboto"/>
                <a:cs typeface="Roboto"/>
                <a:sym typeface="Roboto"/>
              </a:rPr>
              <a:t> </a:t>
            </a:r>
          </a:p>
          <a:p>
            <a:pPr algn="ctr"/>
            <a:r>
              <a:rPr lang="en-US" b="1" dirty="0">
                <a:latin typeface="Roboto"/>
                <a:ea typeface="Roboto"/>
                <a:cs typeface="Roboto"/>
                <a:sym typeface="Roboto"/>
              </a:rPr>
              <a:t>YoY Market growth: </a:t>
            </a:r>
            <a:r>
              <a:rPr lang="en-US" b="1" dirty="0">
                <a:solidFill>
                  <a:srgbClr val="00B050"/>
                </a:solidFill>
                <a:latin typeface="Roboto"/>
                <a:ea typeface="Roboto"/>
                <a:cs typeface="Roboto"/>
                <a:sym typeface="Roboto"/>
              </a:rPr>
              <a:t>+35% </a:t>
            </a:r>
          </a:p>
          <a:p>
            <a:pPr algn="ctr"/>
            <a:r>
              <a:rPr lang="en-US" dirty="0">
                <a:latin typeface="Roboto"/>
                <a:ea typeface="Roboto"/>
                <a:cs typeface="Roboto"/>
                <a:sym typeface="Roboto"/>
              </a:rPr>
              <a:t>Rest of Africa: </a:t>
            </a:r>
            <a:r>
              <a:rPr lang="en-US" dirty="0">
                <a:solidFill>
                  <a:srgbClr val="00B050"/>
                </a:solidFill>
                <a:latin typeface="Roboto"/>
                <a:ea typeface="Roboto"/>
                <a:cs typeface="Roboto"/>
                <a:sym typeface="Roboto"/>
              </a:rPr>
              <a:t>+14%</a:t>
            </a:r>
          </a:p>
          <a:p>
            <a:pPr algn="ctr"/>
            <a:r>
              <a:rPr lang="en-US" dirty="0">
                <a:latin typeface="Roboto"/>
                <a:ea typeface="Roboto"/>
                <a:cs typeface="Roboto"/>
                <a:sym typeface="Roboto"/>
              </a:rPr>
              <a:t>EAC:</a:t>
            </a:r>
            <a:r>
              <a:rPr lang="en-US" dirty="0">
                <a:solidFill>
                  <a:srgbClr val="00B050"/>
                </a:solidFill>
                <a:latin typeface="Roboto"/>
                <a:ea typeface="Roboto"/>
                <a:cs typeface="Roboto"/>
                <a:sym typeface="Roboto"/>
              </a:rPr>
              <a:t> +6%</a:t>
            </a:r>
          </a:p>
          <a:p>
            <a:pPr algn="ctr"/>
            <a:r>
              <a:rPr lang="en-US" dirty="0">
                <a:latin typeface="Roboto"/>
                <a:ea typeface="Roboto"/>
                <a:cs typeface="Roboto"/>
                <a:sym typeface="Roboto"/>
              </a:rPr>
              <a:t>DRC: </a:t>
            </a:r>
            <a:r>
              <a:rPr lang="en-US" dirty="0">
                <a:solidFill>
                  <a:srgbClr val="00B050"/>
                </a:solidFill>
                <a:latin typeface="Roboto"/>
                <a:ea typeface="Roboto"/>
                <a:cs typeface="Roboto"/>
                <a:sym typeface="Roboto"/>
              </a:rPr>
              <a:t>+181%</a:t>
            </a:r>
          </a:p>
          <a:p>
            <a:pPr algn="ctr"/>
            <a:endParaRPr dirty="0">
              <a:latin typeface="Roboto"/>
              <a:ea typeface="Roboto"/>
              <a:cs typeface="Roboto"/>
              <a:sym typeface="Roboto"/>
            </a:endParaRPr>
          </a:p>
        </p:txBody>
      </p:sp>
      <p:sp>
        <p:nvSpPr>
          <p:cNvPr id="378" name="Google Shape;378;p20"/>
          <p:cNvSpPr txBox="1"/>
          <p:nvPr/>
        </p:nvSpPr>
        <p:spPr>
          <a:xfrm>
            <a:off x="554466" y="1726800"/>
            <a:ext cx="2626706" cy="572800"/>
          </a:xfrm>
          <a:prstGeom prst="rect">
            <a:avLst/>
          </a:prstGeom>
          <a:solidFill>
            <a:schemeClr val="accent2">
              <a:lumMod val="60000"/>
              <a:lumOff val="40000"/>
            </a:schemeClr>
          </a:solidFill>
          <a:ln>
            <a:noFill/>
          </a:ln>
        </p:spPr>
        <p:txBody>
          <a:bodyPr spcFirstLastPara="1" wrap="square" lIns="121900" tIns="121900" rIns="121900" bIns="121900" anchor="ctr" anchorCtr="0">
            <a:noAutofit/>
          </a:bodyPr>
          <a:lstStyle/>
          <a:p>
            <a:pPr algn="ctr"/>
            <a:r>
              <a:rPr lang="en" sz="2267" dirty="0">
                <a:solidFill>
                  <a:schemeClr val="lt1"/>
                </a:solidFill>
                <a:latin typeface="Fira Sans Extra Condensed Medium"/>
                <a:ea typeface="Fira Sans Extra Condensed Medium"/>
                <a:cs typeface="Fira Sans Extra Condensed Medium"/>
                <a:sym typeface="Fira Sans Extra Condensed Medium"/>
              </a:rPr>
              <a:t>Africa:</a:t>
            </a:r>
            <a:r>
              <a:rPr lang="en" sz="1800" dirty="0">
                <a:solidFill>
                  <a:schemeClr val="lt1"/>
                </a:solidFill>
                <a:latin typeface="Fira Sans Extra Condensed Medium"/>
                <a:ea typeface="Fira Sans Extra Condensed Medium"/>
                <a:cs typeface="Fira Sans Extra Condensed Medium"/>
                <a:sym typeface="Fira Sans Extra Condensed Medium"/>
              </a:rPr>
              <a:t> 57% share</a:t>
            </a:r>
            <a:endParaRPr sz="1800" dirty="0">
              <a:solidFill>
                <a:schemeClr val="lt1"/>
              </a:solidFill>
              <a:latin typeface="Fira Sans Extra Condensed Medium"/>
              <a:ea typeface="Fira Sans Extra Condensed Medium"/>
              <a:cs typeface="Fira Sans Extra Condensed Medium"/>
              <a:sym typeface="Fira Sans Extra Condensed Medium"/>
            </a:endParaRPr>
          </a:p>
        </p:txBody>
      </p:sp>
      <p:sp>
        <p:nvSpPr>
          <p:cNvPr id="379" name="Google Shape;379;p20"/>
          <p:cNvSpPr/>
          <p:nvPr/>
        </p:nvSpPr>
        <p:spPr>
          <a:xfrm>
            <a:off x="9302732" y="1738500"/>
            <a:ext cx="2345927" cy="1694400"/>
          </a:xfrm>
          <a:prstGeom prst="round2SameRect">
            <a:avLst>
              <a:gd name="adj1" fmla="val 16667"/>
              <a:gd name="adj2" fmla="val 0"/>
            </a:avLst>
          </a:prstGeom>
          <a:solidFill>
            <a:srgbClr val="EFEFEF"/>
          </a:solidFill>
          <a:ln>
            <a:noFill/>
          </a:ln>
        </p:spPr>
        <p:txBody>
          <a:bodyPr spcFirstLastPara="1" wrap="square" lIns="121900" tIns="121900" rIns="121900" bIns="121900" anchor="ctr" anchorCtr="0">
            <a:noAutofit/>
          </a:bodyPr>
          <a:lstStyle/>
          <a:p>
            <a:endParaRPr sz="1867"/>
          </a:p>
        </p:txBody>
      </p:sp>
      <p:sp>
        <p:nvSpPr>
          <p:cNvPr id="380" name="Google Shape;380;p20"/>
          <p:cNvSpPr/>
          <p:nvPr/>
        </p:nvSpPr>
        <p:spPr>
          <a:xfrm>
            <a:off x="9302717" y="1738500"/>
            <a:ext cx="2139200" cy="557200"/>
          </a:xfrm>
          <a:prstGeom prst="round2SameRect">
            <a:avLst>
              <a:gd name="adj1" fmla="val 16667"/>
              <a:gd name="adj2" fmla="val 0"/>
            </a:avLst>
          </a:prstGeom>
          <a:solidFill>
            <a:schemeClr val="accent3"/>
          </a:solidFill>
          <a:ln>
            <a:noFill/>
          </a:ln>
        </p:spPr>
        <p:txBody>
          <a:bodyPr spcFirstLastPara="1" wrap="square" lIns="121900" tIns="121900" rIns="121900" bIns="121900" anchor="ctr" anchorCtr="0">
            <a:noAutofit/>
          </a:bodyPr>
          <a:lstStyle/>
          <a:p>
            <a:endParaRPr sz="1867"/>
          </a:p>
        </p:txBody>
      </p:sp>
      <p:sp>
        <p:nvSpPr>
          <p:cNvPr id="382" name="Google Shape;382;p20"/>
          <p:cNvSpPr txBox="1"/>
          <p:nvPr/>
        </p:nvSpPr>
        <p:spPr>
          <a:xfrm>
            <a:off x="9302663" y="1730700"/>
            <a:ext cx="2345997" cy="572800"/>
          </a:xfrm>
          <a:prstGeom prst="rect">
            <a:avLst/>
          </a:prstGeom>
          <a:solidFill>
            <a:schemeClr val="accent3">
              <a:lumMod val="60000"/>
              <a:lumOff val="40000"/>
            </a:schemeClr>
          </a:solidFill>
          <a:ln>
            <a:noFill/>
          </a:ln>
        </p:spPr>
        <p:txBody>
          <a:bodyPr spcFirstLastPara="1" wrap="square" lIns="121900" tIns="121900" rIns="121900" bIns="121900" anchor="ctr" anchorCtr="0">
            <a:noAutofit/>
          </a:bodyPr>
          <a:lstStyle/>
          <a:p>
            <a:r>
              <a:rPr lang="en" sz="2267" dirty="0">
                <a:solidFill>
                  <a:schemeClr val="lt1"/>
                </a:solidFill>
                <a:latin typeface="Fira Sans Extra Condensed Medium"/>
                <a:ea typeface="Fira Sans Extra Condensed Medium"/>
                <a:cs typeface="Fira Sans Extra Condensed Medium"/>
                <a:sym typeface="Fira Sans Extra Condensed Medium"/>
              </a:rPr>
              <a:t>Europe: </a:t>
            </a:r>
            <a:r>
              <a:rPr lang="en" sz="1800" dirty="0">
                <a:solidFill>
                  <a:schemeClr val="lt1"/>
                </a:solidFill>
                <a:latin typeface="Fira Sans Extra Condensed Medium"/>
                <a:ea typeface="Fira Sans Extra Condensed Medium"/>
                <a:cs typeface="Fira Sans Extra Condensed Medium"/>
                <a:sym typeface="Fira Sans Extra Condensed Medium"/>
              </a:rPr>
              <a:t>19% share</a:t>
            </a:r>
            <a:endParaRPr sz="1800" dirty="0">
              <a:solidFill>
                <a:schemeClr val="lt1"/>
              </a:solidFill>
              <a:latin typeface="Fira Sans Extra Condensed Medium"/>
              <a:ea typeface="Fira Sans Extra Condensed Medium"/>
              <a:cs typeface="Fira Sans Extra Condensed Medium"/>
              <a:sym typeface="Fira Sans Extra Condensed Medium"/>
            </a:endParaRPr>
          </a:p>
        </p:txBody>
      </p:sp>
      <p:sp>
        <p:nvSpPr>
          <p:cNvPr id="383" name="Google Shape;383;p20"/>
          <p:cNvSpPr/>
          <p:nvPr/>
        </p:nvSpPr>
        <p:spPr>
          <a:xfrm>
            <a:off x="9302700" y="4225300"/>
            <a:ext cx="2345888" cy="1694400"/>
          </a:xfrm>
          <a:prstGeom prst="round2SameRect">
            <a:avLst>
              <a:gd name="adj1" fmla="val 16667"/>
              <a:gd name="adj2" fmla="val 0"/>
            </a:avLst>
          </a:prstGeom>
          <a:solidFill>
            <a:srgbClr val="EFEFEF"/>
          </a:solidFill>
          <a:ln>
            <a:noFill/>
          </a:ln>
        </p:spPr>
        <p:txBody>
          <a:bodyPr spcFirstLastPara="1" wrap="square" lIns="121900" tIns="121900" rIns="121900" bIns="121900" anchor="ctr" anchorCtr="0">
            <a:noAutofit/>
          </a:bodyPr>
          <a:lstStyle/>
          <a:p>
            <a:endParaRPr sz="1867" dirty="0"/>
          </a:p>
        </p:txBody>
      </p:sp>
      <p:sp>
        <p:nvSpPr>
          <p:cNvPr id="384" name="Google Shape;384;p20"/>
          <p:cNvSpPr/>
          <p:nvPr/>
        </p:nvSpPr>
        <p:spPr>
          <a:xfrm>
            <a:off x="9302684" y="4225300"/>
            <a:ext cx="2139200" cy="557200"/>
          </a:xfrm>
          <a:prstGeom prst="round2SameRect">
            <a:avLst>
              <a:gd name="adj1" fmla="val 16667"/>
              <a:gd name="adj2" fmla="val 0"/>
            </a:avLst>
          </a:prstGeom>
          <a:solidFill>
            <a:schemeClr val="accent2"/>
          </a:solidFill>
          <a:ln>
            <a:noFill/>
          </a:ln>
        </p:spPr>
        <p:txBody>
          <a:bodyPr spcFirstLastPara="1" wrap="square" lIns="121900" tIns="121900" rIns="121900" bIns="121900" anchor="ctr" anchorCtr="0">
            <a:noAutofit/>
          </a:bodyPr>
          <a:lstStyle/>
          <a:p>
            <a:endParaRPr sz="1867"/>
          </a:p>
        </p:txBody>
      </p:sp>
      <p:sp>
        <p:nvSpPr>
          <p:cNvPr id="386" name="Google Shape;386;p20"/>
          <p:cNvSpPr txBox="1"/>
          <p:nvPr/>
        </p:nvSpPr>
        <p:spPr>
          <a:xfrm>
            <a:off x="9302699" y="4217500"/>
            <a:ext cx="2345925" cy="572800"/>
          </a:xfrm>
          <a:prstGeom prst="rect">
            <a:avLst/>
          </a:prstGeom>
          <a:solidFill>
            <a:schemeClr val="accent5">
              <a:lumMod val="60000"/>
              <a:lumOff val="40000"/>
            </a:schemeClr>
          </a:solidFill>
          <a:ln>
            <a:noFill/>
          </a:ln>
        </p:spPr>
        <p:txBody>
          <a:bodyPr spcFirstLastPara="1" wrap="square" lIns="121900" tIns="121900" rIns="121900" bIns="121900" anchor="ctr" anchorCtr="0">
            <a:noAutofit/>
          </a:bodyPr>
          <a:lstStyle/>
          <a:p>
            <a:pPr algn="ctr"/>
            <a:r>
              <a:rPr lang="en" sz="2267" dirty="0">
                <a:solidFill>
                  <a:schemeClr val="lt1"/>
                </a:solidFill>
                <a:latin typeface="Fira Sans Extra Condensed Medium"/>
                <a:ea typeface="Fira Sans Extra Condensed Medium"/>
                <a:cs typeface="Fira Sans Extra Condensed Medium"/>
                <a:sym typeface="Fira Sans Extra Condensed Medium"/>
              </a:rPr>
              <a:t>North America:</a:t>
            </a:r>
          </a:p>
          <a:p>
            <a:pPr algn="ctr"/>
            <a:r>
              <a:rPr lang="en" sz="1800" dirty="0">
                <a:solidFill>
                  <a:schemeClr val="bg1"/>
                </a:solidFill>
                <a:latin typeface="Fira Sans Extra Condensed Medium"/>
                <a:ea typeface="Fira Sans Extra Condensed Medium"/>
                <a:cs typeface="Fira Sans Extra Condensed Medium"/>
                <a:sym typeface="Fira Sans Extra Condensed Medium"/>
              </a:rPr>
              <a:t>13% </a:t>
            </a:r>
            <a:r>
              <a:rPr lang="en" sz="1800" dirty="0">
                <a:solidFill>
                  <a:schemeClr val="lt1"/>
                </a:solidFill>
                <a:latin typeface="Fira Sans Extra Condensed Medium"/>
                <a:ea typeface="Fira Sans Extra Condensed Medium"/>
                <a:cs typeface="Fira Sans Extra Condensed Medium"/>
                <a:sym typeface="Fira Sans Extra Condensed Medium"/>
              </a:rPr>
              <a:t>share</a:t>
            </a:r>
            <a:endParaRPr sz="1800" dirty="0">
              <a:solidFill>
                <a:schemeClr val="lt1"/>
              </a:solidFill>
              <a:latin typeface="Fira Sans Extra Condensed Medium"/>
              <a:ea typeface="Fira Sans Extra Condensed Medium"/>
              <a:cs typeface="Fira Sans Extra Condensed Medium"/>
              <a:sym typeface="Fira Sans Extra Condensed Medium"/>
            </a:endParaRPr>
          </a:p>
        </p:txBody>
      </p:sp>
      <p:pic>
        <p:nvPicPr>
          <p:cNvPr id="3" name="Graphic 2" descr="Africa with solid fill">
            <a:extLst>
              <a:ext uri="{FF2B5EF4-FFF2-40B4-BE49-F238E27FC236}">
                <a16:creationId xmlns:a16="http://schemas.microsoft.com/office/drawing/2014/main" id="{21502FC3-8192-8FCB-7965-CDBBE50619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25384" y="1730829"/>
            <a:ext cx="422451" cy="323203"/>
          </a:xfrm>
          <a:prstGeom prst="rect">
            <a:avLst/>
          </a:prstGeom>
        </p:spPr>
      </p:pic>
      <p:pic>
        <p:nvPicPr>
          <p:cNvPr id="5" name="Graphic 4" descr="Europe with solid fill">
            <a:extLst>
              <a:ext uri="{FF2B5EF4-FFF2-40B4-BE49-F238E27FC236}">
                <a16:creationId xmlns:a16="http://schemas.microsoft.com/office/drawing/2014/main" id="{25979884-7EE6-2C7A-38B8-F6559A01472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1296" y="2372195"/>
            <a:ext cx="631818" cy="631818"/>
          </a:xfrm>
          <a:prstGeom prst="rect">
            <a:avLst/>
          </a:prstGeom>
        </p:spPr>
      </p:pic>
      <p:pic>
        <p:nvPicPr>
          <p:cNvPr id="7" name="Graphic 6" descr="North America with solid fill">
            <a:extLst>
              <a:ext uri="{FF2B5EF4-FFF2-40B4-BE49-F238E27FC236}">
                <a16:creationId xmlns:a16="http://schemas.microsoft.com/office/drawing/2014/main" id="{D794C318-4C2E-3504-AACE-6574DEEFCA6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33713" y="3426917"/>
            <a:ext cx="509594" cy="568813"/>
          </a:xfrm>
          <a:prstGeom prst="rect">
            <a:avLst/>
          </a:prstGeom>
        </p:spPr>
      </p:pic>
      <p:pic>
        <p:nvPicPr>
          <p:cNvPr id="9" name="Graphic 8" descr="Australia with solid fill">
            <a:extLst>
              <a:ext uri="{FF2B5EF4-FFF2-40B4-BE49-F238E27FC236}">
                <a16:creationId xmlns:a16="http://schemas.microsoft.com/office/drawing/2014/main" id="{AD802101-202F-1604-ABF3-799BC3C96A5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32260" y="3453983"/>
            <a:ext cx="437396" cy="450913"/>
          </a:xfrm>
          <a:prstGeom prst="rect">
            <a:avLst/>
          </a:prstGeom>
        </p:spPr>
      </p:pic>
      <p:pic>
        <p:nvPicPr>
          <p:cNvPr id="11" name="Graphic 10" descr="South America with solid fill">
            <a:extLst>
              <a:ext uri="{FF2B5EF4-FFF2-40B4-BE49-F238E27FC236}">
                <a16:creationId xmlns:a16="http://schemas.microsoft.com/office/drawing/2014/main" id="{EBED6898-3901-5150-9F9E-65B1C912A02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21385" y="3750430"/>
            <a:ext cx="532215" cy="299792"/>
          </a:xfrm>
          <a:prstGeom prst="rect">
            <a:avLst/>
          </a:prstGeom>
        </p:spPr>
      </p:pic>
      <p:sp>
        <p:nvSpPr>
          <p:cNvPr id="12" name="Google Shape;377;p20">
            <a:extLst>
              <a:ext uri="{FF2B5EF4-FFF2-40B4-BE49-F238E27FC236}">
                <a16:creationId xmlns:a16="http://schemas.microsoft.com/office/drawing/2014/main" id="{D15B9B38-8842-1770-D71E-192346611C33}"/>
              </a:ext>
            </a:extLst>
          </p:cNvPr>
          <p:cNvSpPr txBox="1"/>
          <p:nvPr/>
        </p:nvSpPr>
        <p:spPr>
          <a:xfrm>
            <a:off x="9337786" y="2515500"/>
            <a:ext cx="2323502" cy="713200"/>
          </a:xfrm>
          <a:prstGeom prst="rect">
            <a:avLst/>
          </a:prstGeom>
          <a:noFill/>
          <a:ln>
            <a:noFill/>
          </a:ln>
        </p:spPr>
        <p:txBody>
          <a:bodyPr spcFirstLastPara="1" wrap="square" lIns="121900" tIns="121900" rIns="121900" bIns="121900" anchor="ctr" anchorCtr="0">
            <a:noAutofit/>
          </a:bodyPr>
          <a:lstStyle/>
          <a:p>
            <a:pPr algn="ctr"/>
            <a:r>
              <a:rPr lang="en-US" dirty="0">
                <a:solidFill>
                  <a:schemeClr val="dk1"/>
                </a:solidFill>
                <a:latin typeface="Roboto"/>
                <a:ea typeface="Roboto"/>
                <a:cs typeface="Roboto"/>
                <a:sym typeface="Roboto"/>
              </a:rPr>
              <a:t> </a:t>
            </a:r>
          </a:p>
          <a:p>
            <a:pPr algn="ctr"/>
            <a:r>
              <a:rPr lang="en-US" b="1" dirty="0">
                <a:latin typeface="Roboto"/>
                <a:ea typeface="Roboto"/>
                <a:cs typeface="Roboto"/>
                <a:sym typeface="Roboto"/>
              </a:rPr>
              <a:t>YoY Market growth: </a:t>
            </a:r>
            <a:r>
              <a:rPr lang="en-US" b="1" dirty="0">
                <a:solidFill>
                  <a:srgbClr val="00B050"/>
                </a:solidFill>
                <a:latin typeface="Roboto"/>
                <a:ea typeface="Roboto"/>
                <a:cs typeface="Roboto"/>
                <a:sym typeface="Roboto"/>
              </a:rPr>
              <a:t>+7%</a:t>
            </a:r>
            <a:r>
              <a:rPr lang="en-US" b="1" dirty="0">
                <a:latin typeface="Roboto"/>
                <a:ea typeface="Roboto"/>
                <a:cs typeface="Roboto"/>
                <a:sym typeface="Roboto"/>
              </a:rPr>
              <a:t> </a:t>
            </a:r>
          </a:p>
          <a:p>
            <a:pPr algn="ctr"/>
            <a:r>
              <a:rPr lang="en-US" dirty="0">
                <a:latin typeface="Roboto"/>
                <a:ea typeface="Roboto"/>
                <a:cs typeface="Roboto"/>
                <a:sym typeface="Roboto"/>
              </a:rPr>
              <a:t>UK: </a:t>
            </a:r>
            <a:r>
              <a:rPr lang="en-US" b="1" dirty="0">
                <a:solidFill>
                  <a:srgbClr val="00B050"/>
                </a:solidFill>
                <a:latin typeface="Roboto"/>
                <a:ea typeface="Roboto"/>
                <a:cs typeface="Roboto"/>
                <a:sym typeface="Roboto"/>
              </a:rPr>
              <a:t>+15%</a:t>
            </a:r>
          </a:p>
          <a:p>
            <a:pPr algn="ctr"/>
            <a:r>
              <a:rPr lang="en-US" dirty="0">
                <a:latin typeface="Roboto"/>
                <a:ea typeface="Roboto"/>
                <a:cs typeface="Roboto"/>
                <a:sym typeface="Roboto"/>
              </a:rPr>
              <a:t>France: </a:t>
            </a:r>
            <a:r>
              <a:rPr lang="en-US" b="1" dirty="0">
                <a:solidFill>
                  <a:srgbClr val="00B050"/>
                </a:solidFill>
                <a:latin typeface="Roboto"/>
                <a:ea typeface="Roboto"/>
                <a:cs typeface="Roboto"/>
                <a:sym typeface="Roboto"/>
              </a:rPr>
              <a:t>0%</a:t>
            </a:r>
          </a:p>
          <a:p>
            <a:pPr algn="ctr"/>
            <a:r>
              <a:rPr lang="en-US" dirty="0">
                <a:latin typeface="Roboto"/>
                <a:ea typeface="Roboto"/>
                <a:cs typeface="Roboto"/>
                <a:sym typeface="Roboto"/>
              </a:rPr>
              <a:t>Belgium: </a:t>
            </a:r>
            <a:r>
              <a:rPr lang="en-US" b="1" dirty="0">
                <a:solidFill>
                  <a:srgbClr val="FF0000"/>
                </a:solidFill>
                <a:latin typeface="Roboto"/>
                <a:ea typeface="Roboto"/>
                <a:cs typeface="Roboto"/>
                <a:sym typeface="Roboto"/>
              </a:rPr>
              <a:t>-9%</a:t>
            </a:r>
          </a:p>
          <a:p>
            <a:pPr algn="ctr"/>
            <a:r>
              <a:rPr lang="en-US" dirty="0">
                <a:latin typeface="Roboto"/>
                <a:ea typeface="Roboto"/>
                <a:cs typeface="Roboto"/>
                <a:sym typeface="Roboto"/>
              </a:rPr>
              <a:t>Germany: </a:t>
            </a:r>
            <a:r>
              <a:rPr lang="en-US" b="1" dirty="0">
                <a:solidFill>
                  <a:srgbClr val="FF0000"/>
                </a:solidFill>
                <a:latin typeface="Roboto"/>
                <a:ea typeface="Roboto"/>
                <a:cs typeface="Roboto"/>
                <a:sym typeface="Roboto"/>
              </a:rPr>
              <a:t>-4%</a:t>
            </a:r>
          </a:p>
          <a:p>
            <a:pPr algn="ctr"/>
            <a:endParaRPr dirty="0">
              <a:latin typeface="Roboto"/>
              <a:ea typeface="Roboto"/>
              <a:cs typeface="Roboto"/>
              <a:sym typeface="Roboto"/>
            </a:endParaRPr>
          </a:p>
        </p:txBody>
      </p:sp>
      <p:sp>
        <p:nvSpPr>
          <p:cNvPr id="13" name="Google Shape;377;p20">
            <a:extLst>
              <a:ext uri="{FF2B5EF4-FFF2-40B4-BE49-F238E27FC236}">
                <a16:creationId xmlns:a16="http://schemas.microsoft.com/office/drawing/2014/main" id="{B4523662-0F84-4C99-F2FA-B2706C451F33}"/>
              </a:ext>
            </a:extLst>
          </p:cNvPr>
          <p:cNvSpPr txBox="1"/>
          <p:nvPr/>
        </p:nvSpPr>
        <p:spPr>
          <a:xfrm>
            <a:off x="437477" y="4923975"/>
            <a:ext cx="2538802" cy="713200"/>
          </a:xfrm>
          <a:prstGeom prst="rect">
            <a:avLst/>
          </a:prstGeom>
          <a:noFill/>
          <a:ln>
            <a:noFill/>
          </a:ln>
        </p:spPr>
        <p:txBody>
          <a:bodyPr spcFirstLastPara="1" wrap="square" lIns="121900" tIns="121900" rIns="121900" bIns="121900" anchor="ctr" anchorCtr="0">
            <a:noAutofit/>
          </a:bodyPr>
          <a:lstStyle/>
          <a:p>
            <a:pPr algn="ctr"/>
            <a:r>
              <a:rPr lang="en-US" dirty="0">
                <a:solidFill>
                  <a:schemeClr val="dk1"/>
                </a:solidFill>
                <a:latin typeface="Roboto"/>
                <a:ea typeface="Roboto"/>
                <a:cs typeface="Roboto"/>
                <a:sym typeface="Roboto"/>
              </a:rPr>
              <a:t> </a:t>
            </a:r>
          </a:p>
          <a:p>
            <a:pPr algn="ctr"/>
            <a:r>
              <a:rPr lang="en-US" b="1" dirty="0">
                <a:latin typeface="Roboto"/>
                <a:ea typeface="Roboto"/>
                <a:cs typeface="Roboto"/>
                <a:sym typeface="Roboto"/>
              </a:rPr>
              <a:t>YoY Market growth: </a:t>
            </a:r>
            <a:r>
              <a:rPr lang="en-US" b="1" dirty="0">
                <a:solidFill>
                  <a:srgbClr val="00B050"/>
                </a:solidFill>
                <a:latin typeface="Roboto"/>
                <a:ea typeface="Roboto"/>
                <a:cs typeface="Roboto"/>
                <a:sym typeface="Roboto"/>
              </a:rPr>
              <a:t>+23% </a:t>
            </a:r>
          </a:p>
          <a:p>
            <a:pPr algn="ctr"/>
            <a:r>
              <a:rPr lang="en-US" dirty="0">
                <a:latin typeface="Roboto"/>
                <a:ea typeface="Roboto"/>
                <a:cs typeface="Roboto"/>
                <a:sym typeface="Roboto"/>
              </a:rPr>
              <a:t>Asia: </a:t>
            </a:r>
            <a:r>
              <a:rPr lang="en-US" b="1" dirty="0">
                <a:solidFill>
                  <a:srgbClr val="00B050"/>
                </a:solidFill>
                <a:latin typeface="Roboto"/>
                <a:ea typeface="Roboto"/>
                <a:cs typeface="Roboto"/>
                <a:sym typeface="Roboto"/>
              </a:rPr>
              <a:t>+24%</a:t>
            </a:r>
          </a:p>
          <a:p>
            <a:pPr algn="ctr"/>
            <a:r>
              <a:rPr lang="en-US" dirty="0">
                <a:latin typeface="Roboto"/>
                <a:ea typeface="Roboto"/>
                <a:cs typeface="Roboto"/>
                <a:sym typeface="Roboto"/>
              </a:rPr>
              <a:t>AU/NZ/Latin America: </a:t>
            </a:r>
            <a:r>
              <a:rPr lang="en-US" b="1" dirty="0">
                <a:solidFill>
                  <a:srgbClr val="00B050"/>
                </a:solidFill>
                <a:latin typeface="Roboto"/>
                <a:ea typeface="Roboto"/>
                <a:cs typeface="Roboto"/>
                <a:sym typeface="Roboto"/>
              </a:rPr>
              <a:t>+20%</a:t>
            </a:r>
          </a:p>
          <a:p>
            <a:pPr algn="ctr"/>
            <a:endParaRPr b="1" dirty="0">
              <a:solidFill>
                <a:srgbClr val="FF0000"/>
              </a:solidFill>
              <a:latin typeface="Roboto"/>
              <a:ea typeface="Roboto"/>
              <a:cs typeface="Roboto"/>
              <a:sym typeface="Roboto"/>
            </a:endParaRPr>
          </a:p>
        </p:txBody>
      </p:sp>
      <p:sp>
        <p:nvSpPr>
          <p:cNvPr id="14" name="Google Shape;377;p20">
            <a:extLst>
              <a:ext uri="{FF2B5EF4-FFF2-40B4-BE49-F238E27FC236}">
                <a16:creationId xmlns:a16="http://schemas.microsoft.com/office/drawing/2014/main" id="{1C546E96-E95D-A954-A591-D5DB9C9530F1}"/>
              </a:ext>
            </a:extLst>
          </p:cNvPr>
          <p:cNvSpPr txBox="1"/>
          <p:nvPr/>
        </p:nvSpPr>
        <p:spPr>
          <a:xfrm>
            <a:off x="9302664" y="4813917"/>
            <a:ext cx="2345924" cy="713200"/>
          </a:xfrm>
          <a:prstGeom prst="rect">
            <a:avLst/>
          </a:prstGeom>
          <a:noFill/>
          <a:ln>
            <a:noFill/>
          </a:ln>
        </p:spPr>
        <p:txBody>
          <a:bodyPr spcFirstLastPara="1" wrap="square" lIns="121900" tIns="121900" rIns="121900" bIns="121900" anchor="ctr" anchorCtr="0">
            <a:noAutofit/>
          </a:bodyPr>
          <a:lstStyle/>
          <a:p>
            <a:pPr algn="ctr"/>
            <a:r>
              <a:rPr lang="en-US" dirty="0">
                <a:solidFill>
                  <a:schemeClr val="dk1"/>
                </a:solidFill>
                <a:latin typeface="Roboto"/>
                <a:ea typeface="Roboto"/>
                <a:cs typeface="Roboto"/>
                <a:sym typeface="Roboto"/>
              </a:rPr>
              <a:t> </a:t>
            </a:r>
          </a:p>
          <a:p>
            <a:pPr algn="ctr"/>
            <a:r>
              <a:rPr lang="en-US" b="1" dirty="0">
                <a:latin typeface="Roboto"/>
                <a:ea typeface="Roboto"/>
                <a:cs typeface="Roboto"/>
                <a:sym typeface="Roboto"/>
              </a:rPr>
              <a:t>YoY Market growth: </a:t>
            </a:r>
            <a:r>
              <a:rPr lang="en-US" b="1" dirty="0">
                <a:solidFill>
                  <a:srgbClr val="00B050"/>
                </a:solidFill>
                <a:latin typeface="Roboto"/>
                <a:ea typeface="Roboto"/>
                <a:cs typeface="Roboto"/>
                <a:sym typeface="Roboto"/>
              </a:rPr>
              <a:t>+12%</a:t>
            </a:r>
            <a:r>
              <a:rPr lang="en-US" dirty="0">
                <a:solidFill>
                  <a:srgbClr val="FF0000"/>
                </a:solidFill>
                <a:latin typeface="Roboto"/>
                <a:ea typeface="Roboto"/>
                <a:cs typeface="Roboto"/>
                <a:sym typeface="Roboto"/>
              </a:rPr>
              <a:t> </a:t>
            </a:r>
          </a:p>
          <a:p>
            <a:pPr algn="ctr"/>
            <a:r>
              <a:rPr lang="en-US" dirty="0">
                <a:latin typeface="Roboto"/>
                <a:ea typeface="Roboto"/>
                <a:cs typeface="Roboto"/>
                <a:sym typeface="Roboto"/>
              </a:rPr>
              <a:t>USA:</a:t>
            </a:r>
            <a:r>
              <a:rPr lang="en-US" b="1" dirty="0">
                <a:solidFill>
                  <a:srgbClr val="00B050"/>
                </a:solidFill>
                <a:latin typeface="Roboto"/>
                <a:ea typeface="Roboto"/>
                <a:cs typeface="Roboto"/>
                <a:sym typeface="Roboto"/>
              </a:rPr>
              <a:t> +9%</a:t>
            </a:r>
          </a:p>
          <a:p>
            <a:pPr algn="ctr"/>
            <a:r>
              <a:rPr lang="en-US" dirty="0">
                <a:latin typeface="Roboto"/>
                <a:ea typeface="Roboto"/>
                <a:cs typeface="Roboto"/>
                <a:sym typeface="Roboto"/>
              </a:rPr>
              <a:t>Canada</a:t>
            </a:r>
            <a:r>
              <a:rPr lang="en-US" dirty="0">
                <a:solidFill>
                  <a:schemeClr val="tx2">
                    <a:lumMod val="10000"/>
                  </a:schemeClr>
                </a:solidFill>
                <a:latin typeface="Roboto"/>
                <a:ea typeface="Roboto"/>
                <a:cs typeface="Roboto"/>
                <a:sym typeface="Roboto"/>
              </a:rPr>
              <a:t>:</a:t>
            </a:r>
            <a:r>
              <a:rPr lang="en-US" b="1" dirty="0">
                <a:solidFill>
                  <a:srgbClr val="00B050"/>
                </a:solidFill>
                <a:latin typeface="Roboto"/>
                <a:ea typeface="Roboto"/>
                <a:cs typeface="Roboto"/>
                <a:sym typeface="Roboto"/>
              </a:rPr>
              <a:t>+7%</a:t>
            </a:r>
            <a:endParaRPr b="1" dirty="0">
              <a:solidFill>
                <a:srgbClr val="00B050"/>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24"/>
          <p:cNvSpPr txBox="1">
            <a:spLocks noGrp="1"/>
          </p:cNvSpPr>
          <p:nvPr>
            <p:ph type="title"/>
          </p:nvPr>
        </p:nvSpPr>
        <p:spPr>
          <a:xfrm>
            <a:off x="480000" y="-65335"/>
            <a:ext cx="11712000" cy="763600"/>
          </a:xfrm>
          <a:prstGeom prst="rect">
            <a:avLst/>
          </a:prstGeom>
        </p:spPr>
        <p:txBody>
          <a:bodyPr spcFirstLastPara="1" wrap="square" lIns="121900" tIns="121900" rIns="121900" bIns="121900" anchor="t" anchorCtr="0">
            <a:noAutofit/>
          </a:bodyPr>
          <a:lstStyle/>
          <a:p>
            <a:pPr algn="ctr">
              <a:buClr>
                <a:schemeClr val="dk1"/>
              </a:buClr>
              <a:buSzPts val="1100"/>
            </a:pPr>
            <a:r>
              <a:rPr lang="en" dirty="0"/>
              <a:t>1.3  Visitor Arrivals by Road: J</a:t>
            </a:r>
            <a:r>
              <a:rPr lang="en-US" dirty="0"/>
              <a:t>a</a:t>
            </a:r>
            <a:r>
              <a:rPr lang="en" dirty="0" err="1"/>
              <a:t>nuary</a:t>
            </a:r>
            <a:r>
              <a:rPr lang="en" dirty="0"/>
              <a:t>–Dec 2025</a:t>
            </a:r>
            <a:endParaRPr dirty="0"/>
          </a:p>
        </p:txBody>
      </p:sp>
      <p:grpSp>
        <p:nvGrpSpPr>
          <p:cNvPr id="630" name="Google Shape;630;p24"/>
          <p:cNvGrpSpPr/>
          <p:nvPr/>
        </p:nvGrpSpPr>
        <p:grpSpPr>
          <a:xfrm>
            <a:off x="10564414" y="4657355"/>
            <a:ext cx="1189553" cy="75632"/>
            <a:chOff x="1817751" y="2188789"/>
            <a:chExt cx="892165" cy="1775312"/>
          </a:xfrm>
        </p:grpSpPr>
        <p:sp>
          <p:nvSpPr>
            <p:cNvPr id="631" name="Google Shape;631;p24"/>
            <p:cNvSpPr/>
            <p:nvPr/>
          </p:nvSpPr>
          <p:spPr>
            <a:xfrm>
              <a:off x="1817751" y="3541859"/>
              <a:ext cx="892165" cy="246000"/>
            </a:xfrm>
            <a:custGeom>
              <a:avLst/>
              <a:gdLst/>
              <a:ahLst/>
              <a:cxnLst/>
              <a:rect l="l" t="t" r="r" b="b"/>
              <a:pathLst>
                <a:path w="8236" h="2271" extrusionOk="0">
                  <a:moveTo>
                    <a:pt x="0" y="1"/>
                  </a:moveTo>
                  <a:lnTo>
                    <a:pt x="4128" y="2270"/>
                  </a:lnTo>
                  <a:lnTo>
                    <a:pt x="8236" y="1"/>
                  </a:lnTo>
                  <a:close/>
                </a:path>
              </a:pathLst>
            </a:custGeom>
            <a:solidFill>
              <a:srgbClr val="EDEDED"/>
            </a:solidFill>
            <a:ln>
              <a:noFill/>
            </a:ln>
          </p:spPr>
          <p:txBody>
            <a:bodyPr spcFirstLastPara="1" wrap="square" lIns="121900" tIns="121900" rIns="121900" bIns="121900" anchor="ctr" anchorCtr="0">
              <a:noAutofit/>
            </a:bodyPr>
            <a:lstStyle/>
            <a:p>
              <a:endParaRPr sz="1867"/>
            </a:p>
          </p:txBody>
        </p:sp>
        <p:sp>
          <p:nvSpPr>
            <p:cNvPr id="632" name="Google Shape;632;p24"/>
            <p:cNvSpPr/>
            <p:nvPr/>
          </p:nvSpPr>
          <p:spPr>
            <a:xfrm>
              <a:off x="2264915" y="3541859"/>
              <a:ext cx="444999" cy="422241"/>
            </a:xfrm>
            <a:custGeom>
              <a:avLst/>
              <a:gdLst/>
              <a:ahLst/>
              <a:cxnLst/>
              <a:rect l="l" t="t" r="r" b="b"/>
              <a:pathLst>
                <a:path w="4108" h="3898" extrusionOk="0">
                  <a:moveTo>
                    <a:pt x="4108" y="1"/>
                  </a:moveTo>
                  <a:lnTo>
                    <a:pt x="0" y="2270"/>
                  </a:lnTo>
                  <a:lnTo>
                    <a:pt x="0" y="3898"/>
                  </a:lnTo>
                  <a:lnTo>
                    <a:pt x="4108" y="1629"/>
                  </a:lnTo>
                  <a:lnTo>
                    <a:pt x="4108" y="1"/>
                  </a:lnTo>
                  <a:close/>
                </a:path>
              </a:pathLst>
            </a:custGeom>
            <a:solidFill>
              <a:srgbClr val="B2B2B2"/>
            </a:solidFill>
            <a:ln>
              <a:noFill/>
            </a:ln>
          </p:spPr>
          <p:txBody>
            <a:bodyPr spcFirstLastPara="1" wrap="square" lIns="121900" tIns="121900" rIns="121900" bIns="121900" anchor="ctr" anchorCtr="0">
              <a:noAutofit/>
            </a:bodyPr>
            <a:lstStyle/>
            <a:p>
              <a:endParaRPr sz="1867"/>
            </a:p>
          </p:txBody>
        </p:sp>
        <p:sp>
          <p:nvSpPr>
            <p:cNvPr id="633" name="Google Shape;633;p24"/>
            <p:cNvSpPr/>
            <p:nvPr/>
          </p:nvSpPr>
          <p:spPr>
            <a:xfrm>
              <a:off x="1817751" y="3541859"/>
              <a:ext cx="447274" cy="422241"/>
            </a:xfrm>
            <a:custGeom>
              <a:avLst/>
              <a:gdLst/>
              <a:ahLst/>
              <a:cxnLst/>
              <a:rect l="l" t="t" r="r" b="b"/>
              <a:pathLst>
                <a:path w="4129" h="3898" extrusionOk="0">
                  <a:moveTo>
                    <a:pt x="0" y="1"/>
                  </a:moveTo>
                  <a:lnTo>
                    <a:pt x="0" y="1629"/>
                  </a:lnTo>
                  <a:lnTo>
                    <a:pt x="4128" y="3898"/>
                  </a:lnTo>
                  <a:lnTo>
                    <a:pt x="4128" y="2270"/>
                  </a:lnTo>
                  <a:lnTo>
                    <a:pt x="0" y="1"/>
                  </a:lnTo>
                  <a:close/>
                </a:path>
              </a:pathLst>
            </a:custGeom>
            <a:solidFill>
              <a:srgbClr val="DADADA"/>
            </a:solidFill>
            <a:ln>
              <a:noFill/>
            </a:ln>
          </p:spPr>
          <p:txBody>
            <a:bodyPr spcFirstLastPara="1" wrap="square" lIns="121900" tIns="121900" rIns="121900" bIns="121900" anchor="ctr" anchorCtr="0">
              <a:noAutofit/>
            </a:bodyPr>
            <a:lstStyle/>
            <a:p>
              <a:endParaRPr sz="1867"/>
            </a:p>
          </p:txBody>
        </p:sp>
        <p:sp>
          <p:nvSpPr>
            <p:cNvPr id="634" name="Google Shape;634;p24"/>
            <p:cNvSpPr/>
            <p:nvPr/>
          </p:nvSpPr>
          <p:spPr>
            <a:xfrm>
              <a:off x="2267081" y="2188789"/>
              <a:ext cx="255430" cy="1529514"/>
            </a:xfrm>
            <a:custGeom>
              <a:avLst/>
              <a:gdLst/>
              <a:ahLst/>
              <a:cxnLst/>
              <a:rect l="l" t="t" r="r" b="b"/>
              <a:pathLst>
                <a:path w="2358" h="14120" extrusionOk="0">
                  <a:moveTo>
                    <a:pt x="2357" y="0"/>
                  </a:moveTo>
                  <a:lnTo>
                    <a:pt x="1" y="1304"/>
                  </a:lnTo>
                  <a:lnTo>
                    <a:pt x="1" y="14120"/>
                  </a:lnTo>
                  <a:lnTo>
                    <a:pt x="2357" y="12815"/>
                  </a:lnTo>
                  <a:lnTo>
                    <a:pt x="2357" y="0"/>
                  </a:lnTo>
                  <a:close/>
                </a:path>
              </a:pathLst>
            </a:custGeom>
            <a:solidFill>
              <a:schemeClr val="accent5">
                <a:lumMod val="50000"/>
              </a:schemeClr>
            </a:solidFill>
            <a:ln>
              <a:noFill/>
            </a:ln>
          </p:spPr>
          <p:txBody>
            <a:bodyPr spcFirstLastPara="1" wrap="square" lIns="121900" tIns="121900" rIns="121900" bIns="121900" anchor="ctr" anchorCtr="0">
              <a:noAutofit/>
            </a:bodyPr>
            <a:lstStyle/>
            <a:p>
              <a:endParaRPr sz="1867"/>
            </a:p>
          </p:txBody>
        </p:sp>
        <p:sp>
          <p:nvSpPr>
            <p:cNvPr id="635" name="Google Shape;635;p24"/>
            <p:cNvSpPr/>
            <p:nvPr/>
          </p:nvSpPr>
          <p:spPr>
            <a:xfrm>
              <a:off x="2007861" y="2188789"/>
              <a:ext cx="257164" cy="1529514"/>
            </a:xfrm>
            <a:custGeom>
              <a:avLst/>
              <a:gdLst/>
              <a:ahLst/>
              <a:cxnLst/>
              <a:rect l="l" t="t" r="r" b="b"/>
              <a:pathLst>
                <a:path w="2374" h="14120" extrusionOk="0">
                  <a:moveTo>
                    <a:pt x="1" y="0"/>
                  </a:moveTo>
                  <a:lnTo>
                    <a:pt x="1" y="12815"/>
                  </a:lnTo>
                  <a:lnTo>
                    <a:pt x="2373" y="14120"/>
                  </a:lnTo>
                  <a:lnTo>
                    <a:pt x="2373" y="1304"/>
                  </a:lnTo>
                  <a:lnTo>
                    <a:pt x="1" y="0"/>
                  </a:lnTo>
                  <a:close/>
                </a:path>
              </a:pathLst>
            </a:custGeom>
            <a:solidFill>
              <a:schemeClr val="accent5">
                <a:lumMod val="75000"/>
              </a:schemeClr>
            </a:solidFill>
            <a:ln>
              <a:noFill/>
            </a:ln>
          </p:spPr>
          <p:txBody>
            <a:bodyPr spcFirstLastPara="1" wrap="square" lIns="121900" tIns="121900" rIns="121900" bIns="121900" anchor="ctr" anchorCtr="0">
              <a:noAutofit/>
            </a:bodyPr>
            <a:lstStyle/>
            <a:p>
              <a:endParaRPr sz="1867"/>
            </a:p>
          </p:txBody>
        </p:sp>
        <p:sp>
          <p:nvSpPr>
            <p:cNvPr id="636" name="Google Shape;636;p24"/>
            <p:cNvSpPr/>
            <p:nvPr/>
          </p:nvSpPr>
          <p:spPr>
            <a:xfrm>
              <a:off x="2007861" y="2188789"/>
              <a:ext cx="512377" cy="141361"/>
            </a:xfrm>
            <a:custGeom>
              <a:avLst/>
              <a:gdLst/>
              <a:ahLst/>
              <a:cxnLst/>
              <a:rect l="l" t="t" r="r" b="b"/>
              <a:pathLst>
                <a:path w="4730" h="1305" extrusionOk="0">
                  <a:moveTo>
                    <a:pt x="1" y="0"/>
                  </a:moveTo>
                  <a:lnTo>
                    <a:pt x="2373" y="1304"/>
                  </a:lnTo>
                  <a:lnTo>
                    <a:pt x="4730" y="0"/>
                  </a:lnTo>
                  <a:close/>
                </a:path>
              </a:pathLst>
            </a:custGeom>
            <a:solidFill>
              <a:srgbClr val="6FC1BC"/>
            </a:solidFill>
            <a:ln>
              <a:noFill/>
            </a:ln>
          </p:spPr>
          <p:txBody>
            <a:bodyPr spcFirstLastPara="1" wrap="square" lIns="121900" tIns="121900" rIns="121900" bIns="121900" anchor="ctr" anchorCtr="0">
              <a:noAutofit/>
            </a:bodyPr>
            <a:lstStyle/>
            <a:p>
              <a:endParaRPr sz="1867"/>
            </a:p>
          </p:txBody>
        </p:sp>
      </p:grpSp>
      <p:grpSp>
        <p:nvGrpSpPr>
          <p:cNvPr id="637" name="Google Shape;637;p24"/>
          <p:cNvGrpSpPr/>
          <p:nvPr/>
        </p:nvGrpSpPr>
        <p:grpSpPr>
          <a:xfrm>
            <a:off x="4464257" y="4465022"/>
            <a:ext cx="1190420" cy="274861"/>
            <a:chOff x="4895035" y="2652089"/>
            <a:chExt cx="892815" cy="1312011"/>
          </a:xfrm>
        </p:grpSpPr>
        <p:sp>
          <p:nvSpPr>
            <p:cNvPr id="638" name="Google Shape;638;p24"/>
            <p:cNvSpPr/>
            <p:nvPr/>
          </p:nvSpPr>
          <p:spPr>
            <a:xfrm>
              <a:off x="4895035" y="3541859"/>
              <a:ext cx="892815" cy="246000"/>
            </a:xfrm>
            <a:custGeom>
              <a:avLst/>
              <a:gdLst/>
              <a:ahLst/>
              <a:cxnLst/>
              <a:rect l="l" t="t" r="r" b="b"/>
              <a:pathLst>
                <a:path w="8242" h="2271" extrusionOk="0">
                  <a:moveTo>
                    <a:pt x="1" y="1"/>
                  </a:moveTo>
                  <a:lnTo>
                    <a:pt x="4134" y="2270"/>
                  </a:lnTo>
                  <a:lnTo>
                    <a:pt x="8241" y="1"/>
                  </a:lnTo>
                  <a:close/>
                </a:path>
              </a:pathLst>
            </a:custGeom>
            <a:solidFill>
              <a:srgbClr val="EDEDED"/>
            </a:solidFill>
            <a:ln>
              <a:noFill/>
            </a:ln>
          </p:spPr>
          <p:txBody>
            <a:bodyPr spcFirstLastPara="1" wrap="square" lIns="121900" tIns="121900" rIns="121900" bIns="121900" anchor="ctr" anchorCtr="0">
              <a:noAutofit/>
            </a:bodyPr>
            <a:lstStyle/>
            <a:p>
              <a:endParaRPr sz="1867"/>
            </a:p>
          </p:txBody>
        </p:sp>
        <p:sp>
          <p:nvSpPr>
            <p:cNvPr id="639" name="Google Shape;639;p24"/>
            <p:cNvSpPr/>
            <p:nvPr/>
          </p:nvSpPr>
          <p:spPr>
            <a:xfrm>
              <a:off x="5342741" y="3541859"/>
              <a:ext cx="445107" cy="422241"/>
            </a:xfrm>
            <a:custGeom>
              <a:avLst/>
              <a:gdLst/>
              <a:ahLst/>
              <a:cxnLst/>
              <a:rect l="l" t="t" r="r" b="b"/>
              <a:pathLst>
                <a:path w="4109" h="3898" extrusionOk="0">
                  <a:moveTo>
                    <a:pt x="4108" y="1"/>
                  </a:moveTo>
                  <a:lnTo>
                    <a:pt x="1" y="2270"/>
                  </a:lnTo>
                  <a:lnTo>
                    <a:pt x="1" y="3898"/>
                  </a:lnTo>
                  <a:lnTo>
                    <a:pt x="4108" y="1629"/>
                  </a:lnTo>
                  <a:lnTo>
                    <a:pt x="4108" y="1"/>
                  </a:lnTo>
                  <a:close/>
                </a:path>
              </a:pathLst>
            </a:custGeom>
            <a:solidFill>
              <a:srgbClr val="B2B2B2"/>
            </a:solidFill>
            <a:ln>
              <a:noFill/>
            </a:ln>
          </p:spPr>
          <p:txBody>
            <a:bodyPr spcFirstLastPara="1" wrap="square" lIns="121900" tIns="121900" rIns="121900" bIns="121900" anchor="ctr" anchorCtr="0">
              <a:noAutofit/>
            </a:bodyPr>
            <a:lstStyle/>
            <a:p>
              <a:endParaRPr sz="1867"/>
            </a:p>
          </p:txBody>
        </p:sp>
        <p:sp>
          <p:nvSpPr>
            <p:cNvPr id="640" name="Google Shape;640;p24"/>
            <p:cNvSpPr/>
            <p:nvPr/>
          </p:nvSpPr>
          <p:spPr>
            <a:xfrm>
              <a:off x="4895035" y="3541859"/>
              <a:ext cx="447816" cy="422241"/>
            </a:xfrm>
            <a:custGeom>
              <a:avLst/>
              <a:gdLst/>
              <a:ahLst/>
              <a:cxnLst/>
              <a:rect l="l" t="t" r="r" b="b"/>
              <a:pathLst>
                <a:path w="4134" h="3898" extrusionOk="0">
                  <a:moveTo>
                    <a:pt x="1" y="1"/>
                  </a:moveTo>
                  <a:lnTo>
                    <a:pt x="1" y="1629"/>
                  </a:lnTo>
                  <a:lnTo>
                    <a:pt x="4134" y="3898"/>
                  </a:lnTo>
                  <a:lnTo>
                    <a:pt x="4134" y="2270"/>
                  </a:lnTo>
                  <a:lnTo>
                    <a:pt x="1" y="1"/>
                  </a:lnTo>
                  <a:close/>
                </a:path>
              </a:pathLst>
            </a:custGeom>
            <a:solidFill>
              <a:srgbClr val="DADADA"/>
            </a:solidFill>
            <a:ln>
              <a:noFill/>
            </a:ln>
          </p:spPr>
          <p:txBody>
            <a:bodyPr spcFirstLastPara="1" wrap="square" lIns="121900" tIns="121900" rIns="121900" bIns="121900" anchor="ctr" anchorCtr="0">
              <a:noAutofit/>
            </a:bodyPr>
            <a:lstStyle/>
            <a:p>
              <a:endParaRPr sz="1867"/>
            </a:p>
          </p:txBody>
        </p:sp>
        <p:sp>
          <p:nvSpPr>
            <p:cNvPr id="641" name="Google Shape;641;p24"/>
            <p:cNvSpPr/>
            <p:nvPr/>
          </p:nvSpPr>
          <p:spPr>
            <a:xfrm>
              <a:off x="5342741" y="2652089"/>
              <a:ext cx="254889" cy="1066218"/>
            </a:xfrm>
            <a:custGeom>
              <a:avLst/>
              <a:gdLst/>
              <a:ahLst/>
              <a:cxnLst/>
              <a:rect l="l" t="t" r="r" b="b"/>
              <a:pathLst>
                <a:path w="2353" h="9843" extrusionOk="0">
                  <a:moveTo>
                    <a:pt x="2352" y="0"/>
                  </a:moveTo>
                  <a:lnTo>
                    <a:pt x="1" y="1304"/>
                  </a:lnTo>
                  <a:lnTo>
                    <a:pt x="1" y="9843"/>
                  </a:lnTo>
                  <a:lnTo>
                    <a:pt x="2352" y="8538"/>
                  </a:lnTo>
                  <a:lnTo>
                    <a:pt x="2352" y="0"/>
                  </a:ln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endParaRPr sz="1867">
                <a:solidFill>
                  <a:srgbClr val="002060"/>
                </a:solidFill>
              </a:endParaRPr>
            </a:p>
          </p:txBody>
        </p:sp>
        <p:sp>
          <p:nvSpPr>
            <p:cNvPr id="642" name="Google Shape;642;p24"/>
            <p:cNvSpPr/>
            <p:nvPr/>
          </p:nvSpPr>
          <p:spPr>
            <a:xfrm>
              <a:off x="5085253" y="2652089"/>
              <a:ext cx="257597" cy="1066218"/>
            </a:xfrm>
            <a:custGeom>
              <a:avLst/>
              <a:gdLst/>
              <a:ahLst/>
              <a:cxnLst/>
              <a:rect l="l" t="t" r="r" b="b"/>
              <a:pathLst>
                <a:path w="2378" h="9843" extrusionOk="0">
                  <a:moveTo>
                    <a:pt x="1" y="0"/>
                  </a:moveTo>
                  <a:lnTo>
                    <a:pt x="1" y="8538"/>
                  </a:lnTo>
                  <a:lnTo>
                    <a:pt x="2378" y="9843"/>
                  </a:lnTo>
                  <a:lnTo>
                    <a:pt x="2378" y="1304"/>
                  </a:lnTo>
                  <a:lnTo>
                    <a:pt x="1" y="0"/>
                  </a:lnTo>
                  <a:close/>
                </a:path>
              </a:pathLst>
            </a:custGeom>
            <a:solidFill>
              <a:schemeClr val="accent2">
                <a:lumMod val="40000"/>
                <a:lumOff val="60000"/>
              </a:schemeClr>
            </a:solidFill>
            <a:ln>
              <a:noFill/>
            </a:ln>
          </p:spPr>
          <p:txBody>
            <a:bodyPr spcFirstLastPara="1" wrap="square" lIns="121900" tIns="121900" rIns="121900" bIns="121900" anchor="ctr" anchorCtr="0">
              <a:noAutofit/>
            </a:bodyPr>
            <a:lstStyle/>
            <a:p>
              <a:endParaRPr sz="1867">
                <a:solidFill>
                  <a:srgbClr val="0070C0"/>
                </a:solidFill>
              </a:endParaRPr>
            </a:p>
          </p:txBody>
        </p:sp>
        <p:sp>
          <p:nvSpPr>
            <p:cNvPr id="643" name="Google Shape;643;p24"/>
            <p:cNvSpPr/>
            <p:nvPr/>
          </p:nvSpPr>
          <p:spPr>
            <a:xfrm>
              <a:off x="5085253" y="2652089"/>
              <a:ext cx="512377" cy="141361"/>
            </a:xfrm>
            <a:custGeom>
              <a:avLst/>
              <a:gdLst/>
              <a:ahLst/>
              <a:cxnLst/>
              <a:rect l="l" t="t" r="r" b="b"/>
              <a:pathLst>
                <a:path w="4730" h="1305" extrusionOk="0">
                  <a:moveTo>
                    <a:pt x="1" y="0"/>
                  </a:moveTo>
                  <a:lnTo>
                    <a:pt x="2378" y="1304"/>
                  </a:lnTo>
                  <a:lnTo>
                    <a:pt x="4729" y="0"/>
                  </a:lnTo>
                  <a:close/>
                </a:path>
              </a:pathLst>
            </a:custGeom>
            <a:solidFill>
              <a:schemeClr val="accent2">
                <a:lumMod val="20000"/>
                <a:lumOff val="80000"/>
              </a:schemeClr>
            </a:solidFill>
            <a:ln>
              <a:noFill/>
            </a:ln>
          </p:spPr>
          <p:txBody>
            <a:bodyPr spcFirstLastPara="1" wrap="square" lIns="121900" tIns="121900" rIns="121900" bIns="121900" anchor="ctr" anchorCtr="0">
              <a:noAutofit/>
            </a:bodyPr>
            <a:lstStyle/>
            <a:p>
              <a:endParaRPr sz="1867"/>
            </a:p>
          </p:txBody>
        </p:sp>
      </p:grpSp>
      <p:grpSp>
        <p:nvGrpSpPr>
          <p:cNvPr id="644" name="Google Shape;644;p24"/>
          <p:cNvGrpSpPr/>
          <p:nvPr/>
        </p:nvGrpSpPr>
        <p:grpSpPr>
          <a:xfrm>
            <a:off x="220400" y="1755256"/>
            <a:ext cx="1489854" cy="3065877"/>
            <a:chOff x="6434002" y="2341742"/>
            <a:chExt cx="892273" cy="1622359"/>
          </a:xfrm>
        </p:grpSpPr>
        <p:sp>
          <p:nvSpPr>
            <p:cNvPr id="645" name="Google Shape;645;p24"/>
            <p:cNvSpPr/>
            <p:nvPr/>
          </p:nvSpPr>
          <p:spPr>
            <a:xfrm>
              <a:off x="6434002" y="3541859"/>
              <a:ext cx="892273" cy="246000"/>
            </a:xfrm>
            <a:custGeom>
              <a:avLst/>
              <a:gdLst/>
              <a:ahLst/>
              <a:cxnLst/>
              <a:rect l="l" t="t" r="r" b="b"/>
              <a:pathLst>
                <a:path w="8237" h="2271" extrusionOk="0">
                  <a:moveTo>
                    <a:pt x="1" y="1"/>
                  </a:moveTo>
                  <a:lnTo>
                    <a:pt x="4129" y="2270"/>
                  </a:lnTo>
                  <a:lnTo>
                    <a:pt x="8236" y="1"/>
                  </a:lnTo>
                  <a:close/>
                </a:path>
              </a:pathLst>
            </a:custGeom>
            <a:solidFill>
              <a:srgbClr val="EDEDED"/>
            </a:solidFill>
            <a:ln>
              <a:noFill/>
            </a:ln>
          </p:spPr>
          <p:txBody>
            <a:bodyPr spcFirstLastPara="1" wrap="square" lIns="121900" tIns="121900" rIns="121900" bIns="121900" anchor="ctr" anchorCtr="0">
              <a:noAutofit/>
            </a:bodyPr>
            <a:lstStyle/>
            <a:p>
              <a:endParaRPr sz="1867"/>
            </a:p>
          </p:txBody>
        </p:sp>
        <p:sp>
          <p:nvSpPr>
            <p:cNvPr id="646" name="Google Shape;646;p24"/>
            <p:cNvSpPr/>
            <p:nvPr/>
          </p:nvSpPr>
          <p:spPr>
            <a:xfrm>
              <a:off x="6881166" y="3541859"/>
              <a:ext cx="445107" cy="422241"/>
            </a:xfrm>
            <a:custGeom>
              <a:avLst/>
              <a:gdLst/>
              <a:ahLst/>
              <a:cxnLst/>
              <a:rect l="l" t="t" r="r" b="b"/>
              <a:pathLst>
                <a:path w="4109" h="3898" extrusionOk="0">
                  <a:moveTo>
                    <a:pt x="4108" y="1"/>
                  </a:moveTo>
                  <a:lnTo>
                    <a:pt x="1" y="2270"/>
                  </a:lnTo>
                  <a:lnTo>
                    <a:pt x="1" y="3898"/>
                  </a:lnTo>
                  <a:lnTo>
                    <a:pt x="4108" y="1629"/>
                  </a:lnTo>
                  <a:lnTo>
                    <a:pt x="4108" y="1"/>
                  </a:lnTo>
                  <a:close/>
                </a:path>
              </a:pathLst>
            </a:custGeom>
            <a:solidFill>
              <a:srgbClr val="B2B2B2"/>
            </a:solidFill>
            <a:ln>
              <a:noFill/>
            </a:ln>
          </p:spPr>
          <p:txBody>
            <a:bodyPr spcFirstLastPara="1" wrap="square" lIns="121900" tIns="121900" rIns="121900" bIns="121900" anchor="ctr" anchorCtr="0">
              <a:noAutofit/>
            </a:bodyPr>
            <a:lstStyle/>
            <a:p>
              <a:endParaRPr sz="1867"/>
            </a:p>
          </p:txBody>
        </p:sp>
        <p:sp>
          <p:nvSpPr>
            <p:cNvPr id="647" name="Google Shape;647;p24"/>
            <p:cNvSpPr/>
            <p:nvPr/>
          </p:nvSpPr>
          <p:spPr>
            <a:xfrm>
              <a:off x="6434002" y="3541859"/>
              <a:ext cx="447274" cy="422241"/>
            </a:xfrm>
            <a:custGeom>
              <a:avLst/>
              <a:gdLst/>
              <a:ahLst/>
              <a:cxnLst/>
              <a:rect l="l" t="t" r="r" b="b"/>
              <a:pathLst>
                <a:path w="4129" h="3898" extrusionOk="0">
                  <a:moveTo>
                    <a:pt x="1" y="1"/>
                  </a:moveTo>
                  <a:lnTo>
                    <a:pt x="1" y="1629"/>
                  </a:lnTo>
                  <a:lnTo>
                    <a:pt x="4129" y="3898"/>
                  </a:lnTo>
                  <a:lnTo>
                    <a:pt x="4129" y="2270"/>
                  </a:lnTo>
                  <a:lnTo>
                    <a:pt x="1" y="1"/>
                  </a:lnTo>
                  <a:close/>
                </a:path>
              </a:pathLst>
            </a:custGeom>
            <a:solidFill>
              <a:srgbClr val="DADADA"/>
            </a:solidFill>
            <a:ln>
              <a:noFill/>
            </a:ln>
          </p:spPr>
          <p:txBody>
            <a:bodyPr spcFirstLastPara="1" wrap="square" lIns="121900" tIns="121900" rIns="121900" bIns="121900" anchor="ctr" anchorCtr="0">
              <a:noAutofit/>
            </a:bodyPr>
            <a:lstStyle/>
            <a:p>
              <a:endParaRPr sz="1867"/>
            </a:p>
          </p:txBody>
        </p:sp>
        <p:sp>
          <p:nvSpPr>
            <p:cNvPr id="648" name="Google Shape;648;p24"/>
            <p:cNvSpPr/>
            <p:nvPr/>
          </p:nvSpPr>
          <p:spPr>
            <a:xfrm>
              <a:off x="6881166" y="2341742"/>
              <a:ext cx="255430" cy="1376562"/>
            </a:xfrm>
            <a:custGeom>
              <a:avLst/>
              <a:gdLst/>
              <a:ahLst/>
              <a:cxnLst/>
              <a:rect l="l" t="t" r="r" b="b"/>
              <a:pathLst>
                <a:path w="2358" h="12708" extrusionOk="0">
                  <a:moveTo>
                    <a:pt x="2357" y="0"/>
                  </a:moveTo>
                  <a:lnTo>
                    <a:pt x="1" y="1304"/>
                  </a:lnTo>
                  <a:lnTo>
                    <a:pt x="1" y="12708"/>
                  </a:lnTo>
                  <a:lnTo>
                    <a:pt x="2357" y="11403"/>
                  </a:lnTo>
                  <a:lnTo>
                    <a:pt x="2357" y="0"/>
                  </a:lnTo>
                  <a:close/>
                </a:path>
              </a:pathLst>
            </a:custGeom>
            <a:solidFill>
              <a:schemeClr val="accent2">
                <a:lumMod val="50000"/>
              </a:schemeClr>
            </a:solidFill>
            <a:ln>
              <a:noFill/>
            </a:ln>
          </p:spPr>
          <p:txBody>
            <a:bodyPr spcFirstLastPara="1" wrap="square" lIns="121900" tIns="121900" rIns="121900" bIns="121900" anchor="ctr" anchorCtr="0">
              <a:noAutofit/>
            </a:bodyPr>
            <a:lstStyle/>
            <a:p>
              <a:endParaRPr sz="1867"/>
            </a:p>
          </p:txBody>
        </p:sp>
        <p:sp>
          <p:nvSpPr>
            <p:cNvPr id="649" name="Google Shape;649;p24"/>
            <p:cNvSpPr/>
            <p:nvPr/>
          </p:nvSpPr>
          <p:spPr>
            <a:xfrm>
              <a:off x="6624220" y="2341742"/>
              <a:ext cx="257055" cy="1376562"/>
            </a:xfrm>
            <a:custGeom>
              <a:avLst/>
              <a:gdLst/>
              <a:ahLst/>
              <a:cxnLst/>
              <a:rect l="l" t="t" r="r" b="b"/>
              <a:pathLst>
                <a:path w="2373" h="12708" extrusionOk="0">
                  <a:moveTo>
                    <a:pt x="1" y="0"/>
                  </a:moveTo>
                  <a:lnTo>
                    <a:pt x="1" y="11403"/>
                  </a:lnTo>
                  <a:lnTo>
                    <a:pt x="2373" y="12708"/>
                  </a:lnTo>
                  <a:lnTo>
                    <a:pt x="2373" y="1304"/>
                  </a:lnTo>
                  <a:lnTo>
                    <a:pt x="1" y="0"/>
                  </a:lnTo>
                  <a:close/>
                </a:path>
              </a:pathLst>
            </a:custGeom>
            <a:solidFill>
              <a:schemeClr val="accent2">
                <a:lumMod val="75000"/>
              </a:schemeClr>
            </a:solidFill>
            <a:ln>
              <a:noFill/>
            </a:ln>
          </p:spPr>
          <p:txBody>
            <a:bodyPr spcFirstLastPara="1" wrap="square" lIns="121900" tIns="121900" rIns="121900" bIns="121900" anchor="ctr" anchorCtr="0">
              <a:noAutofit/>
            </a:bodyPr>
            <a:lstStyle/>
            <a:p>
              <a:endParaRPr sz="1867"/>
            </a:p>
          </p:txBody>
        </p:sp>
        <p:sp>
          <p:nvSpPr>
            <p:cNvPr id="650" name="Google Shape;650;p24"/>
            <p:cNvSpPr/>
            <p:nvPr/>
          </p:nvSpPr>
          <p:spPr>
            <a:xfrm>
              <a:off x="6624220" y="2341742"/>
              <a:ext cx="512377" cy="141361"/>
            </a:xfrm>
            <a:custGeom>
              <a:avLst/>
              <a:gdLst/>
              <a:ahLst/>
              <a:cxnLst/>
              <a:rect l="l" t="t" r="r" b="b"/>
              <a:pathLst>
                <a:path w="4730" h="1305" extrusionOk="0">
                  <a:moveTo>
                    <a:pt x="1" y="0"/>
                  </a:moveTo>
                  <a:lnTo>
                    <a:pt x="2373" y="1304"/>
                  </a:lnTo>
                  <a:lnTo>
                    <a:pt x="4729" y="0"/>
                  </a:ln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endParaRPr sz="1867"/>
            </a:p>
          </p:txBody>
        </p:sp>
      </p:grpSp>
      <p:grpSp>
        <p:nvGrpSpPr>
          <p:cNvPr id="651" name="Google Shape;651;p24"/>
          <p:cNvGrpSpPr/>
          <p:nvPr/>
        </p:nvGrpSpPr>
        <p:grpSpPr>
          <a:xfrm>
            <a:off x="2400318" y="2589633"/>
            <a:ext cx="1424157" cy="2199933"/>
            <a:chOff x="3356610" y="1725488"/>
            <a:chExt cx="892273" cy="2238612"/>
          </a:xfrm>
        </p:grpSpPr>
        <p:sp>
          <p:nvSpPr>
            <p:cNvPr id="652" name="Google Shape;652;p24"/>
            <p:cNvSpPr/>
            <p:nvPr/>
          </p:nvSpPr>
          <p:spPr>
            <a:xfrm>
              <a:off x="3356610" y="3541859"/>
              <a:ext cx="892273" cy="246000"/>
            </a:xfrm>
            <a:custGeom>
              <a:avLst/>
              <a:gdLst/>
              <a:ahLst/>
              <a:cxnLst/>
              <a:rect l="l" t="t" r="r" b="b"/>
              <a:pathLst>
                <a:path w="8237" h="2271" extrusionOk="0">
                  <a:moveTo>
                    <a:pt x="1" y="1"/>
                  </a:moveTo>
                  <a:lnTo>
                    <a:pt x="4129" y="2270"/>
                  </a:lnTo>
                  <a:lnTo>
                    <a:pt x="8236" y="1"/>
                  </a:lnTo>
                  <a:close/>
                </a:path>
              </a:pathLst>
            </a:custGeom>
            <a:solidFill>
              <a:srgbClr val="EDEDED"/>
            </a:solidFill>
            <a:ln>
              <a:noFill/>
            </a:ln>
          </p:spPr>
          <p:txBody>
            <a:bodyPr spcFirstLastPara="1" wrap="square" lIns="121900" tIns="121900" rIns="121900" bIns="121900" anchor="ctr" anchorCtr="0">
              <a:noAutofit/>
            </a:bodyPr>
            <a:lstStyle/>
            <a:p>
              <a:endParaRPr sz="1867"/>
            </a:p>
          </p:txBody>
        </p:sp>
        <p:sp>
          <p:nvSpPr>
            <p:cNvPr id="653" name="Google Shape;653;p24"/>
            <p:cNvSpPr/>
            <p:nvPr/>
          </p:nvSpPr>
          <p:spPr>
            <a:xfrm>
              <a:off x="3803774" y="3541859"/>
              <a:ext cx="445107" cy="422241"/>
            </a:xfrm>
            <a:custGeom>
              <a:avLst/>
              <a:gdLst/>
              <a:ahLst/>
              <a:cxnLst/>
              <a:rect l="l" t="t" r="r" b="b"/>
              <a:pathLst>
                <a:path w="4109" h="3898" extrusionOk="0">
                  <a:moveTo>
                    <a:pt x="4108" y="1"/>
                  </a:moveTo>
                  <a:lnTo>
                    <a:pt x="1" y="2270"/>
                  </a:lnTo>
                  <a:lnTo>
                    <a:pt x="1" y="3898"/>
                  </a:lnTo>
                  <a:lnTo>
                    <a:pt x="4108" y="1629"/>
                  </a:lnTo>
                  <a:lnTo>
                    <a:pt x="4108" y="1"/>
                  </a:lnTo>
                  <a:close/>
                </a:path>
              </a:pathLst>
            </a:custGeom>
            <a:solidFill>
              <a:srgbClr val="B2B2B2"/>
            </a:solidFill>
            <a:ln>
              <a:noFill/>
            </a:ln>
          </p:spPr>
          <p:txBody>
            <a:bodyPr spcFirstLastPara="1" wrap="square" lIns="121900" tIns="121900" rIns="121900" bIns="121900" anchor="ctr" anchorCtr="0">
              <a:noAutofit/>
            </a:bodyPr>
            <a:lstStyle/>
            <a:p>
              <a:endParaRPr sz="1867"/>
            </a:p>
          </p:txBody>
        </p:sp>
        <p:sp>
          <p:nvSpPr>
            <p:cNvPr id="654" name="Google Shape;654;p24"/>
            <p:cNvSpPr/>
            <p:nvPr/>
          </p:nvSpPr>
          <p:spPr>
            <a:xfrm>
              <a:off x="3356610" y="3541859"/>
              <a:ext cx="447274" cy="422241"/>
            </a:xfrm>
            <a:custGeom>
              <a:avLst/>
              <a:gdLst/>
              <a:ahLst/>
              <a:cxnLst/>
              <a:rect l="l" t="t" r="r" b="b"/>
              <a:pathLst>
                <a:path w="4129" h="3898" extrusionOk="0">
                  <a:moveTo>
                    <a:pt x="1" y="1"/>
                  </a:moveTo>
                  <a:lnTo>
                    <a:pt x="1" y="1629"/>
                  </a:lnTo>
                  <a:lnTo>
                    <a:pt x="4129" y="3898"/>
                  </a:lnTo>
                  <a:lnTo>
                    <a:pt x="4129" y="2270"/>
                  </a:lnTo>
                  <a:lnTo>
                    <a:pt x="1" y="1"/>
                  </a:lnTo>
                  <a:close/>
                </a:path>
              </a:pathLst>
            </a:custGeom>
            <a:solidFill>
              <a:srgbClr val="DADADA"/>
            </a:solidFill>
            <a:ln>
              <a:noFill/>
            </a:ln>
          </p:spPr>
          <p:txBody>
            <a:bodyPr spcFirstLastPara="1" wrap="square" lIns="121900" tIns="121900" rIns="121900" bIns="121900" anchor="ctr" anchorCtr="0">
              <a:noAutofit/>
            </a:bodyPr>
            <a:lstStyle/>
            <a:p>
              <a:endParaRPr sz="1867"/>
            </a:p>
          </p:txBody>
        </p:sp>
        <p:sp>
          <p:nvSpPr>
            <p:cNvPr id="655" name="Google Shape;655;p24"/>
            <p:cNvSpPr/>
            <p:nvPr/>
          </p:nvSpPr>
          <p:spPr>
            <a:xfrm>
              <a:off x="3546286" y="1725488"/>
              <a:ext cx="512377" cy="141361"/>
            </a:xfrm>
            <a:custGeom>
              <a:avLst/>
              <a:gdLst/>
              <a:ahLst/>
              <a:cxnLst/>
              <a:rect l="l" t="t" r="r" b="b"/>
              <a:pathLst>
                <a:path w="4730" h="1305" extrusionOk="0">
                  <a:moveTo>
                    <a:pt x="1" y="0"/>
                  </a:moveTo>
                  <a:lnTo>
                    <a:pt x="2378" y="1304"/>
                  </a:lnTo>
                  <a:lnTo>
                    <a:pt x="4730" y="0"/>
                  </a:lnTo>
                  <a:close/>
                </a:path>
              </a:pathLst>
            </a:custGeom>
            <a:solidFill>
              <a:schemeClr val="bg2">
                <a:lumMod val="60000"/>
                <a:lumOff val="40000"/>
              </a:schemeClr>
            </a:solidFill>
            <a:ln>
              <a:noFill/>
            </a:ln>
          </p:spPr>
          <p:txBody>
            <a:bodyPr spcFirstLastPara="1" wrap="square" lIns="121900" tIns="121900" rIns="121900" bIns="121900" anchor="ctr" anchorCtr="0">
              <a:noAutofit/>
            </a:bodyPr>
            <a:lstStyle/>
            <a:p>
              <a:endParaRPr sz="1867"/>
            </a:p>
          </p:txBody>
        </p:sp>
        <p:sp>
          <p:nvSpPr>
            <p:cNvPr id="656" name="Google Shape;656;p24"/>
            <p:cNvSpPr/>
            <p:nvPr/>
          </p:nvSpPr>
          <p:spPr>
            <a:xfrm>
              <a:off x="3803774" y="1725488"/>
              <a:ext cx="254889" cy="1992809"/>
            </a:xfrm>
            <a:custGeom>
              <a:avLst/>
              <a:gdLst/>
              <a:ahLst/>
              <a:cxnLst/>
              <a:rect l="l" t="t" r="r" b="b"/>
              <a:pathLst>
                <a:path w="2353" h="18397" extrusionOk="0">
                  <a:moveTo>
                    <a:pt x="2353" y="0"/>
                  </a:moveTo>
                  <a:lnTo>
                    <a:pt x="1" y="1304"/>
                  </a:lnTo>
                  <a:lnTo>
                    <a:pt x="1" y="18397"/>
                  </a:lnTo>
                  <a:lnTo>
                    <a:pt x="2353" y="17092"/>
                  </a:lnTo>
                  <a:lnTo>
                    <a:pt x="2353" y="0"/>
                  </a:lnTo>
                  <a:close/>
                </a:path>
              </a:pathLst>
            </a:custGeom>
            <a:solidFill>
              <a:schemeClr val="accent4">
                <a:lumMod val="50000"/>
              </a:schemeClr>
            </a:solidFill>
            <a:ln>
              <a:noFill/>
            </a:ln>
          </p:spPr>
          <p:txBody>
            <a:bodyPr spcFirstLastPara="1" wrap="square" lIns="121900" tIns="121900" rIns="121900" bIns="121900" anchor="ctr" anchorCtr="0">
              <a:noAutofit/>
            </a:bodyPr>
            <a:lstStyle/>
            <a:p>
              <a:endParaRPr sz="1867"/>
            </a:p>
          </p:txBody>
        </p:sp>
        <p:sp>
          <p:nvSpPr>
            <p:cNvPr id="657" name="Google Shape;657;p24"/>
            <p:cNvSpPr/>
            <p:nvPr/>
          </p:nvSpPr>
          <p:spPr>
            <a:xfrm>
              <a:off x="3546286" y="1725488"/>
              <a:ext cx="257597" cy="1992809"/>
            </a:xfrm>
            <a:custGeom>
              <a:avLst/>
              <a:gdLst/>
              <a:ahLst/>
              <a:cxnLst/>
              <a:rect l="l" t="t" r="r" b="b"/>
              <a:pathLst>
                <a:path w="2378" h="18397" extrusionOk="0">
                  <a:moveTo>
                    <a:pt x="1" y="0"/>
                  </a:moveTo>
                  <a:lnTo>
                    <a:pt x="1" y="17092"/>
                  </a:lnTo>
                  <a:lnTo>
                    <a:pt x="2378" y="18397"/>
                  </a:lnTo>
                  <a:lnTo>
                    <a:pt x="2378" y="1304"/>
                  </a:lnTo>
                  <a:lnTo>
                    <a:pt x="1" y="0"/>
                  </a:lnTo>
                  <a:close/>
                </a:path>
              </a:pathLst>
            </a:custGeom>
            <a:solidFill>
              <a:schemeClr val="accent4">
                <a:lumMod val="75000"/>
              </a:schemeClr>
            </a:solidFill>
            <a:ln>
              <a:noFill/>
            </a:ln>
          </p:spPr>
          <p:txBody>
            <a:bodyPr spcFirstLastPara="1" wrap="square" lIns="121900" tIns="121900" rIns="121900" bIns="121900" anchor="ctr" anchorCtr="0">
              <a:noAutofit/>
            </a:bodyPr>
            <a:lstStyle/>
            <a:p>
              <a:endParaRPr sz="1867"/>
            </a:p>
          </p:txBody>
        </p:sp>
      </p:grpSp>
      <p:sp>
        <p:nvSpPr>
          <p:cNvPr id="662" name="Google Shape;662;p24"/>
          <p:cNvSpPr txBox="1"/>
          <p:nvPr/>
        </p:nvSpPr>
        <p:spPr>
          <a:xfrm>
            <a:off x="1733737" y="5104026"/>
            <a:ext cx="2561200" cy="572800"/>
          </a:xfrm>
          <a:prstGeom prst="rect">
            <a:avLst/>
          </a:prstGeom>
          <a:noFill/>
          <a:ln>
            <a:noFill/>
          </a:ln>
        </p:spPr>
        <p:txBody>
          <a:bodyPr spcFirstLastPara="1" wrap="square" lIns="121900" tIns="121900" rIns="121900" bIns="121900" anchor="ctr" anchorCtr="0">
            <a:noAutofit/>
          </a:bodyPr>
          <a:lstStyle/>
          <a:p>
            <a:pPr algn="ctr"/>
            <a:r>
              <a:rPr lang="en" sz="1800" b="1" dirty="0">
                <a:solidFill>
                  <a:schemeClr val="bg2">
                    <a:lumMod val="60000"/>
                    <a:lumOff val="40000"/>
                  </a:schemeClr>
                </a:solidFill>
                <a:latin typeface="Fira Sans Extra Condensed Medium"/>
                <a:ea typeface="Fira Sans Extra Condensed Medium"/>
                <a:cs typeface="Fira Sans Extra Condensed Medium"/>
                <a:sym typeface="Fira Sans Extra Condensed Medium"/>
              </a:rPr>
              <a:t>EAC</a:t>
            </a:r>
          </a:p>
          <a:p>
            <a:pPr algn="ctr"/>
            <a:r>
              <a:rPr lang="en" sz="1800" b="1" dirty="0">
                <a:solidFill>
                  <a:srgbClr val="00B050"/>
                </a:solidFill>
                <a:latin typeface="Fira Sans Extra Condensed Medium"/>
                <a:ea typeface="Fira Sans Extra Condensed Medium"/>
                <a:cs typeface="Fira Sans Extra Condensed Medium"/>
                <a:sym typeface="Fira Sans Extra Condensed Medium"/>
              </a:rPr>
              <a:t>+28%</a:t>
            </a:r>
            <a:r>
              <a:rPr lang="en" sz="1800" b="1" dirty="0">
                <a:solidFill>
                  <a:srgbClr val="FF0000"/>
                </a:solidFill>
                <a:latin typeface="Fira Sans Extra Condensed Medium"/>
                <a:ea typeface="Fira Sans Extra Condensed Medium"/>
                <a:cs typeface="Fira Sans Extra Condensed Medium"/>
                <a:sym typeface="Fira Sans Extra Condensed Medium"/>
              </a:rPr>
              <a:t> </a:t>
            </a:r>
            <a:endParaRPr sz="1800" b="1" dirty="0">
              <a:solidFill>
                <a:srgbClr val="FF0000"/>
              </a:solidFill>
              <a:latin typeface="Fira Sans Extra Condensed Medium"/>
              <a:ea typeface="Fira Sans Extra Condensed Medium"/>
              <a:cs typeface="Fira Sans Extra Condensed Medium"/>
              <a:sym typeface="Fira Sans Extra Condensed Medium"/>
            </a:endParaRPr>
          </a:p>
        </p:txBody>
      </p:sp>
      <p:sp>
        <p:nvSpPr>
          <p:cNvPr id="663" name="Google Shape;663;p24"/>
          <p:cNvSpPr txBox="1"/>
          <p:nvPr/>
        </p:nvSpPr>
        <p:spPr>
          <a:xfrm>
            <a:off x="10053206" y="5085722"/>
            <a:ext cx="2561200" cy="572800"/>
          </a:xfrm>
          <a:prstGeom prst="rect">
            <a:avLst/>
          </a:prstGeom>
          <a:noFill/>
          <a:ln>
            <a:noFill/>
          </a:ln>
        </p:spPr>
        <p:txBody>
          <a:bodyPr spcFirstLastPara="1" wrap="square" lIns="121900" tIns="121900" rIns="121900" bIns="121900" anchor="ctr" anchorCtr="0">
            <a:noAutofit/>
          </a:bodyPr>
          <a:lstStyle/>
          <a:p>
            <a:pPr algn="ctr"/>
            <a:r>
              <a:rPr lang="en" sz="1800" b="1" dirty="0">
                <a:solidFill>
                  <a:schemeClr val="accent5">
                    <a:lumMod val="50000"/>
                  </a:schemeClr>
                </a:solidFill>
                <a:latin typeface="Fira Sans Extra Condensed Medium"/>
                <a:ea typeface="Fira Sans Extra Condensed Medium"/>
                <a:cs typeface="Fira Sans Extra Condensed Medium"/>
                <a:sym typeface="Fira Sans Extra Condensed Medium"/>
              </a:rPr>
              <a:t>North America</a:t>
            </a:r>
          </a:p>
          <a:p>
            <a:pPr algn="ctr"/>
            <a:r>
              <a:rPr lang="en" sz="1800" b="1" dirty="0">
                <a:solidFill>
                  <a:srgbClr val="FF0000"/>
                </a:solidFill>
                <a:latin typeface="Fira Sans Extra Condensed Medium"/>
                <a:ea typeface="Fira Sans Extra Condensed Medium"/>
                <a:cs typeface="Fira Sans Extra Condensed Medium"/>
                <a:sym typeface="Fira Sans Extra Condensed Medium"/>
              </a:rPr>
              <a:t>-11%  </a:t>
            </a:r>
            <a:endParaRPr sz="1800" b="1" dirty="0">
              <a:solidFill>
                <a:srgbClr val="FF0000"/>
              </a:solidFill>
              <a:latin typeface="Fira Sans Extra Condensed Medium"/>
              <a:ea typeface="Fira Sans Extra Condensed Medium"/>
              <a:cs typeface="Fira Sans Extra Condensed Medium"/>
              <a:sym typeface="Fira Sans Extra Condensed Medium"/>
            </a:endParaRPr>
          </a:p>
        </p:txBody>
      </p:sp>
      <p:sp>
        <p:nvSpPr>
          <p:cNvPr id="664" name="Google Shape;664;p24"/>
          <p:cNvSpPr txBox="1"/>
          <p:nvPr/>
        </p:nvSpPr>
        <p:spPr>
          <a:xfrm>
            <a:off x="-415482" y="5100092"/>
            <a:ext cx="2561200" cy="572800"/>
          </a:xfrm>
          <a:prstGeom prst="rect">
            <a:avLst/>
          </a:prstGeom>
          <a:noFill/>
          <a:ln>
            <a:noFill/>
          </a:ln>
        </p:spPr>
        <p:txBody>
          <a:bodyPr spcFirstLastPara="1" wrap="square" lIns="121900" tIns="121900" rIns="121900" bIns="121900" anchor="ctr" anchorCtr="0">
            <a:noAutofit/>
          </a:bodyPr>
          <a:lstStyle/>
          <a:p>
            <a:pPr algn="ctr"/>
            <a:endParaRPr lang="en" sz="1800" b="1" dirty="0">
              <a:solidFill>
                <a:schemeClr val="accent2">
                  <a:lumMod val="75000"/>
                </a:schemeClr>
              </a:solidFill>
              <a:latin typeface="Fira Sans Extra Condensed Medium"/>
              <a:ea typeface="Fira Sans Extra Condensed Medium"/>
              <a:cs typeface="Fira Sans Extra Condensed Medium"/>
              <a:sym typeface="Fira Sans Extra Condensed Medium"/>
            </a:endParaRPr>
          </a:p>
          <a:p>
            <a:pPr algn="ctr"/>
            <a:r>
              <a:rPr lang="en" sz="1800" b="1" dirty="0">
                <a:solidFill>
                  <a:schemeClr val="accent2">
                    <a:lumMod val="75000"/>
                  </a:schemeClr>
                </a:solidFill>
                <a:latin typeface="Fira Sans Extra Condensed Medium"/>
                <a:ea typeface="Fira Sans Extra Condensed Medium"/>
                <a:cs typeface="Fira Sans Extra Condensed Medium"/>
                <a:sym typeface="Fira Sans Extra Condensed Medium"/>
              </a:rPr>
              <a:t>DRC </a:t>
            </a:r>
          </a:p>
          <a:p>
            <a:pPr algn="ctr"/>
            <a:r>
              <a:rPr lang="en-US" sz="1800" b="1" dirty="0">
                <a:solidFill>
                  <a:srgbClr val="FF0000"/>
                </a:solidFill>
                <a:latin typeface="Fira Sans Extra Condensed Medium"/>
                <a:ea typeface="Fira Sans Extra Condensed Medium"/>
                <a:cs typeface="Fira Sans Extra Condensed Medium"/>
                <a:sym typeface="Fira Sans Extra Condensed Medium"/>
              </a:rPr>
              <a:t>-14%</a:t>
            </a:r>
            <a:endParaRPr lang="en" sz="1800" b="1" dirty="0">
              <a:solidFill>
                <a:srgbClr val="FF0000"/>
              </a:solidFill>
              <a:latin typeface="Fira Sans Extra Condensed Medium"/>
              <a:ea typeface="Fira Sans Extra Condensed Medium"/>
              <a:cs typeface="Fira Sans Extra Condensed Medium"/>
              <a:sym typeface="Fira Sans Extra Condensed Medium"/>
            </a:endParaRPr>
          </a:p>
          <a:p>
            <a:pPr algn="ctr"/>
            <a:endParaRPr lang="en-US" sz="1800" b="1" dirty="0">
              <a:solidFill>
                <a:schemeClr val="accent2">
                  <a:lumMod val="75000"/>
                </a:schemeClr>
              </a:solidFill>
              <a:latin typeface="Fira Sans Extra Condensed Medium"/>
              <a:ea typeface="Fira Sans Extra Condensed Medium"/>
              <a:cs typeface="Fira Sans Extra Condensed Medium"/>
              <a:sym typeface="Fira Sans Extra Condensed Medium"/>
            </a:endParaRPr>
          </a:p>
        </p:txBody>
      </p:sp>
      <p:sp>
        <p:nvSpPr>
          <p:cNvPr id="665" name="Google Shape;665;p24"/>
          <p:cNvSpPr txBox="1"/>
          <p:nvPr/>
        </p:nvSpPr>
        <p:spPr>
          <a:xfrm>
            <a:off x="3820039" y="5084113"/>
            <a:ext cx="2561200" cy="572800"/>
          </a:xfrm>
          <a:prstGeom prst="rect">
            <a:avLst/>
          </a:prstGeom>
          <a:noFill/>
          <a:ln>
            <a:noFill/>
          </a:ln>
        </p:spPr>
        <p:txBody>
          <a:bodyPr spcFirstLastPara="1" wrap="square" lIns="121900" tIns="121900" rIns="121900" bIns="121900" anchor="ctr" anchorCtr="0">
            <a:noAutofit/>
          </a:bodyPr>
          <a:lstStyle/>
          <a:p>
            <a:pPr algn="ctr"/>
            <a:r>
              <a:rPr lang="en" sz="1800" b="1" dirty="0">
                <a:solidFill>
                  <a:schemeClr val="accent4">
                    <a:lumMod val="60000"/>
                    <a:lumOff val="40000"/>
                  </a:schemeClr>
                </a:solidFill>
                <a:latin typeface="Fira Sans Extra Condensed Medium"/>
                <a:ea typeface="Fira Sans Extra Condensed Medium"/>
                <a:cs typeface="Fira Sans Extra Condensed Medium"/>
                <a:sym typeface="Fira Sans Extra Condensed Medium"/>
              </a:rPr>
              <a:t>R. </a:t>
            </a:r>
            <a:r>
              <a:rPr lang="en-US" sz="1800" b="1" dirty="0">
                <a:solidFill>
                  <a:schemeClr val="accent4">
                    <a:lumMod val="60000"/>
                    <a:lumOff val="40000"/>
                  </a:schemeClr>
                </a:solidFill>
                <a:latin typeface="Fira Sans Extra Condensed Medium"/>
                <a:ea typeface="Fira Sans Extra Condensed Medium"/>
                <a:cs typeface="Fira Sans Extra Condensed Medium"/>
                <a:sym typeface="Fira Sans Extra Condensed Medium"/>
              </a:rPr>
              <a:t>O</a:t>
            </a:r>
            <a:r>
              <a:rPr lang="en" sz="1800" b="1" dirty="0">
                <a:solidFill>
                  <a:schemeClr val="accent4">
                    <a:lumMod val="60000"/>
                    <a:lumOff val="40000"/>
                  </a:schemeClr>
                </a:solidFill>
                <a:latin typeface="Fira Sans Extra Condensed Medium"/>
                <a:ea typeface="Fira Sans Extra Condensed Medium"/>
                <a:cs typeface="Fira Sans Extra Condensed Medium"/>
                <a:sym typeface="Fira Sans Extra Condensed Medium"/>
              </a:rPr>
              <a:t>f Africa</a:t>
            </a:r>
          </a:p>
          <a:p>
            <a:pPr algn="ctr"/>
            <a:r>
              <a:rPr lang="en" sz="1800" b="1" dirty="0">
                <a:solidFill>
                  <a:srgbClr val="00B050"/>
                </a:solidFill>
                <a:latin typeface="Fira Sans Extra Condensed Medium"/>
                <a:ea typeface="Fira Sans Extra Condensed Medium"/>
                <a:cs typeface="Fira Sans Extra Condensed Medium"/>
                <a:sym typeface="Fira Sans Extra Condensed Medium"/>
              </a:rPr>
              <a:t>+35% </a:t>
            </a:r>
            <a:endParaRPr sz="1800" b="1" dirty="0">
              <a:solidFill>
                <a:srgbClr val="00B050"/>
              </a:solidFill>
              <a:latin typeface="Fira Sans Extra Condensed Medium"/>
              <a:ea typeface="Fira Sans Extra Condensed Medium"/>
              <a:cs typeface="Fira Sans Extra Condensed Medium"/>
              <a:sym typeface="Fira Sans Extra Condensed Medium"/>
            </a:endParaRPr>
          </a:p>
        </p:txBody>
      </p:sp>
      <p:sp>
        <p:nvSpPr>
          <p:cNvPr id="666" name="Google Shape;666;p24"/>
          <p:cNvSpPr txBox="1"/>
          <p:nvPr/>
        </p:nvSpPr>
        <p:spPr>
          <a:xfrm>
            <a:off x="1835442" y="2138899"/>
            <a:ext cx="2561200" cy="572800"/>
          </a:xfrm>
          <a:prstGeom prst="rect">
            <a:avLst/>
          </a:prstGeom>
          <a:noFill/>
          <a:ln>
            <a:noFill/>
          </a:ln>
        </p:spPr>
        <p:txBody>
          <a:bodyPr spcFirstLastPara="1" wrap="square" lIns="121900" tIns="121900" rIns="121900" bIns="121900" anchor="ctr" anchorCtr="0">
            <a:noAutofit/>
          </a:bodyPr>
          <a:lstStyle/>
          <a:p>
            <a:pPr algn="ctr"/>
            <a:r>
              <a:rPr lang="en" sz="1600" b="1" dirty="0">
                <a:solidFill>
                  <a:schemeClr val="bg2">
                    <a:lumMod val="60000"/>
                    <a:lumOff val="40000"/>
                  </a:schemeClr>
                </a:solidFill>
                <a:latin typeface="Fira Sans Extra Condensed Medium"/>
                <a:ea typeface="Fira Sans Extra Condensed Medium"/>
                <a:cs typeface="Fira Sans Extra Condensed Medium"/>
                <a:sym typeface="Fira Sans Extra Condensed Medium"/>
              </a:rPr>
              <a:t>46% share</a:t>
            </a:r>
            <a:endParaRPr sz="1600" b="1" dirty="0">
              <a:solidFill>
                <a:schemeClr val="bg2">
                  <a:lumMod val="60000"/>
                  <a:lumOff val="40000"/>
                </a:schemeClr>
              </a:solidFill>
              <a:latin typeface="Fira Sans Extra Condensed Medium"/>
              <a:ea typeface="Fira Sans Extra Condensed Medium"/>
              <a:cs typeface="Fira Sans Extra Condensed Medium"/>
              <a:sym typeface="Fira Sans Extra Condensed Medium"/>
            </a:endParaRPr>
          </a:p>
        </p:txBody>
      </p:sp>
      <p:sp>
        <p:nvSpPr>
          <p:cNvPr id="667" name="Google Shape;667;p24"/>
          <p:cNvSpPr txBox="1"/>
          <p:nvPr/>
        </p:nvSpPr>
        <p:spPr>
          <a:xfrm>
            <a:off x="-160882" y="1267601"/>
            <a:ext cx="2561200" cy="572800"/>
          </a:xfrm>
          <a:prstGeom prst="rect">
            <a:avLst/>
          </a:prstGeom>
          <a:noFill/>
          <a:ln>
            <a:noFill/>
          </a:ln>
        </p:spPr>
        <p:txBody>
          <a:bodyPr spcFirstLastPara="1" wrap="square" lIns="121900" tIns="121900" rIns="121900" bIns="121900" anchor="ctr" anchorCtr="0">
            <a:noAutofit/>
          </a:bodyPr>
          <a:lstStyle/>
          <a:p>
            <a:pPr algn="ctr"/>
            <a:r>
              <a:rPr lang="en" sz="1600" b="1" dirty="0">
                <a:solidFill>
                  <a:schemeClr val="accent2">
                    <a:lumMod val="75000"/>
                  </a:schemeClr>
                </a:solidFill>
                <a:latin typeface="Fira Sans Extra Condensed Medium"/>
                <a:ea typeface="Fira Sans Extra Condensed Medium"/>
                <a:cs typeface="Fira Sans Extra Condensed Medium"/>
                <a:sym typeface="Fira Sans Extra Condensed Medium"/>
              </a:rPr>
              <a:t>48% share</a:t>
            </a:r>
            <a:endParaRPr sz="1600" b="1" dirty="0">
              <a:solidFill>
                <a:schemeClr val="accent2">
                  <a:lumMod val="75000"/>
                </a:schemeClr>
              </a:solidFill>
              <a:latin typeface="Fira Sans Extra Condensed Medium"/>
              <a:ea typeface="Fira Sans Extra Condensed Medium"/>
              <a:cs typeface="Fira Sans Extra Condensed Medium"/>
              <a:sym typeface="Fira Sans Extra Condensed Medium"/>
            </a:endParaRPr>
          </a:p>
        </p:txBody>
      </p:sp>
      <p:sp>
        <p:nvSpPr>
          <p:cNvPr id="668" name="Google Shape;668;p24"/>
          <p:cNvSpPr txBox="1"/>
          <p:nvPr/>
        </p:nvSpPr>
        <p:spPr>
          <a:xfrm>
            <a:off x="9912359" y="4187891"/>
            <a:ext cx="2561200" cy="572800"/>
          </a:xfrm>
          <a:prstGeom prst="rect">
            <a:avLst/>
          </a:prstGeom>
          <a:noFill/>
          <a:ln>
            <a:noFill/>
          </a:ln>
        </p:spPr>
        <p:txBody>
          <a:bodyPr spcFirstLastPara="1" wrap="square" lIns="121900" tIns="121900" rIns="121900" bIns="121900" anchor="ctr" anchorCtr="0">
            <a:noAutofit/>
          </a:bodyPr>
          <a:lstStyle/>
          <a:p>
            <a:pPr algn="ctr"/>
            <a:r>
              <a:rPr lang="en" sz="1600" b="1" dirty="0">
                <a:solidFill>
                  <a:schemeClr val="accent5">
                    <a:lumMod val="50000"/>
                  </a:schemeClr>
                </a:solidFill>
                <a:latin typeface="Fira Sans Extra Condensed Medium"/>
                <a:ea typeface="Fira Sans Extra Condensed Medium"/>
                <a:cs typeface="Fira Sans Extra Condensed Medium"/>
                <a:sym typeface="Fira Sans Extra Condensed Medium"/>
              </a:rPr>
              <a:t>1% share</a:t>
            </a:r>
          </a:p>
        </p:txBody>
      </p:sp>
      <p:sp>
        <p:nvSpPr>
          <p:cNvPr id="669" name="Google Shape;669;p24"/>
          <p:cNvSpPr txBox="1"/>
          <p:nvPr/>
        </p:nvSpPr>
        <p:spPr>
          <a:xfrm>
            <a:off x="3717400" y="3553355"/>
            <a:ext cx="2561200" cy="572800"/>
          </a:xfrm>
          <a:prstGeom prst="rect">
            <a:avLst/>
          </a:prstGeom>
          <a:noFill/>
          <a:ln>
            <a:noFill/>
          </a:ln>
        </p:spPr>
        <p:txBody>
          <a:bodyPr spcFirstLastPara="1" wrap="square" lIns="121900" tIns="121900" rIns="121900" bIns="121900" anchor="ctr" anchorCtr="0">
            <a:noAutofit/>
          </a:bodyPr>
          <a:lstStyle/>
          <a:p>
            <a:pPr algn="ctr"/>
            <a:r>
              <a:rPr lang="en" sz="1600" b="1" dirty="0">
                <a:solidFill>
                  <a:schemeClr val="accent4">
                    <a:lumMod val="60000"/>
                    <a:lumOff val="40000"/>
                  </a:schemeClr>
                </a:solidFill>
                <a:latin typeface="Fira Sans Extra Condensed Medium"/>
                <a:ea typeface="Fira Sans Extra Condensed Medium"/>
                <a:cs typeface="Fira Sans Extra Condensed Medium"/>
                <a:sym typeface="Fira Sans Extra Condensed Medium"/>
              </a:rPr>
              <a:t>2% share</a:t>
            </a:r>
            <a:endParaRPr sz="1600" b="1" dirty="0">
              <a:solidFill>
                <a:schemeClr val="accent4">
                  <a:lumMod val="60000"/>
                  <a:lumOff val="40000"/>
                </a:schemeClr>
              </a:solidFill>
              <a:latin typeface="Fira Sans Extra Condensed Medium"/>
              <a:ea typeface="Fira Sans Extra Condensed Medium"/>
              <a:cs typeface="Fira Sans Extra Condensed Medium"/>
              <a:sym typeface="Fira Sans Extra Condensed Medium"/>
            </a:endParaRPr>
          </a:p>
        </p:txBody>
      </p:sp>
      <p:grpSp>
        <p:nvGrpSpPr>
          <p:cNvPr id="2" name="Google Shape;637;p24">
            <a:extLst>
              <a:ext uri="{FF2B5EF4-FFF2-40B4-BE49-F238E27FC236}">
                <a16:creationId xmlns:a16="http://schemas.microsoft.com/office/drawing/2014/main" id="{6B222515-B8D4-C62C-8AB3-4AC204C63E21}"/>
              </a:ext>
            </a:extLst>
          </p:cNvPr>
          <p:cNvGrpSpPr/>
          <p:nvPr/>
        </p:nvGrpSpPr>
        <p:grpSpPr>
          <a:xfrm>
            <a:off x="6231649" y="4616371"/>
            <a:ext cx="1190420" cy="162058"/>
            <a:chOff x="4895035" y="2652089"/>
            <a:chExt cx="892815" cy="1312011"/>
          </a:xfrm>
        </p:grpSpPr>
        <p:sp>
          <p:nvSpPr>
            <p:cNvPr id="3" name="Google Shape;638;p24">
              <a:extLst>
                <a:ext uri="{FF2B5EF4-FFF2-40B4-BE49-F238E27FC236}">
                  <a16:creationId xmlns:a16="http://schemas.microsoft.com/office/drawing/2014/main" id="{B73ACC8B-B538-A784-CFB2-141938B47B9B}"/>
                </a:ext>
              </a:extLst>
            </p:cNvPr>
            <p:cNvSpPr/>
            <p:nvPr/>
          </p:nvSpPr>
          <p:spPr>
            <a:xfrm>
              <a:off x="4895035" y="3541859"/>
              <a:ext cx="892815" cy="246000"/>
            </a:xfrm>
            <a:custGeom>
              <a:avLst/>
              <a:gdLst/>
              <a:ahLst/>
              <a:cxnLst/>
              <a:rect l="l" t="t" r="r" b="b"/>
              <a:pathLst>
                <a:path w="8242" h="2271" extrusionOk="0">
                  <a:moveTo>
                    <a:pt x="1" y="1"/>
                  </a:moveTo>
                  <a:lnTo>
                    <a:pt x="4134" y="2270"/>
                  </a:lnTo>
                  <a:lnTo>
                    <a:pt x="8241" y="1"/>
                  </a:lnTo>
                  <a:close/>
                </a:path>
              </a:pathLst>
            </a:custGeom>
            <a:solidFill>
              <a:srgbClr val="EDEDED"/>
            </a:solidFill>
            <a:ln>
              <a:noFill/>
            </a:ln>
          </p:spPr>
          <p:txBody>
            <a:bodyPr spcFirstLastPara="1" wrap="square" lIns="121900" tIns="121900" rIns="121900" bIns="121900" anchor="ctr" anchorCtr="0">
              <a:noAutofit/>
            </a:bodyPr>
            <a:lstStyle/>
            <a:p>
              <a:endParaRPr sz="1867">
                <a:solidFill>
                  <a:srgbClr val="D0B400"/>
                </a:solidFill>
              </a:endParaRPr>
            </a:p>
          </p:txBody>
        </p:sp>
        <p:sp>
          <p:nvSpPr>
            <p:cNvPr id="4" name="Google Shape;639;p24">
              <a:extLst>
                <a:ext uri="{FF2B5EF4-FFF2-40B4-BE49-F238E27FC236}">
                  <a16:creationId xmlns:a16="http://schemas.microsoft.com/office/drawing/2014/main" id="{5AF826F2-1030-93DC-B69B-D613B8886932}"/>
                </a:ext>
              </a:extLst>
            </p:cNvPr>
            <p:cNvSpPr/>
            <p:nvPr/>
          </p:nvSpPr>
          <p:spPr>
            <a:xfrm>
              <a:off x="5342741" y="3541859"/>
              <a:ext cx="445107" cy="422241"/>
            </a:xfrm>
            <a:custGeom>
              <a:avLst/>
              <a:gdLst/>
              <a:ahLst/>
              <a:cxnLst/>
              <a:rect l="l" t="t" r="r" b="b"/>
              <a:pathLst>
                <a:path w="4109" h="3898" extrusionOk="0">
                  <a:moveTo>
                    <a:pt x="4108" y="1"/>
                  </a:moveTo>
                  <a:lnTo>
                    <a:pt x="1" y="2270"/>
                  </a:lnTo>
                  <a:lnTo>
                    <a:pt x="1" y="3898"/>
                  </a:lnTo>
                  <a:lnTo>
                    <a:pt x="4108" y="1629"/>
                  </a:lnTo>
                  <a:lnTo>
                    <a:pt x="4108" y="1"/>
                  </a:lnTo>
                  <a:close/>
                </a:path>
              </a:pathLst>
            </a:custGeom>
            <a:solidFill>
              <a:srgbClr val="B2B2B2"/>
            </a:solidFill>
            <a:ln>
              <a:noFill/>
            </a:ln>
          </p:spPr>
          <p:txBody>
            <a:bodyPr spcFirstLastPara="1" wrap="square" lIns="121900" tIns="121900" rIns="121900" bIns="121900" anchor="ctr" anchorCtr="0">
              <a:noAutofit/>
            </a:bodyPr>
            <a:lstStyle/>
            <a:p>
              <a:endParaRPr sz="1867">
                <a:solidFill>
                  <a:srgbClr val="D0B400"/>
                </a:solidFill>
              </a:endParaRPr>
            </a:p>
          </p:txBody>
        </p:sp>
        <p:sp>
          <p:nvSpPr>
            <p:cNvPr id="5" name="Google Shape;640;p24">
              <a:extLst>
                <a:ext uri="{FF2B5EF4-FFF2-40B4-BE49-F238E27FC236}">
                  <a16:creationId xmlns:a16="http://schemas.microsoft.com/office/drawing/2014/main" id="{A3E52718-9A25-0C69-4C34-FD5BCBFFF717}"/>
                </a:ext>
              </a:extLst>
            </p:cNvPr>
            <p:cNvSpPr/>
            <p:nvPr/>
          </p:nvSpPr>
          <p:spPr>
            <a:xfrm>
              <a:off x="4895035" y="3541859"/>
              <a:ext cx="447816" cy="422241"/>
            </a:xfrm>
            <a:custGeom>
              <a:avLst/>
              <a:gdLst/>
              <a:ahLst/>
              <a:cxnLst/>
              <a:rect l="l" t="t" r="r" b="b"/>
              <a:pathLst>
                <a:path w="4134" h="3898" extrusionOk="0">
                  <a:moveTo>
                    <a:pt x="1" y="1"/>
                  </a:moveTo>
                  <a:lnTo>
                    <a:pt x="1" y="1629"/>
                  </a:lnTo>
                  <a:lnTo>
                    <a:pt x="4134" y="3898"/>
                  </a:lnTo>
                  <a:lnTo>
                    <a:pt x="4134" y="2270"/>
                  </a:lnTo>
                  <a:lnTo>
                    <a:pt x="1" y="1"/>
                  </a:lnTo>
                  <a:close/>
                </a:path>
              </a:pathLst>
            </a:custGeom>
            <a:solidFill>
              <a:srgbClr val="DADADA"/>
            </a:solidFill>
            <a:ln>
              <a:noFill/>
            </a:ln>
          </p:spPr>
          <p:txBody>
            <a:bodyPr spcFirstLastPara="1" wrap="square" lIns="121900" tIns="121900" rIns="121900" bIns="121900" anchor="ctr" anchorCtr="0">
              <a:noAutofit/>
            </a:bodyPr>
            <a:lstStyle/>
            <a:p>
              <a:endParaRPr sz="1867">
                <a:solidFill>
                  <a:srgbClr val="D0B400"/>
                </a:solidFill>
              </a:endParaRPr>
            </a:p>
          </p:txBody>
        </p:sp>
        <p:sp>
          <p:nvSpPr>
            <p:cNvPr id="6" name="Google Shape;641;p24">
              <a:extLst>
                <a:ext uri="{FF2B5EF4-FFF2-40B4-BE49-F238E27FC236}">
                  <a16:creationId xmlns:a16="http://schemas.microsoft.com/office/drawing/2014/main" id="{D93CCE61-4A05-F32C-38A6-D075D082C036}"/>
                </a:ext>
              </a:extLst>
            </p:cNvPr>
            <p:cNvSpPr/>
            <p:nvPr/>
          </p:nvSpPr>
          <p:spPr>
            <a:xfrm>
              <a:off x="5342741" y="2652089"/>
              <a:ext cx="254889" cy="1066218"/>
            </a:xfrm>
            <a:custGeom>
              <a:avLst/>
              <a:gdLst/>
              <a:ahLst/>
              <a:cxnLst/>
              <a:rect l="l" t="t" r="r" b="b"/>
              <a:pathLst>
                <a:path w="2353" h="9843" extrusionOk="0">
                  <a:moveTo>
                    <a:pt x="2352" y="0"/>
                  </a:moveTo>
                  <a:lnTo>
                    <a:pt x="1" y="1304"/>
                  </a:lnTo>
                  <a:lnTo>
                    <a:pt x="1" y="9843"/>
                  </a:lnTo>
                  <a:lnTo>
                    <a:pt x="2352" y="8538"/>
                  </a:lnTo>
                  <a:lnTo>
                    <a:pt x="2352" y="0"/>
                  </a:lnTo>
                  <a:close/>
                </a:path>
              </a:pathLst>
            </a:custGeom>
            <a:solidFill>
              <a:schemeClr val="accent3">
                <a:lumMod val="50000"/>
              </a:schemeClr>
            </a:solidFill>
            <a:ln>
              <a:noFill/>
            </a:ln>
          </p:spPr>
          <p:txBody>
            <a:bodyPr spcFirstLastPara="1" wrap="square" lIns="121900" tIns="121900" rIns="121900" bIns="121900" anchor="ctr" anchorCtr="0">
              <a:noAutofit/>
            </a:bodyPr>
            <a:lstStyle/>
            <a:p>
              <a:endParaRPr sz="1867">
                <a:solidFill>
                  <a:srgbClr val="D0B400"/>
                </a:solidFill>
              </a:endParaRPr>
            </a:p>
          </p:txBody>
        </p:sp>
        <p:sp>
          <p:nvSpPr>
            <p:cNvPr id="7" name="Google Shape;642;p24">
              <a:extLst>
                <a:ext uri="{FF2B5EF4-FFF2-40B4-BE49-F238E27FC236}">
                  <a16:creationId xmlns:a16="http://schemas.microsoft.com/office/drawing/2014/main" id="{44375178-47A2-86E2-3B8E-84DF07EDEE98}"/>
                </a:ext>
              </a:extLst>
            </p:cNvPr>
            <p:cNvSpPr/>
            <p:nvPr/>
          </p:nvSpPr>
          <p:spPr>
            <a:xfrm>
              <a:off x="5085253" y="2652089"/>
              <a:ext cx="257597" cy="1066218"/>
            </a:xfrm>
            <a:custGeom>
              <a:avLst/>
              <a:gdLst/>
              <a:ahLst/>
              <a:cxnLst/>
              <a:rect l="l" t="t" r="r" b="b"/>
              <a:pathLst>
                <a:path w="2378" h="9843" extrusionOk="0">
                  <a:moveTo>
                    <a:pt x="1" y="0"/>
                  </a:moveTo>
                  <a:lnTo>
                    <a:pt x="1" y="8538"/>
                  </a:lnTo>
                  <a:lnTo>
                    <a:pt x="2378" y="9843"/>
                  </a:lnTo>
                  <a:lnTo>
                    <a:pt x="2378" y="1304"/>
                  </a:lnTo>
                  <a:lnTo>
                    <a:pt x="1" y="0"/>
                  </a:lnTo>
                  <a:close/>
                </a:path>
              </a:pathLst>
            </a:custGeom>
            <a:solidFill>
              <a:schemeClr val="accent3">
                <a:lumMod val="75000"/>
              </a:schemeClr>
            </a:solidFill>
            <a:ln>
              <a:noFill/>
            </a:ln>
          </p:spPr>
          <p:txBody>
            <a:bodyPr spcFirstLastPara="1" wrap="square" lIns="121900" tIns="121900" rIns="121900" bIns="121900" anchor="ctr" anchorCtr="0">
              <a:noAutofit/>
            </a:bodyPr>
            <a:lstStyle/>
            <a:p>
              <a:endParaRPr sz="1867">
                <a:solidFill>
                  <a:srgbClr val="D0B400"/>
                </a:solidFill>
              </a:endParaRPr>
            </a:p>
          </p:txBody>
        </p:sp>
        <p:sp>
          <p:nvSpPr>
            <p:cNvPr id="8" name="Google Shape;643;p24">
              <a:extLst>
                <a:ext uri="{FF2B5EF4-FFF2-40B4-BE49-F238E27FC236}">
                  <a16:creationId xmlns:a16="http://schemas.microsoft.com/office/drawing/2014/main" id="{9E5BA368-D313-0A31-A189-88B703E4A79B}"/>
                </a:ext>
              </a:extLst>
            </p:cNvPr>
            <p:cNvSpPr/>
            <p:nvPr/>
          </p:nvSpPr>
          <p:spPr>
            <a:xfrm>
              <a:off x="5085253" y="2652089"/>
              <a:ext cx="512377" cy="141361"/>
            </a:xfrm>
            <a:custGeom>
              <a:avLst/>
              <a:gdLst/>
              <a:ahLst/>
              <a:cxnLst/>
              <a:rect l="l" t="t" r="r" b="b"/>
              <a:pathLst>
                <a:path w="4730" h="1305" extrusionOk="0">
                  <a:moveTo>
                    <a:pt x="1" y="0"/>
                  </a:moveTo>
                  <a:lnTo>
                    <a:pt x="2378" y="1304"/>
                  </a:lnTo>
                  <a:lnTo>
                    <a:pt x="4729" y="0"/>
                  </a:lnTo>
                  <a:close/>
                </a:path>
              </a:pathLst>
            </a:custGeom>
            <a:solidFill>
              <a:schemeClr val="accent3">
                <a:lumMod val="60000"/>
                <a:lumOff val="40000"/>
              </a:schemeClr>
            </a:solidFill>
            <a:ln>
              <a:noFill/>
            </a:ln>
          </p:spPr>
          <p:txBody>
            <a:bodyPr spcFirstLastPara="1" wrap="square" lIns="121900" tIns="121900" rIns="121900" bIns="121900" anchor="ctr" anchorCtr="0">
              <a:noAutofit/>
            </a:bodyPr>
            <a:lstStyle/>
            <a:p>
              <a:endParaRPr sz="1867">
                <a:solidFill>
                  <a:srgbClr val="D0B400"/>
                </a:solidFill>
              </a:endParaRPr>
            </a:p>
          </p:txBody>
        </p:sp>
      </p:grpSp>
      <p:sp>
        <p:nvSpPr>
          <p:cNvPr id="9" name="Google Shape;669;p24">
            <a:extLst>
              <a:ext uri="{FF2B5EF4-FFF2-40B4-BE49-F238E27FC236}">
                <a16:creationId xmlns:a16="http://schemas.microsoft.com/office/drawing/2014/main" id="{10CFCEE5-16E0-C408-CC66-CAD040B2AC67}"/>
              </a:ext>
            </a:extLst>
          </p:cNvPr>
          <p:cNvSpPr txBox="1"/>
          <p:nvPr/>
        </p:nvSpPr>
        <p:spPr>
          <a:xfrm>
            <a:off x="5604501" y="4169145"/>
            <a:ext cx="2561200" cy="572800"/>
          </a:xfrm>
          <a:prstGeom prst="rect">
            <a:avLst/>
          </a:prstGeom>
          <a:noFill/>
          <a:ln>
            <a:noFill/>
          </a:ln>
        </p:spPr>
        <p:txBody>
          <a:bodyPr spcFirstLastPara="1" wrap="square" lIns="121900" tIns="121900" rIns="121900" bIns="121900" anchor="ctr" anchorCtr="0">
            <a:noAutofit/>
          </a:bodyPr>
          <a:lstStyle/>
          <a:p>
            <a:pPr algn="ctr"/>
            <a:r>
              <a:rPr lang="en" sz="1600" b="1" dirty="0">
                <a:solidFill>
                  <a:schemeClr val="accent3">
                    <a:lumMod val="60000"/>
                    <a:lumOff val="40000"/>
                  </a:schemeClr>
                </a:solidFill>
                <a:latin typeface="Fira Sans Extra Condensed Medium"/>
                <a:ea typeface="Fira Sans Extra Condensed Medium"/>
                <a:cs typeface="Fira Sans Extra Condensed Medium"/>
                <a:sym typeface="Fira Sans Extra Condensed Medium"/>
              </a:rPr>
              <a:t>1% share</a:t>
            </a:r>
            <a:endParaRPr sz="1600" b="1" dirty="0">
              <a:solidFill>
                <a:schemeClr val="accent3">
                  <a:lumMod val="60000"/>
                  <a:lumOff val="40000"/>
                </a:schemeClr>
              </a:solidFill>
              <a:latin typeface="Fira Sans Extra Condensed Medium"/>
              <a:ea typeface="Fira Sans Extra Condensed Medium"/>
              <a:cs typeface="Fira Sans Extra Condensed Medium"/>
              <a:sym typeface="Fira Sans Extra Condensed Medium"/>
            </a:endParaRPr>
          </a:p>
        </p:txBody>
      </p:sp>
      <p:sp>
        <p:nvSpPr>
          <p:cNvPr id="11" name="Google Shape;665;p24">
            <a:extLst>
              <a:ext uri="{FF2B5EF4-FFF2-40B4-BE49-F238E27FC236}">
                <a16:creationId xmlns:a16="http://schemas.microsoft.com/office/drawing/2014/main" id="{9789DF70-D586-ABDF-4300-C3F33DDA8D5A}"/>
              </a:ext>
            </a:extLst>
          </p:cNvPr>
          <p:cNvSpPr txBox="1"/>
          <p:nvPr/>
        </p:nvSpPr>
        <p:spPr>
          <a:xfrm>
            <a:off x="5587815" y="5080813"/>
            <a:ext cx="2561200" cy="572800"/>
          </a:xfrm>
          <a:prstGeom prst="rect">
            <a:avLst/>
          </a:prstGeom>
          <a:noFill/>
          <a:ln>
            <a:noFill/>
          </a:ln>
        </p:spPr>
        <p:txBody>
          <a:bodyPr spcFirstLastPara="1" wrap="square" lIns="121900" tIns="121900" rIns="121900" bIns="121900" anchor="ctr" anchorCtr="0">
            <a:noAutofit/>
          </a:bodyPr>
          <a:lstStyle/>
          <a:p>
            <a:pPr algn="ctr"/>
            <a:r>
              <a:rPr lang="en" sz="1800" b="1" dirty="0">
                <a:solidFill>
                  <a:schemeClr val="accent3">
                    <a:lumMod val="60000"/>
                    <a:lumOff val="40000"/>
                  </a:schemeClr>
                </a:solidFill>
                <a:latin typeface="Fira Sans Extra Condensed Medium"/>
                <a:ea typeface="Fira Sans Extra Condensed Medium"/>
                <a:cs typeface="Fira Sans Extra Condensed Medium"/>
                <a:sym typeface="Fira Sans Extra Condensed Medium"/>
              </a:rPr>
              <a:t>Europe</a:t>
            </a:r>
          </a:p>
          <a:p>
            <a:pPr algn="ctr"/>
            <a:r>
              <a:rPr lang="en" sz="1800" b="1" dirty="0">
                <a:solidFill>
                  <a:srgbClr val="FF0000"/>
                </a:solidFill>
                <a:latin typeface="Fira Sans Extra Condensed Medium"/>
                <a:ea typeface="Fira Sans Extra Condensed Medium"/>
                <a:cs typeface="Fira Sans Extra Condensed Medium"/>
                <a:sym typeface="Fira Sans Extra Condensed Medium"/>
              </a:rPr>
              <a:t>-13% </a:t>
            </a:r>
            <a:endParaRPr sz="1800" b="1" dirty="0">
              <a:solidFill>
                <a:srgbClr val="FF0000"/>
              </a:solidFill>
              <a:latin typeface="Fira Sans Extra Condensed Medium"/>
              <a:ea typeface="Fira Sans Extra Condensed Medium"/>
              <a:cs typeface="Fira Sans Extra Condensed Medium"/>
              <a:sym typeface="Fira Sans Extra Condensed Medium"/>
            </a:endParaRPr>
          </a:p>
        </p:txBody>
      </p:sp>
      <p:grpSp>
        <p:nvGrpSpPr>
          <p:cNvPr id="16" name="Google Shape;630;p24">
            <a:extLst>
              <a:ext uri="{FF2B5EF4-FFF2-40B4-BE49-F238E27FC236}">
                <a16:creationId xmlns:a16="http://schemas.microsoft.com/office/drawing/2014/main" id="{2B960F5C-289A-04F1-57BA-8D150302AC90}"/>
              </a:ext>
            </a:extLst>
          </p:cNvPr>
          <p:cNvGrpSpPr/>
          <p:nvPr/>
        </p:nvGrpSpPr>
        <p:grpSpPr>
          <a:xfrm>
            <a:off x="8600709" y="4600938"/>
            <a:ext cx="1189553" cy="110266"/>
            <a:chOff x="1817751" y="2188789"/>
            <a:chExt cx="892165" cy="1775311"/>
          </a:xfrm>
        </p:grpSpPr>
        <p:sp>
          <p:nvSpPr>
            <p:cNvPr id="17" name="Google Shape;631;p24">
              <a:extLst>
                <a:ext uri="{FF2B5EF4-FFF2-40B4-BE49-F238E27FC236}">
                  <a16:creationId xmlns:a16="http://schemas.microsoft.com/office/drawing/2014/main" id="{49962159-868D-6970-811D-BAF73D5AC3C0}"/>
                </a:ext>
              </a:extLst>
            </p:cNvPr>
            <p:cNvSpPr/>
            <p:nvPr/>
          </p:nvSpPr>
          <p:spPr>
            <a:xfrm>
              <a:off x="1817751" y="3541859"/>
              <a:ext cx="892165" cy="246000"/>
            </a:xfrm>
            <a:custGeom>
              <a:avLst/>
              <a:gdLst/>
              <a:ahLst/>
              <a:cxnLst/>
              <a:rect l="l" t="t" r="r" b="b"/>
              <a:pathLst>
                <a:path w="8236" h="2271" extrusionOk="0">
                  <a:moveTo>
                    <a:pt x="0" y="1"/>
                  </a:moveTo>
                  <a:lnTo>
                    <a:pt x="4128" y="2270"/>
                  </a:lnTo>
                  <a:lnTo>
                    <a:pt x="8236" y="1"/>
                  </a:lnTo>
                  <a:close/>
                </a:path>
              </a:pathLst>
            </a:custGeom>
            <a:solidFill>
              <a:srgbClr val="EDEDED"/>
            </a:solidFill>
            <a:ln>
              <a:noFill/>
            </a:ln>
          </p:spPr>
          <p:txBody>
            <a:bodyPr spcFirstLastPara="1" wrap="square" lIns="121900" tIns="121900" rIns="121900" bIns="121900" anchor="ctr" anchorCtr="0">
              <a:noAutofit/>
            </a:bodyPr>
            <a:lstStyle/>
            <a:p>
              <a:endParaRPr sz="1867"/>
            </a:p>
          </p:txBody>
        </p:sp>
        <p:sp>
          <p:nvSpPr>
            <p:cNvPr id="18" name="Google Shape;632;p24">
              <a:extLst>
                <a:ext uri="{FF2B5EF4-FFF2-40B4-BE49-F238E27FC236}">
                  <a16:creationId xmlns:a16="http://schemas.microsoft.com/office/drawing/2014/main" id="{95654268-B006-1CC0-D7F3-07340B3B7E4B}"/>
                </a:ext>
              </a:extLst>
            </p:cNvPr>
            <p:cNvSpPr/>
            <p:nvPr/>
          </p:nvSpPr>
          <p:spPr>
            <a:xfrm>
              <a:off x="2264915" y="3541859"/>
              <a:ext cx="444999" cy="422241"/>
            </a:xfrm>
            <a:custGeom>
              <a:avLst/>
              <a:gdLst/>
              <a:ahLst/>
              <a:cxnLst/>
              <a:rect l="l" t="t" r="r" b="b"/>
              <a:pathLst>
                <a:path w="4108" h="3898" extrusionOk="0">
                  <a:moveTo>
                    <a:pt x="4108" y="1"/>
                  </a:moveTo>
                  <a:lnTo>
                    <a:pt x="0" y="2270"/>
                  </a:lnTo>
                  <a:lnTo>
                    <a:pt x="0" y="3898"/>
                  </a:lnTo>
                  <a:lnTo>
                    <a:pt x="4108" y="1629"/>
                  </a:lnTo>
                  <a:lnTo>
                    <a:pt x="4108" y="1"/>
                  </a:lnTo>
                  <a:close/>
                </a:path>
              </a:pathLst>
            </a:custGeom>
            <a:solidFill>
              <a:srgbClr val="B2B2B2"/>
            </a:solidFill>
            <a:ln>
              <a:noFill/>
            </a:ln>
          </p:spPr>
          <p:txBody>
            <a:bodyPr spcFirstLastPara="1" wrap="square" lIns="121900" tIns="121900" rIns="121900" bIns="121900" anchor="ctr" anchorCtr="0">
              <a:noAutofit/>
            </a:bodyPr>
            <a:lstStyle/>
            <a:p>
              <a:endParaRPr sz="1867"/>
            </a:p>
          </p:txBody>
        </p:sp>
        <p:sp>
          <p:nvSpPr>
            <p:cNvPr id="19" name="Google Shape;633;p24">
              <a:extLst>
                <a:ext uri="{FF2B5EF4-FFF2-40B4-BE49-F238E27FC236}">
                  <a16:creationId xmlns:a16="http://schemas.microsoft.com/office/drawing/2014/main" id="{E828B175-2FF6-8C30-7D0A-82B312E54936}"/>
                </a:ext>
              </a:extLst>
            </p:cNvPr>
            <p:cNvSpPr/>
            <p:nvPr/>
          </p:nvSpPr>
          <p:spPr>
            <a:xfrm>
              <a:off x="1817751" y="3541859"/>
              <a:ext cx="447274" cy="422241"/>
            </a:xfrm>
            <a:custGeom>
              <a:avLst/>
              <a:gdLst/>
              <a:ahLst/>
              <a:cxnLst/>
              <a:rect l="l" t="t" r="r" b="b"/>
              <a:pathLst>
                <a:path w="4129" h="3898" extrusionOk="0">
                  <a:moveTo>
                    <a:pt x="0" y="1"/>
                  </a:moveTo>
                  <a:lnTo>
                    <a:pt x="0" y="1629"/>
                  </a:lnTo>
                  <a:lnTo>
                    <a:pt x="4128" y="3898"/>
                  </a:lnTo>
                  <a:lnTo>
                    <a:pt x="4128" y="2270"/>
                  </a:lnTo>
                  <a:lnTo>
                    <a:pt x="0" y="1"/>
                  </a:lnTo>
                  <a:close/>
                </a:path>
              </a:pathLst>
            </a:custGeom>
            <a:solidFill>
              <a:srgbClr val="DADADA"/>
            </a:solidFill>
            <a:ln>
              <a:noFill/>
            </a:ln>
          </p:spPr>
          <p:txBody>
            <a:bodyPr spcFirstLastPara="1" wrap="square" lIns="121900" tIns="121900" rIns="121900" bIns="121900" anchor="ctr" anchorCtr="0">
              <a:noAutofit/>
            </a:bodyPr>
            <a:lstStyle/>
            <a:p>
              <a:endParaRPr sz="1867"/>
            </a:p>
          </p:txBody>
        </p:sp>
        <p:sp>
          <p:nvSpPr>
            <p:cNvPr id="20" name="Google Shape;634;p24">
              <a:extLst>
                <a:ext uri="{FF2B5EF4-FFF2-40B4-BE49-F238E27FC236}">
                  <a16:creationId xmlns:a16="http://schemas.microsoft.com/office/drawing/2014/main" id="{F3C8B67E-D4FE-0065-678A-7EEFD742788D}"/>
                </a:ext>
              </a:extLst>
            </p:cNvPr>
            <p:cNvSpPr/>
            <p:nvPr/>
          </p:nvSpPr>
          <p:spPr>
            <a:xfrm>
              <a:off x="2262641" y="2188789"/>
              <a:ext cx="259870" cy="1494410"/>
            </a:xfrm>
            <a:custGeom>
              <a:avLst/>
              <a:gdLst/>
              <a:ahLst/>
              <a:cxnLst/>
              <a:rect l="l" t="t" r="r" b="b"/>
              <a:pathLst>
                <a:path w="2358" h="14120" extrusionOk="0">
                  <a:moveTo>
                    <a:pt x="2357" y="0"/>
                  </a:moveTo>
                  <a:lnTo>
                    <a:pt x="1" y="1304"/>
                  </a:lnTo>
                  <a:lnTo>
                    <a:pt x="1" y="14120"/>
                  </a:lnTo>
                  <a:lnTo>
                    <a:pt x="2357" y="12815"/>
                  </a:lnTo>
                  <a:lnTo>
                    <a:pt x="2357" y="0"/>
                  </a:lnTo>
                  <a:close/>
                </a:path>
              </a:pathLst>
            </a:custGeom>
            <a:solidFill>
              <a:schemeClr val="accent6">
                <a:lumMod val="50000"/>
              </a:schemeClr>
            </a:solidFill>
            <a:ln>
              <a:solidFill>
                <a:schemeClr val="accent6">
                  <a:lumMod val="50000"/>
                </a:schemeClr>
              </a:solidFill>
            </a:ln>
          </p:spPr>
          <p:txBody>
            <a:bodyPr spcFirstLastPara="1" wrap="square" lIns="121900" tIns="121900" rIns="121900" bIns="121900" anchor="ctr" anchorCtr="0">
              <a:noAutofit/>
            </a:bodyPr>
            <a:lstStyle/>
            <a:p>
              <a:endParaRPr sz="1867"/>
            </a:p>
          </p:txBody>
        </p:sp>
        <p:sp>
          <p:nvSpPr>
            <p:cNvPr id="21" name="Google Shape;635;p24">
              <a:extLst>
                <a:ext uri="{FF2B5EF4-FFF2-40B4-BE49-F238E27FC236}">
                  <a16:creationId xmlns:a16="http://schemas.microsoft.com/office/drawing/2014/main" id="{31F8C122-DC25-1A79-5A6A-06CDE3E77EE7}"/>
                </a:ext>
              </a:extLst>
            </p:cNvPr>
            <p:cNvSpPr/>
            <p:nvPr/>
          </p:nvSpPr>
          <p:spPr>
            <a:xfrm>
              <a:off x="2007861" y="2188805"/>
              <a:ext cx="257164" cy="1509980"/>
            </a:xfrm>
            <a:custGeom>
              <a:avLst/>
              <a:gdLst/>
              <a:ahLst/>
              <a:cxnLst/>
              <a:rect l="l" t="t" r="r" b="b"/>
              <a:pathLst>
                <a:path w="2374" h="14120" extrusionOk="0">
                  <a:moveTo>
                    <a:pt x="1" y="0"/>
                  </a:moveTo>
                  <a:lnTo>
                    <a:pt x="1" y="12815"/>
                  </a:lnTo>
                  <a:lnTo>
                    <a:pt x="2373" y="14120"/>
                  </a:lnTo>
                  <a:lnTo>
                    <a:pt x="2373" y="1304"/>
                  </a:lnTo>
                  <a:lnTo>
                    <a:pt x="1" y="0"/>
                  </a:lnTo>
                  <a:close/>
                </a:path>
              </a:pathLst>
            </a:custGeom>
            <a:solidFill>
              <a:schemeClr val="accent6">
                <a:lumMod val="75000"/>
              </a:schemeClr>
            </a:solidFill>
            <a:ln>
              <a:noFill/>
            </a:ln>
          </p:spPr>
          <p:txBody>
            <a:bodyPr spcFirstLastPara="1" wrap="square" lIns="121900" tIns="121900" rIns="121900" bIns="121900" anchor="ctr" anchorCtr="0">
              <a:noAutofit/>
            </a:bodyPr>
            <a:lstStyle/>
            <a:p>
              <a:endParaRPr sz="1867"/>
            </a:p>
          </p:txBody>
        </p:sp>
        <p:sp>
          <p:nvSpPr>
            <p:cNvPr id="22" name="Google Shape;636;p24">
              <a:extLst>
                <a:ext uri="{FF2B5EF4-FFF2-40B4-BE49-F238E27FC236}">
                  <a16:creationId xmlns:a16="http://schemas.microsoft.com/office/drawing/2014/main" id="{8750B93A-C2B5-443D-F45E-86116760ED38}"/>
                </a:ext>
              </a:extLst>
            </p:cNvPr>
            <p:cNvSpPr/>
            <p:nvPr/>
          </p:nvSpPr>
          <p:spPr>
            <a:xfrm>
              <a:off x="2007861" y="2188789"/>
              <a:ext cx="512377" cy="141361"/>
            </a:xfrm>
            <a:custGeom>
              <a:avLst/>
              <a:gdLst/>
              <a:ahLst/>
              <a:cxnLst/>
              <a:rect l="l" t="t" r="r" b="b"/>
              <a:pathLst>
                <a:path w="4730" h="1305" extrusionOk="0">
                  <a:moveTo>
                    <a:pt x="1" y="0"/>
                  </a:moveTo>
                  <a:lnTo>
                    <a:pt x="2373" y="1304"/>
                  </a:lnTo>
                  <a:lnTo>
                    <a:pt x="4730" y="0"/>
                  </a:lnTo>
                  <a:close/>
                </a:path>
              </a:pathLst>
            </a:custGeom>
            <a:solidFill>
              <a:schemeClr val="accent6">
                <a:lumMod val="60000"/>
                <a:lumOff val="40000"/>
              </a:schemeClr>
            </a:solidFill>
            <a:ln>
              <a:noFill/>
            </a:ln>
          </p:spPr>
          <p:txBody>
            <a:bodyPr spcFirstLastPara="1" wrap="square" lIns="121900" tIns="121900" rIns="121900" bIns="121900" anchor="ctr" anchorCtr="0">
              <a:noAutofit/>
            </a:bodyPr>
            <a:lstStyle/>
            <a:p>
              <a:endParaRPr sz="1867"/>
            </a:p>
          </p:txBody>
        </p:sp>
      </p:grpSp>
      <p:sp>
        <p:nvSpPr>
          <p:cNvPr id="23" name="Google Shape;663;p24">
            <a:extLst>
              <a:ext uri="{FF2B5EF4-FFF2-40B4-BE49-F238E27FC236}">
                <a16:creationId xmlns:a16="http://schemas.microsoft.com/office/drawing/2014/main" id="{BFA1E9B9-0FB3-FA06-2222-8677691904B5}"/>
              </a:ext>
            </a:extLst>
          </p:cNvPr>
          <p:cNvSpPr txBox="1"/>
          <p:nvPr/>
        </p:nvSpPr>
        <p:spPr>
          <a:xfrm>
            <a:off x="8067675" y="5096194"/>
            <a:ext cx="2561200" cy="572800"/>
          </a:xfrm>
          <a:prstGeom prst="rect">
            <a:avLst/>
          </a:prstGeom>
          <a:noFill/>
          <a:ln>
            <a:noFill/>
          </a:ln>
        </p:spPr>
        <p:txBody>
          <a:bodyPr spcFirstLastPara="1" wrap="square" lIns="121900" tIns="121900" rIns="121900" bIns="121900" anchor="ctr" anchorCtr="0">
            <a:noAutofit/>
          </a:bodyPr>
          <a:lstStyle/>
          <a:p>
            <a:pPr algn="ctr"/>
            <a:r>
              <a:rPr lang="en" sz="1800" b="1" dirty="0">
                <a:solidFill>
                  <a:schemeClr val="accent6">
                    <a:lumMod val="60000"/>
                    <a:lumOff val="40000"/>
                  </a:schemeClr>
                </a:solidFill>
                <a:latin typeface="Fira Sans Extra Condensed Medium"/>
                <a:ea typeface="Fira Sans Extra Condensed Medium"/>
                <a:cs typeface="Fira Sans Extra Condensed Medium"/>
                <a:sym typeface="Fira Sans Extra Condensed Medium"/>
              </a:rPr>
              <a:t>Asia/R. </a:t>
            </a:r>
            <a:r>
              <a:rPr lang="en-US" sz="1800" b="1" dirty="0">
                <a:solidFill>
                  <a:schemeClr val="accent6">
                    <a:lumMod val="60000"/>
                    <a:lumOff val="40000"/>
                  </a:schemeClr>
                </a:solidFill>
                <a:latin typeface="Fira Sans Extra Condensed Medium"/>
                <a:ea typeface="Fira Sans Extra Condensed Medium"/>
                <a:cs typeface="Fira Sans Extra Condensed Medium"/>
                <a:sym typeface="Fira Sans Extra Condensed Medium"/>
              </a:rPr>
              <a:t>O</a:t>
            </a:r>
            <a:r>
              <a:rPr lang="en" sz="1800" b="1" dirty="0">
                <a:solidFill>
                  <a:schemeClr val="accent6">
                    <a:lumMod val="60000"/>
                    <a:lumOff val="40000"/>
                  </a:schemeClr>
                </a:solidFill>
                <a:latin typeface="Fira Sans Extra Condensed Medium"/>
                <a:ea typeface="Fira Sans Extra Condensed Medium"/>
                <a:cs typeface="Fira Sans Extra Condensed Medium"/>
                <a:sym typeface="Fira Sans Extra Condensed Medium"/>
              </a:rPr>
              <a:t>f the world</a:t>
            </a:r>
          </a:p>
          <a:p>
            <a:pPr algn="ctr"/>
            <a:r>
              <a:rPr lang="en" sz="1800" b="1" dirty="0">
                <a:solidFill>
                  <a:srgbClr val="00B050"/>
                </a:solidFill>
                <a:latin typeface="Fira Sans Extra Condensed Medium"/>
                <a:ea typeface="Fira Sans Extra Condensed Medium"/>
                <a:cs typeface="Fira Sans Extra Condensed Medium"/>
                <a:sym typeface="Fira Sans Extra Condensed Medium"/>
              </a:rPr>
              <a:t>+54% </a:t>
            </a:r>
            <a:endParaRPr sz="1800" b="1" dirty="0">
              <a:solidFill>
                <a:srgbClr val="00B050"/>
              </a:solidFill>
              <a:latin typeface="Fira Sans Extra Condensed Medium"/>
              <a:ea typeface="Fira Sans Extra Condensed Medium"/>
              <a:cs typeface="Fira Sans Extra Condensed Medium"/>
              <a:sym typeface="Fira Sans Extra Condensed Medium"/>
            </a:endParaRPr>
          </a:p>
        </p:txBody>
      </p:sp>
      <p:sp>
        <p:nvSpPr>
          <p:cNvPr id="24" name="Google Shape;668;p24">
            <a:extLst>
              <a:ext uri="{FF2B5EF4-FFF2-40B4-BE49-F238E27FC236}">
                <a16:creationId xmlns:a16="http://schemas.microsoft.com/office/drawing/2014/main" id="{3C920B1F-8923-4A35-1ED9-6A5BAEBE9265}"/>
              </a:ext>
            </a:extLst>
          </p:cNvPr>
          <p:cNvSpPr txBox="1"/>
          <p:nvPr/>
        </p:nvSpPr>
        <p:spPr>
          <a:xfrm>
            <a:off x="7913296" y="4126155"/>
            <a:ext cx="2561200" cy="572800"/>
          </a:xfrm>
          <a:prstGeom prst="rect">
            <a:avLst/>
          </a:prstGeom>
          <a:noFill/>
          <a:ln>
            <a:noFill/>
          </a:ln>
        </p:spPr>
        <p:txBody>
          <a:bodyPr spcFirstLastPara="1" wrap="square" lIns="121900" tIns="121900" rIns="121900" bIns="121900" anchor="ctr" anchorCtr="0">
            <a:noAutofit/>
          </a:bodyPr>
          <a:lstStyle/>
          <a:p>
            <a:pPr algn="ctr"/>
            <a:r>
              <a:rPr lang="en" sz="1600" b="1" dirty="0">
                <a:solidFill>
                  <a:schemeClr val="accent6">
                    <a:lumMod val="60000"/>
                    <a:lumOff val="40000"/>
                  </a:schemeClr>
                </a:solidFill>
                <a:latin typeface="Fira Sans Extra Condensed Medium"/>
                <a:ea typeface="Fira Sans Extra Condensed Medium"/>
                <a:cs typeface="Fira Sans Extra Condensed Medium"/>
                <a:sym typeface="Fira Sans Extra Condensed Medium"/>
              </a:rPr>
              <a:t>2% share</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grpSp>
        <p:nvGrpSpPr>
          <p:cNvPr id="1305" name="Google Shape;1305;p206"/>
          <p:cNvGrpSpPr/>
          <p:nvPr/>
        </p:nvGrpSpPr>
        <p:grpSpPr>
          <a:xfrm>
            <a:off x="757646" y="679268"/>
            <a:ext cx="10411097" cy="5839097"/>
            <a:chOff x="1244324" y="1898076"/>
            <a:chExt cx="9213851" cy="4713288"/>
          </a:xfrm>
        </p:grpSpPr>
        <p:grpSp>
          <p:nvGrpSpPr>
            <p:cNvPr id="1306" name="Google Shape;1306;p206"/>
            <p:cNvGrpSpPr/>
            <p:nvPr/>
          </p:nvGrpSpPr>
          <p:grpSpPr>
            <a:xfrm>
              <a:off x="1244324" y="1898076"/>
              <a:ext cx="3968750" cy="4713288"/>
              <a:chOff x="1033" y="1126"/>
              <a:chExt cx="2500" cy="2969"/>
            </a:xfrm>
          </p:grpSpPr>
          <p:sp>
            <p:nvSpPr>
              <p:cNvPr id="1307" name="Google Shape;1307;p206"/>
              <p:cNvSpPr/>
              <p:nvPr/>
            </p:nvSpPr>
            <p:spPr>
              <a:xfrm>
                <a:off x="1830" y="1484"/>
                <a:ext cx="300" cy="142"/>
              </a:xfrm>
              <a:custGeom>
                <a:avLst/>
                <a:gdLst/>
                <a:ahLst/>
                <a:cxnLst/>
                <a:rect l="l" t="t" r="r" b="b"/>
                <a:pathLst>
                  <a:path w="300" h="142" extrusionOk="0">
                    <a:moveTo>
                      <a:pt x="270" y="111"/>
                    </a:moveTo>
                    <a:lnTo>
                      <a:pt x="270" y="121"/>
                    </a:lnTo>
                    <a:lnTo>
                      <a:pt x="270" y="132"/>
                    </a:lnTo>
                    <a:lnTo>
                      <a:pt x="279" y="132"/>
                    </a:lnTo>
                    <a:lnTo>
                      <a:pt x="270" y="132"/>
                    </a:lnTo>
                    <a:lnTo>
                      <a:pt x="270" y="142"/>
                    </a:lnTo>
                    <a:lnTo>
                      <a:pt x="248" y="142"/>
                    </a:lnTo>
                    <a:lnTo>
                      <a:pt x="227" y="132"/>
                    </a:lnTo>
                    <a:lnTo>
                      <a:pt x="218" y="132"/>
                    </a:lnTo>
                    <a:lnTo>
                      <a:pt x="196" y="132"/>
                    </a:lnTo>
                    <a:lnTo>
                      <a:pt x="185" y="132"/>
                    </a:lnTo>
                    <a:lnTo>
                      <a:pt x="166" y="132"/>
                    </a:lnTo>
                    <a:lnTo>
                      <a:pt x="166" y="142"/>
                    </a:lnTo>
                    <a:lnTo>
                      <a:pt x="144" y="142"/>
                    </a:lnTo>
                    <a:lnTo>
                      <a:pt x="123" y="142"/>
                    </a:lnTo>
                    <a:lnTo>
                      <a:pt x="104" y="142"/>
                    </a:lnTo>
                    <a:lnTo>
                      <a:pt x="92" y="142"/>
                    </a:lnTo>
                    <a:lnTo>
                      <a:pt x="92" y="132"/>
                    </a:lnTo>
                    <a:lnTo>
                      <a:pt x="83" y="132"/>
                    </a:lnTo>
                    <a:lnTo>
                      <a:pt x="73" y="132"/>
                    </a:lnTo>
                    <a:lnTo>
                      <a:pt x="62" y="132"/>
                    </a:lnTo>
                    <a:lnTo>
                      <a:pt x="40" y="132"/>
                    </a:lnTo>
                    <a:lnTo>
                      <a:pt x="31" y="121"/>
                    </a:lnTo>
                    <a:lnTo>
                      <a:pt x="21" y="111"/>
                    </a:lnTo>
                    <a:lnTo>
                      <a:pt x="40" y="102"/>
                    </a:lnTo>
                    <a:lnTo>
                      <a:pt x="62" y="102"/>
                    </a:lnTo>
                    <a:lnTo>
                      <a:pt x="83" y="102"/>
                    </a:lnTo>
                    <a:lnTo>
                      <a:pt x="92" y="102"/>
                    </a:lnTo>
                    <a:lnTo>
                      <a:pt x="92" y="90"/>
                    </a:lnTo>
                    <a:lnTo>
                      <a:pt x="73" y="90"/>
                    </a:lnTo>
                    <a:lnTo>
                      <a:pt x="62" y="90"/>
                    </a:lnTo>
                    <a:lnTo>
                      <a:pt x="40" y="90"/>
                    </a:lnTo>
                    <a:lnTo>
                      <a:pt x="21" y="90"/>
                    </a:lnTo>
                    <a:lnTo>
                      <a:pt x="9" y="80"/>
                    </a:lnTo>
                    <a:lnTo>
                      <a:pt x="21" y="71"/>
                    </a:lnTo>
                    <a:lnTo>
                      <a:pt x="31" y="71"/>
                    </a:lnTo>
                    <a:lnTo>
                      <a:pt x="21" y="71"/>
                    </a:lnTo>
                    <a:lnTo>
                      <a:pt x="9" y="71"/>
                    </a:lnTo>
                    <a:lnTo>
                      <a:pt x="0" y="71"/>
                    </a:lnTo>
                    <a:lnTo>
                      <a:pt x="0" y="59"/>
                    </a:lnTo>
                    <a:lnTo>
                      <a:pt x="9" y="40"/>
                    </a:lnTo>
                    <a:lnTo>
                      <a:pt x="40" y="19"/>
                    </a:lnTo>
                    <a:lnTo>
                      <a:pt x="73" y="9"/>
                    </a:lnTo>
                    <a:lnTo>
                      <a:pt x="73" y="19"/>
                    </a:lnTo>
                    <a:lnTo>
                      <a:pt x="83" y="28"/>
                    </a:lnTo>
                    <a:lnTo>
                      <a:pt x="83" y="40"/>
                    </a:lnTo>
                    <a:lnTo>
                      <a:pt x="83" y="28"/>
                    </a:lnTo>
                    <a:lnTo>
                      <a:pt x="92" y="19"/>
                    </a:lnTo>
                    <a:lnTo>
                      <a:pt x="114" y="28"/>
                    </a:lnTo>
                    <a:lnTo>
                      <a:pt x="123" y="28"/>
                    </a:lnTo>
                    <a:lnTo>
                      <a:pt x="123" y="40"/>
                    </a:lnTo>
                    <a:lnTo>
                      <a:pt x="135" y="40"/>
                    </a:lnTo>
                    <a:lnTo>
                      <a:pt x="135" y="28"/>
                    </a:lnTo>
                    <a:lnTo>
                      <a:pt x="144" y="28"/>
                    </a:lnTo>
                    <a:lnTo>
                      <a:pt x="154" y="28"/>
                    </a:lnTo>
                    <a:lnTo>
                      <a:pt x="166" y="28"/>
                    </a:lnTo>
                    <a:lnTo>
                      <a:pt x="166" y="40"/>
                    </a:lnTo>
                    <a:lnTo>
                      <a:pt x="166" y="50"/>
                    </a:lnTo>
                    <a:lnTo>
                      <a:pt x="166" y="59"/>
                    </a:lnTo>
                    <a:lnTo>
                      <a:pt x="175" y="59"/>
                    </a:lnTo>
                    <a:lnTo>
                      <a:pt x="185" y="59"/>
                    </a:lnTo>
                    <a:lnTo>
                      <a:pt x="175" y="40"/>
                    </a:lnTo>
                    <a:lnTo>
                      <a:pt x="175" y="28"/>
                    </a:lnTo>
                    <a:lnTo>
                      <a:pt x="166" y="19"/>
                    </a:lnTo>
                    <a:lnTo>
                      <a:pt x="175" y="9"/>
                    </a:lnTo>
                    <a:lnTo>
                      <a:pt x="185" y="9"/>
                    </a:lnTo>
                    <a:lnTo>
                      <a:pt x="196" y="9"/>
                    </a:lnTo>
                    <a:lnTo>
                      <a:pt x="196" y="0"/>
                    </a:lnTo>
                    <a:lnTo>
                      <a:pt x="206" y="0"/>
                    </a:lnTo>
                    <a:lnTo>
                      <a:pt x="218" y="0"/>
                    </a:lnTo>
                    <a:lnTo>
                      <a:pt x="227" y="0"/>
                    </a:lnTo>
                    <a:lnTo>
                      <a:pt x="227" y="9"/>
                    </a:lnTo>
                    <a:lnTo>
                      <a:pt x="227" y="19"/>
                    </a:lnTo>
                    <a:lnTo>
                      <a:pt x="227" y="28"/>
                    </a:lnTo>
                    <a:lnTo>
                      <a:pt x="227" y="40"/>
                    </a:lnTo>
                    <a:lnTo>
                      <a:pt x="227" y="59"/>
                    </a:lnTo>
                    <a:lnTo>
                      <a:pt x="239" y="71"/>
                    </a:lnTo>
                    <a:lnTo>
                      <a:pt x="248" y="90"/>
                    </a:lnTo>
                    <a:lnTo>
                      <a:pt x="270" y="102"/>
                    </a:lnTo>
                    <a:lnTo>
                      <a:pt x="300" y="111"/>
                    </a:lnTo>
                    <a:lnTo>
                      <a:pt x="289" y="111"/>
                    </a:lnTo>
                    <a:lnTo>
                      <a:pt x="279" y="111"/>
                    </a:lnTo>
                    <a:lnTo>
                      <a:pt x="270" y="111"/>
                    </a:lnTo>
                    <a:lnTo>
                      <a:pt x="270" y="111"/>
                    </a:lnTo>
                    <a:lnTo>
                      <a:pt x="270" y="11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08" name="Google Shape;1308;p206"/>
              <p:cNvSpPr/>
              <p:nvPr/>
            </p:nvSpPr>
            <p:spPr>
              <a:xfrm>
                <a:off x="1830" y="1484"/>
                <a:ext cx="300" cy="142"/>
              </a:xfrm>
              <a:custGeom>
                <a:avLst/>
                <a:gdLst/>
                <a:ahLst/>
                <a:cxnLst/>
                <a:rect l="l" t="t" r="r" b="b"/>
                <a:pathLst>
                  <a:path w="300" h="142" extrusionOk="0">
                    <a:moveTo>
                      <a:pt x="270" y="111"/>
                    </a:moveTo>
                    <a:lnTo>
                      <a:pt x="270" y="121"/>
                    </a:lnTo>
                    <a:lnTo>
                      <a:pt x="270" y="132"/>
                    </a:lnTo>
                    <a:lnTo>
                      <a:pt x="279" y="132"/>
                    </a:lnTo>
                    <a:lnTo>
                      <a:pt x="270" y="132"/>
                    </a:lnTo>
                    <a:lnTo>
                      <a:pt x="270" y="142"/>
                    </a:lnTo>
                    <a:lnTo>
                      <a:pt x="248" y="142"/>
                    </a:lnTo>
                    <a:lnTo>
                      <a:pt x="227" y="132"/>
                    </a:lnTo>
                    <a:lnTo>
                      <a:pt x="218" y="132"/>
                    </a:lnTo>
                    <a:lnTo>
                      <a:pt x="196" y="132"/>
                    </a:lnTo>
                    <a:lnTo>
                      <a:pt x="185" y="132"/>
                    </a:lnTo>
                    <a:lnTo>
                      <a:pt x="166" y="132"/>
                    </a:lnTo>
                    <a:lnTo>
                      <a:pt x="166" y="142"/>
                    </a:lnTo>
                    <a:lnTo>
                      <a:pt x="144" y="142"/>
                    </a:lnTo>
                    <a:lnTo>
                      <a:pt x="123" y="142"/>
                    </a:lnTo>
                    <a:lnTo>
                      <a:pt x="104" y="142"/>
                    </a:lnTo>
                    <a:lnTo>
                      <a:pt x="92" y="142"/>
                    </a:lnTo>
                    <a:lnTo>
                      <a:pt x="92" y="132"/>
                    </a:lnTo>
                    <a:lnTo>
                      <a:pt x="83" y="132"/>
                    </a:lnTo>
                    <a:lnTo>
                      <a:pt x="73" y="132"/>
                    </a:lnTo>
                    <a:lnTo>
                      <a:pt x="62" y="132"/>
                    </a:lnTo>
                    <a:lnTo>
                      <a:pt x="40" y="132"/>
                    </a:lnTo>
                    <a:lnTo>
                      <a:pt x="31" y="121"/>
                    </a:lnTo>
                    <a:lnTo>
                      <a:pt x="21" y="111"/>
                    </a:lnTo>
                    <a:lnTo>
                      <a:pt x="40" y="102"/>
                    </a:lnTo>
                    <a:lnTo>
                      <a:pt x="62" y="102"/>
                    </a:lnTo>
                    <a:lnTo>
                      <a:pt x="83" y="102"/>
                    </a:lnTo>
                    <a:lnTo>
                      <a:pt x="92" y="102"/>
                    </a:lnTo>
                    <a:lnTo>
                      <a:pt x="92" y="90"/>
                    </a:lnTo>
                    <a:lnTo>
                      <a:pt x="73" y="90"/>
                    </a:lnTo>
                    <a:lnTo>
                      <a:pt x="62" y="90"/>
                    </a:lnTo>
                    <a:lnTo>
                      <a:pt x="40" y="90"/>
                    </a:lnTo>
                    <a:lnTo>
                      <a:pt x="21" y="90"/>
                    </a:lnTo>
                    <a:lnTo>
                      <a:pt x="9" y="80"/>
                    </a:lnTo>
                    <a:lnTo>
                      <a:pt x="21" y="71"/>
                    </a:lnTo>
                    <a:lnTo>
                      <a:pt x="31" y="71"/>
                    </a:lnTo>
                    <a:lnTo>
                      <a:pt x="21" y="71"/>
                    </a:lnTo>
                    <a:lnTo>
                      <a:pt x="9" y="71"/>
                    </a:lnTo>
                    <a:lnTo>
                      <a:pt x="0" y="71"/>
                    </a:lnTo>
                    <a:lnTo>
                      <a:pt x="0" y="59"/>
                    </a:lnTo>
                    <a:lnTo>
                      <a:pt x="9" y="40"/>
                    </a:lnTo>
                    <a:lnTo>
                      <a:pt x="40" y="19"/>
                    </a:lnTo>
                    <a:lnTo>
                      <a:pt x="73" y="9"/>
                    </a:lnTo>
                    <a:lnTo>
                      <a:pt x="73" y="19"/>
                    </a:lnTo>
                    <a:lnTo>
                      <a:pt x="83" y="28"/>
                    </a:lnTo>
                    <a:lnTo>
                      <a:pt x="83" y="40"/>
                    </a:lnTo>
                    <a:lnTo>
                      <a:pt x="83" y="28"/>
                    </a:lnTo>
                    <a:lnTo>
                      <a:pt x="92" y="19"/>
                    </a:lnTo>
                    <a:lnTo>
                      <a:pt x="114" y="28"/>
                    </a:lnTo>
                    <a:lnTo>
                      <a:pt x="123" y="28"/>
                    </a:lnTo>
                    <a:lnTo>
                      <a:pt x="123" y="40"/>
                    </a:lnTo>
                    <a:lnTo>
                      <a:pt x="135" y="40"/>
                    </a:lnTo>
                    <a:lnTo>
                      <a:pt x="135" y="28"/>
                    </a:lnTo>
                    <a:lnTo>
                      <a:pt x="144" y="28"/>
                    </a:lnTo>
                    <a:lnTo>
                      <a:pt x="154" y="28"/>
                    </a:lnTo>
                    <a:lnTo>
                      <a:pt x="166" y="28"/>
                    </a:lnTo>
                    <a:lnTo>
                      <a:pt x="166" y="40"/>
                    </a:lnTo>
                    <a:lnTo>
                      <a:pt x="166" y="50"/>
                    </a:lnTo>
                    <a:lnTo>
                      <a:pt x="166" y="59"/>
                    </a:lnTo>
                    <a:lnTo>
                      <a:pt x="175" y="59"/>
                    </a:lnTo>
                    <a:lnTo>
                      <a:pt x="185" y="59"/>
                    </a:lnTo>
                    <a:lnTo>
                      <a:pt x="175" y="40"/>
                    </a:lnTo>
                    <a:lnTo>
                      <a:pt x="175" y="28"/>
                    </a:lnTo>
                    <a:lnTo>
                      <a:pt x="166" y="19"/>
                    </a:lnTo>
                    <a:lnTo>
                      <a:pt x="175" y="9"/>
                    </a:lnTo>
                    <a:lnTo>
                      <a:pt x="185" y="9"/>
                    </a:lnTo>
                    <a:lnTo>
                      <a:pt x="196" y="9"/>
                    </a:lnTo>
                    <a:lnTo>
                      <a:pt x="196" y="0"/>
                    </a:lnTo>
                    <a:lnTo>
                      <a:pt x="206" y="0"/>
                    </a:lnTo>
                    <a:lnTo>
                      <a:pt x="218" y="0"/>
                    </a:lnTo>
                    <a:lnTo>
                      <a:pt x="227" y="0"/>
                    </a:lnTo>
                    <a:lnTo>
                      <a:pt x="227" y="9"/>
                    </a:lnTo>
                    <a:lnTo>
                      <a:pt x="227" y="19"/>
                    </a:lnTo>
                    <a:lnTo>
                      <a:pt x="227" y="28"/>
                    </a:lnTo>
                    <a:lnTo>
                      <a:pt x="227" y="40"/>
                    </a:lnTo>
                    <a:lnTo>
                      <a:pt x="227" y="59"/>
                    </a:lnTo>
                    <a:lnTo>
                      <a:pt x="239" y="71"/>
                    </a:lnTo>
                    <a:lnTo>
                      <a:pt x="248" y="90"/>
                    </a:lnTo>
                    <a:lnTo>
                      <a:pt x="270" y="102"/>
                    </a:lnTo>
                    <a:lnTo>
                      <a:pt x="300" y="111"/>
                    </a:lnTo>
                    <a:lnTo>
                      <a:pt x="289" y="111"/>
                    </a:lnTo>
                    <a:lnTo>
                      <a:pt x="279" y="111"/>
                    </a:lnTo>
                    <a:lnTo>
                      <a:pt x="270" y="111"/>
                    </a:lnTo>
                    <a:lnTo>
                      <a:pt x="270" y="111"/>
                    </a:lnTo>
                    <a:lnTo>
                      <a:pt x="270" y="11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09" name="Google Shape;1309;p206"/>
              <p:cNvSpPr/>
              <p:nvPr/>
            </p:nvSpPr>
            <p:spPr>
              <a:xfrm>
                <a:off x="1714" y="1451"/>
                <a:ext cx="178" cy="113"/>
              </a:xfrm>
              <a:custGeom>
                <a:avLst/>
                <a:gdLst/>
                <a:ahLst/>
                <a:cxnLst/>
                <a:rect l="l" t="t" r="r" b="b"/>
                <a:pathLst>
                  <a:path w="178" h="113" extrusionOk="0">
                    <a:moveTo>
                      <a:pt x="31" y="104"/>
                    </a:moveTo>
                    <a:lnTo>
                      <a:pt x="31" y="92"/>
                    </a:lnTo>
                    <a:lnTo>
                      <a:pt x="21" y="92"/>
                    </a:lnTo>
                    <a:lnTo>
                      <a:pt x="10" y="92"/>
                    </a:lnTo>
                    <a:lnTo>
                      <a:pt x="0" y="83"/>
                    </a:lnTo>
                    <a:lnTo>
                      <a:pt x="10" y="73"/>
                    </a:lnTo>
                    <a:lnTo>
                      <a:pt x="31" y="42"/>
                    </a:lnTo>
                    <a:lnTo>
                      <a:pt x="31" y="33"/>
                    </a:lnTo>
                    <a:lnTo>
                      <a:pt x="31" y="23"/>
                    </a:lnTo>
                    <a:lnTo>
                      <a:pt x="31" y="12"/>
                    </a:lnTo>
                    <a:lnTo>
                      <a:pt x="21" y="12"/>
                    </a:lnTo>
                    <a:lnTo>
                      <a:pt x="31" y="0"/>
                    </a:lnTo>
                    <a:lnTo>
                      <a:pt x="43" y="0"/>
                    </a:lnTo>
                    <a:lnTo>
                      <a:pt x="62" y="12"/>
                    </a:lnTo>
                    <a:lnTo>
                      <a:pt x="73" y="0"/>
                    </a:lnTo>
                    <a:lnTo>
                      <a:pt x="83" y="0"/>
                    </a:lnTo>
                    <a:lnTo>
                      <a:pt x="95" y="12"/>
                    </a:lnTo>
                    <a:lnTo>
                      <a:pt x="107" y="12"/>
                    </a:lnTo>
                    <a:lnTo>
                      <a:pt x="116" y="23"/>
                    </a:lnTo>
                    <a:lnTo>
                      <a:pt x="125" y="12"/>
                    </a:lnTo>
                    <a:lnTo>
                      <a:pt x="137" y="12"/>
                    </a:lnTo>
                    <a:lnTo>
                      <a:pt x="147" y="23"/>
                    </a:lnTo>
                    <a:lnTo>
                      <a:pt x="168" y="33"/>
                    </a:lnTo>
                    <a:lnTo>
                      <a:pt x="178" y="33"/>
                    </a:lnTo>
                    <a:lnTo>
                      <a:pt x="168" y="42"/>
                    </a:lnTo>
                    <a:lnTo>
                      <a:pt x="147" y="52"/>
                    </a:lnTo>
                    <a:lnTo>
                      <a:pt x="137" y="52"/>
                    </a:lnTo>
                    <a:lnTo>
                      <a:pt x="116" y="61"/>
                    </a:lnTo>
                    <a:lnTo>
                      <a:pt x="107" y="73"/>
                    </a:lnTo>
                    <a:lnTo>
                      <a:pt x="95" y="92"/>
                    </a:lnTo>
                    <a:lnTo>
                      <a:pt x="83" y="104"/>
                    </a:lnTo>
                    <a:lnTo>
                      <a:pt x="62" y="104"/>
                    </a:lnTo>
                    <a:lnTo>
                      <a:pt x="43" y="113"/>
                    </a:lnTo>
                    <a:lnTo>
                      <a:pt x="43" y="104"/>
                    </a:lnTo>
                    <a:lnTo>
                      <a:pt x="31" y="104"/>
                    </a:lnTo>
                    <a:lnTo>
                      <a:pt x="31" y="104"/>
                    </a:lnTo>
                    <a:lnTo>
                      <a:pt x="31" y="104"/>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10" name="Google Shape;1310;p206"/>
              <p:cNvSpPr/>
              <p:nvPr/>
            </p:nvSpPr>
            <p:spPr>
              <a:xfrm>
                <a:off x="1714" y="1451"/>
                <a:ext cx="178" cy="113"/>
              </a:xfrm>
              <a:custGeom>
                <a:avLst/>
                <a:gdLst/>
                <a:ahLst/>
                <a:cxnLst/>
                <a:rect l="l" t="t" r="r" b="b"/>
                <a:pathLst>
                  <a:path w="178" h="113" extrusionOk="0">
                    <a:moveTo>
                      <a:pt x="31" y="104"/>
                    </a:moveTo>
                    <a:lnTo>
                      <a:pt x="31" y="92"/>
                    </a:lnTo>
                    <a:lnTo>
                      <a:pt x="21" y="92"/>
                    </a:lnTo>
                    <a:lnTo>
                      <a:pt x="10" y="92"/>
                    </a:lnTo>
                    <a:lnTo>
                      <a:pt x="0" y="83"/>
                    </a:lnTo>
                    <a:lnTo>
                      <a:pt x="10" y="73"/>
                    </a:lnTo>
                    <a:lnTo>
                      <a:pt x="31" y="42"/>
                    </a:lnTo>
                    <a:lnTo>
                      <a:pt x="31" y="33"/>
                    </a:lnTo>
                    <a:lnTo>
                      <a:pt x="31" y="23"/>
                    </a:lnTo>
                    <a:lnTo>
                      <a:pt x="31" y="12"/>
                    </a:lnTo>
                    <a:lnTo>
                      <a:pt x="21" y="12"/>
                    </a:lnTo>
                    <a:lnTo>
                      <a:pt x="31" y="0"/>
                    </a:lnTo>
                    <a:lnTo>
                      <a:pt x="43" y="0"/>
                    </a:lnTo>
                    <a:lnTo>
                      <a:pt x="62" y="12"/>
                    </a:lnTo>
                    <a:lnTo>
                      <a:pt x="73" y="0"/>
                    </a:lnTo>
                    <a:lnTo>
                      <a:pt x="83" y="0"/>
                    </a:lnTo>
                    <a:lnTo>
                      <a:pt x="95" y="12"/>
                    </a:lnTo>
                    <a:lnTo>
                      <a:pt x="107" y="12"/>
                    </a:lnTo>
                    <a:lnTo>
                      <a:pt x="116" y="23"/>
                    </a:lnTo>
                    <a:lnTo>
                      <a:pt x="125" y="12"/>
                    </a:lnTo>
                    <a:lnTo>
                      <a:pt x="137" y="12"/>
                    </a:lnTo>
                    <a:lnTo>
                      <a:pt x="147" y="23"/>
                    </a:lnTo>
                    <a:lnTo>
                      <a:pt x="168" y="33"/>
                    </a:lnTo>
                    <a:lnTo>
                      <a:pt x="178" y="33"/>
                    </a:lnTo>
                    <a:lnTo>
                      <a:pt x="168" y="42"/>
                    </a:lnTo>
                    <a:lnTo>
                      <a:pt x="147" y="52"/>
                    </a:lnTo>
                    <a:lnTo>
                      <a:pt x="137" y="52"/>
                    </a:lnTo>
                    <a:lnTo>
                      <a:pt x="116" y="61"/>
                    </a:lnTo>
                    <a:lnTo>
                      <a:pt x="107" y="73"/>
                    </a:lnTo>
                    <a:lnTo>
                      <a:pt x="95" y="92"/>
                    </a:lnTo>
                    <a:lnTo>
                      <a:pt x="83" y="104"/>
                    </a:lnTo>
                    <a:lnTo>
                      <a:pt x="62" y="104"/>
                    </a:lnTo>
                    <a:lnTo>
                      <a:pt x="43" y="113"/>
                    </a:lnTo>
                    <a:lnTo>
                      <a:pt x="43" y="104"/>
                    </a:lnTo>
                    <a:lnTo>
                      <a:pt x="31" y="104"/>
                    </a:lnTo>
                    <a:lnTo>
                      <a:pt x="31" y="104"/>
                    </a:lnTo>
                    <a:lnTo>
                      <a:pt x="31" y="104"/>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11" name="Google Shape;1311;p206"/>
              <p:cNvSpPr/>
              <p:nvPr/>
            </p:nvSpPr>
            <p:spPr>
              <a:xfrm>
                <a:off x="1851" y="1382"/>
                <a:ext cx="194" cy="81"/>
              </a:xfrm>
              <a:custGeom>
                <a:avLst/>
                <a:gdLst/>
                <a:ahLst/>
                <a:cxnLst/>
                <a:rect l="l" t="t" r="r" b="b"/>
                <a:pathLst>
                  <a:path w="194" h="81" extrusionOk="0">
                    <a:moveTo>
                      <a:pt x="71" y="81"/>
                    </a:moveTo>
                    <a:lnTo>
                      <a:pt x="62" y="71"/>
                    </a:lnTo>
                    <a:lnTo>
                      <a:pt x="52" y="71"/>
                    </a:lnTo>
                    <a:lnTo>
                      <a:pt x="62" y="71"/>
                    </a:lnTo>
                    <a:lnTo>
                      <a:pt x="71" y="71"/>
                    </a:lnTo>
                    <a:lnTo>
                      <a:pt x="71" y="59"/>
                    </a:lnTo>
                    <a:lnTo>
                      <a:pt x="62" y="59"/>
                    </a:lnTo>
                    <a:lnTo>
                      <a:pt x="62" y="50"/>
                    </a:lnTo>
                    <a:lnTo>
                      <a:pt x="52" y="50"/>
                    </a:lnTo>
                    <a:lnTo>
                      <a:pt x="52" y="59"/>
                    </a:lnTo>
                    <a:lnTo>
                      <a:pt x="41" y="59"/>
                    </a:lnTo>
                    <a:lnTo>
                      <a:pt x="31" y="59"/>
                    </a:lnTo>
                    <a:lnTo>
                      <a:pt x="22" y="59"/>
                    </a:lnTo>
                    <a:lnTo>
                      <a:pt x="10" y="59"/>
                    </a:lnTo>
                    <a:lnTo>
                      <a:pt x="0" y="59"/>
                    </a:lnTo>
                    <a:lnTo>
                      <a:pt x="0" y="50"/>
                    </a:lnTo>
                    <a:lnTo>
                      <a:pt x="0" y="40"/>
                    </a:lnTo>
                    <a:lnTo>
                      <a:pt x="10" y="40"/>
                    </a:lnTo>
                    <a:lnTo>
                      <a:pt x="22" y="40"/>
                    </a:lnTo>
                    <a:lnTo>
                      <a:pt x="31" y="40"/>
                    </a:lnTo>
                    <a:lnTo>
                      <a:pt x="41" y="40"/>
                    </a:lnTo>
                    <a:lnTo>
                      <a:pt x="31" y="40"/>
                    </a:lnTo>
                    <a:lnTo>
                      <a:pt x="22" y="40"/>
                    </a:lnTo>
                    <a:lnTo>
                      <a:pt x="10" y="40"/>
                    </a:lnTo>
                    <a:lnTo>
                      <a:pt x="10" y="29"/>
                    </a:lnTo>
                    <a:lnTo>
                      <a:pt x="22" y="29"/>
                    </a:lnTo>
                    <a:lnTo>
                      <a:pt x="31" y="29"/>
                    </a:lnTo>
                    <a:lnTo>
                      <a:pt x="41" y="29"/>
                    </a:lnTo>
                    <a:lnTo>
                      <a:pt x="52" y="29"/>
                    </a:lnTo>
                    <a:lnTo>
                      <a:pt x="41" y="29"/>
                    </a:lnTo>
                    <a:lnTo>
                      <a:pt x="31" y="29"/>
                    </a:lnTo>
                    <a:lnTo>
                      <a:pt x="22" y="29"/>
                    </a:lnTo>
                    <a:lnTo>
                      <a:pt x="22" y="19"/>
                    </a:lnTo>
                    <a:lnTo>
                      <a:pt x="31" y="19"/>
                    </a:lnTo>
                    <a:lnTo>
                      <a:pt x="41" y="19"/>
                    </a:lnTo>
                    <a:lnTo>
                      <a:pt x="31" y="10"/>
                    </a:lnTo>
                    <a:lnTo>
                      <a:pt x="41" y="10"/>
                    </a:lnTo>
                    <a:lnTo>
                      <a:pt x="52" y="10"/>
                    </a:lnTo>
                    <a:lnTo>
                      <a:pt x="62" y="19"/>
                    </a:lnTo>
                    <a:lnTo>
                      <a:pt x="71" y="19"/>
                    </a:lnTo>
                    <a:lnTo>
                      <a:pt x="81" y="29"/>
                    </a:lnTo>
                    <a:lnTo>
                      <a:pt x="102" y="40"/>
                    </a:lnTo>
                    <a:lnTo>
                      <a:pt x="123" y="40"/>
                    </a:lnTo>
                    <a:lnTo>
                      <a:pt x="133" y="40"/>
                    </a:lnTo>
                    <a:lnTo>
                      <a:pt x="142" y="40"/>
                    </a:lnTo>
                    <a:lnTo>
                      <a:pt x="133" y="40"/>
                    </a:lnTo>
                    <a:lnTo>
                      <a:pt x="123" y="40"/>
                    </a:lnTo>
                    <a:lnTo>
                      <a:pt x="133" y="29"/>
                    </a:lnTo>
                    <a:lnTo>
                      <a:pt x="133" y="19"/>
                    </a:lnTo>
                    <a:lnTo>
                      <a:pt x="123" y="19"/>
                    </a:lnTo>
                    <a:lnTo>
                      <a:pt x="111" y="19"/>
                    </a:lnTo>
                    <a:lnTo>
                      <a:pt x="111" y="10"/>
                    </a:lnTo>
                    <a:lnTo>
                      <a:pt x="123" y="0"/>
                    </a:lnTo>
                    <a:lnTo>
                      <a:pt x="133" y="0"/>
                    </a:lnTo>
                    <a:lnTo>
                      <a:pt x="142" y="0"/>
                    </a:lnTo>
                    <a:lnTo>
                      <a:pt x="142" y="10"/>
                    </a:lnTo>
                    <a:lnTo>
                      <a:pt x="142" y="19"/>
                    </a:lnTo>
                    <a:lnTo>
                      <a:pt x="154" y="29"/>
                    </a:lnTo>
                    <a:lnTo>
                      <a:pt x="173" y="29"/>
                    </a:lnTo>
                    <a:lnTo>
                      <a:pt x="182" y="19"/>
                    </a:lnTo>
                    <a:lnTo>
                      <a:pt x="182" y="29"/>
                    </a:lnTo>
                    <a:lnTo>
                      <a:pt x="194" y="29"/>
                    </a:lnTo>
                    <a:lnTo>
                      <a:pt x="194" y="40"/>
                    </a:lnTo>
                    <a:lnTo>
                      <a:pt x="182" y="59"/>
                    </a:lnTo>
                    <a:lnTo>
                      <a:pt x="173" y="59"/>
                    </a:lnTo>
                    <a:lnTo>
                      <a:pt x="142" y="59"/>
                    </a:lnTo>
                    <a:lnTo>
                      <a:pt x="133" y="71"/>
                    </a:lnTo>
                    <a:lnTo>
                      <a:pt x="111" y="71"/>
                    </a:lnTo>
                    <a:lnTo>
                      <a:pt x="102" y="71"/>
                    </a:lnTo>
                    <a:lnTo>
                      <a:pt x="93" y="71"/>
                    </a:lnTo>
                    <a:lnTo>
                      <a:pt x="81" y="71"/>
                    </a:lnTo>
                    <a:lnTo>
                      <a:pt x="71" y="81"/>
                    </a:lnTo>
                    <a:lnTo>
                      <a:pt x="71" y="81"/>
                    </a:lnTo>
                    <a:lnTo>
                      <a:pt x="71" y="8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12" name="Google Shape;1312;p206"/>
              <p:cNvSpPr/>
              <p:nvPr/>
            </p:nvSpPr>
            <p:spPr>
              <a:xfrm>
                <a:off x="1851" y="1382"/>
                <a:ext cx="194" cy="81"/>
              </a:xfrm>
              <a:custGeom>
                <a:avLst/>
                <a:gdLst/>
                <a:ahLst/>
                <a:cxnLst/>
                <a:rect l="l" t="t" r="r" b="b"/>
                <a:pathLst>
                  <a:path w="194" h="81" extrusionOk="0">
                    <a:moveTo>
                      <a:pt x="71" y="81"/>
                    </a:moveTo>
                    <a:lnTo>
                      <a:pt x="62" y="71"/>
                    </a:lnTo>
                    <a:lnTo>
                      <a:pt x="52" y="71"/>
                    </a:lnTo>
                    <a:lnTo>
                      <a:pt x="62" y="71"/>
                    </a:lnTo>
                    <a:lnTo>
                      <a:pt x="71" y="71"/>
                    </a:lnTo>
                    <a:lnTo>
                      <a:pt x="71" y="59"/>
                    </a:lnTo>
                    <a:lnTo>
                      <a:pt x="62" y="59"/>
                    </a:lnTo>
                    <a:lnTo>
                      <a:pt x="62" y="50"/>
                    </a:lnTo>
                    <a:lnTo>
                      <a:pt x="52" y="50"/>
                    </a:lnTo>
                    <a:lnTo>
                      <a:pt x="52" y="59"/>
                    </a:lnTo>
                    <a:lnTo>
                      <a:pt x="41" y="59"/>
                    </a:lnTo>
                    <a:lnTo>
                      <a:pt x="31" y="59"/>
                    </a:lnTo>
                    <a:lnTo>
                      <a:pt x="22" y="59"/>
                    </a:lnTo>
                    <a:lnTo>
                      <a:pt x="10" y="59"/>
                    </a:lnTo>
                    <a:lnTo>
                      <a:pt x="0" y="59"/>
                    </a:lnTo>
                    <a:lnTo>
                      <a:pt x="0" y="50"/>
                    </a:lnTo>
                    <a:lnTo>
                      <a:pt x="0" y="40"/>
                    </a:lnTo>
                    <a:lnTo>
                      <a:pt x="10" y="40"/>
                    </a:lnTo>
                    <a:lnTo>
                      <a:pt x="22" y="40"/>
                    </a:lnTo>
                    <a:lnTo>
                      <a:pt x="31" y="40"/>
                    </a:lnTo>
                    <a:lnTo>
                      <a:pt x="41" y="40"/>
                    </a:lnTo>
                    <a:lnTo>
                      <a:pt x="31" y="40"/>
                    </a:lnTo>
                    <a:lnTo>
                      <a:pt x="22" y="40"/>
                    </a:lnTo>
                    <a:lnTo>
                      <a:pt x="10" y="40"/>
                    </a:lnTo>
                    <a:lnTo>
                      <a:pt x="10" y="29"/>
                    </a:lnTo>
                    <a:lnTo>
                      <a:pt x="22" y="29"/>
                    </a:lnTo>
                    <a:lnTo>
                      <a:pt x="31" y="29"/>
                    </a:lnTo>
                    <a:lnTo>
                      <a:pt x="41" y="29"/>
                    </a:lnTo>
                    <a:lnTo>
                      <a:pt x="52" y="29"/>
                    </a:lnTo>
                    <a:lnTo>
                      <a:pt x="41" y="29"/>
                    </a:lnTo>
                    <a:lnTo>
                      <a:pt x="31" y="29"/>
                    </a:lnTo>
                    <a:lnTo>
                      <a:pt x="22" y="29"/>
                    </a:lnTo>
                    <a:lnTo>
                      <a:pt x="22" y="19"/>
                    </a:lnTo>
                    <a:lnTo>
                      <a:pt x="31" y="19"/>
                    </a:lnTo>
                    <a:lnTo>
                      <a:pt x="41" y="19"/>
                    </a:lnTo>
                    <a:lnTo>
                      <a:pt x="31" y="10"/>
                    </a:lnTo>
                    <a:lnTo>
                      <a:pt x="41" y="10"/>
                    </a:lnTo>
                    <a:lnTo>
                      <a:pt x="52" y="10"/>
                    </a:lnTo>
                    <a:lnTo>
                      <a:pt x="62" y="19"/>
                    </a:lnTo>
                    <a:lnTo>
                      <a:pt x="71" y="19"/>
                    </a:lnTo>
                    <a:lnTo>
                      <a:pt x="81" y="29"/>
                    </a:lnTo>
                    <a:lnTo>
                      <a:pt x="102" y="40"/>
                    </a:lnTo>
                    <a:lnTo>
                      <a:pt x="123" y="40"/>
                    </a:lnTo>
                    <a:lnTo>
                      <a:pt x="133" y="40"/>
                    </a:lnTo>
                    <a:lnTo>
                      <a:pt x="142" y="40"/>
                    </a:lnTo>
                    <a:lnTo>
                      <a:pt x="133" y="40"/>
                    </a:lnTo>
                    <a:lnTo>
                      <a:pt x="123" y="40"/>
                    </a:lnTo>
                    <a:lnTo>
                      <a:pt x="133" y="29"/>
                    </a:lnTo>
                    <a:lnTo>
                      <a:pt x="133" y="19"/>
                    </a:lnTo>
                    <a:lnTo>
                      <a:pt x="123" y="19"/>
                    </a:lnTo>
                    <a:lnTo>
                      <a:pt x="111" y="19"/>
                    </a:lnTo>
                    <a:lnTo>
                      <a:pt x="111" y="10"/>
                    </a:lnTo>
                    <a:lnTo>
                      <a:pt x="123" y="0"/>
                    </a:lnTo>
                    <a:lnTo>
                      <a:pt x="133" y="0"/>
                    </a:lnTo>
                    <a:lnTo>
                      <a:pt x="142" y="0"/>
                    </a:lnTo>
                    <a:lnTo>
                      <a:pt x="142" y="10"/>
                    </a:lnTo>
                    <a:lnTo>
                      <a:pt x="142" y="19"/>
                    </a:lnTo>
                    <a:lnTo>
                      <a:pt x="154" y="29"/>
                    </a:lnTo>
                    <a:lnTo>
                      <a:pt x="173" y="29"/>
                    </a:lnTo>
                    <a:lnTo>
                      <a:pt x="182" y="19"/>
                    </a:lnTo>
                    <a:lnTo>
                      <a:pt x="182" y="29"/>
                    </a:lnTo>
                    <a:lnTo>
                      <a:pt x="194" y="29"/>
                    </a:lnTo>
                    <a:lnTo>
                      <a:pt x="194" y="40"/>
                    </a:lnTo>
                    <a:lnTo>
                      <a:pt x="182" y="59"/>
                    </a:lnTo>
                    <a:lnTo>
                      <a:pt x="173" y="59"/>
                    </a:lnTo>
                    <a:lnTo>
                      <a:pt x="142" y="59"/>
                    </a:lnTo>
                    <a:lnTo>
                      <a:pt x="133" y="71"/>
                    </a:lnTo>
                    <a:lnTo>
                      <a:pt x="111" y="71"/>
                    </a:lnTo>
                    <a:lnTo>
                      <a:pt x="102" y="71"/>
                    </a:lnTo>
                    <a:lnTo>
                      <a:pt x="93" y="71"/>
                    </a:lnTo>
                    <a:lnTo>
                      <a:pt x="81" y="71"/>
                    </a:lnTo>
                    <a:lnTo>
                      <a:pt x="71" y="81"/>
                    </a:lnTo>
                    <a:lnTo>
                      <a:pt x="71" y="81"/>
                    </a:lnTo>
                    <a:lnTo>
                      <a:pt x="71" y="8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13" name="Google Shape;1313;p206"/>
              <p:cNvSpPr/>
              <p:nvPr/>
            </p:nvSpPr>
            <p:spPr>
              <a:xfrm>
                <a:off x="1766" y="1358"/>
                <a:ext cx="116" cy="62"/>
              </a:xfrm>
              <a:custGeom>
                <a:avLst/>
                <a:gdLst/>
                <a:ahLst/>
                <a:cxnLst/>
                <a:rect l="l" t="t" r="r" b="b"/>
                <a:pathLst>
                  <a:path w="116" h="62" extrusionOk="0">
                    <a:moveTo>
                      <a:pt x="116" y="0"/>
                    </a:moveTo>
                    <a:lnTo>
                      <a:pt x="116" y="12"/>
                    </a:lnTo>
                    <a:lnTo>
                      <a:pt x="104" y="12"/>
                    </a:lnTo>
                    <a:lnTo>
                      <a:pt x="104" y="22"/>
                    </a:lnTo>
                    <a:lnTo>
                      <a:pt x="116" y="22"/>
                    </a:lnTo>
                    <a:lnTo>
                      <a:pt x="104" y="22"/>
                    </a:lnTo>
                    <a:lnTo>
                      <a:pt x="85" y="43"/>
                    </a:lnTo>
                    <a:lnTo>
                      <a:pt x="73" y="31"/>
                    </a:lnTo>
                    <a:lnTo>
                      <a:pt x="73" y="22"/>
                    </a:lnTo>
                    <a:lnTo>
                      <a:pt x="64" y="31"/>
                    </a:lnTo>
                    <a:lnTo>
                      <a:pt x="64" y="43"/>
                    </a:lnTo>
                    <a:lnTo>
                      <a:pt x="55" y="43"/>
                    </a:lnTo>
                    <a:lnTo>
                      <a:pt x="55" y="53"/>
                    </a:lnTo>
                    <a:lnTo>
                      <a:pt x="55" y="62"/>
                    </a:lnTo>
                    <a:lnTo>
                      <a:pt x="40" y="62"/>
                    </a:lnTo>
                    <a:lnTo>
                      <a:pt x="31" y="62"/>
                    </a:lnTo>
                    <a:lnTo>
                      <a:pt x="31" y="53"/>
                    </a:lnTo>
                    <a:lnTo>
                      <a:pt x="21" y="53"/>
                    </a:lnTo>
                    <a:lnTo>
                      <a:pt x="10" y="53"/>
                    </a:lnTo>
                    <a:lnTo>
                      <a:pt x="0" y="53"/>
                    </a:lnTo>
                    <a:lnTo>
                      <a:pt x="0" y="43"/>
                    </a:lnTo>
                    <a:lnTo>
                      <a:pt x="10" y="31"/>
                    </a:lnTo>
                    <a:lnTo>
                      <a:pt x="21" y="31"/>
                    </a:lnTo>
                    <a:lnTo>
                      <a:pt x="31" y="22"/>
                    </a:lnTo>
                    <a:lnTo>
                      <a:pt x="40" y="22"/>
                    </a:lnTo>
                    <a:lnTo>
                      <a:pt x="55" y="22"/>
                    </a:lnTo>
                    <a:lnTo>
                      <a:pt x="55" y="12"/>
                    </a:lnTo>
                    <a:lnTo>
                      <a:pt x="64" y="0"/>
                    </a:lnTo>
                    <a:lnTo>
                      <a:pt x="73" y="0"/>
                    </a:lnTo>
                    <a:lnTo>
                      <a:pt x="85" y="0"/>
                    </a:lnTo>
                    <a:lnTo>
                      <a:pt x="104" y="0"/>
                    </a:lnTo>
                    <a:lnTo>
                      <a:pt x="116" y="0"/>
                    </a:lnTo>
                    <a:lnTo>
                      <a:pt x="116" y="0"/>
                    </a:lnTo>
                    <a:lnTo>
                      <a:pt x="116"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14" name="Google Shape;1314;p206"/>
              <p:cNvSpPr/>
              <p:nvPr/>
            </p:nvSpPr>
            <p:spPr>
              <a:xfrm>
                <a:off x="1766" y="1358"/>
                <a:ext cx="116" cy="62"/>
              </a:xfrm>
              <a:custGeom>
                <a:avLst/>
                <a:gdLst/>
                <a:ahLst/>
                <a:cxnLst/>
                <a:rect l="l" t="t" r="r" b="b"/>
                <a:pathLst>
                  <a:path w="116" h="62" extrusionOk="0">
                    <a:moveTo>
                      <a:pt x="116" y="0"/>
                    </a:moveTo>
                    <a:lnTo>
                      <a:pt x="116" y="12"/>
                    </a:lnTo>
                    <a:lnTo>
                      <a:pt x="104" y="12"/>
                    </a:lnTo>
                    <a:lnTo>
                      <a:pt x="104" y="22"/>
                    </a:lnTo>
                    <a:lnTo>
                      <a:pt x="116" y="22"/>
                    </a:lnTo>
                    <a:lnTo>
                      <a:pt x="104" y="22"/>
                    </a:lnTo>
                    <a:lnTo>
                      <a:pt x="85" y="43"/>
                    </a:lnTo>
                    <a:lnTo>
                      <a:pt x="73" y="31"/>
                    </a:lnTo>
                    <a:lnTo>
                      <a:pt x="73" y="22"/>
                    </a:lnTo>
                    <a:lnTo>
                      <a:pt x="64" y="31"/>
                    </a:lnTo>
                    <a:lnTo>
                      <a:pt x="64" y="43"/>
                    </a:lnTo>
                    <a:lnTo>
                      <a:pt x="55" y="43"/>
                    </a:lnTo>
                    <a:lnTo>
                      <a:pt x="55" y="53"/>
                    </a:lnTo>
                    <a:lnTo>
                      <a:pt x="55" y="62"/>
                    </a:lnTo>
                    <a:lnTo>
                      <a:pt x="40" y="62"/>
                    </a:lnTo>
                    <a:lnTo>
                      <a:pt x="31" y="62"/>
                    </a:lnTo>
                    <a:lnTo>
                      <a:pt x="31" y="53"/>
                    </a:lnTo>
                    <a:lnTo>
                      <a:pt x="21" y="53"/>
                    </a:lnTo>
                    <a:lnTo>
                      <a:pt x="10" y="53"/>
                    </a:lnTo>
                    <a:lnTo>
                      <a:pt x="0" y="53"/>
                    </a:lnTo>
                    <a:lnTo>
                      <a:pt x="0" y="43"/>
                    </a:lnTo>
                    <a:lnTo>
                      <a:pt x="10" y="31"/>
                    </a:lnTo>
                    <a:lnTo>
                      <a:pt x="21" y="31"/>
                    </a:lnTo>
                    <a:lnTo>
                      <a:pt x="31" y="22"/>
                    </a:lnTo>
                    <a:lnTo>
                      <a:pt x="40" y="22"/>
                    </a:lnTo>
                    <a:lnTo>
                      <a:pt x="55" y="22"/>
                    </a:lnTo>
                    <a:lnTo>
                      <a:pt x="55" y="12"/>
                    </a:lnTo>
                    <a:lnTo>
                      <a:pt x="64" y="0"/>
                    </a:lnTo>
                    <a:lnTo>
                      <a:pt x="73" y="0"/>
                    </a:lnTo>
                    <a:lnTo>
                      <a:pt x="85" y="0"/>
                    </a:lnTo>
                    <a:lnTo>
                      <a:pt x="104" y="0"/>
                    </a:lnTo>
                    <a:lnTo>
                      <a:pt x="116" y="0"/>
                    </a:lnTo>
                    <a:lnTo>
                      <a:pt x="116" y="0"/>
                    </a:lnTo>
                    <a:lnTo>
                      <a:pt x="116"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15" name="Google Shape;1315;p206"/>
              <p:cNvSpPr/>
              <p:nvPr/>
            </p:nvSpPr>
            <p:spPr>
              <a:xfrm>
                <a:off x="1920" y="1318"/>
                <a:ext cx="64" cy="22"/>
              </a:xfrm>
              <a:custGeom>
                <a:avLst/>
                <a:gdLst/>
                <a:ahLst/>
                <a:cxnLst/>
                <a:rect l="l" t="t" r="r" b="b"/>
                <a:pathLst>
                  <a:path w="64" h="22" extrusionOk="0">
                    <a:moveTo>
                      <a:pt x="21" y="22"/>
                    </a:moveTo>
                    <a:lnTo>
                      <a:pt x="12" y="10"/>
                    </a:lnTo>
                    <a:lnTo>
                      <a:pt x="0" y="10"/>
                    </a:lnTo>
                    <a:lnTo>
                      <a:pt x="0" y="22"/>
                    </a:lnTo>
                    <a:lnTo>
                      <a:pt x="0" y="0"/>
                    </a:lnTo>
                    <a:lnTo>
                      <a:pt x="21" y="0"/>
                    </a:lnTo>
                    <a:lnTo>
                      <a:pt x="33" y="0"/>
                    </a:lnTo>
                    <a:lnTo>
                      <a:pt x="42" y="0"/>
                    </a:lnTo>
                    <a:lnTo>
                      <a:pt x="52" y="0"/>
                    </a:lnTo>
                    <a:lnTo>
                      <a:pt x="64" y="10"/>
                    </a:lnTo>
                    <a:lnTo>
                      <a:pt x="52" y="10"/>
                    </a:lnTo>
                    <a:lnTo>
                      <a:pt x="42" y="22"/>
                    </a:lnTo>
                    <a:lnTo>
                      <a:pt x="33" y="22"/>
                    </a:lnTo>
                    <a:lnTo>
                      <a:pt x="21" y="22"/>
                    </a:lnTo>
                    <a:lnTo>
                      <a:pt x="21" y="22"/>
                    </a:lnTo>
                    <a:lnTo>
                      <a:pt x="21" y="2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16" name="Google Shape;1316;p206"/>
              <p:cNvSpPr/>
              <p:nvPr/>
            </p:nvSpPr>
            <p:spPr>
              <a:xfrm>
                <a:off x="1920" y="1318"/>
                <a:ext cx="64" cy="22"/>
              </a:xfrm>
              <a:custGeom>
                <a:avLst/>
                <a:gdLst/>
                <a:ahLst/>
                <a:cxnLst/>
                <a:rect l="l" t="t" r="r" b="b"/>
                <a:pathLst>
                  <a:path w="64" h="22" extrusionOk="0">
                    <a:moveTo>
                      <a:pt x="21" y="22"/>
                    </a:moveTo>
                    <a:lnTo>
                      <a:pt x="12" y="10"/>
                    </a:lnTo>
                    <a:lnTo>
                      <a:pt x="0" y="10"/>
                    </a:lnTo>
                    <a:lnTo>
                      <a:pt x="0" y="22"/>
                    </a:lnTo>
                    <a:lnTo>
                      <a:pt x="0" y="0"/>
                    </a:lnTo>
                    <a:lnTo>
                      <a:pt x="21" y="0"/>
                    </a:lnTo>
                    <a:lnTo>
                      <a:pt x="33" y="0"/>
                    </a:lnTo>
                    <a:lnTo>
                      <a:pt x="42" y="0"/>
                    </a:lnTo>
                    <a:lnTo>
                      <a:pt x="52" y="0"/>
                    </a:lnTo>
                    <a:lnTo>
                      <a:pt x="64" y="10"/>
                    </a:lnTo>
                    <a:lnTo>
                      <a:pt x="52" y="10"/>
                    </a:lnTo>
                    <a:lnTo>
                      <a:pt x="42" y="22"/>
                    </a:lnTo>
                    <a:lnTo>
                      <a:pt x="33" y="22"/>
                    </a:lnTo>
                    <a:lnTo>
                      <a:pt x="21" y="22"/>
                    </a:lnTo>
                    <a:lnTo>
                      <a:pt x="21" y="22"/>
                    </a:lnTo>
                    <a:lnTo>
                      <a:pt x="21" y="2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17" name="Google Shape;1317;p206"/>
              <p:cNvSpPr/>
              <p:nvPr/>
            </p:nvSpPr>
            <p:spPr>
              <a:xfrm>
                <a:off x="1920" y="1340"/>
                <a:ext cx="54" cy="30"/>
              </a:xfrm>
              <a:custGeom>
                <a:avLst/>
                <a:gdLst/>
                <a:ahLst/>
                <a:cxnLst/>
                <a:rect l="l" t="t" r="r" b="b"/>
                <a:pathLst>
                  <a:path w="54" h="30" extrusionOk="0">
                    <a:moveTo>
                      <a:pt x="45" y="11"/>
                    </a:moveTo>
                    <a:lnTo>
                      <a:pt x="33" y="21"/>
                    </a:lnTo>
                    <a:lnTo>
                      <a:pt x="12" y="30"/>
                    </a:lnTo>
                    <a:lnTo>
                      <a:pt x="0" y="21"/>
                    </a:lnTo>
                    <a:lnTo>
                      <a:pt x="0" y="11"/>
                    </a:lnTo>
                    <a:lnTo>
                      <a:pt x="0" y="0"/>
                    </a:lnTo>
                    <a:lnTo>
                      <a:pt x="33" y="0"/>
                    </a:lnTo>
                    <a:lnTo>
                      <a:pt x="45" y="0"/>
                    </a:lnTo>
                    <a:lnTo>
                      <a:pt x="54" y="0"/>
                    </a:lnTo>
                    <a:lnTo>
                      <a:pt x="54" y="11"/>
                    </a:lnTo>
                    <a:lnTo>
                      <a:pt x="45" y="11"/>
                    </a:lnTo>
                    <a:lnTo>
                      <a:pt x="33" y="11"/>
                    </a:lnTo>
                    <a:lnTo>
                      <a:pt x="45" y="11"/>
                    </a:lnTo>
                    <a:lnTo>
                      <a:pt x="45" y="11"/>
                    </a:lnTo>
                    <a:lnTo>
                      <a:pt x="45" y="1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18" name="Google Shape;1318;p206"/>
              <p:cNvSpPr/>
              <p:nvPr/>
            </p:nvSpPr>
            <p:spPr>
              <a:xfrm>
                <a:off x="1920" y="1340"/>
                <a:ext cx="54" cy="30"/>
              </a:xfrm>
              <a:custGeom>
                <a:avLst/>
                <a:gdLst/>
                <a:ahLst/>
                <a:cxnLst/>
                <a:rect l="l" t="t" r="r" b="b"/>
                <a:pathLst>
                  <a:path w="54" h="30" extrusionOk="0">
                    <a:moveTo>
                      <a:pt x="45" y="11"/>
                    </a:moveTo>
                    <a:lnTo>
                      <a:pt x="33" y="21"/>
                    </a:lnTo>
                    <a:lnTo>
                      <a:pt x="12" y="30"/>
                    </a:lnTo>
                    <a:lnTo>
                      <a:pt x="0" y="21"/>
                    </a:lnTo>
                    <a:lnTo>
                      <a:pt x="0" y="11"/>
                    </a:lnTo>
                    <a:lnTo>
                      <a:pt x="0" y="0"/>
                    </a:lnTo>
                    <a:lnTo>
                      <a:pt x="33" y="0"/>
                    </a:lnTo>
                    <a:lnTo>
                      <a:pt x="45" y="0"/>
                    </a:lnTo>
                    <a:lnTo>
                      <a:pt x="54" y="0"/>
                    </a:lnTo>
                    <a:lnTo>
                      <a:pt x="54" y="11"/>
                    </a:lnTo>
                    <a:lnTo>
                      <a:pt x="45" y="11"/>
                    </a:lnTo>
                    <a:lnTo>
                      <a:pt x="33" y="11"/>
                    </a:lnTo>
                    <a:lnTo>
                      <a:pt x="45" y="11"/>
                    </a:lnTo>
                    <a:lnTo>
                      <a:pt x="45" y="11"/>
                    </a:lnTo>
                    <a:lnTo>
                      <a:pt x="45" y="1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19" name="Google Shape;1319;p206"/>
              <p:cNvSpPr/>
              <p:nvPr/>
            </p:nvSpPr>
            <p:spPr>
              <a:xfrm>
                <a:off x="1892" y="1382"/>
                <a:ext cx="21" cy="0"/>
              </a:xfrm>
              <a:custGeom>
                <a:avLst/>
                <a:gdLst/>
                <a:ahLst/>
                <a:cxnLst/>
                <a:rect l="l" t="t" r="r" b="b"/>
                <a:pathLst>
                  <a:path w="21" h="120000" extrusionOk="0">
                    <a:moveTo>
                      <a:pt x="11" y="0"/>
                    </a:moveTo>
                    <a:lnTo>
                      <a:pt x="0" y="0"/>
                    </a:lnTo>
                    <a:lnTo>
                      <a:pt x="11" y="0"/>
                    </a:lnTo>
                    <a:lnTo>
                      <a:pt x="21" y="0"/>
                    </a:lnTo>
                    <a:lnTo>
                      <a:pt x="11" y="0"/>
                    </a:lnTo>
                    <a:lnTo>
                      <a:pt x="11" y="0"/>
                    </a:lnTo>
                    <a:lnTo>
                      <a:pt x="11"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20" name="Google Shape;1320;p206"/>
              <p:cNvSpPr/>
              <p:nvPr/>
            </p:nvSpPr>
            <p:spPr>
              <a:xfrm>
                <a:off x="2057" y="1382"/>
                <a:ext cx="116" cy="62"/>
              </a:xfrm>
              <a:custGeom>
                <a:avLst/>
                <a:gdLst/>
                <a:ahLst/>
                <a:cxnLst/>
                <a:rect l="l" t="t" r="r" b="b"/>
                <a:pathLst>
                  <a:path w="116" h="62" extrusionOk="0">
                    <a:moveTo>
                      <a:pt x="12" y="19"/>
                    </a:moveTo>
                    <a:lnTo>
                      <a:pt x="12" y="10"/>
                    </a:lnTo>
                    <a:lnTo>
                      <a:pt x="0" y="0"/>
                    </a:lnTo>
                    <a:lnTo>
                      <a:pt x="12" y="0"/>
                    </a:lnTo>
                    <a:lnTo>
                      <a:pt x="33" y="10"/>
                    </a:lnTo>
                    <a:lnTo>
                      <a:pt x="43" y="31"/>
                    </a:lnTo>
                    <a:lnTo>
                      <a:pt x="64" y="31"/>
                    </a:lnTo>
                    <a:lnTo>
                      <a:pt x="54" y="31"/>
                    </a:lnTo>
                    <a:lnTo>
                      <a:pt x="43" y="19"/>
                    </a:lnTo>
                    <a:lnTo>
                      <a:pt x="43" y="10"/>
                    </a:lnTo>
                    <a:lnTo>
                      <a:pt x="54" y="19"/>
                    </a:lnTo>
                    <a:lnTo>
                      <a:pt x="76" y="19"/>
                    </a:lnTo>
                    <a:lnTo>
                      <a:pt x="76" y="31"/>
                    </a:lnTo>
                    <a:lnTo>
                      <a:pt x="76" y="19"/>
                    </a:lnTo>
                    <a:lnTo>
                      <a:pt x="76" y="10"/>
                    </a:lnTo>
                    <a:lnTo>
                      <a:pt x="64" y="10"/>
                    </a:lnTo>
                    <a:lnTo>
                      <a:pt x="64" y="0"/>
                    </a:lnTo>
                    <a:lnTo>
                      <a:pt x="76" y="0"/>
                    </a:lnTo>
                    <a:lnTo>
                      <a:pt x="85" y="10"/>
                    </a:lnTo>
                    <a:lnTo>
                      <a:pt x="95" y="10"/>
                    </a:lnTo>
                    <a:lnTo>
                      <a:pt x="107" y="10"/>
                    </a:lnTo>
                    <a:lnTo>
                      <a:pt x="107" y="0"/>
                    </a:lnTo>
                    <a:lnTo>
                      <a:pt x="107" y="10"/>
                    </a:lnTo>
                    <a:lnTo>
                      <a:pt x="116" y="10"/>
                    </a:lnTo>
                    <a:lnTo>
                      <a:pt x="116" y="19"/>
                    </a:lnTo>
                    <a:lnTo>
                      <a:pt x="116" y="40"/>
                    </a:lnTo>
                    <a:lnTo>
                      <a:pt x="107" y="40"/>
                    </a:lnTo>
                    <a:lnTo>
                      <a:pt x="107" y="62"/>
                    </a:lnTo>
                    <a:lnTo>
                      <a:pt x="95" y="62"/>
                    </a:lnTo>
                    <a:lnTo>
                      <a:pt x="85" y="62"/>
                    </a:lnTo>
                    <a:lnTo>
                      <a:pt x="76" y="62"/>
                    </a:lnTo>
                    <a:lnTo>
                      <a:pt x="76" y="52"/>
                    </a:lnTo>
                    <a:lnTo>
                      <a:pt x="76" y="40"/>
                    </a:lnTo>
                    <a:lnTo>
                      <a:pt x="85" y="40"/>
                    </a:lnTo>
                    <a:lnTo>
                      <a:pt x="76" y="40"/>
                    </a:lnTo>
                    <a:lnTo>
                      <a:pt x="54" y="40"/>
                    </a:lnTo>
                    <a:lnTo>
                      <a:pt x="43" y="40"/>
                    </a:lnTo>
                    <a:lnTo>
                      <a:pt x="33" y="40"/>
                    </a:lnTo>
                    <a:lnTo>
                      <a:pt x="24" y="40"/>
                    </a:lnTo>
                    <a:lnTo>
                      <a:pt x="24" y="31"/>
                    </a:lnTo>
                    <a:lnTo>
                      <a:pt x="12" y="31"/>
                    </a:lnTo>
                    <a:lnTo>
                      <a:pt x="12" y="19"/>
                    </a:lnTo>
                    <a:lnTo>
                      <a:pt x="12" y="10"/>
                    </a:lnTo>
                    <a:lnTo>
                      <a:pt x="12" y="19"/>
                    </a:lnTo>
                    <a:lnTo>
                      <a:pt x="12" y="19"/>
                    </a:lnTo>
                    <a:lnTo>
                      <a:pt x="12" y="1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21" name="Google Shape;1321;p206"/>
              <p:cNvSpPr/>
              <p:nvPr/>
            </p:nvSpPr>
            <p:spPr>
              <a:xfrm>
                <a:off x="2057" y="1382"/>
                <a:ext cx="116" cy="62"/>
              </a:xfrm>
              <a:custGeom>
                <a:avLst/>
                <a:gdLst/>
                <a:ahLst/>
                <a:cxnLst/>
                <a:rect l="l" t="t" r="r" b="b"/>
                <a:pathLst>
                  <a:path w="116" h="62" extrusionOk="0">
                    <a:moveTo>
                      <a:pt x="12" y="19"/>
                    </a:moveTo>
                    <a:lnTo>
                      <a:pt x="12" y="10"/>
                    </a:lnTo>
                    <a:lnTo>
                      <a:pt x="0" y="0"/>
                    </a:lnTo>
                    <a:lnTo>
                      <a:pt x="12" y="0"/>
                    </a:lnTo>
                    <a:lnTo>
                      <a:pt x="33" y="10"/>
                    </a:lnTo>
                    <a:lnTo>
                      <a:pt x="43" y="31"/>
                    </a:lnTo>
                    <a:lnTo>
                      <a:pt x="64" y="31"/>
                    </a:lnTo>
                    <a:lnTo>
                      <a:pt x="54" y="31"/>
                    </a:lnTo>
                    <a:lnTo>
                      <a:pt x="43" y="19"/>
                    </a:lnTo>
                    <a:lnTo>
                      <a:pt x="43" y="10"/>
                    </a:lnTo>
                    <a:lnTo>
                      <a:pt x="54" y="19"/>
                    </a:lnTo>
                    <a:lnTo>
                      <a:pt x="76" y="19"/>
                    </a:lnTo>
                    <a:lnTo>
                      <a:pt x="76" y="31"/>
                    </a:lnTo>
                    <a:lnTo>
                      <a:pt x="76" y="19"/>
                    </a:lnTo>
                    <a:lnTo>
                      <a:pt x="76" y="10"/>
                    </a:lnTo>
                    <a:lnTo>
                      <a:pt x="64" y="10"/>
                    </a:lnTo>
                    <a:lnTo>
                      <a:pt x="64" y="0"/>
                    </a:lnTo>
                    <a:lnTo>
                      <a:pt x="76" y="0"/>
                    </a:lnTo>
                    <a:lnTo>
                      <a:pt x="85" y="10"/>
                    </a:lnTo>
                    <a:lnTo>
                      <a:pt x="95" y="10"/>
                    </a:lnTo>
                    <a:lnTo>
                      <a:pt x="107" y="10"/>
                    </a:lnTo>
                    <a:lnTo>
                      <a:pt x="107" y="0"/>
                    </a:lnTo>
                    <a:lnTo>
                      <a:pt x="107" y="10"/>
                    </a:lnTo>
                    <a:lnTo>
                      <a:pt x="116" y="10"/>
                    </a:lnTo>
                    <a:lnTo>
                      <a:pt x="116" y="19"/>
                    </a:lnTo>
                    <a:lnTo>
                      <a:pt x="116" y="40"/>
                    </a:lnTo>
                    <a:lnTo>
                      <a:pt x="107" y="40"/>
                    </a:lnTo>
                    <a:lnTo>
                      <a:pt x="107" y="62"/>
                    </a:lnTo>
                    <a:lnTo>
                      <a:pt x="95" y="62"/>
                    </a:lnTo>
                    <a:lnTo>
                      <a:pt x="85" y="62"/>
                    </a:lnTo>
                    <a:lnTo>
                      <a:pt x="76" y="62"/>
                    </a:lnTo>
                    <a:lnTo>
                      <a:pt x="76" y="52"/>
                    </a:lnTo>
                    <a:lnTo>
                      <a:pt x="76" y="40"/>
                    </a:lnTo>
                    <a:lnTo>
                      <a:pt x="85" y="40"/>
                    </a:lnTo>
                    <a:lnTo>
                      <a:pt x="76" y="40"/>
                    </a:lnTo>
                    <a:lnTo>
                      <a:pt x="54" y="40"/>
                    </a:lnTo>
                    <a:lnTo>
                      <a:pt x="43" y="40"/>
                    </a:lnTo>
                    <a:lnTo>
                      <a:pt x="33" y="40"/>
                    </a:lnTo>
                    <a:lnTo>
                      <a:pt x="24" y="40"/>
                    </a:lnTo>
                    <a:lnTo>
                      <a:pt x="24" y="31"/>
                    </a:lnTo>
                    <a:lnTo>
                      <a:pt x="12" y="31"/>
                    </a:lnTo>
                    <a:lnTo>
                      <a:pt x="12" y="19"/>
                    </a:lnTo>
                    <a:lnTo>
                      <a:pt x="12" y="10"/>
                    </a:lnTo>
                    <a:lnTo>
                      <a:pt x="12" y="19"/>
                    </a:lnTo>
                    <a:lnTo>
                      <a:pt x="12" y="19"/>
                    </a:lnTo>
                    <a:lnTo>
                      <a:pt x="12" y="1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22" name="Google Shape;1322;p206"/>
              <p:cNvSpPr/>
              <p:nvPr/>
            </p:nvSpPr>
            <p:spPr>
              <a:xfrm>
                <a:off x="2033" y="1351"/>
                <a:ext cx="24" cy="19"/>
              </a:xfrm>
              <a:custGeom>
                <a:avLst/>
                <a:gdLst/>
                <a:ahLst/>
                <a:cxnLst/>
                <a:rect l="l" t="t" r="r" b="b"/>
                <a:pathLst>
                  <a:path w="24" h="19" extrusionOk="0">
                    <a:moveTo>
                      <a:pt x="24" y="10"/>
                    </a:moveTo>
                    <a:lnTo>
                      <a:pt x="24" y="19"/>
                    </a:lnTo>
                    <a:lnTo>
                      <a:pt x="12" y="19"/>
                    </a:lnTo>
                    <a:lnTo>
                      <a:pt x="0" y="10"/>
                    </a:lnTo>
                    <a:lnTo>
                      <a:pt x="0" y="0"/>
                    </a:lnTo>
                    <a:lnTo>
                      <a:pt x="12" y="0"/>
                    </a:lnTo>
                    <a:lnTo>
                      <a:pt x="24" y="10"/>
                    </a:lnTo>
                    <a:lnTo>
                      <a:pt x="24" y="10"/>
                    </a:lnTo>
                    <a:lnTo>
                      <a:pt x="24" y="1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23" name="Google Shape;1323;p206"/>
              <p:cNvSpPr/>
              <p:nvPr/>
            </p:nvSpPr>
            <p:spPr>
              <a:xfrm>
                <a:off x="2033" y="1351"/>
                <a:ext cx="24" cy="19"/>
              </a:xfrm>
              <a:custGeom>
                <a:avLst/>
                <a:gdLst/>
                <a:ahLst/>
                <a:cxnLst/>
                <a:rect l="l" t="t" r="r" b="b"/>
                <a:pathLst>
                  <a:path w="24" h="19" extrusionOk="0">
                    <a:moveTo>
                      <a:pt x="24" y="10"/>
                    </a:moveTo>
                    <a:lnTo>
                      <a:pt x="24" y="19"/>
                    </a:lnTo>
                    <a:lnTo>
                      <a:pt x="12" y="19"/>
                    </a:lnTo>
                    <a:lnTo>
                      <a:pt x="0" y="10"/>
                    </a:lnTo>
                    <a:lnTo>
                      <a:pt x="0" y="0"/>
                    </a:lnTo>
                    <a:lnTo>
                      <a:pt x="12" y="0"/>
                    </a:lnTo>
                    <a:lnTo>
                      <a:pt x="24" y="10"/>
                    </a:lnTo>
                    <a:lnTo>
                      <a:pt x="24" y="10"/>
                    </a:lnTo>
                    <a:lnTo>
                      <a:pt x="24" y="1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24" name="Google Shape;1324;p206"/>
              <p:cNvSpPr/>
              <p:nvPr/>
            </p:nvSpPr>
            <p:spPr>
              <a:xfrm>
                <a:off x="2057" y="1420"/>
                <a:ext cx="24" cy="24"/>
              </a:xfrm>
              <a:custGeom>
                <a:avLst/>
                <a:gdLst/>
                <a:ahLst/>
                <a:cxnLst/>
                <a:rect l="l" t="t" r="r" b="b"/>
                <a:pathLst>
                  <a:path w="24" h="24" extrusionOk="0">
                    <a:moveTo>
                      <a:pt x="12" y="0"/>
                    </a:moveTo>
                    <a:lnTo>
                      <a:pt x="24" y="12"/>
                    </a:lnTo>
                    <a:lnTo>
                      <a:pt x="12" y="24"/>
                    </a:lnTo>
                    <a:lnTo>
                      <a:pt x="0" y="24"/>
                    </a:lnTo>
                    <a:lnTo>
                      <a:pt x="0" y="12"/>
                    </a:lnTo>
                    <a:lnTo>
                      <a:pt x="0" y="0"/>
                    </a:lnTo>
                    <a:lnTo>
                      <a:pt x="12" y="0"/>
                    </a:lnTo>
                    <a:lnTo>
                      <a:pt x="12" y="0"/>
                    </a:lnTo>
                    <a:lnTo>
                      <a:pt x="12"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25" name="Google Shape;1325;p206"/>
              <p:cNvSpPr/>
              <p:nvPr/>
            </p:nvSpPr>
            <p:spPr>
              <a:xfrm>
                <a:off x="2057" y="1420"/>
                <a:ext cx="24" cy="24"/>
              </a:xfrm>
              <a:custGeom>
                <a:avLst/>
                <a:gdLst/>
                <a:ahLst/>
                <a:cxnLst/>
                <a:rect l="l" t="t" r="r" b="b"/>
                <a:pathLst>
                  <a:path w="24" h="24" extrusionOk="0">
                    <a:moveTo>
                      <a:pt x="12" y="0"/>
                    </a:moveTo>
                    <a:lnTo>
                      <a:pt x="24" y="12"/>
                    </a:lnTo>
                    <a:lnTo>
                      <a:pt x="12" y="24"/>
                    </a:lnTo>
                    <a:lnTo>
                      <a:pt x="0" y="24"/>
                    </a:lnTo>
                    <a:lnTo>
                      <a:pt x="0" y="12"/>
                    </a:lnTo>
                    <a:lnTo>
                      <a:pt x="0" y="0"/>
                    </a:lnTo>
                    <a:lnTo>
                      <a:pt x="12" y="0"/>
                    </a:lnTo>
                    <a:lnTo>
                      <a:pt x="12" y="0"/>
                    </a:lnTo>
                    <a:lnTo>
                      <a:pt x="12"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26" name="Google Shape;1326;p206"/>
              <p:cNvSpPr/>
              <p:nvPr/>
            </p:nvSpPr>
            <p:spPr>
              <a:xfrm>
                <a:off x="2097" y="1340"/>
                <a:ext cx="22" cy="11"/>
              </a:xfrm>
              <a:custGeom>
                <a:avLst/>
                <a:gdLst/>
                <a:ahLst/>
                <a:cxnLst/>
                <a:rect l="l" t="t" r="r" b="b"/>
                <a:pathLst>
                  <a:path w="22" h="11" extrusionOk="0">
                    <a:moveTo>
                      <a:pt x="0" y="11"/>
                    </a:moveTo>
                    <a:lnTo>
                      <a:pt x="0" y="0"/>
                    </a:lnTo>
                    <a:lnTo>
                      <a:pt x="12" y="0"/>
                    </a:lnTo>
                    <a:lnTo>
                      <a:pt x="12" y="11"/>
                    </a:lnTo>
                    <a:lnTo>
                      <a:pt x="22" y="11"/>
                    </a:lnTo>
                    <a:lnTo>
                      <a:pt x="12" y="11"/>
                    </a:lnTo>
                    <a:lnTo>
                      <a:pt x="0" y="11"/>
                    </a:lnTo>
                    <a:lnTo>
                      <a:pt x="0" y="11"/>
                    </a:lnTo>
                    <a:lnTo>
                      <a:pt x="0" y="1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27" name="Google Shape;1327;p206"/>
              <p:cNvSpPr/>
              <p:nvPr/>
            </p:nvSpPr>
            <p:spPr>
              <a:xfrm>
                <a:off x="2097" y="1340"/>
                <a:ext cx="22" cy="11"/>
              </a:xfrm>
              <a:custGeom>
                <a:avLst/>
                <a:gdLst/>
                <a:ahLst/>
                <a:cxnLst/>
                <a:rect l="l" t="t" r="r" b="b"/>
                <a:pathLst>
                  <a:path w="22" h="11" extrusionOk="0">
                    <a:moveTo>
                      <a:pt x="0" y="11"/>
                    </a:moveTo>
                    <a:lnTo>
                      <a:pt x="0" y="0"/>
                    </a:lnTo>
                    <a:lnTo>
                      <a:pt x="12" y="0"/>
                    </a:lnTo>
                    <a:lnTo>
                      <a:pt x="12" y="11"/>
                    </a:lnTo>
                    <a:lnTo>
                      <a:pt x="22" y="11"/>
                    </a:lnTo>
                    <a:lnTo>
                      <a:pt x="12" y="11"/>
                    </a:lnTo>
                    <a:lnTo>
                      <a:pt x="0" y="11"/>
                    </a:lnTo>
                    <a:lnTo>
                      <a:pt x="0" y="11"/>
                    </a:lnTo>
                    <a:lnTo>
                      <a:pt x="0" y="1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28" name="Google Shape;1328;p206"/>
              <p:cNvSpPr/>
              <p:nvPr/>
            </p:nvSpPr>
            <p:spPr>
              <a:xfrm>
                <a:off x="2142" y="1268"/>
                <a:ext cx="22" cy="10"/>
              </a:xfrm>
              <a:custGeom>
                <a:avLst/>
                <a:gdLst/>
                <a:ahLst/>
                <a:cxnLst/>
                <a:rect l="l" t="t" r="r" b="b"/>
                <a:pathLst>
                  <a:path w="22" h="10" extrusionOk="0">
                    <a:moveTo>
                      <a:pt x="22" y="0"/>
                    </a:moveTo>
                    <a:lnTo>
                      <a:pt x="22" y="10"/>
                    </a:lnTo>
                    <a:lnTo>
                      <a:pt x="10" y="10"/>
                    </a:lnTo>
                    <a:lnTo>
                      <a:pt x="0" y="0"/>
                    </a:lnTo>
                    <a:lnTo>
                      <a:pt x="10" y="0"/>
                    </a:lnTo>
                    <a:lnTo>
                      <a:pt x="22" y="0"/>
                    </a:lnTo>
                    <a:lnTo>
                      <a:pt x="22" y="0"/>
                    </a:lnTo>
                    <a:lnTo>
                      <a:pt x="22"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29" name="Google Shape;1329;p206"/>
              <p:cNvSpPr/>
              <p:nvPr/>
            </p:nvSpPr>
            <p:spPr>
              <a:xfrm>
                <a:off x="2142" y="1268"/>
                <a:ext cx="22" cy="10"/>
              </a:xfrm>
              <a:custGeom>
                <a:avLst/>
                <a:gdLst/>
                <a:ahLst/>
                <a:cxnLst/>
                <a:rect l="l" t="t" r="r" b="b"/>
                <a:pathLst>
                  <a:path w="22" h="10" extrusionOk="0">
                    <a:moveTo>
                      <a:pt x="22" y="0"/>
                    </a:moveTo>
                    <a:lnTo>
                      <a:pt x="22" y="10"/>
                    </a:lnTo>
                    <a:lnTo>
                      <a:pt x="10" y="10"/>
                    </a:lnTo>
                    <a:lnTo>
                      <a:pt x="0" y="0"/>
                    </a:lnTo>
                    <a:lnTo>
                      <a:pt x="10" y="0"/>
                    </a:lnTo>
                    <a:lnTo>
                      <a:pt x="22" y="0"/>
                    </a:lnTo>
                    <a:lnTo>
                      <a:pt x="22" y="0"/>
                    </a:lnTo>
                    <a:lnTo>
                      <a:pt x="22"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30" name="Google Shape;1330;p206"/>
              <p:cNvSpPr/>
              <p:nvPr/>
            </p:nvSpPr>
            <p:spPr>
              <a:xfrm>
                <a:off x="2050" y="1290"/>
                <a:ext cx="104" cy="61"/>
              </a:xfrm>
              <a:custGeom>
                <a:avLst/>
                <a:gdLst/>
                <a:ahLst/>
                <a:cxnLst/>
                <a:rect l="l" t="t" r="r" b="b"/>
                <a:pathLst>
                  <a:path w="104" h="61" extrusionOk="0">
                    <a:moveTo>
                      <a:pt x="73" y="50"/>
                    </a:moveTo>
                    <a:lnTo>
                      <a:pt x="52" y="40"/>
                    </a:lnTo>
                    <a:lnTo>
                      <a:pt x="43" y="40"/>
                    </a:lnTo>
                    <a:lnTo>
                      <a:pt x="31" y="40"/>
                    </a:lnTo>
                    <a:lnTo>
                      <a:pt x="21" y="40"/>
                    </a:lnTo>
                    <a:lnTo>
                      <a:pt x="9" y="40"/>
                    </a:lnTo>
                    <a:lnTo>
                      <a:pt x="9" y="28"/>
                    </a:lnTo>
                    <a:lnTo>
                      <a:pt x="21" y="28"/>
                    </a:lnTo>
                    <a:lnTo>
                      <a:pt x="9" y="28"/>
                    </a:lnTo>
                    <a:lnTo>
                      <a:pt x="9" y="19"/>
                    </a:lnTo>
                    <a:lnTo>
                      <a:pt x="0" y="19"/>
                    </a:lnTo>
                    <a:lnTo>
                      <a:pt x="0" y="9"/>
                    </a:lnTo>
                    <a:lnTo>
                      <a:pt x="9" y="9"/>
                    </a:lnTo>
                    <a:lnTo>
                      <a:pt x="9" y="0"/>
                    </a:lnTo>
                    <a:lnTo>
                      <a:pt x="21" y="9"/>
                    </a:lnTo>
                    <a:lnTo>
                      <a:pt x="31" y="9"/>
                    </a:lnTo>
                    <a:lnTo>
                      <a:pt x="43" y="19"/>
                    </a:lnTo>
                    <a:lnTo>
                      <a:pt x="43" y="9"/>
                    </a:lnTo>
                    <a:lnTo>
                      <a:pt x="52" y="9"/>
                    </a:lnTo>
                    <a:lnTo>
                      <a:pt x="61" y="19"/>
                    </a:lnTo>
                    <a:lnTo>
                      <a:pt x="61" y="28"/>
                    </a:lnTo>
                    <a:lnTo>
                      <a:pt x="73" y="28"/>
                    </a:lnTo>
                    <a:lnTo>
                      <a:pt x="73" y="19"/>
                    </a:lnTo>
                    <a:lnTo>
                      <a:pt x="83" y="19"/>
                    </a:lnTo>
                    <a:lnTo>
                      <a:pt x="83" y="28"/>
                    </a:lnTo>
                    <a:lnTo>
                      <a:pt x="92" y="28"/>
                    </a:lnTo>
                    <a:lnTo>
                      <a:pt x="83" y="28"/>
                    </a:lnTo>
                    <a:lnTo>
                      <a:pt x="92" y="40"/>
                    </a:lnTo>
                    <a:lnTo>
                      <a:pt x="104" y="50"/>
                    </a:lnTo>
                    <a:lnTo>
                      <a:pt x="104" y="61"/>
                    </a:lnTo>
                    <a:lnTo>
                      <a:pt x="92" y="61"/>
                    </a:lnTo>
                    <a:lnTo>
                      <a:pt x="83" y="61"/>
                    </a:lnTo>
                    <a:lnTo>
                      <a:pt x="83" y="50"/>
                    </a:lnTo>
                    <a:lnTo>
                      <a:pt x="73" y="50"/>
                    </a:lnTo>
                    <a:lnTo>
                      <a:pt x="73" y="50"/>
                    </a:lnTo>
                    <a:lnTo>
                      <a:pt x="73" y="5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31" name="Google Shape;1331;p206"/>
              <p:cNvSpPr/>
              <p:nvPr/>
            </p:nvSpPr>
            <p:spPr>
              <a:xfrm>
                <a:off x="2050" y="1290"/>
                <a:ext cx="104" cy="61"/>
              </a:xfrm>
              <a:custGeom>
                <a:avLst/>
                <a:gdLst/>
                <a:ahLst/>
                <a:cxnLst/>
                <a:rect l="l" t="t" r="r" b="b"/>
                <a:pathLst>
                  <a:path w="104" h="61" extrusionOk="0">
                    <a:moveTo>
                      <a:pt x="73" y="50"/>
                    </a:moveTo>
                    <a:lnTo>
                      <a:pt x="52" y="40"/>
                    </a:lnTo>
                    <a:lnTo>
                      <a:pt x="43" y="40"/>
                    </a:lnTo>
                    <a:lnTo>
                      <a:pt x="31" y="40"/>
                    </a:lnTo>
                    <a:lnTo>
                      <a:pt x="21" y="40"/>
                    </a:lnTo>
                    <a:lnTo>
                      <a:pt x="9" y="40"/>
                    </a:lnTo>
                    <a:lnTo>
                      <a:pt x="9" y="28"/>
                    </a:lnTo>
                    <a:lnTo>
                      <a:pt x="21" y="28"/>
                    </a:lnTo>
                    <a:lnTo>
                      <a:pt x="9" y="28"/>
                    </a:lnTo>
                    <a:lnTo>
                      <a:pt x="9" y="19"/>
                    </a:lnTo>
                    <a:lnTo>
                      <a:pt x="0" y="19"/>
                    </a:lnTo>
                    <a:lnTo>
                      <a:pt x="0" y="9"/>
                    </a:lnTo>
                    <a:lnTo>
                      <a:pt x="9" y="9"/>
                    </a:lnTo>
                    <a:lnTo>
                      <a:pt x="9" y="0"/>
                    </a:lnTo>
                    <a:lnTo>
                      <a:pt x="21" y="9"/>
                    </a:lnTo>
                    <a:lnTo>
                      <a:pt x="31" y="9"/>
                    </a:lnTo>
                    <a:lnTo>
                      <a:pt x="43" y="19"/>
                    </a:lnTo>
                    <a:lnTo>
                      <a:pt x="43" y="9"/>
                    </a:lnTo>
                    <a:lnTo>
                      <a:pt x="52" y="9"/>
                    </a:lnTo>
                    <a:lnTo>
                      <a:pt x="61" y="19"/>
                    </a:lnTo>
                    <a:lnTo>
                      <a:pt x="61" y="28"/>
                    </a:lnTo>
                    <a:lnTo>
                      <a:pt x="73" y="28"/>
                    </a:lnTo>
                    <a:lnTo>
                      <a:pt x="73" y="19"/>
                    </a:lnTo>
                    <a:lnTo>
                      <a:pt x="83" y="19"/>
                    </a:lnTo>
                    <a:lnTo>
                      <a:pt x="83" y="28"/>
                    </a:lnTo>
                    <a:lnTo>
                      <a:pt x="92" y="28"/>
                    </a:lnTo>
                    <a:lnTo>
                      <a:pt x="83" y="28"/>
                    </a:lnTo>
                    <a:lnTo>
                      <a:pt x="92" y="40"/>
                    </a:lnTo>
                    <a:lnTo>
                      <a:pt x="104" y="50"/>
                    </a:lnTo>
                    <a:lnTo>
                      <a:pt x="104" y="61"/>
                    </a:lnTo>
                    <a:lnTo>
                      <a:pt x="92" y="61"/>
                    </a:lnTo>
                    <a:lnTo>
                      <a:pt x="83" y="61"/>
                    </a:lnTo>
                    <a:lnTo>
                      <a:pt x="83" y="50"/>
                    </a:lnTo>
                    <a:lnTo>
                      <a:pt x="73" y="50"/>
                    </a:lnTo>
                    <a:lnTo>
                      <a:pt x="73" y="50"/>
                    </a:lnTo>
                    <a:lnTo>
                      <a:pt x="73" y="5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32" name="Google Shape;1332;p206"/>
              <p:cNvSpPr/>
              <p:nvPr/>
            </p:nvSpPr>
            <p:spPr>
              <a:xfrm>
                <a:off x="2194" y="1370"/>
                <a:ext cx="282" cy="81"/>
              </a:xfrm>
              <a:custGeom>
                <a:avLst/>
                <a:gdLst/>
                <a:ahLst/>
                <a:cxnLst/>
                <a:rect l="l" t="t" r="r" b="b"/>
                <a:pathLst>
                  <a:path w="282" h="81" extrusionOk="0">
                    <a:moveTo>
                      <a:pt x="270" y="62"/>
                    </a:moveTo>
                    <a:lnTo>
                      <a:pt x="270" y="71"/>
                    </a:lnTo>
                    <a:lnTo>
                      <a:pt x="282" y="71"/>
                    </a:lnTo>
                    <a:lnTo>
                      <a:pt x="270" y="81"/>
                    </a:lnTo>
                    <a:lnTo>
                      <a:pt x="249" y="81"/>
                    </a:lnTo>
                    <a:lnTo>
                      <a:pt x="230" y="81"/>
                    </a:lnTo>
                    <a:lnTo>
                      <a:pt x="218" y="81"/>
                    </a:lnTo>
                    <a:lnTo>
                      <a:pt x="208" y="81"/>
                    </a:lnTo>
                    <a:lnTo>
                      <a:pt x="187" y="81"/>
                    </a:lnTo>
                    <a:lnTo>
                      <a:pt x="166" y="81"/>
                    </a:lnTo>
                    <a:lnTo>
                      <a:pt x="156" y="81"/>
                    </a:lnTo>
                    <a:lnTo>
                      <a:pt x="145" y="81"/>
                    </a:lnTo>
                    <a:lnTo>
                      <a:pt x="135" y="81"/>
                    </a:lnTo>
                    <a:lnTo>
                      <a:pt x="123" y="81"/>
                    </a:lnTo>
                    <a:lnTo>
                      <a:pt x="114" y="81"/>
                    </a:lnTo>
                    <a:lnTo>
                      <a:pt x="93" y="81"/>
                    </a:lnTo>
                    <a:lnTo>
                      <a:pt x="71" y="71"/>
                    </a:lnTo>
                    <a:lnTo>
                      <a:pt x="62" y="62"/>
                    </a:lnTo>
                    <a:lnTo>
                      <a:pt x="71" y="62"/>
                    </a:lnTo>
                    <a:lnTo>
                      <a:pt x="71" y="52"/>
                    </a:lnTo>
                    <a:lnTo>
                      <a:pt x="62" y="52"/>
                    </a:lnTo>
                    <a:lnTo>
                      <a:pt x="50" y="31"/>
                    </a:lnTo>
                    <a:lnTo>
                      <a:pt x="50" y="22"/>
                    </a:lnTo>
                    <a:lnTo>
                      <a:pt x="40" y="31"/>
                    </a:lnTo>
                    <a:lnTo>
                      <a:pt x="19" y="22"/>
                    </a:lnTo>
                    <a:lnTo>
                      <a:pt x="10" y="12"/>
                    </a:lnTo>
                    <a:lnTo>
                      <a:pt x="0" y="12"/>
                    </a:lnTo>
                    <a:lnTo>
                      <a:pt x="10" y="12"/>
                    </a:lnTo>
                    <a:lnTo>
                      <a:pt x="10" y="0"/>
                    </a:lnTo>
                    <a:lnTo>
                      <a:pt x="40" y="12"/>
                    </a:lnTo>
                    <a:lnTo>
                      <a:pt x="62" y="22"/>
                    </a:lnTo>
                    <a:lnTo>
                      <a:pt x="71" y="22"/>
                    </a:lnTo>
                    <a:lnTo>
                      <a:pt x="71" y="12"/>
                    </a:lnTo>
                    <a:lnTo>
                      <a:pt x="83" y="12"/>
                    </a:lnTo>
                    <a:lnTo>
                      <a:pt x="83" y="22"/>
                    </a:lnTo>
                    <a:lnTo>
                      <a:pt x="102" y="31"/>
                    </a:lnTo>
                    <a:lnTo>
                      <a:pt x="114" y="31"/>
                    </a:lnTo>
                    <a:lnTo>
                      <a:pt x="93" y="31"/>
                    </a:lnTo>
                    <a:lnTo>
                      <a:pt x="83" y="31"/>
                    </a:lnTo>
                    <a:lnTo>
                      <a:pt x="93" y="52"/>
                    </a:lnTo>
                    <a:lnTo>
                      <a:pt x="102" y="52"/>
                    </a:lnTo>
                    <a:lnTo>
                      <a:pt x="114" y="52"/>
                    </a:lnTo>
                    <a:lnTo>
                      <a:pt x="135" y="52"/>
                    </a:lnTo>
                    <a:lnTo>
                      <a:pt x="145" y="62"/>
                    </a:lnTo>
                    <a:lnTo>
                      <a:pt x="156" y="62"/>
                    </a:lnTo>
                    <a:lnTo>
                      <a:pt x="175" y="52"/>
                    </a:lnTo>
                    <a:lnTo>
                      <a:pt x="208" y="52"/>
                    </a:lnTo>
                    <a:lnTo>
                      <a:pt x="230" y="52"/>
                    </a:lnTo>
                    <a:lnTo>
                      <a:pt x="249" y="52"/>
                    </a:lnTo>
                    <a:lnTo>
                      <a:pt x="258" y="52"/>
                    </a:lnTo>
                    <a:lnTo>
                      <a:pt x="282" y="62"/>
                    </a:lnTo>
                    <a:lnTo>
                      <a:pt x="270" y="62"/>
                    </a:lnTo>
                    <a:lnTo>
                      <a:pt x="270" y="62"/>
                    </a:lnTo>
                    <a:lnTo>
                      <a:pt x="270" y="6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33" name="Google Shape;1333;p206"/>
              <p:cNvSpPr/>
              <p:nvPr/>
            </p:nvSpPr>
            <p:spPr>
              <a:xfrm>
                <a:off x="2194" y="1370"/>
                <a:ext cx="282" cy="81"/>
              </a:xfrm>
              <a:custGeom>
                <a:avLst/>
                <a:gdLst/>
                <a:ahLst/>
                <a:cxnLst/>
                <a:rect l="l" t="t" r="r" b="b"/>
                <a:pathLst>
                  <a:path w="282" h="81" extrusionOk="0">
                    <a:moveTo>
                      <a:pt x="270" y="62"/>
                    </a:moveTo>
                    <a:lnTo>
                      <a:pt x="270" y="71"/>
                    </a:lnTo>
                    <a:lnTo>
                      <a:pt x="282" y="71"/>
                    </a:lnTo>
                    <a:lnTo>
                      <a:pt x="270" y="81"/>
                    </a:lnTo>
                    <a:lnTo>
                      <a:pt x="249" y="81"/>
                    </a:lnTo>
                    <a:lnTo>
                      <a:pt x="230" y="81"/>
                    </a:lnTo>
                    <a:lnTo>
                      <a:pt x="218" y="81"/>
                    </a:lnTo>
                    <a:lnTo>
                      <a:pt x="208" y="81"/>
                    </a:lnTo>
                    <a:lnTo>
                      <a:pt x="187" y="81"/>
                    </a:lnTo>
                    <a:lnTo>
                      <a:pt x="166" y="81"/>
                    </a:lnTo>
                    <a:lnTo>
                      <a:pt x="156" y="81"/>
                    </a:lnTo>
                    <a:lnTo>
                      <a:pt x="145" y="81"/>
                    </a:lnTo>
                    <a:lnTo>
                      <a:pt x="135" y="81"/>
                    </a:lnTo>
                    <a:lnTo>
                      <a:pt x="123" y="81"/>
                    </a:lnTo>
                    <a:lnTo>
                      <a:pt x="114" y="81"/>
                    </a:lnTo>
                    <a:lnTo>
                      <a:pt x="93" y="81"/>
                    </a:lnTo>
                    <a:lnTo>
                      <a:pt x="71" y="71"/>
                    </a:lnTo>
                    <a:lnTo>
                      <a:pt x="62" y="62"/>
                    </a:lnTo>
                    <a:lnTo>
                      <a:pt x="71" y="62"/>
                    </a:lnTo>
                    <a:lnTo>
                      <a:pt x="71" y="52"/>
                    </a:lnTo>
                    <a:lnTo>
                      <a:pt x="62" y="52"/>
                    </a:lnTo>
                    <a:lnTo>
                      <a:pt x="50" y="31"/>
                    </a:lnTo>
                    <a:lnTo>
                      <a:pt x="50" y="22"/>
                    </a:lnTo>
                    <a:lnTo>
                      <a:pt x="40" y="31"/>
                    </a:lnTo>
                    <a:lnTo>
                      <a:pt x="19" y="22"/>
                    </a:lnTo>
                    <a:lnTo>
                      <a:pt x="10" y="12"/>
                    </a:lnTo>
                    <a:lnTo>
                      <a:pt x="0" y="12"/>
                    </a:lnTo>
                    <a:lnTo>
                      <a:pt x="10" y="12"/>
                    </a:lnTo>
                    <a:lnTo>
                      <a:pt x="10" y="0"/>
                    </a:lnTo>
                    <a:lnTo>
                      <a:pt x="40" y="12"/>
                    </a:lnTo>
                    <a:lnTo>
                      <a:pt x="62" y="22"/>
                    </a:lnTo>
                    <a:lnTo>
                      <a:pt x="71" y="22"/>
                    </a:lnTo>
                    <a:lnTo>
                      <a:pt x="71" y="12"/>
                    </a:lnTo>
                    <a:lnTo>
                      <a:pt x="83" y="12"/>
                    </a:lnTo>
                    <a:lnTo>
                      <a:pt x="83" y="22"/>
                    </a:lnTo>
                    <a:lnTo>
                      <a:pt x="102" y="31"/>
                    </a:lnTo>
                    <a:lnTo>
                      <a:pt x="114" y="31"/>
                    </a:lnTo>
                    <a:lnTo>
                      <a:pt x="93" y="31"/>
                    </a:lnTo>
                    <a:lnTo>
                      <a:pt x="83" y="31"/>
                    </a:lnTo>
                    <a:lnTo>
                      <a:pt x="93" y="52"/>
                    </a:lnTo>
                    <a:lnTo>
                      <a:pt x="102" y="52"/>
                    </a:lnTo>
                    <a:lnTo>
                      <a:pt x="114" y="52"/>
                    </a:lnTo>
                    <a:lnTo>
                      <a:pt x="135" y="52"/>
                    </a:lnTo>
                    <a:lnTo>
                      <a:pt x="145" y="62"/>
                    </a:lnTo>
                    <a:lnTo>
                      <a:pt x="156" y="62"/>
                    </a:lnTo>
                    <a:lnTo>
                      <a:pt x="175" y="52"/>
                    </a:lnTo>
                    <a:lnTo>
                      <a:pt x="208" y="52"/>
                    </a:lnTo>
                    <a:lnTo>
                      <a:pt x="230" y="52"/>
                    </a:lnTo>
                    <a:lnTo>
                      <a:pt x="249" y="52"/>
                    </a:lnTo>
                    <a:lnTo>
                      <a:pt x="258" y="52"/>
                    </a:lnTo>
                    <a:lnTo>
                      <a:pt x="282" y="62"/>
                    </a:lnTo>
                    <a:lnTo>
                      <a:pt x="270" y="62"/>
                    </a:lnTo>
                    <a:lnTo>
                      <a:pt x="270" y="62"/>
                    </a:lnTo>
                    <a:lnTo>
                      <a:pt x="270" y="6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34" name="Google Shape;1334;p206"/>
              <p:cNvSpPr/>
              <p:nvPr/>
            </p:nvSpPr>
            <p:spPr>
              <a:xfrm>
                <a:off x="2194" y="1420"/>
                <a:ext cx="50" cy="31"/>
              </a:xfrm>
              <a:custGeom>
                <a:avLst/>
                <a:gdLst/>
                <a:ahLst/>
                <a:cxnLst/>
                <a:rect l="l" t="t" r="r" b="b"/>
                <a:pathLst>
                  <a:path w="50" h="31" extrusionOk="0">
                    <a:moveTo>
                      <a:pt x="10" y="12"/>
                    </a:moveTo>
                    <a:lnTo>
                      <a:pt x="10" y="0"/>
                    </a:lnTo>
                    <a:lnTo>
                      <a:pt x="29" y="0"/>
                    </a:lnTo>
                    <a:lnTo>
                      <a:pt x="40" y="0"/>
                    </a:lnTo>
                    <a:lnTo>
                      <a:pt x="40" y="12"/>
                    </a:lnTo>
                    <a:lnTo>
                      <a:pt x="50" y="21"/>
                    </a:lnTo>
                    <a:lnTo>
                      <a:pt x="40" y="31"/>
                    </a:lnTo>
                    <a:lnTo>
                      <a:pt x="29" y="31"/>
                    </a:lnTo>
                    <a:lnTo>
                      <a:pt x="10" y="21"/>
                    </a:lnTo>
                    <a:lnTo>
                      <a:pt x="0" y="21"/>
                    </a:lnTo>
                    <a:lnTo>
                      <a:pt x="10" y="12"/>
                    </a:lnTo>
                    <a:lnTo>
                      <a:pt x="10" y="12"/>
                    </a:lnTo>
                    <a:lnTo>
                      <a:pt x="1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35" name="Google Shape;1335;p206"/>
              <p:cNvSpPr/>
              <p:nvPr/>
            </p:nvSpPr>
            <p:spPr>
              <a:xfrm>
                <a:off x="2194" y="1420"/>
                <a:ext cx="50" cy="31"/>
              </a:xfrm>
              <a:custGeom>
                <a:avLst/>
                <a:gdLst/>
                <a:ahLst/>
                <a:cxnLst/>
                <a:rect l="l" t="t" r="r" b="b"/>
                <a:pathLst>
                  <a:path w="50" h="31" extrusionOk="0">
                    <a:moveTo>
                      <a:pt x="10" y="12"/>
                    </a:moveTo>
                    <a:lnTo>
                      <a:pt x="10" y="0"/>
                    </a:lnTo>
                    <a:lnTo>
                      <a:pt x="29" y="0"/>
                    </a:lnTo>
                    <a:lnTo>
                      <a:pt x="40" y="0"/>
                    </a:lnTo>
                    <a:lnTo>
                      <a:pt x="40" y="12"/>
                    </a:lnTo>
                    <a:lnTo>
                      <a:pt x="50" y="21"/>
                    </a:lnTo>
                    <a:lnTo>
                      <a:pt x="40" y="31"/>
                    </a:lnTo>
                    <a:lnTo>
                      <a:pt x="29" y="31"/>
                    </a:lnTo>
                    <a:lnTo>
                      <a:pt x="10" y="21"/>
                    </a:lnTo>
                    <a:lnTo>
                      <a:pt x="0" y="21"/>
                    </a:lnTo>
                    <a:lnTo>
                      <a:pt x="10" y="12"/>
                    </a:lnTo>
                    <a:lnTo>
                      <a:pt x="10" y="12"/>
                    </a:lnTo>
                    <a:lnTo>
                      <a:pt x="10" y="1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36" name="Google Shape;1336;p206"/>
              <p:cNvSpPr/>
              <p:nvPr/>
            </p:nvSpPr>
            <p:spPr>
              <a:xfrm>
                <a:off x="2201" y="1351"/>
                <a:ext cx="43" cy="7"/>
              </a:xfrm>
              <a:custGeom>
                <a:avLst/>
                <a:gdLst/>
                <a:ahLst/>
                <a:cxnLst/>
                <a:rect l="l" t="t" r="r" b="b"/>
                <a:pathLst>
                  <a:path w="43" h="7" extrusionOk="0">
                    <a:moveTo>
                      <a:pt x="33" y="0"/>
                    </a:moveTo>
                    <a:lnTo>
                      <a:pt x="43" y="0"/>
                    </a:lnTo>
                    <a:lnTo>
                      <a:pt x="43" y="7"/>
                    </a:lnTo>
                    <a:lnTo>
                      <a:pt x="33" y="7"/>
                    </a:lnTo>
                    <a:lnTo>
                      <a:pt x="22" y="7"/>
                    </a:lnTo>
                    <a:lnTo>
                      <a:pt x="0" y="0"/>
                    </a:lnTo>
                    <a:lnTo>
                      <a:pt x="22" y="0"/>
                    </a:lnTo>
                    <a:lnTo>
                      <a:pt x="33" y="0"/>
                    </a:lnTo>
                    <a:lnTo>
                      <a:pt x="33" y="0"/>
                    </a:lnTo>
                    <a:lnTo>
                      <a:pt x="33"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37" name="Google Shape;1337;p206"/>
              <p:cNvSpPr/>
              <p:nvPr/>
            </p:nvSpPr>
            <p:spPr>
              <a:xfrm>
                <a:off x="2201" y="1351"/>
                <a:ext cx="43" cy="7"/>
              </a:xfrm>
              <a:custGeom>
                <a:avLst/>
                <a:gdLst/>
                <a:ahLst/>
                <a:cxnLst/>
                <a:rect l="l" t="t" r="r" b="b"/>
                <a:pathLst>
                  <a:path w="43" h="7" extrusionOk="0">
                    <a:moveTo>
                      <a:pt x="33" y="0"/>
                    </a:moveTo>
                    <a:lnTo>
                      <a:pt x="43" y="0"/>
                    </a:lnTo>
                    <a:lnTo>
                      <a:pt x="43" y="7"/>
                    </a:lnTo>
                    <a:lnTo>
                      <a:pt x="33" y="7"/>
                    </a:lnTo>
                    <a:lnTo>
                      <a:pt x="22" y="7"/>
                    </a:lnTo>
                    <a:lnTo>
                      <a:pt x="0" y="0"/>
                    </a:lnTo>
                    <a:lnTo>
                      <a:pt x="22" y="0"/>
                    </a:lnTo>
                    <a:lnTo>
                      <a:pt x="33" y="0"/>
                    </a:lnTo>
                    <a:lnTo>
                      <a:pt x="33" y="0"/>
                    </a:lnTo>
                    <a:lnTo>
                      <a:pt x="33"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38" name="Google Shape;1338;p206"/>
              <p:cNvSpPr/>
              <p:nvPr/>
            </p:nvSpPr>
            <p:spPr>
              <a:xfrm>
                <a:off x="2166" y="1309"/>
                <a:ext cx="61" cy="42"/>
              </a:xfrm>
              <a:custGeom>
                <a:avLst/>
                <a:gdLst/>
                <a:ahLst/>
                <a:cxnLst/>
                <a:rect l="l" t="t" r="r" b="b"/>
                <a:pathLst>
                  <a:path w="61" h="42" extrusionOk="0">
                    <a:moveTo>
                      <a:pt x="21" y="42"/>
                    </a:moveTo>
                    <a:lnTo>
                      <a:pt x="21" y="31"/>
                    </a:lnTo>
                    <a:lnTo>
                      <a:pt x="9" y="21"/>
                    </a:lnTo>
                    <a:lnTo>
                      <a:pt x="0" y="9"/>
                    </a:lnTo>
                    <a:lnTo>
                      <a:pt x="9" y="0"/>
                    </a:lnTo>
                    <a:lnTo>
                      <a:pt x="21" y="0"/>
                    </a:lnTo>
                    <a:lnTo>
                      <a:pt x="21" y="9"/>
                    </a:lnTo>
                    <a:lnTo>
                      <a:pt x="31" y="9"/>
                    </a:lnTo>
                    <a:lnTo>
                      <a:pt x="40" y="9"/>
                    </a:lnTo>
                    <a:lnTo>
                      <a:pt x="52" y="9"/>
                    </a:lnTo>
                    <a:lnTo>
                      <a:pt x="61" y="21"/>
                    </a:lnTo>
                    <a:lnTo>
                      <a:pt x="52" y="21"/>
                    </a:lnTo>
                    <a:lnTo>
                      <a:pt x="52" y="31"/>
                    </a:lnTo>
                    <a:lnTo>
                      <a:pt x="61" y="42"/>
                    </a:lnTo>
                    <a:lnTo>
                      <a:pt x="40" y="42"/>
                    </a:lnTo>
                    <a:lnTo>
                      <a:pt x="21" y="42"/>
                    </a:lnTo>
                    <a:lnTo>
                      <a:pt x="21" y="42"/>
                    </a:lnTo>
                    <a:lnTo>
                      <a:pt x="21" y="4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39" name="Google Shape;1339;p206"/>
              <p:cNvSpPr/>
              <p:nvPr/>
            </p:nvSpPr>
            <p:spPr>
              <a:xfrm>
                <a:off x="2166" y="1309"/>
                <a:ext cx="61" cy="42"/>
              </a:xfrm>
              <a:custGeom>
                <a:avLst/>
                <a:gdLst/>
                <a:ahLst/>
                <a:cxnLst/>
                <a:rect l="l" t="t" r="r" b="b"/>
                <a:pathLst>
                  <a:path w="61" h="42" extrusionOk="0">
                    <a:moveTo>
                      <a:pt x="21" y="42"/>
                    </a:moveTo>
                    <a:lnTo>
                      <a:pt x="21" y="31"/>
                    </a:lnTo>
                    <a:lnTo>
                      <a:pt x="9" y="21"/>
                    </a:lnTo>
                    <a:lnTo>
                      <a:pt x="0" y="9"/>
                    </a:lnTo>
                    <a:lnTo>
                      <a:pt x="9" y="0"/>
                    </a:lnTo>
                    <a:lnTo>
                      <a:pt x="21" y="0"/>
                    </a:lnTo>
                    <a:lnTo>
                      <a:pt x="21" y="9"/>
                    </a:lnTo>
                    <a:lnTo>
                      <a:pt x="31" y="9"/>
                    </a:lnTo>
                    <a:lnTo>
                      <a:pt x="40" y="9"/>
                    </a:lnTo>
                    <a:lnTo>
                      <a:pt x="52" y="9"/>
                    </a:lnTo>
                    <a:lnTo>
                      <a:pt x="61" y="21"/>
                    </a:lnTo>
                    <a:lnTo>
                      <a:pt x="52" y="21"/>
                    </a:lnTo>
                    <a:lnTo>
                      <a:pt x="52" y="31"/>
                    </a:lnTo>
                    <a:lnTo>
                      <a:pt x="61" y="42"/>
                    </a:lnTo>
                    <a:lnTo>
                      <a:pt x="40" y="42"/>
                    </a:lnTo>
                    <a:lnTo>
                      <a:pt x="21" y="42"/>
                    </a:lnTo>
                    <a:lnTo>
                      <a:pt x="21" y="42"/>
                    </a:lnTo>
                    <a:lnTo>
                      <a:pt x="21" y="4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40" name="Google Shape;1340;p206"/>
              <p:cNvSpPr/>
              <p:nvPr/>
            </p:nvSpPr>
            <p:spPr>
              <a:xfrm>
                <a:off x="2201" y="1216"/>
                <a:ext cx="168" cy="124"/>
              </a:xfrm>
              <a:custGeom>
                <a:avLst/>
                <a:gdLst/>
                <a:ahLst/>
                <a:cxnLst/>
                <a:rect l="l" t="t" r="r" b="b"/>
                <a:pathLst>
                  <a:path w="168" h="124" extrusionOk="0">
                    <a:moveTo>
                      <a:pt x="116" y="52"/>
                    </a:moveTo>
                    <a:lnTo>
                      <a:pt x="128" y="52"/>
                    </a:lnTo>
                    <a:lnTo>
                      <a:pt x="128" y="43"/>
                    </a:lnTo>
                    <a:lnTo>
                      <a:pt x="138" y="43"/>
                    </a:lnTo>
                    <a:lnTo>
                      <a:pt x="138" y="52"/>
                    </a:lnTo>
                    <a:lnTo>
                      <a:pt x="138" y="64"/>
                    </a:lnTo>
                    <a:lnTo>
                      <a:pt x="149" y="64"/>
                    </a:lnTo>
                    <a:lnTo>
                      <a:pt x="159" y="64"/>
                    </a:lnTo>
                    <a:lnTo>
                      <a:pt x="168" y="74"/>
                    </a:lnTo>
                    <a:lnTo>
                      <a:pt x="168" y="83"/>
                    </a:lnTo>
                    <a:lnTo>
                      <a:pt x="149" y="93"/>
                    </a:lnTo>
                    <a:lnTo>
                      <a:pt x="138" y="102"/>
                    </a:lnTo>
                    <a:lnTo>
                      <a:pt x="128" y="102"/>
                    </a:lnTo>
                    <a:lnTo>
                      <a:pt x="128" y="93"/>
                    </a:lnTo>
                    <a:lnTo>
                      <a:pt x="128" y="102"/>
                    </a:lnTo>
                    <a:lnTo>
                      <a:pt x="116" y="102"/>
                    </a:lnTo>
                    <a:lnTo>
                      <a:pt x="128" y="102"/>
                    </a:lnTo>
                    <a:lnTo>
                      <a:pt x="128" y="114"/>
                    </a:lnTo>
                    <a:lnTo>
                      <a:pt x="116" y="114"/>
                    </a:lnTo>
                    <a:lnTo>
                      <a:pt x="116" y="124"/>
                    </a:lnTo>
                    <a:lnTo>
                      <a:pt x="107" y="114"/>
                    </a:lnTo>
                    <a:lnTo>
                      <a:pt x="107" y="102"/>
                    </a:lnTo>
                    <a:lnTo>
                      <a:pt x="95" y="114"/>
                    </a:lnTo>
                    <a:lnTo>
                      <a:pt x="95" y="124"/>
                    </a:lnTo>
                    <a:lnTo>
                      <a:pt x="83" y="124"/>
                    </a:lnTo>
                    <a:lnTo>
                      <a:pt x="74" y="124"/>
                    </a:lnTo>
                    <a:lnTo>
                      <a:pt x="64" y="114"/>
                    </a:lnTo>
                    <a:lnTo>
                      <a:pt x="64" y="102"/>
                    </a:lnTo>
                    <a:lnTo>
                      <a:pt x="43" y="102"/>
                    </a:lnTo>
                    <a:lnTo>
                      <a:pt x="43" y="93"/>
                    </a:lnTo>
                    <a:lnTo>
                      <a:pt x="52" y="83"/>
                    </a:lnTo>
                    <a:lnTo>
                      <a:pt x="64" y="83"/>
                    </a:lnTo>
                    <a:lnTo>
                      <a:pt x="83" y="83"/>
                    </a:lnTo>
                    <a:lnTo>
                      <a:pt x="74" y="83"/>
                    </a:lnTo>
                    <a:lnTo>
                      <a:pt x="64" y="74"/>
                    </a:lnTo>
                    <a:lnTo>
                      <a:pt x="52" y="74"/>
                    </a:lnTo>
                    <a:lnTo>
                      <a:pt x="52" y="83"/>
                    </a:lnTo>
                    <a:lnTo>
                      <a:pt x="43" y="83"/>
                    </a:lnTo>
                    <a:lnTo>
                      <a:pt x="33" y="74"/>
                    </a:lnTo>
                    <a:lnTo>
                      <a:pt x="33" y="83"/>
                    </a:lnTo>
                    <a:lnTo>
                      <a:pt x="22" y="74"/>
                    </a:lnTo>
                    <a:lnTo>
                      <a:pt x="33" y="74"/>
                    </a:lnTo>
                    <a:lnTo>
                      <a:pt x="33" y="64"/>
                    </a:lnTo>
                    <a:lnTo>
                      <a:pt x="22" y="64"/>
                    </a:lnTo>
                    <a:lnTo>
                      <a:pt x="0" y="64"/>
                    </a:lnTo>
                    <a:lnTo>
                      <a:pt x="0" y="52"/>
                    </a:lnTo>
                    <a:lnTo>
                      <a:pt x="12" y="52"/>
                    </a:lnTo>
                    <a:lnTo>
                      <a:pt x="22" y="52"/>
                    </a:lnTo>
                    <a:lnTo>
                      <a:pt x="33" y="52"/>
                    </a:lnTo>
                    <a:lnTo>
                      <a:pt x="22" y="43"/>
                    </a:lnTo>
                    <a:lnTo>
                      <a:pt x="12" y="43"/>
                    </a:lnTo>
                    <a:lnTo>
                      <a:pt x="0" y="34"/>
                    </a:lnTo>
                    <a:lnTo>
                      <a:pt x="12" y="34"/>
                    </a:lnTo>
                    <a:lnTo>
                      <a:pt x="22" y="34"/>
                    </a:lnTo>
                    <a:lnTo>
                      <a:pt x="33" y="34"/>
                    </a:lnTo>
                    <a:lnTo>
                      <a:pt x="43" y="34"/>
                    </a:lnTo>
                    <a:lnTo>
                      <a:pt x="33" y="34"/>
                    </a:lnTo>
                    <a:lnTo>
                      <a:pt x="22" y="34"/>
                    </a:lnTo>
                    <a:lnTo>
                      <a:pt x="22" y="22"/>
                    </a:lnTo>
                    <a:lnTo>
                      <a:pt x="33" y="12"/>
                    </a:lnTo>
                    <a:lnTo>
                      <a:pt x="33" y="22"/>
                    </a:lnTo>
                    <a:lnTo>
                      <a:pt x="43" y="22"/>
                    </a:lnTo>
                    <a:lnTo>
                      <a:pt x="52" y="22"/>
                    </a:lnTo>
                    <a:lnTo>
                      <a:pt x="43" y="12"/>
                    </a:lnTo>
                    <a:lnTo>
                      <a:pt x="33" y="12"/>
                    </a:lnTo>
                    <a:lnTo>
                      <a:pt x="33" y="0"/>
                    </a:lnTo>
                    <a:lnTo>
                      <a:pt x="43" y="0"/>
                    </a:lnTo>
                    <a:lnTo>
                      <a:pt x="64" y="0"/>
                    </a:lnTo>
                    <a:lnTo>
                      <a:pt x="64" y="12"/>
                    </a:lnTo>
                    <a:lnTo>
                      <a:pt x="74" y="22"/>
                    </a:lnTo>
                    <a:lnTo>
                      <a:pt x="74" y="34"/>
                    </a:lnTo>
                    <a:lnTo>
                      <a:pt x="83" y="34"/>
                    </a:lnTo>
                    <a:lnTo>
                      <a:pt x="95" y="34"/>
                    </a:lnTo>
                    <a:lnTo>
                      <a:pt x="107" y="34"/>
                    </a:lnTo>
                    <a:lnTo>
                      <a:pt x="116" y="43"/>
                    </a:lnTo>
                    <a:lnTo>
                      <a:pt x="116" y="52"/>
                    </a:lnTo>
                    <a:lnTo>
                      <a:pt x="116" y="52"/>
                    </a:lnTo>
                    <a:lnTo>
                      <a:pt x="116" y="5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41" name="Google Shape;1341;p206"/>
              <p:cNvSpPr/>
              <p:nvPr/>
            </p:nvSpPr>
            <p:spPr>
              <a:xfrm>
                <a:off x="2201" y="1216"/>
                <a:ext cx="168" cy="124"/>
              </a:xfrm>
              <a:custGeom>
                <a:avLst/>
                <a:gdLst/>
                <a:ahLst/>
                <a:cxnLst/>
                <a:rect l="l" t="t" r="r" b="b"/>
                <a:pathLst>
                  <a:path w="168" h="124" extrusionOk="0">
                    <a:moveTo>
                      <a:pt x="116" y="52"/>
                    </a:moveTo>
                    <a:lnTo>
                      <a:pt x="128" y="52"/>
                    </a:lnTo>
                    <a:lnTo>
                      <a:pt x="128" y="43"/>
                    </a:lnTo>
                    <a:lnTo>
                      <a:pt x="138" y="43"/>
                    </a:lnTo>
                    <a:lnTo>
                      <a:pt x="138" y="52"/>
                    </a:lnTo>
                    <a:lnTo>
                      <a:pt x="138" y="64"/>
                    </a:lnTo>
                    <a:lnTo>
                      <a:pt x="149" y="64"/>
                    </a:lnTo>
                    <a:lnTo>
                      <a:pt x="159" y="64"/>
                    </a:lnTo>
                    <a:lnTo>
                      <a:pt x="168" y="74"/>
                    </a:lnTo>
                    <a:lnTo>
                      <a:pt x="168" y="83"/>
                    </a:lnTo>
                    <a:lnTo>
                      <a:pt x="149" y="93"/>
                    </a:lnTo>
                    <a:lnTo>
                      <a:pt x="138" y="102"/>
                    </a:lnTo>
                    <a:lnTo>
                      <a:pt x="128" y="102"/>
                    </a:lnTo>
                    <a:lnTo>
                      <a:pt x="128" y="93"/>
                    </a:lnTo>
                    <a:lnTo>
                      <a:pt x="128" y="102"/>
                    </a:lnTo>
                    <a:lnTo>
                      <a:pt x="116" y="102"/>
                    </a:lnTo>
                    <a:lnTo>
                      <a:pt x="128" y="102"/>
                    </a:lnTo>
                    <a:lnTo>
                      <a:pt x="128" y="114"/>
                    </a:lnTo>
                    <a:lnTo>
                      <a:pt x="116" y="114"/>
                    </a:lnTo>
                    <a:lnTo>
                      <a:pt x="116" y="124"/>
                    </a:lnTo>
                    <a:lnTo>
                      <a:pt x="107" y="114"/>
                    </a:lnTo>
                    <a:lnTo>
                      <a:pt x="107" y="102"/>
                    </a:lnTo>
                    <a:lnTo>
                      <a:pt x="95" y="114"/>
                    </a:lnTo>
                    <a:lnTo>
                      <a:pt x="95" y="124"/>
                    </a:lnTo>
                    <a:lnTo>
                      <a:pt x="83" y="124"/>
                    </a:lnTo>
                    <a:lnTo>
                      <a:pt x="74" y="124"/>
                    </a:lnTo>
                    <a:lnTo>
                      <a:pt x="64" y="114"/>
                    </a:lnTo>
                    <a:lnTo>
                      <a:pt x="64" y="102"/>
                    </a:lnTo>
                    <a:lnTo>
                      <a:pt x="43" y="102"/>
                    </a:lnTo>
                    <a:lnTo>
                      <a:pt x="43" y="93"/>
                    </a:lnTo>
                    <a:lnTo>
                      <a:pt x="52" y="83"/>
                    </a:lnTo>
                    <a:lnTo>
                      <a:pt x="64" y="83"/>
                    </a:lnTo>
                    <a:lnTo>
                      <a:pt x="83" y="83"/>
                    </a:lnTo>
                    <a:lnTo>
                      <a:pt x="74" y="83"/>
                    </a:lnTo>
                    <a:lnTo>
                      <a:pt x="64" y="74"/>
                    </a:lnTo>
                    <a:lnTo>
                      <a:pt x="52" y="74"/>
                    </a:lnTo>
                    <a:lnTo>
                      <a:pt x="52" y="83"/>
                    </a:lnTo>
                    <a:lnTo>
                      <a:pt x="43" y="83"/>
                    </a:lnTo>
                    <a:lnTo>
                      <a:pt x="33" y="74"/>
                    </a:lnTo>
                    <a:lnTo>
                      <a:pt x="33" y="83"/>
                    </a:lnTo>
                    <a:lnTo>
                      <a:pt x="22" y="74"/>
                    </a:lnTo>
                    <a:lnTo>
                      <a:pt x="33" y="74"/>
                    </a:lnTo>
                    <a:lnTo>
                      <a:pt x="33" y="64"/>
                    </a:lnTo>
                    <a:lnTo>
                      <a:pt x="22" y="64"/>
                    </a:lnTo>
                    <a:lnTo>
                      <a:pt x="0" y="64"/>
                    </a:lnTo>
                    <a:lnTo>
                      <a:pt x="0" y="52"/>
                    </a:lnTo>
                    <a:lnTo>
                      <a:pt x="12" y="52"/>
                    </a:lnTo>
                    <a:lnTo>
                      <a:pt x="22" y="52"/>
                    </a:lnTo>
                    <a:lnTo>
                      <a:pt x="33" y="52"/>
                    </a:lnTo>
                    <a:lnTo>
                      <a:pt x="22" y="43"/>
                    </a:lnTo>
                    <a:lnTo>
                      <a:pt x="12" y="43"/>
                    </a:lnTo>
                    <a:lnTo>
                      <a:pt x="0" y="34"/>
                    </a:lnTo>
                    <a:lnTo>
                      <a:pt x="12" y="34"/>
                    </a:lnTo>
                    <a:lnTo>
                      <a:pt x="22" y="34"/>
                    </a:lnTo>
                    <a:lnTo>
                      <a:pt x="33" y="34"/>
                    </a:lnTo>
                    <a:lnTo>
                      <a:pt x="43" y="34"/>
                    </a:lnTo>
                    <a:lnTo>
                      <a:pt x="33" y="34"/>
                    </a:lnTo>
                    <a:lnTo>
                      <a:pt x="22" y="34"/>
                    </a:lnTo>
                    <a:lnTo>
                      <a:pt x="22" y="22"/>
                    </a:lnTo>
                    <a:lnTo>
                      <a:pt x="33" y="12"/>
                    </a:lnTo>
                    <a:lnTo>
                      <a:pt x="33" y="22"/>
                    </a:lnTo>
                    <a:lnTo>
                      <a:pt x="43" y="22"/>
                    </a:lnTo>
                    <a:lnTo>
                      <a:pt x="52" y="22"/>
                    </a:lnTo>
                    <a:lnTo>
                      <a:pt x="43" y="12"/>
                    </a:lnTo>
                    <a:lnTo>
                      <a:pt x="33" y="12"/>
                    </a:lnTo>
                    <a:lnTo>
                      <a:pt x="33" y="0"/>
                    </a:lnTo>
                    <a:lnTo>
                      <a:pt x="43" y="0"/>
                    </a:lnTo>
                    <a:lnTo>
                      <a:pt x="64" y="0"/>
                    </a:lnTo>
                    <a:lnTo>
                      <a:pt x="64" y="12"/>
                    </a:lnTo>
                    <a:lnTo>
                      <a:pt x="74" y="22"/>
                    </a:lnTo>
                    <a:lnTo>
                      <a:pt x="74" y="34"/>
                    </a:lnTo>
                    <a:lnTo>
                      <a:pt x="83" y="34"/>
                    </a:lnTo>
                    <a:lnTo>
                      <a:pt x="95" y="34"/>
                    </a:lnTo>
                    <a:lnTo>
                      <a:pt x="107" y="34"/>
                    </a:lnTo>
                    <a:lnTo>
                      <a:pt x="116" y="43"/>
                    </a:lnTo>
                    <a:lnTo>
                      <a:pt x="116" y="52"/>
                    </a:lnTo>
                    <a:lnTo>
                      <a:pt x="116" y="52"/>
                    </a:lnTo>
                    <a:lnTo>
                      <a:pt x="116" y="5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42" name="Google Shape;1342;p206"/>
              <p:cNvSpPr/>
              <p:nvPr/>
            </p:nvSpPr>
            <p:spPr>
              <a:xfrm>
                <a:off x="2263" y="1145"/>
                <a:ext cx="504" cy="256"/>
              </a:xfrm>
              <a:custGeom>
                <a:avLst/>
                <a:gdLst/>
                <a:ahLst/>
                <a:cxnLst/>
                <a:rect l="l" t="t" r="r" b="b"/>
                <a:pathLst>
                  <a:path w="504" h="256" extrusionOk="0">
                    <a:moveTo>
                      <a:pt x="421" y="10"/>
                    </a:moveTo>
                    <a:lnTo>
                      <a:pt x="409" y="22"/>
                    </a:lnTo>
                    <a:lnTo>
                      <a:pt x="400" y="22"/>
                    </a:lnTo>
                    <a:lnTo>
                      <a:pt x="421" y="22"/>
                    </a:lnTo>
                    <a:lnTo>
                      <a:pt x="430" y="10"/>
                    </a:lnTo>
                    <a:lnTo>
                      <a:pt x="452" y="10"/>
                    </a:lnTo>
                    <a:lnTo>
                      <a:pt x="461" y="22"/>
                    </a:lnTo>
                    <a:lnTo>
                      <a:pt x="482" y="31"/>
                    </a:lnTo>
                    <a:lnTo>
                      <a:pt x="494" y="31"/>
                    </a:lnTo>
                    <a:lnTo>
                      <a:pt x="504" y="31"/>
                    </a:lnTo>
                    <a:lnTo>
                      <a:pt x="504" y="41"/>
                    </a:lnTo>
                    <a:lnTo>
                      <a:pt x="494" y="41"/>
                    </a:lnTo>
                    <a:lnTo>
                      <a:pt x="461" y="52"/>
                    </a:lnTo>
                    <a:lnTo>
                      <a:pt x="442" y="62"/>
                    </a:lnTo>
                    <a:lnTo>
                      <a:pt x="409" y="71"/>
                    </a:lnTo>
                    <a:lnTo>
                      <a:pt x="421" y="71"/>
                    </a:lnTo>
                    <a:lnTo>
                      <a:pt x="442" y="71"/>
                    </a:lnTo>
                    <a:lnTo>
                      <a:pt x="452" y="71"/>
                    </a:lnTo>
                    <a:lnTo>
                      <a:pt x="430" y="83"/>
                    </a:lnTo>
                    <a:lnTo>
                      <a:pt x="409" y="93"/>
                    </a:lnTo>
                    <a:lnTo>
                      <a:pt x="388" y="102"/>
                    </a:lnTo>
                    <a:lnTo>
                      <a:pt x="369" y="102"/>
                    </a:lnTo>
                    <a:lnTo>
                      <a:pt x="348" y="123"/>
                    </a:lnTo>
                    <a:lnTo>
                      <a:pt x="336" y="133"/>
                    </a:lnTo>
                    <a:lnTo>
                      <a:pt x="326" y="133"/>
                    </a:lnTo>
                    <a:lnTo>
                      <a:pt x="317" y="133"/>
                    </a:lnTo>
                    <a:lnTo>
                      <a:pt x="305" y="133"/>
                    </a:lnTo>
                    <a:lnTo>
                      <a:pt x="284" y="145"/>
                    </a:lnTo>
                    <a:lnTo>
                      <a:pt x="272" y="152"/>
                    </a:lnTo>
                    <a:lnTo>
                      <a:pt x="284" y="152"/>
                    </a:lnTo>
                    <a:lnTo>
                      <a:pt x="284" y="164"/>
                    </a:lnTo>
                    <a:lnTo>
                      <a:pt x="272" y="164"/>
                    </a:lnTo>
                    <a:lnTo>
                      <a:pt x="284" y="173"/>
                    </a:lnTo>
                    <a:lnTo>
                      <a:pt x="272" y="183"/>
                    </a:lnTo>
                    <a:lnTo>
                      <a:pt x="262" y="195"/>
                    </a:lnTo>
                    <a:lnTo>
                      <a:pt x="253" y="204"/>
                    </a:lnTo>
                    <a:lnTo>
                      <a:pt x="241" y="204"/>
                    </a:lnTo>
                    <a:lnTo>
                      <a:pt x="232" y="204"/>
                    </a:lnTo>
                    <a:lnTo>
                      <a:pt x="232" y="213"/>
                    </a:lnTo>
                    <a:lnTo>
                      <a:pt x="210" y="225"/>
                    </a:lnTo>
                    <a:lnTo>
                      <a:pt x="210" y="235"/>
                    </a:lnTo>
                    <a:lnTo>
                      <a:pt x="222" y="235"/>
                    </a:lnTo>
                    <a:lnTo>
                      <a:pt x="232" y="235"/>
                    </a:lnTo>
                    <a:lnTo>
                      <a:pt x="222" y="244"/>
                    </a:lnTo>
                    <a:lnTo>
                      <a:pt x="210" y="256"/>
                    </a:lnTo>
                    <a:lnTo>
                      <a:pt x="189" y="256"/>
                    </a:lnTo>
                    <a:lnTo>
                      <a:pt x="180" y="256"/>
                    </a:lnTo>
                    <a:lnTo>
                      <a:pt x="170" y="244"/>
                    </a:lnTo>
                    <a:lnTo>
                      <a:pt x="147" y="244"/>
                    </a:lnTo>
                    <a:lnTo>
                      <a:pt x="128" y="244"/>
                    </a:lnTo>
                    <a:lnTo>
                      <a:pt x="118" y="244"/>
                    </a:lnTo>
                    <a:lnTo>
                      <a:pt x="118" y="256"/>
                    </a:lnTo>
                    <a:lnTo>
                      <a:pt x="106" y="256"/>
                    </a:lnTo>
                    <a:lnTo>
                      <a:pt x="97" y="256"/>
                    </a:lnTo>
                    <a:lnTo>
                      <a:pt x="73" y="244"/>
                    </a:lnTo>
                    <a:lnTo>
                      <a:pt x="54" y="244"/>
                    </a:lnTo>
                    <a:lnTo>
                      <a:pt x="42" y="244"/>
                    </a:lnTo>
                    <a:lnTo>
                      <a:pt x="54" y="235"/>
                    </a:lnTo>
                    <a:lnTo>
                      <a:pt x="73" y="225"/>
                    </a:lnTo>
                    <a:lnTo>
                      <a:pt x="85" y="225"/>
                    </a:lnTo>
                    <a:lnTo>
                      <a:pt x="73" y="213"/>
                    </a:lnTo>
                    <a:lnTo>
                      <a:pt x="64" y="204"/>
                    </a:lnTo>
                    <a:lnTo>
                      <a:pt x="73" y="204"/>
                    </a:lnTo>
                    <a:lnTo>
                      <a:pt x="97" y="204"/>
                    </a:lnTo>
                    <a:lnTo>
                      <a:pt x="106" y="204"/>
                    </a:lnTo>
                    <a:lnTo>
                      <a:pt x="118" y="213"/>
                    </a:lnTo>
                    <a:lnTo>
                      <a:pt x="128" y="213"/>
                    </a:lnTo>
                    <a:lnTo>
                      <a:pt x="118" y="204"/>
                    </a:lnTo>
                    <a:lnTo>
                      <a:pt x="106" y="204"/>
                    </a:lnTo>
                    <a:lnTo>
                      <a:pt x="106" y="195"/>
                    </a:lnTo>
                    <a:lnTo>
                      <a:pt x="97" y="195"/>
                    </a:lnTo>
                    <a:lnTo>
                      <a:pt x="85" y="195"/>
                    </a:lnTo>
                    <a:lnTo>
                      <a:pt x="73" y="195"/>
                    </a:lnTo>
                    <a:lnTo>
                      <a:pt x="73" y="183"/>
                    </a:lnTo>
                    <a:lnTo>
                      <a:pt x="73" y="173"/>
                    </a:lnTo>
                    <a:lnTo>
                      <a:pt x="85" y="173"/>
                    </a:lnTo>
                    <a:lnTo>
                      <a:pt x="97" y="173"/>
                    </a:lnTo>
                    <a:lnTo>
                      <a:pt x="106" y="173"/>
                    </a:lnTo>
                    <a:lnTo>
                      <a:pt x="118" y="164"/>
                    </a:lnTo>
                    <a:lnTo>
                      <a:pt x="128" y="152"/>
                    </a:lnTo>
                    <a:lnTo>
                      <a:pt x="118" y="133"/>
                    </a:lnTo>
                    <a:lnTo>
                      <a:pt x="97" y="133"/>
                    </a:lnTo>
                    <a:lnTo>
                      <a:pt x="85" y="123"/>
                    </a:lnTo>
                    <a:lnTo>
                      <a:pt x="97" y="123"/>
                    </a:lnTo>
                    <a:lnTo>
                      <a:pt x="106" y="123"/>
                    </a:lnTo>
                    <a:lnTo>
                      <a:pt x="97" y="123"/>
                    </a:lnTo>
                    <a:lnTo>
                      <a:pt x="97" y="114"/>
                    </a:lnTo>
                    <a:lnTo>
                      <a:pt x="106" y="114"/>
                    </a:lnTo>
                    <a:lnTo>
                      <a:pt x="118" y="114"/>
                    </a:lnTo>
                    <a:lnTo>
                      <a:pt x="128" y="114"/>
                    </a:lnTo>
                    <a:lnTo>
                      <a:pt x="147" y="123"/>
                    </a:lnTo>
                    <a:lnTo>
                      <a:pt x="147" y="133"/>
                    </a:lnTo>
                    <a:lnTo>
                      <a:pt x="170" y="133"/>
                    </a:lnTo>
                    <a:lnTo>
                      <a:pt x="158" y="133"/>
                    </a:lnTo>
                    <a:lnTo>
                      <a:pt x="147" y="123"/>
                    </a:lnTo>
                    <a:lnTo>
                      <a:pt x="147" y="114"/>
                    </a:lnTo>
                    <a:lnTo>
                      <a:pt x="158" y="114"/>
                    </a:lnTo>
                    <a:lnTo>
                      <a:pt x="170" y="114"/>
                    </a:lnTo>
                    <a:lnTo>
                      <a:pt x="180" y="114"/>
                    </a:lnTo>
                    <a:lnTo>
                      <a:pt x="189" y="102"/>
                    </a:lnTo>
                    <a:lnTo>
                      <a:pt x="201" y="102"/>
                    </a:lnTo>
                    <a:lnTo>
                      <a:pt x="210" y="102"/>
                    </a:lnTo>
                    <a:lnTo>
                      <a:pt x="201" y="102"/>
                    </a:lnTo>
                    <a:lnTo>
                      <a:pt x="180" y="102"/>
                    </a:lnTo>
                    <a:lnTo>
                      <a:pt x="170" y="102"/>
                    </a:lnTo>
                    <a:lnTo>
                      <a:pt x="147" y="102"/>
                    </a:lnTo>
                    <a:lnTo>
                      <a:pt x="137" y="102"/>
                    </a:lnTo>
                    <a:lnTo>
                      <a:pt x="128" y="102"/>
                    </a:lnTo>
                    <a:lnTo>
                      <a:pt x="118" y="102"/>
                    </a:lnTo>
                    <a:lnTo>
                      <a:pt x="106" y="102"/>
                    </a:lnTo>
                    <a:lnTo>
                      <a:pt x="97" y="102"/>
                    </a:lnTo>
                    <a:lnTo>
                      <a:pt x="85" y="102"/>
                    </a:lnTo>
                    <a:lnTo>
                      <a:pt x="73" y="102"/>
                    </a:lnTo>
                    <a:lnTo>
                      <a:pt x="54" y="102"/>
                    </a:lnTo>
                    <a:lnTo>
                      <a:pt x="42" y="93"/>
                    </a:lnTo>
                    <a:lnTo>
                      <a:pt x="54" y="93"/>
                    </a:lnTo>
                    <a:lnTo>
                      <a:pt x="64" y="83"/>
                    </a:lnTo>
                    <a:lnTo>
                      <a:pt x="54" y="83"/>
                    </a:lnTo>
                    <a:lnTo>
                      <a:pt x="42" y="83"/>
                    </a:lnTo>
                    <a:lnTo>
                      <a:pt x="42" y="71"/>
                    </a:lnTo>
                    <a:lnTo>
                      <a:pt x="54" y="71"/>
                    </a:lnTo>
                    <a:lnTo>
                      <a:pt x="73" y="71"/>
                    </a:lnTo>
                    <a:lnTo>
                      <a:pt x="64" y="71"/>
                    </a:lnTo>
                    <a:lnTo>
                      <a:pt x="54" y="71"/>
                    </a:lnTo>
                    <a:lnTo>
                      <a:pt x="42" y="71"/>
                    </a:lnTo>
                    <a:lnTo>
                      <a:pt x="33" y="71"/>
                    </a:lnTo>
                    <a:lnTo>
                      <a:pt x="42" y="71"/>
                    </a:lnTo>
                    <a:lnTo>
                      <a:pt x="33" y="71"/>
                    </a:lnTo>
                    <a:lnTo>
                      <a:pt x="21" y="71"/>
                    </a:lnTo>
                    <a:lnTo>
                      <a:pt x="12" y="71"/>
                    </a:lnTo>
                    <a:lnTo>
                      <a:pt x="0" y="71"/>
                    </a:lnTo>
                    <a:lnTo>
                      <a:pt x="12" y="62"/>
                    </a:lnTo>
                    <a:lnTo>
                      <a:pt x="42" y="52"/>
                    </a:lnTo>
                    <a:lnTo>
                      <a:pt x="64" y="41"/>
                    </a:lnTo>
                    <a:lnTo>
                      <a:pt x="73" y="41"/>
                    </a:lnTo>
                    <a:lnTo>
                      <a:pt x="97" y="31"/>
                    </a:lnTo>
                    <a:lnTo>
                      <a:pt x="106" y="31"/>
                    </a:lnTo>
                    <a:lnTo>
                      <a:pt x="118" y="31"/>
                    </a:lnTo>
                    <a:lnTo>
                      <a:pt x="128" y="31"/>
                    </a:lnTo>
                    <a:lnTo>
                      <a:pt x="147" y="41"/>
                    </a:lnTo>
                    <a:lnTo>
                      <a:pt x="147" y="31"/>
                    </a:lnTo>
                    <a:lnTo>
                      <a:pt x="158" y="22"/>
                    </a:lnTo>
                    <a:lnTo>
                      <a:pt x="170" y="22"/>
                    </a:lnTo>
                    <a:lnTo>
                      <a:pt x="180" y="22"/>
                    </a:lnTo>
                    <a:lnTo>
                      <a:pt x="180" y="10"/>
                    </a:lnTo>
                    <a:lnTo>
                      <a:pt x="189" y="10"/>
                    </a:lnTo>
                    <a:lnTo>
                      <a:pt x="210" y="10"/>
                    </a:lnTo>
                    <a:lnTo>
                      <a:pt x="232" y="10"/>
                    </a:lnTo>
                    <a:lnTo>
                      <a:pt x="253" y="10"/>
                    </a:lnTo>
                    <a:lnTo>
                      <a:pt x="262" y="0"/>
                    </a:lnTo>
                    <a:lnTo>
                      <a:pt x="272" y="0"/>
                    </a:lnTo>
                    <a:lnTo>
                      <a:pt x="284" y="10"/>
                    </a:lnTo>
                    <a:lnTo>
                      <a:pt x="293" y="10"/>
                    </a:lnTo>
                    <a:lnTo>
                      <a:pt x="293" y="0"/>
                    </a:lnTo>
                    <a:lnTo>
                      <a:pt x="305" y="0"/>
                    </a:lnTo>
                    <a:lnTo>
                      <a:pt x="317" y="0"/>
                    </a:lnTo>
                    <a:lnTo>
                      <a:pt x="326" y="0"/>
                    </a:lnTo>
                    <a:lnTo>
                      <a:pt x="336" y="0"/>
                    </a:lnTo>
                    <a:lnTo>
                      <a:pt x="357" y="0"/>
                    </a:lnTo>
                    <a:lnTo>
                      <a:pt x="388" y="10"/>
                    </a:lnTo>
                    <a:lnTo>
                      <a:pt x="421" y="10"/>
                    </a:lnTo>
                    <a:lnTo>
                      <a:pt x="421" y="10"/>
                    </a:lnTo>
                    <a:lnTo>
                      <a:pt x="421" y="1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43" name="Google Shape;1343;p206"/>
              <p:cNvSpPr/>
              <p:nvPr/>
            </p:nvSpPr>
            <p:spPr>
              <a:xfrm>
                <a:off x="2263" y="1145"/>
                <a:ext cx="504" cy="256"/>
              </a:xfrm>
              <a:custGeom>
                <a:avLst/>
                <a:gdLst/>
                <a:ahLst/>
                <a:cxnLst/>
                <a:rect l="l" t="t" r="r" b="b"/>
                <a:pathLst>
                  <a:path w="504" h="256" extrusionOk="0">
                    <a:moveTo>
                      <a:pt x="421" y="10"/>
                    </a:moveTo>
                    <a:lnTo>
                      <a:pt x="409" y="22"/>
                    </a:lnTo>
                    <a:lnTo>
                      <a:pt x="400" y="22"/>
                    </a:lnTo>
                    <a:lnTo>
                      <a:pt x="421" y="22"/>
                    </a:lnTo>
                    <a:lnTo>
                      <a:pt x="430" y="10"/>
                    </a:lnTo>
                    <a:lnTo>
                      <a:pt x="452" y="10"/>
                    </a:lnTo>
                    <a:lnTo>
                      <a:pt x="461" y="22"/>
                    </a:lnTo>
                    <a:lnTo>
                      <a:pt x="482" y="31"/>
                    </a:lnTo>
                    <a:lnTo>
                      <a:pt x="494" y="31"/>
                    </a:lnTo>
                    <a:lnTo>
                      <a:pt x="504" y="31"/>
                    </a:lnTo>
                    <a:lnTo>
                      <a:pt x="504" y="41"/>
                    </a:lnTo>
                    <a:lnTo>
                      <a:pt x="494" y="41"/>
                    </a:lnTo>
                    <a:lnTo>
                      <a:pt x="461" y="52"/>
                    </a:lnTo>
                    <a:lnTo>
                      <a:pt x="442" y="62"/>
                    </a:lnTo>
                    <a:lnTo>
                      <a:pt x="409" y="71"/>
                    </a:lnTo>
                    <a:lnTo>
                      <a:pt x="421" y="71"/>
                    </a:lnTo>
                    <a:lnTo>
                      <a:pt x="442" y="71"/>
                    </a:lnTo>
                    <a:lnTo>
                      <a:pt x="452" y="71"/>
                    </a:lnTo>
                    <a:lnTo>
                      <a:pt x="430" y="83"/>
                    </a:lnTo>
                    <a:lnTo>
                      <a:pt x="409" y="93"/>
                    </a:lnTo>
                    <a:lnTo>
                      <a:pt x="388" y="102"/>
                    </a:lnTo>
                    <a:lnTo>
                      <a:pt x="369" y="102"/>
                    </a:lnTo>
                    <a:lnTo>
                      <a:pt x="348" y="123"/>
                    </a:lnTo>
                    <a:lnTo>
                      <a:pt x="336" y="133"/>
                    </a:lnTo>
                    <a:lnTo>
                      <a:pt x="326" y="133"/>
                    </a:lnTo>
                    <a:lnTo>
                      <a:pt x="317" y="133"/>
                    </a:lnTo>
                    <a:lnTo>
                      <a:pt x="305" y="133"/>
                    </a:lnTo>
                    <a:lnTo>
                      <a:pt x="284" y="145"/>
                    </a:lnTo>
                    <a:lnTo>
                      <a:pt x="272" y="152"/>
                    </a:lnTo>
                    <a:lnTo>
                      <a:pt x="284" y="152"/>
                    </a:lnTo>
                    <a:lnTo>
                      <a:pt x="284" y="164"/>
                    </a:lnTo>
                    <a:lnTo>
                      <a:pt x="272" y="164"/>
                    </a:lnTo>
                    <a:lnTo>
                      <a:pt x="284" y="173"/>
                    </a:lnTo>
                    <a:lnTo>
                      <a:pt x="272" y="183"/>
                    </a:lnTo>
                    <a:lnTo>
                      <a:pt x="262" y="195"/>
                    </a:lnTo>
                    <a:lnTo>
                      <a:pt x="253" y="204"/>
                    </a:lnTo>
                    <a:lnTo>
                      <a:pt x="241" y="204"/>
                    </a:lnTo>
                    <a:lnTo>
                      <a:pt x="232" y="204"/>
                    </a:lnTo>
                    <a:lnTo>
                      <a:pt x="232" y="213"/>
                    </a:lnTo>
                    <a:lnTo>
                      <a:pt x="210" y="225"/>
                    </a:lnTo>
                    <a:lnTo>
                      <a:pt x="210" y="235"/>
                    </a:lnTo>
                    <a:lnTo>
                      <a:pt x="222" y="235"/>
                    </a:lnTo>
                    <a:lnTo>
                      <a:pt x="232" y="235"/>
                    </a:lnTo>
                    <a:lnTo>
                      <a:pt x="222" y="244"/>
                    </a:lnTo>
                    <a:lnTo>
                      <a:pt x="210" y="256"/>
                    </a:lnTo>
                    <a:lnTo>
                      <a:pt x="189" y="256"/>
                    </a:lnTo>
                    <a:lnTo>
                      <a:pt x="180" y="256"/>
                    </a:lnTo>
                    <a:lnTo>
                      <a:pt x="170" y="244"/>
                    </a:lnTo>
                    <a:lnTo>
                      <a:pt x="147" y="244"/>
                    </a:lnTo>
                    <a:lnTo>
                      <a:pt x="128" y="244"/>
                    </a:lnTo>
                    <a:lnTo>
                      <a:pt x="118" y="244"/>
                    </a:lnTo>
                    <a:lnTo>
                      <a:pt x="118" y="256"/>
                    </a:lnTo>
                    <a:lnTo>
                      <a:pt x="106" y="256"/>
                    </a:lnTo>
                    <a:lnTo>
                      <a:pt x="97" y="256"/>
                    </a:lnTo>
                    <a:lnTo>
                      <a:pt x="73" y="244"/>
                    </a:lnTo>
                    <a:lnTo>
                      <a:pt x="54" y="244"/>
                    </a:lnTo>
                    <a:lnTo>
                      <a:pt x="42" y="244"/>
                    </a:lnTo>
                    <a:lnTo>
                      <a:pt x="54" y="235"/>
                    </a:lnTo>
                    <a:lnTo>
                      <a:pt x="73" y="225"/>
                    </a:lnTo>
                    <a:lnTo>
                      <a:pt x="85" y="225"/>
                    </a:lnTo>
                    <a:lnTo>
                      <a:pt x="73" y="213"/>
                    </a:lnTo>
                    <a:lnTo>
                      <a:pt x="64" y="204"/>
                    </a:lnTo>
                    <a:lnTo>
                      <a:pt x="73" y="204"/>
                    </a:lnTo>
                    <a:lnTo>
                      <a:pt x="97" y="204"/>
                    </a:lnTo>
                    <a:lnTo>
                      <a:pt x="106" y="204"/>
                    </a:lnTo>
                    <a:lnTo>
                      <a:pt x="118" y="213"/>
                    </a:lnTo>
                    <a:lnTo>
                      <a:pt x="128" y="213"/>
                    </a:lnTo>
                    <a:lnTo>
                      <a:pt x="118" y="204"/>
                    </a:lnTo>
                    <a:lnTo>
                      <a:pt x="106" y="204"/>
                    </a:lnTo>
                    <a:lnTo>
                      <a:pt x="106" y="195"/>
                    </a:lnTo>
                    <a:lnTo>
                      <a:pt x="97" y="195"/>
                    </a:lnTo>
                    <a:lnTo>
                      <a:pt x="85" y="195"/>
                    </a:lnTo>
                    <a:lnTo>
                      <a:pt x="73" y="195"/>
                    </a:lnTo>
                    <a:lnTo>
                      <a:pt x="73" y="183"/>
                    </a:lnTo>
                    <a:lnTo>
                      <a:pt x="73" y="173"/>
                    </a:lnTo>
                    <a:lnTo>
                      <a:pt x="85" y="173"/>
                    </a:lnTo>
                    <a:lnTo>
                      <a:pt x="97" y="173"/>
                    </a:lnTo>
                    <a:lnTo>
                      <a:pt x="106" y="173"/>
                    </a:lnTo>
                    <a:lnTo>
                      <a:pt x="118" y="164"/>
                    </a:lnTo>
                    <a:lnTo>
                      <a:pt x="128" y="152"/>
                    </a:lnTo>
                    <a:lnTo>
                      <a:pt x="118" y="133"/>
                    </a:lnTo>
                    <a:lnTo>
                      <a:pt x="97" y="133"/>
                    </a:lnTo>
                    <a:lnTo>
                      <a:pt x="85" y="123"/>
                    </a:lnTo>
                    <a:lnTo>
                      <a:pt x="97" y="123"/>
                    </a:lnTo>
                    <a:lnTo>
                      <a:pt x="106" y="123"/>
                    </a:lnTo>
                    <a:lnTo>
                      <a:pt x="97" y="123"/>
                    </a:lnTo>
                    <a:lnTo>
                      <a:pt x="97" y="114"/>
                    </a:lnTo>
                    <a:lnTo>
                      <a:pt x="106" y="114"/>
                    </a:lnTo>
                    <a:lnTo>
                      <a:pt x="118" y="114"/>
                    </a:lnTo>
                    <a:lnTo>
                      <a:pt x="128" y="114"/>
                    </a:lnTo>
                    <a:lnTo>
                      <a:pt x="147" y="123"/>
                    </a:lnTo>
                    <a:lnTo>
                      <a:pt x="147" y="133"/>
                    </a:lnTo>
                    <a:lnTo>
                      <a:pt x="170" y="133"/>
                    </a:lnTo>
                    <a:lnTo>
                      <a:pt x="158" y="133"/>
                    </a:lnTo>
                    <a:lnTo>
                      <a:pt x="147" y="123"/>
                    </a:lnTo>
                    <a:lnTo>
                      <a:pt x="147" y="114"/>
                    </a:lnTo>
                    <a:lnTo>
                      <a:pt x="158" y="114"/>
                    </a:lnTo>
                    <a:lnTo>
                      <a:pt x="170" y="114"/>
                    </a:lnTo>
                    <a:lnTo>
                      <a:pt x="180" y="114"/>
                    </a:lnTo>
                    <a:lnTo>
                      <a:pt x="189" y="102"/>
                    </a:lnTo>
                    <a:lnTo>
                      <a:pt x="201" y="102"/>
                    </a:lnTo>
                    <a:lnTo>
                      <a:pt x="210" y="102"/>
                    </a:lnTo>
                    <a:lnTo>
                      <a:pt x="201" y="102"/>
                    </a:lnTo>
                    <a:lnTo>
                      <a:pt x="180" y="102"/>
                    </a:lnTo>
                    <a:lnTo>
                      <a:pt x="170" y="102"/>
                    </a:lnTo>
                    <a:lnTo>
                      <a:pt x="147" y="102"/>
                    </a:lnTo>
                    <a:lnTo>
                      <a:pt x="137" y="102"/>
                    </a:lnTo>
                    <a:lnTo>
                      <a:pt x="128" y="102"/>
                    </a:lnTo>
                    <a:lnTo>
                      <a:pt x="118" y="102"/>
                    </a:lnTo>
                    <a:lnTo>
                      <a:pt x="106" y="102"/>
                    </a:lnTo>
                    <a:lnTo>
                      <a:pt x="97" y="102"/>
                    </a:lnTo>
                    <a:lnTo>
                      <a:pt x="85" y="102"/>
                    </a:lnTo>
                    <a:lnTo>
                      <a:pt x="73" y="102"/>
                    </a:lnTo>
                    <a:lnTo>
                      <a:pt x="54" y="102"/>
                    </a:lnTo>
                    <a:lnTo>
                      <a:pt x="42" y="93"/>
                    </a:lnTo>
                    <a:lnTo>
                      <a:pt x="54" y="93"/>
                    </a:lnTo>
                    <a:lnTo>
                      <a:pt x="64" y="83"/>
                    </a:lnTo>
                    <a:lnTo>
                      <a:pt x="54" y="83"/>
                    </a:lnTo>
                    <a:lnTo>
                      <a:pt x="42" y="83"/>
                    </a:lnTo>
                    <a:lnTo>
                      <a:pt x="42" y="71"/>
                    </a:lnTo>
                    <a:lnTo>
                      <a:pt x="54" y="71"/>
                    </a:lnTo>
                    <a:lnTo>
                      <a:pt x="73" y="71"/>
                    </a:lnTo>
                    <a:lnTo>
                      <a:pt x="64" y="71"/>
                    </a:lnTo>
                    <a:lnTo>
                      <a:pt x="54" y="71"/>
                    </a:lnTo>
                    <a:lnTo>
                      <a:pt x="42" y="71"/>
                    </a:lnTo>
                    <a:lnTo>
                      <a:pt x="33" y="71"/>
                    </a:lnTo>
                    <a:lnTo>
                      <a:pt x="42" y="71"/>
                    </a:lnTo>
                    <a:lnTo>
                      <a:pt x="33" y="71"/>
                    </a:lnTo>
                    <a:lnTo>
                      <a:pt x="21" y="71"/>
                    </a:lnTo>
                    <a:lnTo>
                      <a:pt x="12" y="71"/>
                    </a:lnTo>
                    <a:lnTo>
                      <a:pt x="0" y="71"/>
                    </a:lnTo>
                    <a:lnTo>
                      <a:pt x="12" y="62"/>
                    </a:lnTo>
                    <a:lnTo>
                      <a:pt x="42" y="52"/>
                    </a:lnTo>
                    <a:lnTo>
                      <a:pt x="64" y="41"/>
                    </a:lnTo>
                    <a:lnTo>
                      <a:pt x="73" y="41"/>
                    </a:lnTo>
                    <a:lnTo>
                      <a:pt x="97" y="31"/>
                    </a:lnTo>
                    <a:lnTo>
                      <a:pt x="106" y="31"/>
                    </a:lnTo>
                    <a:lnTo>
                      <a:pt x="118" y="31"/>
                    </a:lnTo>
                    <a:lnTo>
                      <a:pt x="128" y="31"/>
                    </a:lnTo>
                    <a:lnTo>
                      <a:pt x="147" y="41"/>
                    </a:lnTo>
                    <a:lnTo>
                      <a:pt x="147" y="31"/>
                    </a:lnTo>
                    <a:lnTo>
                      <a:pt x="158" y="22"/>
                    </a:lnTo>
                    <a:lnTo>
                      <a:pt x="170" y="22"/>
                    </a:lnTo>
                    <a:lnTo>
                      <a:pt x="180" y="22"/>
                    </a:lnTo>
                    <a:lnTo>
                      <a:pt x="180" y="10"/>
                    </a:lnTo>
                    <a:lnTo>
                      <a:pt x="189" y="10"/>
                    </a:lnTo>
                    <a:lnTo>
                      <a:pt x="210" y="10"/>
                    </a:lnTo>
                    <a:lnTo>
                      <a:pt x="232" y="10"/>
                    </a:lnTo>
                    <a:lnTo>
                      <a:pt x="253" y="10"/>
                    </a:lnTo>
                    <a:lnTo>
                      <a:pt x="262" y="0"/>
                    </a:lnTo>
                    <a:lnTo>
                      <a:pt x="272" y="0"/>
                    </a:lnTo>
                    <a:lnTo>
                      <a:pt x="284" y="10"/>
                    </a:lnTo>
                    <a:lnTo>
                      <a:pt x="293" y="10"/>
                    </a:lnTo>
                    <a:lnTo>
                      <a:pt x="293" y="0"/>
                    </a:lnTo>
                    <a:lnTo>
                      <a:pt x="305" y="0"/>
                    </a:lnTo>
                    <a:lnTo>
                      <a:pt x="317" y="0"/>
                    </a:lnTo>
                    <a:lnTo>
                      <a:pt x="326" y="0"/>
                    </a:lnTo>
                    <a:lnTo>
                      <a:pt x="336" y="0"/>
                    </a:lnTo>
                    <a:lnTo>
                      <a:pt x="357" y="0"/>
                    </a:lnTo>
                    <a:lnTo>
                      <a:pt x="388" y="10"/>
                    </a:lnTo>
                    <a:lnTo>
                      <a:pt x="421" y="10"/>
                    </a:lnTo>
                    <a:lnTo>
                      <a:pt x="421" y="10"/>
                    </a:lnTo>
                    <a:lnTo>
                      <a:pt x="421" y="1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44" name="Google Shape;1344;p206"/>
              <p:cNvSpPr/>
              <p:nvPr/>
            </p:nvSpPr>
            <p:spPr>
              <a:xfrm>
                <a:off x="2097" y="1484"/>
                <a:ext cx="104" cy="71"/>
              </a:xfrm>
              <a:custGeom>
                <a:avLst/>
                <a:gdLst/>
                <a:ahLst/>
                <a:cxnLst/>
                <a:rect l="l" t="t" r="r" b="b"/>
                <a:pathLst>
                  <a:path w="104" h="71" extrusionOk="0">
                    <a:moveTo>
                      <a:pt x="85" y="19"/>
                    </a:moveTo>
                    <a:lnTo>
                      <a:pt x="85" y="28"/>
                    </a:lnTo>
                    <a:lnTo>
                      <a:pt x="85" y="40"/>
                    </a:lnTo>
                    <a:lnTo>
                      <a:pt x="95" y="40"/>
                    </a:lnTo>
                    <a:lnTo>
                      <a:pt x="104" y="40"/>
                    </a:lnTo>
                    <a:lnTo>
                      <a:pt x="95" y="50"/>
                    </a:lnTo>
                    <a:lnTo>
                      <a:pt x="95" y="61"/>
                    </a:lnTo>
                    <a:lnTo>
                      <a:pt x="74" y="71"/>
                    </a:lnTo>
                    <a:lnTo>
                      <a:pt x="64" y="71"/>
                    </a:lnTo>
                    <a:lnTo>
                      <a:pt x="55" y="71"/>
                    </a:lnTo>
                    <a:lnTo>
                      <a:pt x="55" y="61"/>
                    </a:lnTo>
                    <a:lnTo>
                      <a:pt x="33" y="50"/>
                    </a:lnTo>
                    <a:lnTo>
                      <a:pt x="22" y="40"/>
                    </a:lnTo>
                    <a:lnTo>
                      <a:pt x="0" y="40"/>
                    </a:lnTo>
                    <a:lnTo>
                      <a:pt x="0" y="28"/>
                    </a:lnTo>
                    <a:lnTo>
                      <a:pt x="0" y="19"/>
                    </a:lnTo>
                    <a:lnTo>
                      <a:pt x="12" y="28"/>
                    </a:lnTo>
                    <a:lnTo>
                      <a:pt x="22" y="28"/>
                    </a:lnTo>
                    <a:lnTo>
                      <a:pt x="33" y="28"/>
                    </a:lnTo>
                    <a:lnTo>
                      <a:pt x="33" y="19"/>
                    </a:lnTo>
                    <a:lnTo>
                      <a:pt x="33" y="9"/>
                    </a:lnTo>
                    <a:lnTo>
                      <a:pt x="22" y="9"/>
                    </a:lnTo>
                    <a:lnTo>
                      <a:pt x="22" y="0"/>
                    </a:lnTo>
                    <a:lnTo>
                      <a:pt x="33" y="0"/>
                    </a:lnTo>
                    <a:lnTo>
                      <a:pt x="43" y="0"/>
                    </a:lnTo>
                    <a:lnTo>
                      <a:pt x="64" y="0"/>
                    </a:lnTo>
                    <a:lnTo>
                      <a:pt x="74" y="0"/>
                    </a:lnTo>
                    <a:lnTo>
                      <a:pt x="85" y="0"/>
                    </a:lnTo>
                    <a:lnTo>
                      <a:pt x="85" y="9"/>
                    </a:lnTo>
                    <a:lnTo>
                      <a:pt x="74" y="19"/>
                    </a:lnTo>
                    <a:lnTo>
                      <a:pt x="64" y="19"/>
                    </a:lnTo>
                    <a:lnTo>
                      <a:pt x="74" y="19"/>
                    </a:lnTo>
                    <a:lnTo>
                      <a:pt x="85" y="19"/>
                    </a:lnTo>
                    <a:lnTo>
                      <a:pt x="85" y="19"/>
                    </a:lnTo>
                    <a:lnTo>
                      <a:pt x="85" y="1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45" name="Google Shape;1345;p206"/>
              <p:cNvSpPr/>
              <p:nvPr/>
            </p:nvSpPr>
            <p:spPr>
              <a:xfrm>
                <a:off x="2097" y="1484"/>
                <a:ext cx="104" cy="71"/>
              </a:xfrm>
              <a:custGeom>
                <a:avLst/>
                <a:gdLst/>
                <a:ahLst/>
                <a:cxnLst/>
                <a:rect l="l" t="t" r="r" b="b"/>
                <a:pathLst>
                  <a:path w="104" h="71" extrusionOk="0">
                    <a:moveTo>
                      <a:pt x="85" y="19"/>
                    </a:moveTo>
                    <a:lnTo>
                      <a:pt x="85" y="28"/>
                    </a:lnTo>
                    <a:lnTo>
                      <a:pt x="85" y="40"/>
                    </a:lnTo>
                    <a:lnTo>
                      <a:pt x="95" y="40"/>
                    </a:lnTo>
                    <a:lnTo>
                      <a:pt x="104" y="40"/>
                    </a:lnTo>
                    <a:lnTo>
                      <a:pt x="95" y="50"/>
                    </a:lnTo>
                    <a:lnTo>
                      <a:pt x="95" y="61"/>
                    </a:lnTo>
                    <a:lnTo>
                      <a:pt x="74" y="71"/>
                    </a:lnTo>
                    <a:lnTo>
                      <a:pt x="64" y="71"/>
                    </a:lnTo>
                    <a:lnTo>
                      <a:pt x="55" y="71"/>
                    </a:lnTo>
                    <a:lnTo>
                      <a:pt x="55" y="61"/>
                    </a:lnTo>
                    <a:lnTo>
                      <a:pt x="33" y="50"/>
                    </a:lnTo>
                    <a:lnTo>
                      <a:pt x="22" y="40"/>
                    </a:lnTo>
                    <a:lnTo>
                      <a:pt x="0" y="40"/>
                    </a:lnTo>
                    <a:lnTo>
                      <a:pt x="0" y="28"/>
                    </a:lnTo>
                    <a:lnTo>
                      <a:pt x="0" y="19"/>
                    </a:lnTo>
                    <a:lnTo>
                      <a:pt x="12" y="28"/>
                    </a:lnTo>
                    <a:lnTo>
                      <a:pt x="22" y="28"/>
                    </a:lnTo>
                    <a:lnTo>
                      <a:pt x="33" y="28"/>
                    </a:lnTo>
                    <a:lnTo>
                      <a:pt x="33" y="19"/>
                    </a:lnTo>
                    <a:lnTo>
                      <a:pt x="33" y="9"/>
                    </a:lnTo>
                    <a:lnTo>
                      <a:pt x="22" y="9"/>
                    </a:lnTo>
                    <a:lnTo>
                      <a:pt x="22" y="0"/>
                    </a:lnTo>
                    <a:lnTo>
                      <a:pt x="33" y="0"/>
                    </a:lnTo>
                    <a:lnTo>
                      <a:pt x="43" y="0"/>
                    </a:lnTo>
                    <a:lnTo>
                      <a:pt x="64" y="0"/>
                    </a:lnTo>
                    <a:lnTo>
                      <a:pt x="74" y="0"/>
                    </a:lnTo>
                    <a:lnTo>
                      <a:pt x="85" y="0"/>
                    </a:lnTo>
                    <a:lnTo>
                      <a:pt x="85" y="9"/>
                    </a:lnTo>
                    <a:lnTo>
                      <a:pt x="74" y="19"/>
                    </a:lnTo>
                    <a:lnTo>
                      <a:pt x="64" y="19"/>
                    </a:lnTo>
                    <a:lnTo>
                      <a:pt x="74" y="19"/>
                    </a:lnTo>
                    <a:lnTo>
                      <a:pt x="85" y="19"/>
                    </a:lnTo>
                    <a:lnTo>
                      <a:pt x="85" y="19"/>
                    </a:lnTo>
                    <a:lnTo>
                      <a:pt x="85" y="1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46" name="Google Shape;1346;p206"/>
              <p:cNvSpPr/>
              <p:nvPr/>
            </p:nvSpPr>
            <p:spPr>
              <a:xfrm>
                <a:off x="2149" y="1593"/>
                <a:ext cx="62" cy="45"/>
              </a:xfrm>
              <a:custGeom>
                <a:avLst/>
                <a:gdLst/>
                <a:ahLst/>
                <a:cxnLst/>
                <a:rect l="l" t="t" r="r" b="b"/>
                <a:pathLst>
                  <a:path w="62" h="45" extrusionOk="0">
                    <a:moveTo>
                      <a:pt x="52" y="45"/>
                    </a:moveTo>
                    <a:lnTo>
                      <a:pt x="31" y="35"/>
                    </a:lnTo>
                    <a:lnTo>
                      <a:pt x="12" y="23"/>
                    </a:lnTo>
                    <a:lnTo>
                      <a:pt x="0" y="23"/>
                    </a:lnTo>
                    <a:lnTo>
                      <a:pt x="12" y="23"/>
                    </a:lnTo>
                    <a:lnTo>
                      <a:pt x="12" y="12"/>
                    </a:lnTo>
                    <a:lnTo>
                      <a:pt x="22" y="0"/>
                    </a:lnTo>
                    <a:lnTo>
                      <a:pt x="43" y="12"/>
                    </a:lnTo>
                    <a:lnTo>
                      <a:pt x="52" y="23"/>
                    </a:lnTo>
                    <a:lnTo>
                      <a:pt x="62" y="35"/>
                    </a:lnTo>
                    <a:lnTo>
                      <a:pt x="52" y="35"/>
                    </a:lnTo>
                    <a:lnTo>
                      <a:pt x="52" y="45"/>
                    </a:lnTo>
                    <a:lnTo>
                      <a:pt x="52" y="45"/>
                    </a:lnTo>
                    <a:lnTo>
                      <a:pt x="52" y="4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47" name="Google Shape;1347;p206"/>
              <p:cNvSpPr/>
              <p:nvPr/>
            </p:nvSpPr>
            <p:spPr>
              <a:xfrm>
                <a:off x="2149" y="1593"/>
                <a:ext cx="62" cy="45"/>
              </a:xfrm>
              <a:custGeom>
                <a:avLst/>
                <a:gdLst/>
                <a:ahLst/>
                <a:cxnLst/>
                <a:rect l="l" t="t" r="r" b="b"/>
                <a:pathLst>
                  <a:path w="62" h="45" extrusionOk="0">
                    <a:moveTo>
                      <a:pt x="52" y="45"/>
                    </a:moveTo>
                    <a:lnTo>
                      <a:pt x="31" y="35"/>
                    </a:lnTo>
                    <a:lnTo>
                      <a:pt x="12" y="23"/>
                    </a:lnTo>
                    <a:lnTo>
                      <a:pt x="0" y="23"/>
                    </a:lnTo>
                    <a:lnTo>
                      <a:pt x="12" y="23"/>
                    </a:lnTo>
                    <a:lnTo>
                      <a:pt x="12" y="12"/>
                    </a:lnTo>
                    <a:lnTo>
                      <a:pt x="22" y="0"/>
                    </a:lnTo>
                    <a:lnTo>
                      <a:pt x="43" y="12"/>
                    </a:lnTo>
                    <a:lnTo>
                      <a:pt x="52" y="23"/>
                    </a:lnTo>
                    <a:lnTo>
                      <a:pt x="62" y="35"/>
                    </a:lnTo>
                    <a:lnTo>
                      <a:pt x="52" y="35"/>
                    </a:lnTo>
                    <a:lnTo>
                      <a:pt x="52" y="45"/>
                    </a:lnTo>
                    <a:lnTo>
                      <a:pt x="52" y="45"/>
                    </a:lnTo>
                    <a:lnTo>
                      <a:pt x="52" y="45"/>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48" name="Google Shape;1348;p206"/>
              <p:cNvSpPr/>
              <p:nvPr/>
            </p:nvSpPr>
            <p:spPr>
              <a:xfrm>
                <a:off x="2201" y="1463"/>
                <a:ext cx="95" cy="71"/>
              </a:xfrm>
              <a:custGeom>
                <a:avLst/>
                <a:gdLst/>
                <a:ahLst/>
                <a:cxnLst/>
                <a:rect l="l" t="t" r="r" b="b"/>
                <a:pathLst>
                  <a:path w="95" h="71" extrusionOk="0">
                    <a:moveTo>
                      <a:pt x="95" y="19"/>
                    </a:moveTo>
                    <a:lnTo>
                      <a:pt x="86" y="19"/>
                    </a:lnTo>
                    <a:lnTo>
                      <a:pt x="74" y="19"/>
                    </a:lnTo>
                    <a:lnTo>
                      <a:pt x="64" y="40"/>
                    </a:lnTo>
                    <a:lnTo>
                      <a:pt x="64" y="49"/>
                    </a:lnTo>
                    <a:lnTo>
                      <a:pt x="43" y="49"/>
                    </a:lnTo>
                    <a:lnTo>
                      <a:pt x="33" y="49"/>
                    </a:lnTo>
                    <a:lnTo>
                      <a:pt x="33" y="59"/>
                    </a:lnTo>
                    <a:lnTo>
                      <a:pt x="33" y="71"/>
                    </a:lnTo>
                    <a:lnTo>
                      <a:pt x="22" y="71"/>
                    </a:lnTo>
                    <a:lnTo>
                      <a:pt x="12" y="71"/>
                    </a:lnTo>
                    <a:lnTo>
                      <a:pt x="12" y="59"/>
                    </a:lnTo>
                    <a:lnTo>
                      <a:pt x="12" y="49"/>
                    </a:lnTo>
                    <a:lnTo>
                      <a:pt x="12" y="40"/>
                    </a:lnTo>
                    <a:lnTo>
                      <a:pt x="0" y="19"/>
                    </a:lnTo>
                    <a:lnTo>
                      <a:pt x="12" y="19"/>
                    </a:lnTo>
                    <a:lnTo>
                      <a:pt x="22" y="19"/>
                    </a:lnTo>
                    <a:lnTo>
                      <a:pt x="22" y="9"/>
                    </a:lnTo>
                    <a:lnTo>
                      <a:pt x="33" y="9"/>
                    </a:lnTo>
                    <a:lnTo>
                      <a:pt x="33" y="0"/>
                    </a:lnTo>
                    <a:lnTo>
                      <a:pt x="52" y="9"/>
                    </a:lnTo>
                    <a:lnTo>
                      <a:pt x="64" y="9"/>
                    </a:lnTo>
                    <a:lnTo>
                      <a:pt x="95" y="9"/>
                    </a:lnTo>
                    <a:lnTo>
                      <a:pt x="95" y="19"/>
                    </a:lnTo>
                    <a:lnTo>
                      <a:pt x="95" y="19"/>
                    </a:lnTo>
                    <a:lnTo>
                      <a:pt x="95" y="1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49" name="Google Shape;1349;p206"/>
              <p:cNvSpPr/>
              <p:nvPr/>
            </p:nvSpPr>
            <p:spPr>
              <a:xfrm>
                <a:off x="2201" y="1463"/>
                <a:ext cx="95" cy="71"/>
              </a:xfrm>
              <a:custGeom>
                <a:avLst/>
                <a:gdLst/>
                <a:ahLst/>
                <a:cxnLst/>
                <a:rect l="l" t="t" r="r" b="b"/>
                <a:pathLst>
                  <a:path w="95" h="71" extrusionOk="0">
                    <a:moveTo>
                      <a:pt x="95" y="19"/>
                    </a:moveTo>
                    <a:lnTo>
                      <a:pt x="86" y="19"/>
                    </a:lnTo>
                    <a:lnTo>
                      <a:pt x="74" y="19"/>
                    </a:lnTo>
                    <a:lnTo>
                      <a:pt x="64" y="40"/>
                    </a:lnTo>
                    <a:lnTo>
                      <a:pt x="64" y="49"/>
                    </a:lnTo>
                    <a:lnTo>
                      <a:pt x="43" y="49"/>
                    </a:lnTo>
                    <a:lnTo>
                      <a:pt x="33" y="49"/>
                    </a:lnTo>
                    <a:lnTo>
                      <a:pt x="33" y="59"/>
                    </a:lnTo>
                    <a:lnTo>
                      <a:pt x="33" y="71"/>
                    </a:lnTo>
                    <a:lnTo>
                      <a:pt x="22" y="71"/>
                    </a:lnTo>
                    <a:lnTo>
                      <a:pt x="12" y="71"/>
                    </a:lnTo>
                    <a:lnTo>
                      <a:pt x="12" y="59"/>
                    </a:lnTo>
                    <a:lnTo>
                      <a:pt x="12" y="49"/>
                    </a:lnTo>
                    <a:lnTo>
                      <a:pt x="12" y="40"/>
                    </a:lnTo>
                    <a:lnTo>
                      <a:pt x="0" y="19"/>
                    </a:lnTo>
                    <a:lnTo>
                      <a:pt x="12" y="19"/>
                    </a:lnTo>
                    <a:lnTo>
                      <a:pt x="22" y="19"/>
                    </a:lnTo>
                    <a:lnTo>
                      <a:pt x="22" y="9"/>
                    </a:lnTo>
                    <a:lnTo>
                      <a:pt x="33" y="9"/>
                    </a:lnTo>
                    <a:lnTo>
                      <a:pt x="33" y="0"/>
                    </a:lnTo>
                    <a:lnTo>
                      <a:pt x="52" y="9"/>
                    </a:lnTo>
                    <a:lnTo>
                      <a:pt x="64" y="9"/>
                    </a:lnTo>
                    <a:lnTo>
                      <a:pt x="95" y="9"/>
                    </a:lnTo>
                    <a:lnTo>
                      <a:pt x="95" y="19"/>
                    </a:lnTo>
                    <a:lnTo>
                      <a:pt x="95" y="19"/>
                    </a:lnTo>
                    <a:lnTo>
                      <a:pt x="95" y="1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50" name="Google Shape;1350;p206"/>
              <p:cNvSpPr/>
              <p:nvPr/>
            </p:nvSpPr>
            <p:spPr>
              <a:xfrm>
                <a:off x="2514" y="1645"/>
                <a:ext cx="30" cy="24"/>
              </a:xfrm>
              <a:custGeom>
                <a:avLst/>
                <a:gdLst/>
                <a:ahLst/>
                <a:cxnLst/>
                <a:rect l="l" t="t" r="r" b="b"/>
                <a:pathLst>
                  <a:path w="30" h="24" extrusionOk="0">
                    <a:moveTo>
                      <a:pt x="30" y="12"/>
                    </a:moveTo>
                    <a:lnTo>
                      <a:pt x="11" y="24"/>
                    </a:lnTo>
                    <a:lnTo>
                      <a:pt x="0" y="24"/>
                    </a:lnTo>
                    <a:lnTo>
                      <a:pt x="0" y="12"/>
                    </a:lnTo>
                    <a:lnTo>
                      <a:pt x="0" y="0"/>
                    </a:lnTo>
                    <a:lnTo>
                      <a:pt x="21" y="0"/>
                    </a:lnTo>
                    <a:lnTo>
                      <a:pt x="30" y="12"/>
                    </a:lnTo>
                    <a:lnTo>
                      <a:pt x="30" y="12"/>
                    </a:lnTo>
                    <a:lnTo>
                      <a:pt x="3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51" name="Google Shape;1351;p206"/>
              <p:cNvSpPr/>
              <p:nvPr/>
            </p:nvSpPr>
            <p:spPr>
              <a:xfrm>
                <a:off x="2514" y="1645"/>
                <a:ext cx="30" cy="24"/>
              </a:xfrm>
              <a:custGeom>
                <a:avLst/>
                <a:gdLst/>
                <a:ahLst/>
                <a:cxnLst/>
                <a:rect l="l" t="t" r="r" b="b"/>
                <a:pathLst>
                  <a:path w="30" h="24" extrusionOk="0">
                    <a:moveTo>
                      <a:pt x="30" y="12"/>
                    </a:moveTo>
                    <a:lnTo>
                      <a:pt x="11" y="24"/>
                    </a:lnTo>
                    <a:lnTo>
                      <a:pt x="0" y="24"/>
                    </a:lnTo>
                    <a:lnTo>
                      <a:pt x="0" y="12"/>
                    </a:lnTo>
                    <a:lnTo>
                      <a:pt x="0" y="0"/>
                    </a:lnTo>
                    <a:lnTo>
                      <a:pt x="21" y="0"/>
                    </a:lnTo>
                    <a:lnTo>
                      <a:pt x="30" y="12"/>
                    </a:lnTo>
                    <a:lnTo>
                      <a:pt x="30" y="12"/>
                    </a:lnTo>
                    <a:lnTo>
                      <a:pt x="30" y="1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52" name="Google Shape;1352;p206"/>
              <p:cNvSpPr/>
              <p:nvPr/>
            </p:nvSpPr>
            <p:spPr>
              <a:xfrm>
                <a:off x="2440" y="1484"/>
                <a:ext cx="85" cy="28"/>
              </a:xfrm>
              <a:custGeom>
                <a:avLst/>
                <a:gdLst/>
                <a:ahLst/>
                <a:cxnLst/>
                <a:rect l="l" t="t" r="r" b="b"/>
                <a:pathLst>
                  <a:path w="85" h="28" extrusionOk="0">
                    <a:moveTo>
                      <a:pt x="33" y="28"/>
                    </a:moveTo>
                    <a:lnTo>
                      <a:pt x="22" y="28"/>
                    </a:lnTo>
                    <a:lnTo>
                      <a:pt x="22" y="19"/>
                    </a:lnTo>
                    <a:lnTo>
                      <a:pt x="12" y="9"/>
                    </a:lnTo>
                    <a:lnTo>
                      <a:pt x="0" y="9"/>
                    </a:lnTo>
                    <a:lnTo>
                      <a:pt x="0" y="0"/>
                    </a:lnTo>
                    <a:lnTo>
                      <a:pt x="12" y="0"/>
                    </a:lnTo>
                    <a:lnTo>
                      <a:pt x="33" y="0"/>
                    </a:lnTo>
                    <a:lnTo>
                      <a:pt x="43" y="0"/>
                    </a:lnTo>
                    <a:lnTo>
                      <a:pt x="64" y="0"/>
                    </a:lnTo>
                    <a:lnTo>
                      <a:pt x="76" y="9"/>
                    </a:lnTo>
                    <a:lnTo>
                      <a:pt x="85" y="19"/>
                    </a:lnTo>
                    <a:lnTo>
                      <a:pt x="76" y="19"/>
                    </a:lnTo>
                    <a:lnTo>
                      <a:pt x="76" y="28"/>
                    </a:lnTo>
                    <a:lnTo>
                      <a:pt x="64" y="28"/>
                    </a:lnTo>
                    <a:lnTo>
                      <a:pt x="55" y="19"/>
                    </a:lnTo>
                    <a:lnTo>
                      <a:pt x="55" y="28"/>
                    </a:lnTo>
                    <a:lnTo>
                      <a:pt x="43" y="28"/>
                    </a:lnTo>
                    <a:lnTo>
                      <a:pt x="33" y="28"/>
                    </a:lnTo>
                    <a:lnTo>
                      <a:pt x="33" y="28"/>
                    </a:lnTo>
                    <a:lnTo>
                      <a:pt x="33"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53" name="Google Shape;1353;p206"/>
              <p:cNvSpPr/>
              <p:nvPr/>
            </p:nvSpPr>
            <p:spPr>
              <a:xfrm>
                <a:off x="2440" y="1484"/>
                <a:ext cx="85" cy="28"/>
              </a:xfrm>
              <a:custGeom>
                <a:avLst/>
                <a:gdLst/>
                <a:ahLst/>
                <a:cxnLst/>
                <a:rect l="l" t="t" r="r" b="b"/>
                <a:pathLst>
                  <a:path w="85" h="28" extrusionOk="0">
                    <a:moveTo>
                      <a:pt x="33" y="28"/>
                    </a:moveTo>
                    <a:lnTo>
                      <a:pt x="22" y="28"/>
                    </a:lnTo>
                    <a:lnTo>
                      <a:pt x="22" y="19"/>
                    </a:lnTo>
                    <a:lnTo>
                      <a:pt x="12" y="9"/>
                    </a:lnTo>
                    <a:lnTo>
                      <a:pt x="0" y="9"/>
                    </a:lnTo>
                    <a:lnTo>
                      <a:pt x="0" y="0"/>
                    </a:lnTo>
                    <a:lnTo>
                      <a:pt x="12" y="0"/>
                    </a:lnTo>
                    <a:lnTo>
                      <a:pt x="33" y="0"/>
                    </a:lnTo>
                    <a:lnTo>
                      <a:pt x="43" y="0"/>
                    </a:lnTo>
                    <a:lnTo>
                      <a:pt x="64" y="0"/>
                    </a:lnTo>
                    <a:lnTo>
                      <a:pt x="76" y="9"/>
                    </a:lnTo>
                    <a:lnTo>
                      <a:pt x="85" y="19"/>
                    </a:lnTo>
                    <a:lnTo>
                      <a:pt x="76" y="19"/>
                    </a:lnTo>
                    <a:lnTo>
                      <a:pt x="76" y="28"/>
                    </a:lnTo>
                    <a:lnTo>
                      <a:pt x="64" y="28"/>
                    </a:lnTo>
                    <a:lnTo>
                      <a:pt x="55" y="19"/>
                    </a:lnTo>
                    <a:lnTo>
                      <a:pt x="55" y="28"/>
                    </a:lnTo>
                    <a:lnTo>
                      <a:pt x="43" y="28"/>
                    </a:lnTo>
                    <a:lnTo>
                      <a:pt x="33" y="28"/>
                    </a:lnTo>
                    <a:lnTo>
                      <a:pt x="33" y="28"/>
                    </a:lnTo>
                    <a:lnTo>
                      <a:pt x="33" y="28"/>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54" name="Google Shape;1354;p206"/>
              <p:cNvSpPr/>
              <p:nvPr/>
            </p:nvSpPr>
            <p:spPr>
              <a:xfrm>
                <a:off x="2476" y="1614"/>
                <a:ext cx="7" cy="0"/>
              </a:xfrm>
              <a:custGeom>
                <a:avLst/>
                <a:gdLst/>
                <a:ahLst/>
                <a:cxnLst/>
                <a:rect l="l" t="t" r="r" b="b"/>
                <a:pathLst>
                  <a:path w="7" h="120000" extrusionOk="0">
                    <a:moveTo>
                      <a:pt x="0" y="0"/>
                    </a:moveTo>
                    <a:lnTo>
                      <a:pt x="7" y="0"/>
                    </a:lnTo>
                    <a:lnTo>
                      <a:pt x="0" y="0"/>
                    </a:lnTo>
                    <a:lnTo>
                      <a:pt x="0" y="0"/>
                    </a:lnTo>
                    <a:lnTo>
                      <a:pt x="0"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55" name="Google Shape;1355;p206"/>
              <p:cNvSpPr/>
              <p:nvPr/>
            </p:nvSpPr>
            <p:spPr>
              <a:xfrm>
                <a:off x="2296" y="1484"/>
                <a:ext cx="471" cy="317"/>
              </a:xfrm>
              <a:custGeom>
                <a:avLst/>
                <a:gdLst/>
                <a:ahLst/>
                <a:cxnLst/>
                <a:rect l="l" t="t" r="r" b="b"/>
                <a:pathLst>
                  <a:path w="471" h="317" extrusionOk="0">
                    <a:moveTo>
                      <a:pt x="438" y="222"/>
                    </a:moveTo>
                    <a:lnTo>
                      <a:pt x="438" y="234"/>
                    </a:lnTo>
                    <a:lnTo>
                      <a:pt x="428" y="234"/>
                    </a:lnTo>
                    <a:lnTo>
                      <a:pt x="409" y="234"/>
                    </a:lnTo>
                    <a:lnTo>
                      <a:pt x="397" y="213"/>
                    </a:lnTo>
                    <a:lnTo>
                      <a:pt x="378" y="204"/>
                    </a:lnTo>
                    <a:lnTo>
                      <a:pt x="367" y="204"/>
                    </a:lnTo>
                    <a:lnTo>
                      <a:pt x="367" y="213"/>
                    </a:lnTo>
                    <a:lnTo>
                      <a:pt x="378" y="213"/>
                    </a:lnTo>
                    <a:lnTo>
                      <a:pt x="367" y="213"/>
                    </a:lnTo>
                    <a:lnTo>
                      <a:pt x="367" y="222"/>
                    </a:lnTo>
                    <a:lnTo>
                      <a:pt x="378" y="222"/>
                    </a:lnTo>
                    <a:lnTo>
                      <a:pt x="378" y="234"/>
                    </a:lnTo>
                    <a:lnTo>
                      <a:pt x="388" y="234"/>
                    </a:lnTo>
                    <a:lnTo>
                      <a:pt x="397" y="234"/>
                    </a:lnTo>
                    <a:lnTo>
                      <a:pt x="397" y="244"/>
                    </a:lnTo>
                    <a:lnTo>
                      <a:pt x="409" y="244"/>
                    </a:lnTo>
                    <a:lnTo>
                      <a:pt x="419" y="244"/>
                    </a:lnTo>
                    <a:lnTo>
                      <a:pt x="419" y="253"/>
                    </a:lnTo>
                    <a:lnTo>
                      <a:pt x="419" y="265"/>
                    </a:lnTo>
                    <a:lnTo>
                      <a:pt x="419" y="275"/>
                    </a:lnTo>
                    <a:lnTo>
                      <a:pt x="419" y="286"/>
                    </a:lnTo>
                    <a:lnTo>
                      <a:pt x="419" y="296"/>
                    </a:lnTo>
                    <a:lnTo>
                      <a:pt x="397" y="286"/>
                    </a:lnTo>
                    <a:lnTo>
                      <a:pt x="378" y="275"/>
                    </a:lnTo>
                    <a:lnTo>
                      <a:pt x="355" y="265"/>
                    </a:lnTo>
                    <a:lnTo>
                      <a:pt x="367" y="286"/>
                    </a:lnTo>
                    <a:lnTo>
                      <a:pt x="388" y="296"/>
                    </a:lnTo>
                    <a:lnTo>
                      <a:pt x="388" y="305"/>
                    </a:lnTo>
                    <a:lnTo>
                      <a:pt x="388" y="317"/>
                    </a:lnTo>
                    <a:lnTo>
                      <a:pt x="388" y="305"/>
                    </a:lnTo>
                    <a:lnTo>
                      <a:pt x="367" y="296"/>
                    </a:lnTo>
                    <a:lnTo>
                      <a:pt x="355" y="296"/>
                    </a:lnTo>
                    <a:lnTo>
                      <a:pt x="345" y="296"/>
                    </a:lnTo>
                    <a:lnTo>
                      <a:pt x="315" y="296"/>
                    </a:lnTo>
                    <a:lnTo>
                      <a:pt x="305" y="286"/>
                    </a:lnTo>
                    <a:lnTo>
                      <a:pt x="305" y="265"/>
                    </a:lnTo>
                    <a:lnTo>
                      <a:pt x="284" y="265"/>
                    </a:lnTo>
                    <a:lnTo>
                      <a:pt x="272" y="253"/>
                    </a:lnTo>
                    <a:lnTo>
                      <a:pt x="251" y="244"/>
                    </a:lnTo>
                    <a:lnTo>
                      <a:pt x="251" y="253"/>
                    </a:lnTo>
                    <a:lnTo>
                      <a:pt x="241" y="244"/>
                    </a:lnTo>
                    <a:lnTo>
                      <a:pt x="232" y="244"/>
                    </a:lnTo>
                    <a:lnTo>
                      <a:pt x="220" y="253"/>
                    </a:lnTo>
                    <a:lnTo>
                      <a:pt x="199" y="244"/>
                    </a:lnTo>
                    <a:lnTo>
                      <a:pt x="199" y="234"/>
                    </a:lnTo>
                    <a:lnTo>
                      <a:pt x="210" y="234"/>
                    </a:lnTo>
                    <a:lnTo>
                      <a:pt x="220" y="234"/>
                    </a:lnTo>
                    <a:lnTo>
                      <a:pt x="232" y="234"/>
                    </a:lnTo>
                    <a:lnTo>
                      <a:pt x="241" y="234"/>
                    </a:lnTo>
                    <a:lnTo>
                      <a:pt x="251" y="234"/>
                    </a:lnTo>
                    <a:lnTo>
                      <a:pt x="263" y="234"/>
                    </a:lnTo>
                    <a:lnTo>
                      <a:pt x="272" y="222"/>
                    </a:lnTo>
                    <a:lnTo>
                      <a:pt x="263" y="222"/>
                    </a:lnTo>
                    <a:lnTo>
                      <a:pt x="263" y="213"/>
                    </a:lnTo>
                    <a:lnTo>
                      <a:pt x="251" y="213"/>
                    </a:lnTo>
                    <a:lnTo>
                      <a:pt x="263" y="204"/>
                    </a:lnTo>
                    <a:lnTo>
                      <a:pt x="272" y="204"/>
                    </a:lnTo>
                    <a:lnTo>
                      <a:pt x="284" y="204"/>
                    </a:lnTo>
                    <a:lnTo>
                      <a:pt x="284" y="194"/>
                    </a:lnTo>
                    <a:lnTo>
                      <a:pt x="284" y="185"/>
                    </a:lnTo>
                    <a:lnTo>
                      <a:pt x="284" y="163"/>
                    </a:lnTo>
                    <a:lnTo>
                      <a:pt x="263" y="142"/>
                    </a:lnTo>
                    <a:lnTo>
                      <a:pt x="241" y="132"/>
                    </a:lnTo>
                    <a:lnTo>
                      <a:pt x="241" y="142"/>
                    </a:lnTo>
                    <a:lnTo>
                      <a:pt x="232" y="142"/>
                    </a:lnTo>
                    <a:lnTo>
                      <a:pt x="220" y="142"/>
                    </a:lnTo>
                    <a:lnTo>
                      <a:pt x="220" y="132"/>
                    </a:lnTo>
                    <a:lnTo>
                      <a:pt x="232" y="132"/>
                    </a:lnTo>
                    <a:lnTo>
                      <a:pt x="220" y="121"/>
                    </a:lnTo>
                    <a:lnTo>
                      <a:pt x="210" y="102"/>
                    </a:lnTo>
                    <a:lnTo>
                      <a:pt x="189" y="102"/>
                    </a:lnTo>
                    <a:lnTo>
                      <a:pt x="177" y="102"/>
                    </a:lnTo>
                    <a:lnTo>
                      <a:pt x="177" y="111"/>
                    </a:lnTo>
                    <a:lnTo>
                      <a:pt x="168" y="121"/>
                    </a:lnTo>
                    <a:lnTo>
                      <a:pt x="158" y="121"/>
                    </a:lnTo>
                    <a:lnTo>
                      <a:pt x="158" y="111"/>
                    </a:lnTo>
                    <a:lnTo>
                      <a:pt x="137" y="102"/>
                    </a:lnTo>
                    <a:lnTo>
                      <a:pt x="106" y="111"/>
                    </a:lnTo>
                    <a:lnTo>
                      <a:pt x="73" y="111"/>
                    </a:lnTo>
                    <a:lnTo>
                      <a:pt x="73" y="102"/>
                    </a:lnTo>
                    <a:lnTo>
                      <a:pt x="64" y="102"/>
                    </a:lnTo>
                    <a:lnTo>
                      <a:pt x="54" y="102"/>
                    </a:lnTo>
                    <a:lnTo>
                      <a:pt x="43" y="102"/>
                    </a:lnTo>
                    <a:lnTo>
                      <a:pt x="33" y="102"/>
                    </a:lnTo>
                    <a:lnTo>
                      <a:pt x="24" y="90"/>
                    </a:lnTo>
                    <a:lnTo>
                      <a:pt x="12" y="80"/>
                    </a:lnTo>
                    <a:lnTo>
                      <a:pt x="24" y="80"/>
                    </a:lnTo>
                    <a:lnTo>
                      <a:pt x="33" y="80"/>
                    </a:lnTo>
                    <a:lnTo>
                      <a:pt x="43" y="80"/>
                    </a:lnTo>
                    <a:lnTo>
                      <a:pt x="43" y="71"/>
                    </a:lnTo>
                    <a:lnTo>
                      <a:pt x="33" y="71"/>
                    </a:lnTo>
                    <a:lnTo>
                      <a:pt x="12" y="71"/>
                    </a:lnTo>
                    <a:lnTo>
                      <a:pt x="12" y="59"/>
                    </a:lnTo>
                    <a:lnTo>
                      <a:pt x="0" y="59"/>
                    </a:lnTo>
                    <a:lnTo>
                      <a:pt x="12" y="40"/>
                    </a:lnTo>
                    <a:lnTo>
                      <a:pt x="12" y="28"/>
                    </a:lnTo>
                    <a:lnTo>
                      <a:pt x="12" y="19"/>
                    </a:lnTo>
                    <a:lnTo>
                      <a:pt x="33" y="0"/>
                    </a:lnTo>
                    <a:lnTo>
                      <a:pt x="43" y="0"/>
                    </a:lnTo>
                    <a:lnTo>
                      <a:pt x="64" y="0"/>
                    </a:lnTo>
                    <a:lnTo>
                      <a:pt x="73" y="0"/>
                    </a:lnTo>
                    <a:lnTo>
                      <a:pt x="73" y="9"/>
                    </a:lnTo>
                    <a:lnTo>
                      <a:pt x="64" y="19"/>
                    </a:lnTo>
                    <a:lnTo>
                      <a:pt x="54" y="28"/>
                    </a:lnTo>
                    <a:lnTo>
                      <a:pt x="54" y="40"/>
                    </a:lnTo>
                    <a:lnTo>
                      <a:pt x="64" y="40"/>
                    </a:lnTo>
                    <a:lnTo>
                      <a:pt x="64" y="50"/>
                    </a:lnTo>
                    <a:lnTo>
                      <a:pt x="73" y="50"/>
                    </a:lnTo>
                    <a:lnTo>
                      <a:pt x="73" y="40"/>
                    </a:lnTo>
                    <a:lnTo>
                      <a:pt x="73" y="28"/>
                    </a:lnTo>
                    <a:lnTo>
                      <a:pt x="85" y="9"/>
                    </a:lnTo>
                    <a:lnTo>
                      <a:pt x="116" y="0"/>
                    </a:lnTo>
                    <a:lnTo>
                      <a:pt x="137" y="0"/>
                    </a:lnTo>
                    <a:lnTo>
                      <a:pt x="147" y="0"/>
                    </a:lnTo>
                    <a:lnTo>
                      <a:pt x="147" y="19"/>
                    </a:lnTo>
                    <a:lnTo>
                      <a:pt x="158" y="40"/>
                    </a:lnTo>
                    <a:lnTo>
                      <a:pt x="168" y="40"/>
                    </a:lnTo>
                    <a:lnTo>
                      <a:pt x="177" y="40"/>
                    </a:lnTo>
                    <a:lnTo>
                      <a:pt x="189" y="40"/>
                    </a:lnTo>
                    <a:lnTo>
                      <a:pt x="199" y="40"/>
                    </a:lnTo>
                    <a:lnTo>
                      <a:pt x="210" y="28"/>
                    </a:lnTo>
                    <a:lnTo>
                      <a:pt x="220" y="28"/>
                    </a:lnTo>
                    <a:lnTo>
                      <a:pt x="232" y="40"/>
                    </a:lnTo>
                    <a:lnTo>
                      <a:pt x="251" y="40"/>
                    </a:lnTo>
                    <a:lnTo>
                      <a:pt x="251" y="50"/>
                    </a:lnTo>
                    <a:lnTo>
                      <a:pt x="263" y="59"/>
                    </a:lnTo>
                    <a:lnTo>
                      <a:pt x="284" y="71"/>
                    </a:lnTo>
                    <a:lnTo>
                      <a:pt x="293" y="71"/>
                    </a:lnTo>
                    <a:lnTo>
                      <a:pt x="305" y="71"/>
                    </a:lnTo>
                    <a:lnTo>
                      <a:pt x="315" y="71"/>
                    </a:lnTo>
                    <a:lnTo>
                      <a:pt x="324" y="80"/>
                    </a:lnTo>
                    <a:lnTo>
                      <a:pt x="345" y="90"/>
                    </a:lnTo>
                    <a:lnTo>
                      <a:pt x="355" y="90"/>
                    </a:lnTo>
                    <a:lnTo>
                      <a:pt x="355" y="102"/>
                    </a:lnTo>
                    <a:lnTo>
                      <a:pt x="367" y="102"/>
                    </a:lnTo>
                    <a:lnTo>
                      <a:pt x="378" y="102"/>
                    </a:lnTo>
                    <a:lnTo>
                      <a:pt x="388" y="111"/>
                    </a:lnTo>
                    <a:lnTo>
                      <a:pt x="378" y="111"/>
                    </a:lnTo>
                    <a:lnTo>
                      <a:pt x="367" y="121"/>
                    </a:lnTo>
                    <a:lnTo>
                      <a:pt x="355" y="121"/>
                    </a:lnTo>
                    <a:lnTo>
                      <a:pt x="367" y="121"/>
                    </a:lnTo>
                    <a:lnTo>
                      <a:pt x="378" y="121"/>
                    </a:lnTo>
                    <a:lnTo>
                      <a:pt x="388" y="121"/>
                    </a:lnTo>
                    <a:lnTo>
                      <a:pt x="388" y="132"/>
                    </a:lnTo>
                    <a:lnTo>
                      <a:pt x="378" y="132"/>
                    </a:lnTo>
                    <a:lnTo>
                      <a:pt x="367" y="142"/>
                    </a:lnTo>
                    <a:lnTo>
                      <a:pt x="378" y="142"/>
                    </a:lnTo>
                    <a:lnTo>
                      <a:pt x="388" y="142"/>
                    </a:lnTo>
                    <a:lnTo>
                      <a:pt x="388" y="154"/>
                    </a:lnTo>
                    <a:lnTo>
                      <a:pt x="397" y="163"/>
                    </a:lnTo>
                    <a:lnTo>
                      <a:pt x="409" y="173"/>
                    </a:lnTo>
                    <a:lnTo>
                      <a:pt x="419" y="173"/>
                    </a:lnTo>
                    <a:lnTo>
                      <a:pt x="419" y="185"/>
                    </a:lnTo>
                    <a:lnTo>
                      <a:pt x="428" y="185"/>
                    </a:lnTo>
                    <a:lnTo>
                      <a:pt x="438" y="185"/>
                    </a:lnTo>
                    <a:lnTo>
                      <a:pt x="449" y="194"/>
                    </a:lnTo>
                    <a:lnTo>
                      <a:pt x="461" y="194"/>
                    </a:lnTo>
                    <a:lnTo>
                      <a:pt x="461" y="204"/>
                    </a:lnTo>
                    <a:lnTo>
                      <a:pt x="471" y="204"/>
                    </a:lnTo>
                    <a:lnTo>
                      <a:pt x="461" y="204"/>
                    </a:lnTo>
                    <a:lnTo>
                      <a:pt x="461" y="213"/>
                    </a:lnTo>
                    <a:lnTo>
                      <a:pt x="461" y="222"/>
                    </a:lnTo>
                    <a:lnTo>
                      <a:pt x="449" y="222"/>
                    </a:lnTo>
                    <a:lnTo>
                      <a:pt x="438" y="222"/>
                    </a:lnTo>
                    <a:lnTo>
                      <a:pt x="438" y="222"/>
                    </a:lnTo>
                    <a:lnTo>
                      <a:pt x="438" y="22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56" name="Google Shape;1356;p206"/>
              <p:cNvSpPr/>
              <p:nvPr/>
            </p:nvSpPr>
            <p:spPr>
              <a:xfrm>
                <a:off x="2296" y="1484"/>
                <a:ext cx="471" cy="317"/>
              </a:xfrm>
              <a:custGeom>
                <a:avLst/>
                <a:gdLst/>
                <a:ahLst/>
                <a:cxnLst/>
                <a:rect l="l" t="t" r="r" b="b"/>
                <a:pathLst>
                  <a:path w="471" h="317" extrusionOk="0">
                    <a:moveTo>
                      <a:pt x="438" y="222"/>
                    </a:moveTo>
                    <a:lnTo>
                      <a:pt x="438" y="234"/>
                    </a:lnTo>
                    <a:lnTo>
                      <a:pt x="428" y="234"/>
                    </a:lnTo>
                    <a:lnTo>
                      <a:pt x="409" y="234"/>
                    </a:lnTo>
                    <a:lnTo>
                      <a:pt x="397" y="213"/>
                    </a:lnTo>
                    <a:lnTo>
                      <a:pt x="378" y="204"/>
                    </a:lnTo>
                    <a:lnTo>
                      <a:pt x="367" y="204"/>
                    </a:lnTo>
                    <a:lnTo>
                      <a:pt x="367" y="213"/>
                    </a:lnTo>
                    <a:lnTo>
                      <a:pt x="378" y="213"/>
                    </a:lnTo>
                    <a:lnTo>
                      <a:pt x="367" y="213"/>
                    </a:lnTo>
                    <a:lnTo>
                      <a:pt x="367" y="222"/>
                    </a:lnTo>
                    <a:lnTo>
                      <a:pt x="378" y="222"/>
                    </a:lnTo>
                    <a:lnTo>
                      <a:pt x="378" y="234"/>
                    </a:lnTo>
                    <a:lnTo>
                      <a:pt x="388" y="234"/>
                    </a:lnTo>
                    <a:lnTo>
                      <a:pt x="397" y="234"/>
                    </a:lnTo>
                    <a:lnTo>
                      <a:pt x="397" y="244"/>
                    </a:lnTo>
                    <a:lnTo>
                      <a:pt x="409" y="244"/>
                    </a:lnTo>
                    <a:lnTo>
                      <a:pt x="419" y="244"/>
                    </a:lnTo>
                    <a:lnTo>
                      <a:pt x="419" y="253"/>
                    </a:lnTo>
                    <a:lnTo>
                      <a:pt x="419" y="265"/>
                    </a:lnTo>
                    <a:lnTo>
                      <a:pt x="419" y="275"/>
                    </a:lnTo>
                    <a:lnTo>
                      <a:pt x="419" y="286"/>
                    </a:lnTo>
                    <a:lnTo>
                      <a:pt x="419" y="296"/>
                    </a:lnTo>
                    <a:lnTo>
                      <a:pt x="397" y="286"/>
                    </a:lnTo>
                    <a:lnTo>
                      <a:pt x="378" y="275"/>
                    </a:lnTo>
                    <a:lnTo>
                      <a:pt x="355" y="265"/>
                    </a:lnTo>
                    <a:lnTo>
                      <a:pt x="367" y="286"/>
                    </a:lnTo>
                    <a:lnTo>
                      <a:pt x="388" y="296"/>
                    </a:lnTo>
                    <a:lnTo>
                      <a:pt x="388" y="305"/>
                    </a:lnTo>
                    <a:lnTo>
                      <a:pt x="388" y="317"/>
                    </a:lnTo>
                    <a:lnTo>
                      <a:pt x="388" y="305"/>
                    </a:lnTo>
                    <a:lnTo>
                      <a:pt x="367" y="296"/>
                    </a:lnTo>
                    <a:lnTo>
                      <a:pt x="355" y="296"/>
                    </a:lnTo>
                    <a:lnTo>
                      <a:pt x="345" y="296"/>
                    </a:lnTo>
                    <a:lnTo>
                      <a:pt x="315" y="296"/>
                    </a:lnTo>
                    <a:lnTo>
                      <a:pt x="305" y="286"/>
                    </a:lnTo>
                    <a:lnTo>
                      <a:pt x="305" y="265"/>
                    </a:lnTo>
                    <a:lnTo>
                      <a:pt x="284" y="265"/>
                    </a:lnTo>
                    <a:lnTo>
                      <a:pt x="272" y="253"/>
                    </a:lnTo>
                    <a:lnTo>
                      <a:pt x="251" y="244"/>
                    </a:lnTo>
                    <a:lnTo>
                      <a:pt x="251" y="253"/>
                    </a:lnTo>
                    <a:lnTo>
                      <a:pt x="241" y="244"/>
                    </a:lnTo>
                    <a:lnTo>
                      <a:pt x="232" y="244"/>
                    </a:lnTo>
                    <a:lnTo>
                      <a:pt x="220" y="253"/>
                    </a:lnTo>
                    <a:lnTo>
                      <a:pt x="199" y="244"/>
                    </a:lnTo>
                    <a:lnTo>
                      <a:pt x="199" y="234"/>
                    </a:lnTo>
                    <a:lnTo>
                      <a:pt x="210" y="234"/>
                    </a:lnTo>
                    <a:lnTo>
                      <a:pt x="220" y="234"/>
                    </a:lnTo>
                    <a:lnTo>
                      <a:pt x="232" y="234"/>
                    </a:lnTo>
                    <a:lnTo>
                      <a:pt x="241" y="234"/>
                    </a:lnTo>
                    <a:lnTo>
                      <a:pt x="251" y="234"/>
                    </a:lnTo>
                    <a:lnTo>
                      <a:pt x="263" y="234"/>
                    </a:lnTo>
                    <a:lnTo>
                      <a:pt x="272" y="222"/>
                    </a:lnTo>
                    <a:lnTo>
                      <a:pt x="263" y="222"/>
                    </a:lnTo>
                    <a:lnTo>
                      <a:pt x="263" y="213"/>
                    </a:lnTo>
                    <a:lnTo>
                      <a:pt x="251" y="213"/>
                    </a:lnTo>
                    <a:lnTo>
                      <a:pt x="263" y="204"/>
                    </a:lnTo>
                    <a:lnTo>
                      <a:pt x="272" y="204"/>
                    </a:lnTo>
                    <a:lnTo>
                      <a:pt x="284" y="204"/>
                    </a:lnTo>
                    <a:lnTo>
                      <a:pt x="284" y="194"/>
                    </a:lnTo>
                    <a:lnTo>
                      <a:pt x="284" y="185"/>
                    </a:lnTo>
                    <a:lnTo>
                      <a:pt x="284" y="163"/>
                    </a:lnTo>
                    <a:lnTo>
                      <a:pt x="263" y="142"/>
                    </a:lnTo>
                    <a:lnTo>
                      <a:pt x="241" y="132"/>
                    </a:lnTo>
                    <a:lnTo>
                      <a:pt x="241" y="142"/>
                    </a:lnTo>
                    <a:lnTo>
                      <a:pt x="232" y="142"/>
                    </a:lnTo>
                    <a:lnTo>
                      <a:pt x="220" y="142"/>
                    </a:lnTo>
                    <a:lnTo>
                      <a:pt x="220" y="132"/>
                    </a:lnTo>
                    <a:lnTo>
                      <a:pt x="232" y="132"/>
                    </a:lnTo>
                    <a:lnTo>
                      <a:pt x="220" y="121"/>
                    </a:lnTo>
                    <a:lnTo>
                      <a:pt x="210" y="102"/>
                    </a:lnTo>
                    <a:lnTo>
                      <a:pt x="189" y="102"/>
                    </a:lnTo>
                    <a:lnTo>
                      <a:pt x="177" y="102"/>
                    </a:lnTo>
                    <a:lnTo>
                      <a:pt x="177" y="111"/>
                    </a:lnTo>
                    <a:lnTo>
                      <a:pt x="168" y="121"/>
                    </a:lnTo>
                    <a:lnTo>
                      <a:pt x="158" y="121"/>
                    </a:lnTo>
                    <a:lnTo>
                      <a:pt x="158" y="111"/>
                    </a:lnTo>
                    <a:lnTo>
                      <a:pt x="137" y="102"/>
                    </a:lnTo>
                    <a:lnTo>
                      <a:pt x="106" y="111"/>
                    </a:lnTo>
                    <a:lnTo>
                      <a:pt x="73" y="111"/>
                    </a:lnTo>
                    <a:lnTo>
                      <a:pt x="73" y="102"/>
                    </a:lnTo>
                    <a:lnTo>
                      <a:pt x="64" y="102"/>
                    </a:lnTo>
                    <a:lnTo>
                      <a:pt x="54" y="102"/>
                    </a:lnTo>
                    <a:lnTo>
                      <a:pt x="43" y="102"/>
                    </a:lnTo>
                    <a:lnTo>
                      <a:pt x="33" y="102"/>
                    </a:lnTo>
                    <a:lnTo>
                      <a:pt x="24" y="90"/>
                    </a:lnTo>
                    <a:lnTo>
                      <a:pt x="12" y="80"/>
                    </a:lnTo>
                    <a:lnTo>
                      <a:pt x="24" y="80"/>
                    </a:lnTo>
                    <a:lnTo>
                      <a:pt x="33" y="80"/>
                    </a:lnTo>
                    <a:lnTo>
                      <a:pt x="43" y="80"/>
                    </a:lnTo>
                    <a:lnTo>
                      <a:pt x="43" y="71"/>
                    </a:lnTo>
                    <a:lnTo>
                      <a:pt x="33" y="71"/>
                    </a:lnTo>
                    <a:lnTo>
                      <a:pt x="12" y="71"/>
                    </a:lnTo>
                    <a:lnTo>
                      <a:pt x="12" y="59"/>
                    </a:lnTo>
                    <a:lnTo>
                      <a:pt x="0" y="59"/>
                    </a:lnTo>
                    <a:lnTo>
                      <a:pt x="12" y="40"/>
                    </a:lnTo>
                    <a:lnTo>
                      <a:pt x="12" y="28"/>
                    </a:lnTo>
                    <a:lnTo>
                      <a:pt x="12" y="19"/>
                    </a:lnTo>
                    <a:lnTo>
                      <a:pt x="33" y="0"/>
                    </a:lnTo>
                    <a:lnTo>
                      <a:pt x="43" y="0"/>
                    </a:lnTo>
                    <a:lnTo>
                      <a:pt x="64" y="0"/>
                    </a:lnTo>
                    <a:lnTo>
                      <a:pt x="73" y="0"/>
                    </a:lnTo>
                    <a:lnTo>
                      <a:pt x="73" y="9"/>
                    </a:lnTo>
                    <a:lnTo>
                      <a:pt x="64" y="19"/>
                    </a:lnTo>
                    <a:lnTo>
                      <a:pt x="54" y="28"/>
                    </a:lnTo>
                    <a:lnTo>
                      <a:pt x="54" y="40"/>
                    </a:lnTo>
                    <a:lnTo>
                      <a:pt x="64" y="40"/>
                    </a:lnTo>
                    <a:lnTo>
                      <a:pt x="64" y="50"/>
                    </a:lnTo>
                    <a:lnTo>
                      <a:pt x="73" y="50"/>
                    </a:lnTo>
                    <a:lnTo>
                      <a:pt x="73" y="40"/>
                    </a:lnTo>
                    <a:lnTo>
                      <a:pt x="73" y="28"/>
                    </a:lnTo>
                    <a:lnTo>
                      <a:pt x="85" y="9"/>
                    </a:lnTo>
                    <a:lnTo>
                      <a:pt x="116" y="0"/>
                    </a:lnTo>
                    <a:lnTo>
                      <a:pt x="137" y="0"/>
                    </a:lnTo>
                    <a:lnTo>
                      <a:pt x="147" y="0"/>
                    </a:lnTo>
                    <a:lnTo>
                      <a:pt x="147" y="19"/>
                    </a:lnTo>
                    <a:lnTo>
                      <a:pt x="158" y="40"/>
                    </a:lnTo>
                    <a:lnTo>
                      <a:pt x="168" y="40"/>
                    </a:lnTo>
                    <a:lnTo>
                      <a:pt x="177" y="40"/>
                    </a:lnTo>
                    <a:lnTo>
                      <a:pt x="189" y="40"/>
                    </a:lnTo>
                    <a:lnTo>
                      <a:pt x="199" y="40"/>
                    </a:lnTo>
                    <a:lnTo>
                      <a:pt x="210" y="28"/>
                    </a:lnTo>
                    <a:lnTo>
                      <a:pt x="220" y="28"/>
                    </a:lnTo>
                    <a:lnTo>
                      <a:pt x="232" y="40"/>
                    </a:lnTo>
                    <a:lnTo>
                      <a:pt x="251" y="40"/>
                    </a:lnTo>
                    <a:lnTo>
                      <a:pt x="251" y="50"/>
                    </a:lnTo>
                    <a:lnTo>
                      <a:pt x="263" y="59"/>
                    </a:lnTo>
                    <a:lnTo>
                      <a:pt x="284" y="71"/>
                    </a:lnTo>
                    <a:lnTo>
                      <a:pt x="293" y="71"/>
                    </a:lnTo>
                    <a:lnTo>
                      <a:pt x="305" y="71"/>
                    </a:lnTo>
                    <a:lnTo>
                      <a:pt x="315" y="71"/>
                    </a:lnTo>
                    <a:lnTo>
                      <a:pt x="324" y="80"/>
                    </a:lnTo>
                    <a:lnTo>
                      <a:pt x="345" y="90"/>
                    </a:lnTo>
                    <a:lnTo>
                      <a:pt x="355" y="90"/>
                    </a:lnTo>
                    <a:lnTo>
                      <a:pt x="355" y="102"/>
                    </a:lnTo>
                    <a:lnTo>
                      <a:pt x="367" y="102"/>
                    </a:lnTo>
                    <a:lnTo>
                      <a:pt x="378" y="102"/>
                    </a:lnTo>
                    <a:lnTo>
                      <a:pt x="388" y="111"/>
                    </a:lnTo>
                    <a:lnTo>
                      <a:pt x="378" y="111"/>
                    </a:lnTo>
                    <a:lnTo>
                      <a:pt x="367" y="121"/>
                    </a:lnTo>
                    <a:lnTo>
                      <a:pt x="355" y="121"/>
                    </a:lnTo>
                    <a:lnTo>
                      <a:pt x="367" y="121"/>
                    </a:lnTo>
                    <a:lnTo>
                      <a:pt x="378" y="121"/>
                    </a:lnTo>
                    <a:lnTo>
                      <a:pt x="388" y="121"/>
                    </a:lnTo>
                    <a:lnTo>
                      <a:pt x="388" y="132"/>
                    </a:lnTo>
                    <a:lnTo>
                      <a:pt x="378" y="132"/>
                    </a:lnTo>
                    <a:lnTo>
                      <a:pt x="367" y="142"/>
                    </a:lnTo>
                    <a:lnTo>
                      <a:pt x="378" y="142"/>
                    </a:lnTo>
                    <a:lnTo>
                      <a:pt x="388" y="142"/>
                    </a:lnTo>
                    <a:lnTo>
                      <a:pt x="388" y="154"/>
                    </a:lnTo>
                    <a:lnTo>
                      <a:pt x="397" y="163"/>
                    </a:lnTo>
                    <a:lnTo>
                      <a:pt x="409" y="173"/>
                    </a:lnTo>
                    <a:lnTo>
                      <a:pt x="419" y="173"/>
                    </a:lnTo>
                    <a:lnTo>
                      <a:pt x="419" y="185"/>
                    </a:lnTo>
                    <a:lnTo>
                      <a:pt x="428" y="185"/>
                    </a:lnTo>
                    <a:lnTo>
                      <a:pt x="438" y="185"/>
                    </a:lnTo>
                    <a:lnTo>
                      <a:pt x="449" y="194"/>
                    </a:lnTo>
                    <a:lnTo>
                      <a:pt x="461" y="194"/>
                    </a:lnTo>
                    <a:lnTo>
                      <a:pt x="461" y="204"/>
                    </a:lnTo>
                    <a:lnTo>
                      <a:pt x="471" y="204"/>
                    </a:lnTo>
                    <a:lnTo>
                      <a:pt x="461" y="204"/>
                    </a:lnTo>
                    <a:lnTo>
                      <a:pt x="461" y="213"/>
                    </a:lnTo>
                    <a:lnTo>
                      <a:pt x="461" y="222"/>
                    </a:lnTo>
                    <a:lnTo>
                      <a:pt x="449" y="222"/>
                    </a:lnTo>
                    <a:lnTo>
                      <a:pt x="438" y="222"/>
                    </a:lnTo>
                    <a:lnTo>
                      <a:pt x="438" y="222"/>
                    </a:lnTo>
                    <a:lnTo>
                      <a:pt x="438" y="22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57" name="Google Shape;1357;p206"/>
              <p:cNvSpPr/>
              <p:nvPr/>
            </p:nvSpPr>
            <p:spPr>
              <a:xfrm>
                <a:off x="2577" y="1126"/>
                <a:ext cx="956" cy="713"/>
              </a:xfrm>
              <a:custGeom>
                <a:avLst/>
                <a:gdLst/>
                <a:ahLst/>
                <a:cxnLst/>
                <a:rect l="l" t="t" r="r" b="b"/>
                <a:pathLst>
                  <a:path w="956" h="713" extrusionOk="0">
                    <a:moveTo>
                      <a:pt x="322" y="500"/>
                    </a:moveTo>
                    <a:lnTo>
                      <a:pt x="332" y="500"/>
                    </a:lnTo>
                    <a:lnTo>
                      <a:pt x="332" y="490"/>
                    </a:lnTo>
                    <a:lnTo>
                      <a:pt x="343" y="479"/>
                    </a:lnTo>
                    <a:lnTo>
                      <a:pt x="355" y="460"/>
                    </a:lnTo>
                    <a:lnTo>
                      <a:pt x="332" y="460"/>
                    </a:lnTo>
                    <a:lnTo>
                      <a:pt x="301" y="460"/>
                    </a:lnTo>
                    <a:lnTo>
                      <a:pt x="291" y="438"/>
                    </a:lnTo>
                    <a:lnTo>
                      <a:pt x="301" y="438"/>
                    </a:lnTo>
                    <a:lnTo>
                      <a:pt x="313" y="448"/>
                    </a:lnTo>
                    <a:lnTo>
                      <a:pt x="322" y="448"/>
                    </a:lnTo>
                    <a:lnTo>
                      <a:pt x="332" y="448"/>
                    </a:lnTo>
                    <a:lnTo>
                      <a:pt x="332" y="438"/>
                    </a:lnTo>
                    <a:lnTo>
                      <a:pt x="332" y="429"/>
                    </a:lnTo>
                    <a:lnTo>
                      <a:pt x="313" y="417"/>
                    </a:lnTo>
                    <a:lnTo>
                      <a:pt x="301" y="408"/>
                    </a:lnTo>
                    <a:lnTo>
                      <a:pt x="301" y="417"/>
                    </a:lnTo>
                    <a:lnTo>
                      <a:pt x="291" y="417"/>
                    </a:lnTo>
                    <a:lnTo>
                      <a:pt x="282" y="429"/>
                    </a:lnTo>
                    <a:lnTo>
                      <a:pt x="270" y="417"/>
                    </a:lnTo>
                    <a:lnTo>
                      <a:pt x="270" y="408"/>
                    </a:lnTo>
                    <a:lnTo>
                      <a:pt x="270" y="398"/>
                    </a:lnTo>
                    <a:lnTo>
                      <a:pt x="282" y="398"/>
                    </a:lnTo>
                    <a:lnTo>
                      <a:pt x="282" y="386"/>
                    </a:lnTo>
                    <a:lnTo>
                      <a:pt x="270" y="377"/>
                    </a:lnTo>
                    <a:lnTo>
                      <a:pt x="270" y="367"/>
                    </a:lnTo>
                    <a:lnTo>
                      <a:pt x="270" y="348"/>
                    </a:lnTo>
                    <a:lnTo>
                      <a:pt x="249" y="325"/>
                    </a:lnTo>
                    <a:lnTo>
                      <a:pt x="239" y="306"/>
                    </a:lnTo>
                    <a:lnTo>
                      <a:pt x="209" y="296"/>
                    </a:lnTo>
                    <a:lnTo>
                      <a:pt x="187" y="275"/>
                    </a:lnTo>
                    <a:lnTo>
                      <a:pt x="157" y="275"/>
                    </a:lnTo>
                    <a:lnTo>
                      <a:pt x="145" y="275"/>
                    </a:lnTo>
                    <a:lnTo>
                      <a:pt x="135" y="275"/>
                    </a:lnTo>
                    <a:lnTo>
                      <a:pt x="126" y="285"/>
                    </a:lnTo>
                    <a:lnTo>
                      <a:pt x="114" y="285"/>
                    </a:lnTo>
                    <a:lnTo>
                      <a:pt x="114" y="275"/>
                    </a:lnTo>
                    <a:lnTo>
                      <a:pt x="104" y="275"/>
                    </a:lnTo>
                    <a:lnTo>
                      <a:pt x="104" y="285"/>
                    </a:lnTo>
                    <a:lnTo>
                      <a:pt x="93" y="285"/>
                    </a:lnTo>
                    <a:lnTo>
                      <a:pt x="83" y="285"/>
                    </a:lnTo>
                    <a:lnTo>
                      <a:pt x="71" y="275"/>
                    </a:lnTo>
                    <a:lnTo>
                      <a:pt x="62" y="275"/>
                    </a:lnTo>
                    <a:lnTo>
                      <a:pt x="62" y="266"/>
                    </a:lnTo>
                    <a:lnTo>
                      <a:pt x="71" y="266"/>
                    </a:lnTo>
                    <a:lnTo>
                      <a:pt x="71" y="254"/>
                    </a:lnTo>
                    <a:lnTo>
                      <a:pt x="62" y="254"/>
                    </a:lnTo>
                    <a:lnTo>
                      <a:pt x="52" y="254"/>
                    </a:lnTo>
                    <a:lnTo>
                      <a:pt x="43" y="254"/>
                    </a:lnTo>
                    <a:lnTo>
                      <a:pt x="31" y="254"/>
                    </a:lnTo>
                    <a:lnTo>
                      <a:pt x="31" y="244"/>
                    </a:lnTo>
                    <a:lnTo>
                      <a:pt x="43" y="244"/>
                    </a:lnTo>
                    <a:lnTo>
                      <a:pt x="52" y="244"/>
                    </a:lnTo>
                    <a:lnTo>
                      <a:pt x="62" y="244"/>
                    </a:lnTo>
                    <a:lnTo>
                      <a:pt x="71" y="244"/>
                    </a:lnTo>
                    <a:lnTo>
                      <a:pt x="71" y="235"/>
                    </a:lnTo>
                    <a:lnTo>
                      <a:pt x="93" y="235"/>
                    </a:lnTo>
                    <a:lnTo>
                      <a:pt x="104" y="235"/>
                    </a:lnTo>
                    <a:lnTo>
                      <a:pt x="104" y="223"/>
                    </a:lnTo>
                    <a:lnTo>
                      <a:pt x="93" y="223"/>
                    </a:lnTo>
                    <a:lnTo>
                      <a:pt x="83" y="223"/>
                    </a:lnTo>
                    <a:lnTo>
                      <a:pt x="71" y="223"/>
                    </a:lnTo>
                    <a:lnTo>
                      <a:pt x="62" y="223"/>
                    </a:lnTo>
                    <a:lnTo>
                      <a:pt x="43" y="223"/>
                    </a:lnTo>
                    <a:lnTo>
                      <a:pt x="22" y="223"/>
                    </a:lnTo>
                    <a:lnTo>
                      <a:pt x="0" y="204"/>
                    </a:lnTo>
                    <a:lnTo>
                      <a:pt x="10" y="192"/>
                    </a:lnTo>
                    <a:lnTo>
                      <a:pt x="22" y="192"/>
                    </a:lnTo>
                    <a:lnTo>
                      <a:pt x="31" y="192"/>
                    </a:lnTo>
                    <a:lnTo>
                      <a:pt x="43" y="192"/>
                    </a:lnTo>
                    <a:lnTo>
                      <a:pt x="52" y="183"/>
                    </a:lnTo>
                    <a:lnTo>
                      <a:pt x="62" y="183"/>
                    </a:lnTo>
                    <a:lnTo>
                      <a:pt x="71" y="183"/>
                    </a:lnTo>
                    <a:lnTo>
                      <a:pt x="93" y="183"/>
                    </a:lnTo>
                    <a:lnTo>
                      <a:pt x="104" y="173"/>
                    </a:lnTo>
                    <a:lnTo>
                      <a:pt x="114" y="164"/>
                    </a:lnTo>
                    <a:lnTo>
                      <a:pt x="126" y="154"/>
                    </a:lnTo>
                    <a:lnTo>
                      <a:pt x="104" y="142"/>
                    </a:lnTo>
                    <a:lnTo>
                      <a:pt x="93" y="142"/>
                    </a:lnTo>
                    <a:lnTo>
                      <a:pt x="83" y="133"/>
                    </a:lnTo>
                    <a:lnTo>
                      <a:pt x="93" y="124"/>
                    </a:lnTo>
                    <a:lnTo>
                      <a:pt x="114" y="124"/>
                    </a:lnTo>
                    <a:lnTo>
                      <a:pt x="135" y="114"/>
                    </a:lnTo>
                    <a:lnTo>
                      <a:pt x="145" y="90"/>
                    </a:lnTo>
                    <a:lnTo>
                      <a:pt x="157" y="90"/>
                    </a:lnTo>
                    <a:lnTo>
                      <a:pt x="166" y="102"/>
                    </a:lnTo>
                    <a:lnTo>
                      <a:pt x="175" y="90"/>
                    </a:lnTo>
                    <a:lnTo>
                      <a:pt x="175" y="81"/>
                    </a:lnTo>
                    <a:lnTo>
                      <a:pt x="187" y="71"/>
                    </a:lnTo>
                    <a:lnTo>
                      <a:pt x="209" y="71"/>
                    </a:lnTo>
                    <a:lnTo>
                      <a:pt x="218" y="60"/>
                    </a:lnTo>
                    <a:lnTo>
                      <a:pt x="239" y="60"/>
                    </a:lnTo>
                    <a:lnTo>
                      <a:pt x="249" y="50"/>
                    </a:lnTo>
                    <a:lnTo>
                      <a:pt x="270" y="50"/>
                    </a:lnTo>
                    <a:lnTo>
                      <a:pt x="282" y="50"/>
                    </a:lnTo>
                    <a:lnTo>
                      <a:pt x="291" y="60"/>
                    </a:lnTo>
                    <a:lnTo>
                      <a:pt x="301" y="71"/>
                    </a:lnTo>
                    <a:lnTo>
                      <a:pt x="301" y="60"/>
                    </a:lnTo>
                    <a:lnTo>
                      <a:pt x="301" y="50"/>
                    </a:lnTo>
                    <a:lnTo>
                      <a:pt x="313" y="60"/>
                    </a:lnTo>
                    <a:lnTo>
                      <a:pt x="332" y="60"/>
                    </a:lnTo>
                    <a:lnTo>
                      <a:pt x="332" y="50"/>
                    </a:lnTo>
                    <a:lnTo>
                      <a:pt x="343" y="50"/>
                    </a:lnTo>
                    <a:lnTo>
                      <a:pt x="365" y="50"/>
                    </a:lnTo>
                    <a:lnTo>
                      <a:pt x="384" y="50"/>
                    </a:lnTo>
                    <a:lnTo>
                      <a:pt x="395" y="60"/>
                    </a:lnTo>
                    <a:lnTo>
                      <a:pt x="405" y="60"/>
                    </a:lnTo>
                    <a:lnTo>
                      <a:pt x="414" y="60"/>
                    </a:lnTo>
                    <a:lnTo>
                      <a:pt x="405" y="60"/>
                    </a:lnTo>
                    <a:lnTo>
                      <a:pt x="395" y="50"/>
                    </a:lnTo>
                    <a:lnTo>
                      <a:pt x="384" y="41"/>
                    </a:lnTo>
                    <a:lnTo>
                      <a:pt x="395" y="41"/>
                    </a:lnTo>
                    <a:lnTo>
                      <a:pt x="405" y="41"/>
                    </a:lnTo>
                    <a:lnTo>
                      <a:pt x="405" y="31"/>
                    </a:lnTo>
                    <a:lnTo>
                      <a:pt x="414" y="19"/>
                    </a:lnTo>
                    <a:lnTo>
                      <a:pt x="438" y="19"/>
                    </a:lnTo>
                    <a:lnTo>
                      <a:pt x="447" y="19"/>
                    </a:lnTo>
                    <a:lnTo>
                      <a:pt x="457" y="19"/>
                    </a:lnTo>
                    <a:lnTo>
                      <a:pt x="478" y="19"/>
                    </a:lnTo>
                    <a:lnTo>
                      <a:pt x="490" y="19"/>
                    </a:lnTo>
                    <a:lnTo>
                      <a:pt x="499" y="19"/>
                    </a:lnTo>
                    <a:lnTo>
                      <a:pt x="509" y="19"/>
                    </a:lnTo>
                    <a:lnTo>
                      <a:pt x="521" y="19"/>
                    </a:lnTo>
                    <a:lnTo>
                      <a:pt x="542" y="10"/>
                    </a:lnTo>
                    <a:lnTo>
                      <a:pt x="573" y="0"/>
                    </a:lnTo>
                    <a:lnTo>
                      <a:pt x="594" y="0"/>
                    </a:lnTo>
                    <a:lnTo>
                      <a:pt x="625" y="0"/>
                    </a:lnTo>
                    <a:lnTo>
                      <a:pt x="644" y="0"/>
                    </a:lnTo>
                    <a:lnTo>
                      <a:pt x="686" y="0"/>
                    </a:lnTo>
                    <a:lnTo>
                      <a:pt x="708" y="10"/>
                    </a:lnTo>
                    <a:lnTo>
                      <a:pt x="738" y="19"/>
                    </a:lnTo>
                    <a:lnTo>
                      <a:pt x="760" y="31"/>
                    </a:lnTo>
                    <a:lnTo>
                      <a:pt x="781" y="31"/>
                    </a:lnTo>
                    <a:lnTo>
                      <a:pt x="790" y="31"/>
                    </a:lnTo>
                    <a:lnTo>
                      <a:pt x="812" y="41"/>
                    </a:lnTo>
                    <a:lnTo>
                      <a:pt x="802" y="50"/>
                    </a:lnTo>
                    <a:lnTo>
                      <a:pt x="781" y="50"/>
                    </a:lnTo>
                    <a:lnTo>
                      <a:pt x="750" y="50"/>
                    </a:lnTo>
                    <a:lnTo>
                      <a:pt x="738" y="60"/>
                    </a:lnTo>
                    <a:lnTo>
                      <a:pt x="696" y="60"/>
                    </a:lnTo>
                    <a:lnTo>
                      <a:pt x="644" y="60"/>
                    </a:lnTo>
                    <a:lnTo>
                      <a:pt x="634" y="60"/>
                    </a:lnTo>
                    <a:lnTo>
                      <a:pt x="644" y="71"/>
                    </a:lnTo>
                    <a:lnTo>
                      <a:pt x="686" y="60"/>
                    </a:lnTo>
                    <a:lnTo>
                      <a:pt x="717" y="60"/>
                    </a:lnTo>
                    <a:lnTo>
                      <a:pt x="750" y="60"/>
                    </a:lnTo>
                    <a:lnTo>
                      <a:pt x="738" y="71"/>
                    </a:lnTo>
                    <a:lnTo>
                      <a:pt x="727" y="90"/>
                    </a:lnTo>
                    <a:lnTo>
                      <a:pt x="717" y="90"/>
                    </a:lnTo>
                    <a:lnTo>
                      <a:pt x="750" y="90"/>
                    </a:lnTo>
                    <a:lnTo>
                      <a:pt x="771" y="71"/>
                    </a:lnTo>
                    <a:lnTo>
                      <a:pt x="790" y="60"/>
                    </a:lnTo>
                    <a:lnTo>
                      <a:pt x="802" y="60"/>
                    </a:lnTo>
                    <a:lnTo>
                      <a:pt x="802" y="71"/>
                    </a:lnTo>
                    <a:lnTo>
                      <a:pt x="812" y="81"/>
                    </a:lnTo>
                    <a:lnTo>
                      <a:pt x="790" y="90"/>
                    </a:lnTo>
                    <a:lnTo>
                      <a:pt x="781" y="114"/>
                    </a:lnTo>
                    <a:lnTo>
                      <a:pt x="771" y="124"/>
                    </a:lnTo>
                    <a:lnTo>
                      <a:pt x="790" y="114"/>
                    </a:lnTo>
                    <a:lnTo>
                      <a:pt x="812" y="90"/>
                    </a:lnTo>
                    <a:lnTo>
                      <a:pt x="821" y="81"/>
                    </a:lnTo>
                    <a:lnTo>
                      <a:pt x="833" y="81"/>
                    </a:lnTo>
                    <a:lnTo>
                      <a:pt x="854" y="81"/>
                    </a:lnTo>
                    <a:lnTo>
                      <a:pt x="864" y="81"/>
                    </a:lnTo>
                    <a:lnTo>
                      <a:pt x="873" y="81"/>
                    </a:lnTo>
                    <a:lnTo>
                      <a:pt x="885" y="81"/>
                    </a:lnTo>
                    <a:lnTo>
                      <a:pt x="885" y="71"/>
                    </a:lnTo>
                    <a:lnTo>
                      <a:pt x="894" y="71"/>
                    </a:lnTo>
                    <a:lnTo>
                      <a:pt x="916" y="71"/>
                    </a:lnTo>
                    <a:lnTo>
                      <a:pt x="925" y="71"/>
                    </a:lnTo>
                    <a:lnTo>
                      <a:pt x="925" y="60"/>
                    </a:lnTo>
                    <a:lnTo>
                      <a:pt x="946" y="60"/>
                    </a:lnTo>
                    <a:lnTo>
                      <a:pt x="956" y="71"/>
                    </a:lnTo>
                    <a:lnTo>
                      <a:pt x="956" y="81"/>
                    </a:lnTo>
                    <a:lnTo>
                      <a:pt x="956" y="90"/>
                    </a:lnTo>
                    <a:lnTo>
                      <a:pt x="925" y="102"/>
                    </a:lnTo>
                    <a:lnTo>
                      <a:pt x="916" y="114"/>
                    </a:lnTo>
                    <a:lnTo>
                      <a:pt x="894" y="124"/>
                    </a:lnTo>
                    <a:lnTo>
                      <a:pt x="904" y="124"/>
                    </a:lnTo>
                    <a:lnTo>
                      <a:pt x="894" y="133"/>
                    </a:lnTo>
                    <a:lnTo>
                      <a:pt x="885" y="133"/>
                    </a:lnTo>
                    <a:lnTo>
                      <a:pt x="885" y="142"/>
                    </a:lnTo>
                    <a:lnTo>
                      <a:pt x="873" y="154"/>
                    </a:lnTo>
                    <a:lnTo>
                      <a:pt x="864" y="154"/>
                    </a:lnTo>
                    <a:lnTo>
                      <a:pt x="854" y="154"/>
                    </a:lnTo>
                    <a:lnTo>
                      <a:pt x="854" y="164"/>
                    </a:lnTo>
                    <a:lnTo>
                      <a:pt x="854" y="173"/>
                    </a:lnTo>
                    <a:lnTo>
                      <a:pt x="842" y="183"/>
                    </a:lnTo>
                    <a:lnTo>
                      <a:pt x="833" y="192"/>
                    </a:lnTo>
                    <a:lnTo>
                      <a:pt x="821" y="192"/>
                    </a:lnTo>
                    <a:lnTo>
                      <a:pt x="821" y="204"/>
                    </a:lnTo>
                    <a:lnTo>
                      <a:pt x="821" y="214"/>
                    </a:lnTo>
                    <a:lnTo>
                      <a:pt x="833" y="214"/>
                    </a:lnTo>
                    <a:lnTo>
                      <a:pt x="842" y="214"/>
                    </a:lnTo>
                    <a:lnTo>
                      <a:pt x="854" y="214"/>
                    </a:lnTo>
                    <a:lnTo>
                      <a:pt x="854" y="223"/>
                    </a:lnTo>
                    <a:lnTo>
                      <a:pt x="864" y="223"/>
                    </a:lnTo>
                    <a:lnTo>
                      <a:pt x="854" y="223"/>
                    </a:lnTo>
                    <a:lnTo>
                      <a:pt x="873" y="235"/>
                    </a:lnTo>
                    <a:lnTo>
                      <a:pt x="873" y="244"/>
                    </a:lnTo>
                    <a:lnTo>
                      <a:pt x="864" y="254"/>
                    </a:lnTo>
                    <a:lnTo>
                      <a:pt x="854" y="254"/>
                    </a:lnTo>
                    <a:lnTo>
                      <a:pt x="833" y="254"/>
                    </a:lnTo>
                    <a:lnTo>
                      <a:pt x="821" y="254"/>
                    </a:lnTo>
                    <a:lnTo>
                      <a:pt x="821" y="266"/>
                    </a:lnTo>
                    <a:lnTo>
                      <a:pt x="833" y="266"/>
                    </a:lnTo>
                    <a:lnTo>
                      <a:pt x="842" y="266"/>
                    </a:lnTo>
                    <a:lnTo>
                      <a:pt x="854" y="285"/>
                    </a:lnTo>
                    <a:lnTo>
                      <a:pt x="854" y="296"/>
                    </a:lnTo>
                    <a:lnTo>
                      <a:pt x="854" y="306"/>
                    </a:lnTo>
                    <a:lnTo>
                      <a:pt x="842" y="306"/>
                    </a:lnTo>
                    <a:lnTo>
                      <a:pt x="833" y="306"/>
                    </a:lnTo>
                    <a:lnTo>
                      <a:pt x="833" y="315"/>
                    </a:lnTo>
                    <a:lnTo>
                      <a:pt x="842" y="325"/>
                    </a:lnTo>
                    <a:lnTo>
                      <a:pt x="854" y="325"/>
                    </a:lnTo>
                    <a:lnTo>
                      <a:pt x="842" y="337"/>
                    </a:lnTo>
                    <a:lnTo>
                      <a:pt x="833" y="337"/>
                    </a:lnTo>
                    <a:lnTo>
                      <a:pt x="833" y="348"/>
                    </a:lnTo>
                    <a:lnTo>
                      <a:pt x="821" y="358"/>
                    </a:lnTo>
                    <a:lnTo>
                      <a:pt x="812" y="367"/>
                    </a:lnTo>
                    <a:lnTo>
                      <a:pt x="802" y="367"/>
                    </a:lnTo>
                    <a:lnTo>
                      <a:pt x="790" y="358"/>
                    </a:lnTo>
                    <a:lnTo>
                      <a:pt x="781" y="358"/>
                    </a:lnTo>
                    <a:lnTo>
                      <a:pt x="790" y="367"/>
                    </a:lnTo>
                    <a:lnTo>
                      <a:pt x="802" y="367"/>
                    </a:lnTo>
                    <a:lnTo>
                      <a:pt x="812" y="386"/>
                    </a:lnTo>
                    <a:lnTo>
                      <a:pt x="812" y="398"/>
                    </a:lnTo>
                    <a:lnTo>
                      <a:pt x="802" y="398"/>
                    </a:lnTo>
                    <a:lnTo>
                      <a:pt x="790" y="398"/>
                    </a:lnTo>
                    <a:lnTo>
                      <a:pt x="781" y="386"/>
                    </a:lnTo>
                    <a:lnTo>
                      <a:pt x="771" y="367"/>
                    </a:lnTo>
                    <a:lnTo>
                      <a:pt x="760" y="367"/>
                    </a:lnTo>
                    <a:lnTo>
                      <a:pt x="760" y="377"/>
                    </a:lnTo>
                    <a:lnTo>
                      <a:pt x="790" y="398"/>
                    </a:lnTo>
                    <a:lnTo>
                      <a:pt x="812" y="417"/>
                    </a:lnTo>
                    <a:lnTo>
                      <a:pt x="821" y="438"/>
                    </a:lnTo>
                    <a:lnTo>
                      <a:pt x="821" y="448"/>
                    </a:lnTo>
                    <a:lnTo>
                      <a:pt x="812" y="448"/>
                    </a:lnTo>
                    <a:lnTo>
                      <a:pt x="790" y="438"/>
                    </a:lnTo>
                    <a:lnTo>
                      <a:pt x="781" y="429"/>
                    </a:lnTo>
                    <a:lnTo>
                      <a:pt x="760" y="429"/>
                    </a:lnTo>
                    <a:lnTo>
                      <a:pt x="750" y="429"/>
                    </a:lnTo>
                    <a:lnTo>
                      <a:pt x="760" y="429"/>
                    </a:lnTo>
                    <a:lnTo>
                      <a:pt x="750" y="438"/>
                    </a:lnTo>
                    <a:lnTo>
                      <a:pt x="760" y="460"/>
                    </a:lnTo>
                    <a:lnTo>
                      <a:pt x="790" y="460"/>
                    </a:lnTo>
                    <a:lnTo>
                      <a:pt x="812" y="460"/>
                    </a:lnTo>
                    <a:lnTo>
                      <a:pt x="802" y="460"/>
                    </a:lnTo>
                    <a:lnTo>
                      <a:pt x="790" y="469"/>
                    </a:lnTo>
                    <a:lnTo>
                      <a:pt x="771" y="479"/>
                    </a:lnTo>
                    <a:lnTo>
                      <a:pt x="750" y="490"/>
                    </a:lnTo>
                    <a:lnTo>
                      <a:pt x="717" y="500"/>
                    </a:lnTo>
                    <a:lnTo>
                      <a:pt x="708" y="500"/>
                    </a:lnTo>
                    <a:lnTo>
                      <a:pt x="686" y="509"/>
                    </a:lnTo>
                    <a:lnTo>
                      <a:pt x="665" y="509"/>
                    </a:lnTo>
                    <a:lnTo>
                      <a:pt x="656" y="509"/>
                    </a:lnTo>
                    <a:lnTo>
                      <a:pt x="644" y="509"/>
                    </a:lnTo>
                    <a:lnTo>
                      <a:pt x="644" y="521"/>
                    </a:lnTo>
                    <a:lnTo>
                      <a:pt x="644" y="531"/>
                    </a:lnTo>
                    <a:lnTo>
                      <a:pt x="634" y="531"/>
                    </a:lnTo>
                    <a:lnTo>
                      <a:pt x="625" y="540"/>
                    </a:lnTo>
                    <a:lnTo>
                      <a:pt x="613" y="550"/>
                    </a:lnTo>
                    <a:lnTo>
                      <a:pt x="613" y="562"/>
                    </a:lnTo>
                    <a:lnTo>
                      <a:pt x="604" y="562"/>
                    </a:lnTo>
                    <a:lnTo>
                      <a:pt x="582" y="571"/>
                    </a:lnTo>
                    <a:lnTo>
                      <a:pt x="573" y="571"/>
                    </a:lnTo>
                    <a:lnTo>
                      <a:pt x="561" y="571"/>
                    </a:lnTo>
                    <a:lnTo>
                      <a:pt x="561" y="562"/>
                    </a:lnTo>
                    <a:lnTo>
                      <a:pt x="552" y="562"/>
                    </a:lnTo>
                    <a:lnTo>
                      <a:pt x="552" y="571"/>
                    </a:lnTo>
                    <a:lnTo>
                      <a:pt x="552" y="580"/>
                    </a:lnTo>
                    <a:lnTo>
                      <a:pt x="542" y="592"/>
                    </a:lnTo>
                    <a:lnTo>
                      <a:pt x="509" y="592"/>
                    </a:lnTo>
                    <a:lnTo>
                      <a:pt x="509" y="602"/>
                    </a:lnTo>
                    <a:lnTo>
                      <a:pt x="509" y="611"/>
                    </a:lnTo>
                    <a:lnTo>
                      <a:pt x="509" y="623"/>
                    </a:lnTo>
                    <a:lnTo>
                      <a:pt x="509" y="633"/>
                    </a:lnTo>
                    <a:lnTo>
                      <a:pt x="490" y="633"/>
                    </a:lnTo>
                    <a:lnTo>
                      <a:pt x="490" y="654"/>
                    </a:lnTo>
                    <a:lnTo>
                      <a:pt x="478" y="654"/>
                    </a:lnTo>
                    <a:lnTo>
                      <a:pt x="478" y="663"/>
                    </a:lnTo>
                    <a:lnTo>
                      <a:pt x="490" y="685"/>
                    </a:lnTo>
                    <a:lnTo>
                      <a:pt x="478" y="685"/>
                    </a:lnTo>
                    <a:lnTo>
                      <a:pt x="478" y="704"/>
                    </a:lnTo>
                    <a:lnTo>
                      <a:pt x="466" y="713"/>
                    </a:lnTo>
                    <a:lnTo>
                      <a:pt x="457" y="713"/>
                    </a:lnTo>
                    <a:lnTo>
                      <a:pt x="457" y="704"/>
                    </a:lnTo>
                    <a:lnTo>
                      <a:pt x="447" y="704"/>
                    </a:lnTo>
                    <a:lnTo>
                      <a:pt x="447" y="713"/>
                    </a:lnTo>
                    <a:lnTo>
                      <a:pt x="438" y="704"/>
                    </a:lnTo>
                    <a:lnTo>
                      <a:pt x="426" y="685"/>
                    </a:lnTo>
                    <a:lnTo>
                      <a:pt x="414" y="685"/>
                    </a:lnTo>
                    <a:lnTo>
                      <a:pt x="405" y="685"/>
                    </a:lnTo>
                    <a:lnTo>
                      <a:pt x="395" y="685"/>
                    </a:lnTo>
                    <a:lnTo>
                      <a:pt x="384" y="685"/>
                    </a:lnTo>
                    <a:lnTo>
                      <a:pt x="374" y="685"/>
                    </a:lnTo>
                    <a:lnTo>
                      <a:pt x="374" y="673"/>
                    </a:lnTo>
                    <a:lnTo>
                      <a:pt x="374" y="663"/>
                    </a:lnTo>
                    <a:lnTo>
                      <a:pt x="365" y="654"/>
                    </a:lnTo>
                    <a:lnTo>
                      <a:pt x="343" y="633"/>
                    </a:lnTo>
                    <a:lnTo>
                      <a:pt x="332" y="623"/>
                    </a:lnTo>
                    <a:lnTo>
                      <a:pt x="332" y="611"/>
                    </a:lnTo>
                    <a:lnTo>
                      <a:pt x="343" y="611"/>
                    </a:lnTo>
                    <a:lnTo>
                      <a:pt x="343" y="602"/>
                    </a:lnTo>
                    <a:lnTo>
                      <a:pt x="332" y="602"/>
                    </a:lnTo>
                    <a:lnTo>
                      <a:pt x="322" y="602"/>
                    </a:lnTo>
                    <a:lnTo>
                      <a:pt x="322" y="592"/>
                    </a:lnTo>
                    <a:lnTo>
                      <a:pt x="313" y="592"/>
                    </a:lnTo>
                    <a:lnTo>
                      <a:pt x="301" y="571"/>
                    </a:lnTo>
                    <a:lnTo>
                      <a:pt x="301" y="562"/>
                    </a:lnTo>
                    <a:lnTo>
                      <a:pt x="301" y="550"/>
                    </a:lnTo>
                    <a:lnTo>
                      <a:pt x="301" y="540"/>
                    </a:lnTo>
                    <a:lnTo>
                      <a:pt x="301" y="531"/>
                    </a:lnTo>
                    <a:lnTo>
                      <a:pt x="313" y="521"/>
                    </a:lnTo>
                    <a:lnTo>
                      <a:pt x="322" y="509"/>
                    </a:lnTo>
                    <a:lnTo>
                      <a:pt x="322" y="500"/>
                    </a:lnTo>
                    <a:lnTo>
                      <a:pt x="322" y="500"/>
                    </a:lnTo>
                    <a:lnTo>
                      <a:pt x="322" y="50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58" name="Google Shape;1358;p206"/>
              <p:cNvSpPr/>
              <p:nvPr/>
            </p:nvSpPr>
            <p:spPr>
              <a:xfrm>
                <a:off x="2577" y="1126"/>
                <a:ext cx="956" cy="713"/>
              </a:xfrm>
              <a:custGeom>
                <a:avLst/>
                <a:gdLst/>
                <a:ahLst/>
                <a:cxnLst/>
                <a:rect l="l" t="t" r="r" b="b"/>
                <a:pathLst>
                  <a:path w="956" h="713" extrusionOk="0">
                    <a:moveTo>
                      <a:pt x="322" y="500"/>
                    </a:moveTo>
                    <a:lnTo>
                      <a:pt x="332" y="500"/>
                    </a:lnTo>
                    <a:lnTo>
                      <a:pt x="332" y="490"/>
                    </a:lnTo>
                    <a:lnTo>
                      <a:pt x="343" y="479"/>
                    </a:lnTo>
                    <a:lnTo>
                      <a:pt x="355" y="460"/>
                    </a:lnTo>
                    <a:lnTo>
                      <a:pt x="332" y="460"/>
                    </a:lnTo>
                    <a:lnTo>
                      <a:pt x="301" y="460"/>
                    </a:lnTo>
                    <a:lnTo>
                      <a:pt x="291" y="438"/>
                    </a:lnTo>
                    <a:lnTo>
                      <a:pt x="301" y="438"/>
                    </a:lnTo>
                    <a:lnTo>
                      <a:pt x="313" y="448"/>
                    </a:lnTo>
                    <a:lnTo>
                      <a:pt x="322" y="448"/>
                    </a:lnTo>
                    <a:lnTo>
                      <a:pt x="332" y="448"/>
                    </a:lnTo>
                    <a:lnTo>
                      <a:pt x="332" y="438"/>
                    </a:lnTo>
                    <a:lnTo>
                      <a:pt x="332" y="429"/>
                    </a:lnTo>
                    <a:lnTo>
                      <a:pt x="313" y="417"/>
                    </a:lnTo>
                    <a:lnTo>
                      <a:pt x="301" y="408"/>
                    </a:lnTo>
                    <a:lnTo>
                      <a:pt x="301" y="417"/>
                    </a:lnTo>
                    <a:lnTo>
                      <a:pt x="291" y="417"/>
                    </a:lnTo>
                    <a:lnTo>
                      <a:pt x="282" y="429"/>
                    </a:lnTo>
                    <a:lnTo>
                      <a:pt x="270" y="417"/>
                    </a:lnTo>
                    <a:lnTo>
                      <a:pt x="270" y="408"/>
                    </a:lnTo>
                    <a:lnTo>
                      <a:pt x="270" y="398"/>
                    </a:lnTo>
                    <a:lnTo>
                      <a:pt x="282" y="398"/>
                    </a:lnTo>
                    <a:lnTo>
                      <a:pt x="282" y="386"/>
                    </a:lnTo>
                    <a:lnTo>
                      <a:pt x="270" y="377"/>
                    </a:lnTo>
                    <a:lnTo>
                      <a:pt x="270" y="367"/>
                    </a:lnTo>
                    <a:lnTo>
                      <a:pt x="270" y="348"/>
                    </a:lnTo>
                    <a:lnTo>
                      <a:pt x="249" y="325"/>
                    </a:lnTo>
                    <a:lnTo>
                      <a:pt x="239" y="306"/>
                    </a:lnTo>
                    <a:lnTo>
                      <a:pt x="209" y="296"/>
                    </a:lnTo>
                    <a:lnTo>
                      <a:pt x="187" y="275"/>
                    </a:lnTo>
                    <a:lnTo>
                      <a:pt x="157" y="275"/>
                    </a:lnTo>
                    <a:lnTo>
                      <a:pt x="145" y="275"/>
                    </a:lnTo>
                    <a:lnTo>
                      <a:pt x="135" y="275"/>
                    </a:lnTo>
                    <a:lnTo>
                      <a:pt x="126" y="285"/>
                    </a:lnTo>
                    <a:lnTo>
                      <a:pt x="114" y="285"/>
                    </a:lnTo>
                    <a:lnTo>
                      <a:pt x="114" y="275"/>
                    </a:lnTo>
                    <a:lnTo>
                      <a:pt x="104" y="275"/>
                    </a:lnTo>
                    <a:lnTo>
                      <a:pt x="104" y="285"/>
                    </a:lnTo>
                    <a:lnTo>
                      <a:pt x="93" y="285"/>
                    </a:lnTo>
                    <a:lnTo>
                      <a:pt x="83" y="285"/>
                    </a:lnTo>
                    <a:lnTo>
                      <a:pt x="71" y="275"/>
                    </a:lnTo>
                    <a:lnTo>
                      <a:pt x="62" y="275"/>
                    </a:lnTo>
                    <a:lnTo>
                      <a:pt x="62" y="266"/>
                    </a:lnTo>
                    <a:lnTo>
                      <a:pt x="71" y="266"/>
                    </a:lnTo>
                    <a:lnTo>
                      <a:pt x="71" y="254"/>
                    </a:lnTo>
                    <a:lnTo>
                      <a:pt x="62" y="254"/>
                    </a:lnTo>
                    <a:lnTo>
                      <a:pt x="52" y="254"/>
                    </a:lnTo>
                    <a:lnTo>
                      <a:pt x="43" y="254"/>
                    </a:lnTo>
                    <a:lnTo>
                      <a:pt x="31" y="254"/>
                    </a:lnTo>
                    <a:lnTo>
                      <a:pt x="31" y="244"/>
                    </a:lnTo>
                    <a:lnTo>
                      <a:pt x="43" y="244"/>
                    </a:lnTo>
                    <a:lnTo>
                      <a:pt x="52" y="244"/>
                    </a:lnTo>
                    <a:lnTo>
                      <a:pt x="62" y="244"/>
                    </a:lnTo>
                    <a:lnTo>
                      <a:pt x="71" y="244"/>
                    </a:lnTo>
                    <a:lnTo>
                      <a:pt x="71" y="235"/>
                    </a:lnTo>
                    <a:lnTo>
                      <a:pt x="93" y="235"/>
                    </a:lnTo>
                    <a:lnTo>
                      <a:pt x="104" y="235"/>
                    </a:lnTo>
                    <a:lnTo>
                      <a:pt x="104" y="223"/>
                    </a:lnTo>
                    <a:lnTo>
                      <a:pt x="93" y="223"/>
                    </a:lnTo>
                    <a:lnTo>
                      <a:pt x="83" y="223"/>
                    </a:lnTo>
                    <a:lnTo>
                      <a:pt x="71" y="223"/>
                    </a:lnTo>
                    <a:lnTo>
                      <a:pt x="62" y="223"/>
                    </a:lnTo>
                    <a:lnTo>
                      <a:pt x="43" y="223"/>
                    </a:lnTo>
                    <a:lnTo>
                      <a:pt x="22" y="223"/>
                    </a:lnTo>
                    <a:lnTo>
                      <a:pt x="0" y="204"/>
                    </a:lnTo>
                    <a:lnTo>
                      <a:pt x="10" y="192"/>
                    </a:lnTo>
                    <a:lnTo>
                      <a:pt x="22" y="192"/>
                    </a:lnTo>
                    <a:lnTo>
                      <a:pt x="31" y="192"/>
                    </a:lnTo>
                    <a:lnTo>
                      <a:pt x="43" y="192"/>
                    </a:lnTo>
                    <a:lnTo>
                      <a:pt x="52" y="183"/>
                    </a:lnTo>
                    <a:lnTo>
                      <a:pt x="62" y="183"/>
                    </a:lnTo>
                    <a:lnTo>
                      <a:pt x="71" y="183"/>
                    </a:lnTo>
                    <a:lnTo>
                      <a:pt x="93" y="183"/>
                    </a:lnTo>
                    <a:lnTo>
                      <a:pt x="104" y="173"/>
                    </a:lnTo>
                    <a:lnTo>
                      <a:pt x="114" y="164"/>
                    </a:lnTo>
                    <a:lnTo>
                      <a:pt x="126" y="154"/>
                    </a:lnTo>
                    <a:lnTo>
                      <a:pt x="104" y="142"/>
                    </a:lnTo>
                    <a:lnTo>
                      <a:pt x="93" y="142"/>
                    </a:lnTo>
                    <a:lnTo>
                      <a:pt x="83" y="133"/>
                    </a:lnTo>
                    <a:lnTo>
                      <a:pt x="93" y="124"/>
                    </a:lnTo>
                    <a:lnTo>
                      <a:pt x="114" y="124"/>
                    </a:lnTo>
                    <a:lnTo>
                      <a:pt x="135" y="114"/>
                    </a:lnTo>
                    <a:lnTo>
                      <a:pt x="145" y="90"/>
                    </a:lnTo>
                    <a:lnTo>
                      <a:pt x="157" y="90"/>
                    </a:lnTo>
                    <a:lnTo>
                      <a:pt x="166" y="102"/>
                    </a:lnTo>
                    <a:lnTo>
                      <a:pt x="175" y="90"/>
                    </a:lnTo>
                    <a:lnTo>
                      <a:pt x="175" y="81"/>
                    </a:lnTo>
                    <a:lnTo>
                      <a:pt x="187" y="71"/>
                    </a:lnTo>
                    <a:lnTo>
                      <a:pt x="209" y="71"/>
                    </a:lnTo>
                    <a:lnTo>
                      <a:pt x="218" y="60"/>
                    </a:lnTo>
                    <a:lnTo>
                      <a:pt x="239" y="60"/>
                    </a:lnTo>
                    <a:lnTo>
                      <a:pt x="249" y="50"/>
                    </a:lnTo>
                    <a:lnTo>
                      <a:pt x="270" y="50"/>
                    </a:lnTo>
                    <a:lnTo>
                      <a:pt x="282" y="50"/>
                    </a:lnTo>
                    <a:lnTo>
                      <a:pt x="291" y="60"/>
                    </a:lnTo>
                    <a:lnTo>
                      <a:pt x="301" y="71"/>
                    </a:lnTo>
                    <a:lnTo>
                      <a:pt x="301" y="60"/>
                    </a:lnTo>
                    <a:lnTo>
                      <a:pt x="301" y="50"/>
                    </a:lnTo>
                    <a:lnTo>
                      <a:pt x="313" y="60"/>
                    </a:lnTo>
                    <a:lnTo>
                      <a:pt x="332" y="60"/>
                    </a:lnTo>
                    <a:lnTo>
                      <a:pt x="332" y="50"/>
                    </a:lnTo>
                    <a:lnTo>
                      <a:pt x="343" y="50"/>
                    </a:lnTo>
                    <a:lnTo>
                      <a:pt x="365" y="50"/>
                    </a:lnTo>
                    <a:lnTo>
                      <a:pt x="384" y="50"/>
                    </a:lnTo>
                    <a:lnTo>
                      <a:pt x="395" y="60"/>
                    </a:lnTo>
                    <a:lnTo>
                      <a:pt x="405" y="60"/>
                    </a:lnTo>
                    <a:lnTo>
                      <a:pt x="414" y="60"/>
                    </a:lnTo>
                    <a:lnTo>
                      <a:pt x="405" y="60"/>
                    </a:lnTo>
                    <a:lnTo>
                      <a:pt x="395" y="50"/>
                    </a:lnTo>
                    <a:lnTo>
                      <a:pt x="384" y="41"/>
                    </a:lnTo>
                    <a:lnTo>
                      <a:pt x="395" y="41"/>
                    </a:lnTo>
                    <a:lnTo>
                      <a:pt x="405" y="41"/>
                    </a:lnTo>
                    <a:lnTo>
                      <a:pt x="405" y="31"/>
                    </a:lnTo>
                    <a:lnTo>
                      <a:pt x="414" y="19"/>
                    </a:lnTo>
                    <a:lnTo>
                      <a:pt x="438" y="19"/>
                    </a:lnTo>
                    <a:lnTo>
                      <a:pt x="447" y="19"/>
                    </a:lnTo>
                    <a:lnTo>
                      <a:pt x="457" y="19"/>
                    </a:lnTo>
                    <a:lnTo>
                      <a:pt x="478" y="19"/>
                    </a:lnTo>
                    <a:lnTo>
                      <a:pt x="490" y="19"/>
                    </a:lnTo>
                    <a:lnTo>
                      <a:pt x="499" y="19"/>
                    </a:lnTo>
                    <a:lnTo>
                      <a:pt x="509" y="19"/>
                    </a:lnTo>
                    <a:lnTo>
                      <a:pt x="521" y="19"/>
                    </a:lnTo>
                    <a:lnTo>
                      <a:pt x="542" y="10"/>
                    </a:lnTo>
                    <a:lnTo>
                      <a:pt x="573" y="0"/>
                    </a:lnTo>
                    <a:lnTo>
                      <a:pt x="594" y="0"/>
                    </a:lnTo>
                    <a:lnTo>
                      <a:pt x="625" y="0"/>
                    </a:lnTo>
                    <a:lnTo>
                      <a:pt x="644" y="0"/>
                    </a:lnTo>
                    <a:lnTo>
                      <a:pt x="686" y="0"/>
                    </a:lnTo>
                    <a:lnTo>
                      <a:pt x="708" y="10"/>
                    </a:lnTo>
                    <a:lnTo>
                      <a:pt x="738" y="19"/>
                    </a:lnTo>
                    <a:lnTo>
                      <a:pt x="760" y="31"/>
                    </a:lnTo>
                    <a:lnTo>
                      <a:pt x="781" y="31"/>
                    </a:lnTo>
                    <a:lnTo>
                      <a:pt x="790" y="31"/>
                    </a:lnTo>
                    <a:lnTo>
                      <a:pt x="812" y="41"/>
                    </a:lnTo>
                    <a:lnTo>
                      <a:pt x="802" y="50"/>
                    </a:lnTo>
                    <a:lnTo>
                      <a:pt x="781" y="50"/>
                    </a:lnTo>
                    <a:lnTo>
                      <a:pt x="750" y="50"/>
                    </a:lnTo>
                    <a:lnTo>
                      <a:pt x="738" y="60"/>
                    </a:lnTo>
                    <a:lnTo>
                      <a:pt x="696" y="60"/>
                    </a:lnTo>
                    <a:lnTo>
                      <a:pt x="644" y="60"/>
                    </a:lnTo>
                    <a:lnTo>
                      <a:pt x="634" y="60"/>
                    </a:lnTo>
                    <a:lnTo>
                      <a:pt x="644" y="71"/>
                    </a:lnTo>
                    <a:lnTo>
                      <a:pt x="686" y="60"/>
                    </a:lnTo>
                    <a:lnTo>
                      <a:pt x="717" y="60"/>
                    </a:lnTo>
                    <a:lnTo>
                      <a:pt x="750" y="60"/>
                    </a:lnTo>
                    <a:lnTo>
                      <a:pt x="738" y="71"/>
                    </a:lnTo>
                    <a:lnTo>
                      <a:pt x="727" y="90"/>
                    </a:lnTo>
                    <a:lnTo>
                      <a:pt x="717" y="90"/>
                    </a:lnTo>
                    <a:lnTo>
                      <a:pt x="750" y="90"/>
                    </a:lnTo>
                    <a:lnTo>
                      <a:pt x="771" y="71"/>
                    </a:lnTo>
                    <a:lnTo>
                      <a:pt x="790" y="60"/>
                    </a:lnTo>
                    <a:lnTo>
                      <a:pt x="802" y="60"/>
                    </a:lnTo>
                    <a:lnTo>
                      <a:pt x="802" y="71"/>
                    </a:lnTo>
                    <a:lnTo>
                      <a:pt x="812" y="81"/>
                    </a:lnTo>
                    <a:lnTo>
                      <a:pt x="790" y="90"/>
                    </a:lnTo>
                    <a:lnTo>
                      <a:pt x="781" y="114"/>
                    </a:lnTo>
                    <a:lnTo>
                      <a:pt x="771" y="124"/>
                    </a:lnTo>
                    <a:lnTo>
                      <a:pt x="790" y="114"/>
                    </a:lnTo>
                    <a:lnTo>
                      <a:pt x="812" y="90"/>
                    </a:lnTo>
                    <a:lnTo>
                      <a:pt x="821" y="81"/>
                    </a:lnTo>
                    <a:lnTo>
                      <a:pt x="833" y="81"/>
                    </a:lnTo>
                    <a:lnTo>
                      <a:pt x="854" y="81"/>
                    </a:lnTo>
                    <a:lnTo>
                      <a:pt x="864" y="81"/>
                    </a:lnTo>
                    <a:lnTo>
                      <a:pt x="873" y="81"/>
                    </a:lnTo>
                    <a:lnTo>
                      <a:pt x="885" y="81"/>
                    </a:lnTo>
                    <a:lnTo>
                      <a:pt x="885" y="71"/>
                    </a:lnTo>
                    <a:lnTo>
                      <a:pt x="894" y="71"/>
                    </a:lnTo>
                    <a:lnTo>
                      <a:pt x="916" y="71"/>
                    </a:lnTo>
                    <a:lnTo>
                      <a:pt x="925" y="71"/>
                    </a:lnTo>
                    <a:lnTo>
                      <a:pt x="925" y="60"/>
                    </a:lnTo>
                    <a:lnTo>
                      <a:pt x="946" y="60"/>
                    </a:lnTo>
                    <a:lnTo>
                      <a:pt x="956" y="71"/>
                    </a:lnTo>
                    <a:lnTo>
                      <a:pt x="956" y="81"/>
                    </a:lnTo>
                    <a:lnTo>
                      <a:pt x="956" y="90"/>
                    </a:lnTo>
                    <a:lnTo>
                      <a:pt x="925" y="102"/>
                    </a:lnTo>
                    <a:lnTo>
                      <a:pt x="916" y="114"/>
                    </a:lnTo>
                    <a:lnTo>
                      <a:pt x="894" y="124"/>
                    </a:lnTo>
                    <a:lnTo>
                      <a:pt x="904" y="124"/>
                    </a:lnTo>
                    <a:lnTo>
                      <a:pt x="894" y="133"/>
                    </a:lnTo>
                    <a:lnTo>
                      <a:pt x="885" y="133"/>
                    </a:lnTo>
                    <a:lnTo>
                      <a:pt x="885" y="142"/>
                    </a:lnTo>
                    <a:lnTo>
                      <a:pt x="873" y="154"/>
                    </a:lnTo>
                    <a:lnTo>
                      <a:pt x="864" y="154"/>
                    </a:lnTo>
                    <a:lnTo>
                      <a:pt x="854" y="154"/>
                    </a:lnTo>
                    <a:lnTo>
                      <a:pt x="854" y="164"/>
                    </a:lnTo>
                    <a:lnTo>
                      <a:pt x="854" y="173"/>
                    </a:lnTo>
                    <a:lnTo>
                      <a:pt x="842" y="183"/>
                    </a:lnTo>
                    <a:lnTo>
                      <a:pt x="833" y="192"/>
                    </a:lnTo>
                    <a:lnTo>
                      <a:pt x="821" y="192"/>
                    </a:lnTo>
                    <a:lnTo>
                      <a:pt x="821" y="204"/>
                    </a:lnTo>
                    <a:lnTo>
                      <a:pt x="821" y="214"/>
                    </a:lnTo>
                    <a:lnTo>
                      <a:pt x="833" y="214"/>
                    </a:lnTo>
                    <a:lnTo>
                      <a:pt x="842" y="214"/>
                    </a:lnTo>
                    <a:lnTo>
                      <a:pt x="854" y="214"/>
                    </a:lnTo>
                    <a:lnTo>
                      <a:pt x="854" y="223"/>
                    </a:lnTo>
                    <a:lnTo>
                      <a:pt x="864" y="223"/>
                    </a:lnTo>
                    <a:lnTo>
                      <a:pt x="854" y="223"/>
                    </a:lnTo>
                    <a:lnTo>
                      <a:pt x="873" y="235"/>
                    </a:lnTo>
                    <a:lnTo>
                      <a:pt x="873" y="244"/>
                    </a:lnTo>
                    <a:lnTo>
                      <a:pt x="864" y="254"/>
                    </a:lnTo>
                    <a:lnTo>
                      <a:pt x="854" y="254"/>
                    </a:lnTo>
                    <a:lnTo>
                      <a:pt x="833" y="254"/>
                    </a:lnTo>
                    <a:lnTo>
                      <a:pt x="821" y="254"/>
                    </a:lnTo>
                    <a:lnTo>
                      <a:pt x="821" y="266"/>
                    </a:lnTo>
                    <a:lnTo>
                      <a:pt x="833" y="266"/>
                    </a:lnTo>
                    <a:lnTo>
                      <a:pt x="842" y="266"/>
                    </a:lnTo>
                    <a:lnTo>
                      <a:pt x="854" y="285"/>
                    </a:lnTo>
                    <a:lnTo>
                      <a:pt x="854" y="296"/>
                    </a:lnTo>
                    <a:lnTo>
                      <a:pt x="854" y="306"/>
                    </a:lnTo>
                    <a:lnTo>
                      <a:pt x="842" y="306"/>
                    </a:lnTo>
                    <a:lnTo>
                      <a:pt x="833" y="306"/>
                    </a:lnTo>
                    <a:lnTo>
                      <a:pt x="833" y="315"/>
                    </a:lnTo>
                    <a:lnTo>
                      <a:pt x="842" y="325"/>
                    </a:lnTo>
                    <a:lnTo>
                      <a:pt x="854" y="325"/>
                    </a:lnTo>
                    <a:lnTo>
                      <a:pt x="842" y="337"/>
                    </a:lnTo>
                    <a:lnTo>
                      <a:pt x="833" y="337"/>
                    </a:lnTo>
                    <a:lnTo>
                      <a:pt x="833" y="348"/>
                    </a:lnTo>
                    <a:lnTo>
                      <a:pt x="821" y="358"/>
                    </a:lnTo>
                    <a:lnTo>
                      <a:pt x="812" y="367"/>
                    </a:lnTo>
                    <a:lnTo>
                      <a:pt x="802" y="367"/>
                    </a:lnTo>
                    <a:lnTo>
                      <a:pt x="790" y="358"/>
                    </a:lnTo>
                    <a:lnTo>
                      <a:pt x="781" y="358"/>
                    </a:lnTo>
                    <a:lnTo>
                      <a:pt x="790" y="367"/>
                    </a:lnTo>
                    <a:lnTo>
                      <a:pt x="802" y="367"/>
                    </a:lnTo>
                    <a:lnTo>
                      <a:pt x="812" y="386"/>
                    </a:lnTo>
                    <a:lnTo>
                      <a:pt x="812" y="398"/>
                    </a:lnTo>
                    <a:lnTo>
                      <a:pt x="802" y="398"/>
                    </a:lnTo>
                    <a:lnTo>
                      <a:pt x="790" y="398"/>
                    </a:lnTo>
                    <a:lnTo>
                      <a:pt x="781" y="386"/>
                    </a:lnTo>
                    <a:lnTo>
                      <a:pt x="771" y="367"/>
                    </a:lnTo>
                    <a:lnTo>
                      <a:pt x="760" y="367"/>
                    </a:lnTo>
                    <a:lnTo>
                      <a:pt x="760" y="377"/>
                    </a:lnTo>
                    <a:lnTo>
                      <a:pt x="790" y="398"/>
                    </a:lnTo>
                    <a:lnTo>
                      <a:pt x="812" y="417"/>
                    </a:lnTo>
                    <a:lnTo>
                      <a:pt x="821" y="438"/>
                    </a:lnTo>
                    <a:lnTo>
                      <a:pt x="821" y="448"/>
                    </a:lnTo>
                    <a:lnTo>
                      <a:pt x="812" y="448"/>
                    </a:lnTo>
                    <a:lnTo>
                      <a:pt x="790" y="438"/>
                    </a:lnTo>
                    <a:lnTo>
                      <a:pt x="781" y="429"/>
                    </a:lnTo>
                    <a:lnTo>
                      <a:pt x="760" y="429"/>
                    </a:lnTo>
                    <a:lnTo>
                      <a:pt x="750" y="429"/>
                    </a:lnTo>
                    <a:lnTo>
                      <a:pt x="760" y="429"/>
                    </a:lnTo>
                    <a:lnTo>
                      <a:pt x="750" y="438"/>
                    </a:lnTo>
                    <a:lnTo>
                      <a:pt x="760" y="460"/>
                    </a:lnTo>
                    <a:lnTo>
                      <a:pt x="790" y="460"/>
                    </a:lnTo>
                    <a:lnTo>
                      <a:pt x="812" y="460"/>
                    </a:lnTo>
                    <a:lnTo>
                      <a:pt x="802" y="460"/>
                    </a:lnTo>
                    <a:lnTo>
                      <a:pt x="790" y="469"/>
                    </a:lnTo>
                    <a:lnTo>
                      <a:pt x="771" y="479"/>
                    </a:lnTo>
                    <a:lnTo>
                      <a:pt x="750" y="490"/>
                    </a:lnTo>
                    <a:lnTo>
                      <a:pt x="717" y="500"/>
                    </a:lnTo>
                    <a:lnTo>
                      <a:pt x="708" y="500"/>
                    </a:lnTo>
                    <a:lnTo>
                      <a:pt x="686" y="509"/>
                    </a:lnTo>
                    <a:lnTo>
                      <a:pt x="665" y="509"/>
                    </a:lnTo>
                    <a:lnTo>
                      <a:pt x="656" y="509"/>
                    </a:lnTo>
                    <a:lnTo>
                      <a:pt x="644" y="509"/>
                    </a:lnTo>
                    <a:lnTo>
                      <a:pt x="644" y="521"/>
                    </a:lnTo>
                    <a:lnTo>
                      <a:pt x="644" y="531"/>
                    </a:lnTo>
                    <a:lnTo>
                      <a:pt x="634" y="531"/>
                    </a:lnTo>
                    <a:lnTo>
                      <a:pt x="625" y="540"/>
                    </a:lnTo>
                    <a:lnTo>
                      <a:pt x="613" y="550"/>
                    </a:lnTo>
                    <a:lnTo>
                      <a:pt x="613" y="562"/>
                    </a:lnTo>
                    <a:lnTo>
                      <a:pt x="604" y="562"/>
                    </a:lnTo>
                    <a:lnTo>
                      <a:pt x="582" y="571"/>
                    </a:lnTo>
                    <a:lnTo>
                      <a:pt x="573" y="571"/>
                    </a:lnTo>
                    <a:lnTo>
                      <a:pt x="561" y="571"/>
                    </a:lnTo>
                    <a:lnTo>
                      <a:pt x="561" y="562"/>
                    </a:lnTo>
                    <a:lnTo>
                      <a:pt x="552" y="562"/>
                    </a:lnTo>
                    <a:lnTo>
                      <a:pt x="552" y="571"/>
                    </a:lnTo>
                    <a:lnTo>
                      <a:pt x="552" y="580"/>
                    </a:lnTo>
                    <a:lnTo>
                      <a:pt x="542" y="592"/>
                    </a:lnTo>
                    <a:lnTo>
                      <a:pt x="509" y="592"/>
                    </a:lnTo>
                    <a:lnTo>
                      <a:pt x="509" y="602"/>
                    </a:lnTo>
                    <a:lnTo>
                      <a:pt x="509" y="611"/>
                    </a:lnTo>
                    <a:lnTo>
                      <a:pt x="509" y="623"/>
                    </a:lnTo>
                    <a:lnTo>
                      <a:pt x="509" y="633"/>
                    </a:lnTo>
                    <a:lnTo>
                      <a:pt x="490" y="633"/>
                    </a:lnTo>
                    <a:lnTo>
                      <a:pt x="490" y="654"/>
                    </a:lnTo>
                    <a:lnTo>
                      <a:pt x="478" y="654"/>
                    </a:lnTo>
                    <a:lnTo>
                      <a:pt x="478" y="663"/>
                    </a:lnTo>
                    <a:lnTo>
                      <a:pt x="490" y="685"/>
                    </a:lnTo>
                    <a:lnTo>
                      <a:pt x="478" y="685"/>
                    </a:lnTo>
                    <a:lnTo>
                      <a:pt x="478" y="704"/>
                    </a:lnTo>
                    <a:lnTo>
                      <a:pt x="466" y="713"/>
                    </a:lnTo>
                    <a:lnTo>
                      <a:pt x="457" y="713"/>
                    </a:lnTo>
                    <a:lnTo>
                      <a:pt x="457" y="704"/>
                    </a:lnTo>
                    <a:lnTo>
                      <a:pt x="447" y="704"/>
                    </a:lnTo>
                    <a:lnTo>
                      <a:pt x="447" y="713"/>
                    </a:lnTo>
                    <a:lnTo>
                      <a:pt x="438" y="704"/>
                    </a:lnTo>
                    <a:lnTo>
                      <a:pt x="426" y="685"/>
                    </a:lnTo>
                    <a:lnTo>
                      <a:pt x="414" y="685"/>
                    </a:lnTo>
                    <a:lnTo>
                      <a:pt x="405" y="685"/>
                    </a:lnTo>
                    <a:lnTo>
                      <a:pt x="395" y="685"/>
                    </a:lnTo>
                    <a:lnTo>
                      <a:pt x="384" y="685"/>
                    </a:lnTo>
                    <a:lnTo>
                      <a:pt x="374" y="685"/>
                    </a:lnTo>
                    <a:lnTo>
                      <a:pt x="374" y="673"/>
                    </a:lnTo>
                    <a:lnTo>
                      <a:pt x="374" y="663"/>
                    </a:lnTo>
                    <a:lnTo>
                      <a:pt x="365" y="654"/>
                    </a:lnTo>
                    <a:lnTo>
                      <a:pt x="343" y="633"/>
                    </a:lnTo>
                    <a:lnTo>
                      <a:pt x="332" y="623"/>
                    </a:lnTo>
                    <a:lnTo>
                      <a:pt x="332" y="611"/>
                    </a:lnTo>
                    <a:lnTo>
                      <a:pt x="343" y="611"/>
                    </a:lnTo>
                    <a:lnTo>
                      <a:pt x="343" y="602"/>
                    </a:lnTo>
                    <a:lnTo>
                      <a:pt x="332" y="602"/>
                    </a:lnTo>
                    <a:lnTo>
                      <a:pt x="322" y="602"/>
                    </a:lnTo>
                    <a:lnTo>
                      <a:pt x="322" y="592"/>
                    </a:lnTo>
                    <a:lnTo>
                      <a:pt x="313" y="592"/>
                    </a:lnTo>
                    <a:lnTo>
                      <a:pt x="301" y="571"/>
                    </a:lnTo>
                    <a:lnTo>
                      <a:pt x="301" y="562"/>
                    </a:lnTo>
                    <a:lnTo>
                      <a:pt x="301" y="550"/>
                    </a:lnTo>
                    <a:lnTo>
                      <a:pt x="301" y="540"/>
                    </a:lnTo>
                    <a:lnTo>
                      <a:pt x="301" y="531"/>
                    </a:lnTo>
                    <a:lnTo>
                      <a:pt x="313" y="521"/>
                    </a:lnTo>
                    <a:lnTo>
                      <a:pt x="322" y="509"/>
                    </a:lnTo>
                    <a:lnTo>
                      <a:pt x="322" y="500"/>
                    </a:lnTo>
                    <a:lnTo>
                      <a:pt x="322" y="500"/>
                    </a:lnTo>
                    <a:lnTo>
                      <a:pt x="322" y="50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59" name="Google Shape;1359;p206"/>
              <p:cNvSpPr/>
              <p:nvPr/>
            </p:nvSpPr>
            <p:spPr>
              <a:xfrm>
                <a:off x="2859" y="1583"/>
                <a:ext cx="52" cy="31"/>
              </a:xfrm>
              <a:custGeom>
                <a:avLst/>
                <a:gdLst/>
                <a:ahLst/>
                <a:cxnLst/>
                <a:rect l="l" t="t" r="r" b="b"/>
                <a:pathLst>
                  <a:path w="52" h="31" extrusionOk="0">
                    <a:moveTo>
                      <a:pt x="9" y="31"/>
                    </a:moveTo>
                    <a:lnTo>
                      <a:pt x="9" y="22"/>
                    </a:lnTo>
                    <a:lnTo>
                      <a:pt x="0" y="12"/>
                    </a:lnTo>
                    <a:lnTo>
                      <a:pt x="0" y="0"/>
                    </a:lnTo>
                    <a:lnTo>
                      <a:pt x="9" y="0"/>
                    </a:lnTo>
                    <a:lnTo>
                      <a:pt x="21" y="0"/>
                    </a:lnTo>
                    <a:lnTo>
                      <a:pt x="31" y="0"/>
                    </a:lnTo>
                    <a:lnTo>
                      <a:pt x="52" y="12"/>
                    </a:lnTo>
                    <a:lnTo>
                      <a:pt x="42" y="22"/>
                    </a:lnTo>
                    <a:lnTo>
                      <a:pt x="31" y="31"/>
                    </a:lnTo>
                    <a:lnTo>
                      <a:pt x="21" y="31"/>
                    </a:lnTo>
                    <a:lnTo>
                      <a:pt x="9" y="31"/>
                    </a:lnTo>
                    <a:lnTo>
                      <a:pt x="9" y="31"/>
                    </a:lnTo>
                    <a:lnTo>
                      <a:pt x="9" y="3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60" name="Google Shape;1360;p206"/>
              <p:cNvSpPr/>
              <p:nvPr/>
            </p:nvSpPr>
            <p:spPr>
              <a:xfrm>
                <a:off x="2859" y="1583"/>
                <a:ext cx="52" cy="31"/>
              </a:xfrm>
              <a:custGeom>
                <a:avLst/>
                <a:gdLst/>
                <a:ahLst/>
                <a:cxnLst/>
                <a:rect l="l" t="t" r="r" b="b"/>
                <a:pathLst>
                  <a:path w="52" h="31" extrusionOk="0">
                    <a:moveTo>
                      <a:pt x="9" y="31"/>
                    </a:moveTo>
                    <a:lnTo>
                      <a:pt x="9" y="22"/>
                    </a:lnTo>
                    <a:lnTo>
                      <a:pt x="0" y="12"/>
                    </a:lnTo>
                    <a:lnTo>
                      <a:pt x="0" y="0"/>
                    </a:lnTo>
                    <a:lnTo>
                      <a:pt x="9" y="0"/>
                    </a:lnTo>
                    <a:lnTo>
                      <a:pt x="21" y="0"/>
                    </a:lnTo>
                    <a:lnTo>
                      <a:pt x="31" y="0"/>
                    </a:lnTo>
                    <a:lnTo>
                      <a:pt x="52" y="12"/>
                    </a:lnTo>
                    <a:lnTo>
                      <a:pt x="42" y="22"/>
                    </a:lnTo>
                    <a:lnTo>
                      <a:pt x="31" y="31"/>
                    </a:lnTo>
                    <a:lnTo>
                      <a:pt x="21" y="31"/>
                    </a:lnTo>
                    <a:lnTo>
                      <a:pt x="9" y="31"/>
                    </a:lnTo>
                    <a:lnTo>
                      <a:pt x="9" y="31"/>
                    </a:lnTo>
                    <a:lnTo>
                      <a:pt x="9" y="3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61" name="Google Shape;1361;p206"/>
              <p:cNvSpPr/>
              <p:nvPr/>
            </p:nvSpPr>
            <p:spPr>
              <a:xfrm>
                <a:off x="2476" y="1614"/>
                <a:ext cx="7" cy="0"/>
              </a:xfrm>
              <a:custGeom>
                <a:avLst/>
                <a:gdLst/>
                <a:ahLst/>
                <a:cxnLst/>
                <a:rect l="l" t="t" r="r" b="b"/>
                <a:pathLst>
                  <a:path w="7" h="120000" extrusionOk="0">
                    <a:moveTo>
                      <a:pt x="0" y="0"/>
                    </a:moveTo>
                    <a:lnTo>
                      <a:pt x="7" y="0"/>
                    </a:lnTo>
                    <a:lnTo>
                      <a:pt x="0" y="0"/>
                    </a:lnTo>
                    <a:lnTo>
                      <a:pt x="0" y="0"/>
                    </a:lnTo>
                    <a:lnTo>
                      <a:pt x="0"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62" name="Google Shape;1362;p206"/>
              <p:cNvSpPr/>
              <p:nvPr/>
            </p:nvSpPr>
            <p:spPr>
              <a:xfrm>
                <a:off x="3367" y="1688"/>
                <a:ext cx="159" cy="61"/>
              </a:xfrm>
              <a:custGeom>
                <a:avLst/>
                <a:gdLst/>
                <a:ahLst/>
                <a:cxnLst/>
                <a:rect l="l" t="t" r="r" b="b"/>
                <a:pathLst>
                  <a:path w="159" h="61" extrusionOk="0">
                    <a:moveTo>
                      <a:pt x="159" y="28"/>
                    </a:moveTo>
                    <a:lnTo>
                      <a:pt x="147" y="28"/>
                    </a:lnTo>
                    <a:lnTo>
                      <a:pt x="135" y="40"/>
                    </a:lnTo>
                    <a:lnTo>
                      <a:pt x="135" y="52"/>
                    </a:lnTo>
                    <a:lnTo>
                      <a:pt x="116" y="52"/>
                    </a:lnTo>
                    <a:lnTo>
                      <a:pt x="104" y="61"/>
                    </a:lnTo>
                    <a:lnTo>
                      <a:pt x="83" y="61"/>
                    </a:lnTo>
                    <a:lnTo>
                      <a:pt x="62" y="61"/>
                    </a:lnTo>
                    <a:lnTo>
                      <a:pt x="52" y="61"/>
                    </a:lnTo>
                    <a:lnTo>
                      <a:pt x="31" y="52"/>
                    </a:lnTo>
                    <a:lnTo>
                      <a:pt x="19" y="40"/>
                    </a:lnTo>
                    <a:lnTo>
                      <a:pt x="10" y="40"/>
                    </a:lnTo>
                    <a:lnTo>
                      <a:pt x="19" y="40"/>
                    </a:lnTo>
                    <a:lnTo>
                      <a:pt x="19" y="28"/>
                    </a:lnTo>
                    <a:lnTo>
                      <a:pt x="10" y="28"/>
                    </a:lnTo>
                    <a:lnTo>
                      <a:pt x="0" y="28"/>
                    </a:lnTo>
                    <a:lnTo>
                      <a:pt x="19" y="28"/>
                    </a:lnTo>
                    <a:lnTo>
                      <a:pt x="31" y="18"/>
                    </a:lnTo>
                    <a:lnTo>
                      <a:pt x="19" y="18"/>
                    </a:lnTo>
                    <a:lnTo>
                      <a:pt x="10" y="18"/>
                    </a:lnTo>
                    <a:lnTo>
                      <a:pt x="0" y="9"/>
                    </a:lnTo>
                    <a:lnTo>
                      <a:pt x="0" y="0"/>
                    </a:lnTo>
                    <a:lnTo>
                      <a:pt x="0" y="9"/>
                    </a:lnTo>
                    <a:lnTo>
                      <a:pt x="0" y="0"/>
                    </a:lnTo>
                    <a:lnTo>
                      <a:pt x="10" y="0"/>
                    </a:lnTo>
                    <a:lnTo>
                      <a:pt x="19" y="0"/>
                    </a:lnTo>
                    <a:lnTo>
                      <a:pt x="31" y="9"/>
                    </a:lnTo>
                    <a:lnTo>
                      <a:pt x="31" y="18"/>
                    </a:lnTo>
                    <a:lnTo>
                      <a:pt x="31" y="9"/>
                    </a:lnTo>
                    <a:lnTo>
                      <a:pt x="43" y="9"/>
                    </a:lnTo>
                    <a:lnTo>
                      <a:pt x="43" y="0"/>
                    </a:lnTo>
                    <a:lnTo>
                      <a:pt x="43" y="9"/>
                    </a:lnTo>
                    <a:lnTo>
                      <a:pt x="52" y="9"/>
                    </a:lnTo>
                    <a:lnTo>
                      <a:pt x="62" y="9"/>
                    </a:lnTo>
                    <a:lnTo>
                      <a:pt x="62" y="0"/>
                    </a:lnTo>
                    <a:lnTo>
                      <a:pt x="74" y="0"/>
                    </a:lnTo>
                    <a:lnTo>
                      <a:pt x="83" y="0"/>
                    </a:lnTo>
                    <a:lnTo>
                      <a:pt x="95" y="9"/>
                    </a:lnTo>
                    <a:lnTo>
                      <a:pt x="95" y="0"/>
                    </a:lnTo>
                    <a:lnTo>
                      <a:pt x="104" y="0"/>
                    </a:lnTo>
                    <a:lnTo>
                      <a:pt x="116" y="0"/>
                    </a:lnTo>
                    <a:lnTo>
                      <a:pt x="126" y="0"/>
                    </a:lnTo>
                    <a:lnTo>
                      <a:pt x="135" y="0"/>
                    </a:lnTo>
                    <a:lnTo>
                      <a:pt x="135" y="18"/>
                    </a:lnTo>
                    <a:lnTo>
                      <a:pt x="159" y="28"/>
                    </a:lnTo>
                    <a:lnTo>
                      <a:pt x="159" y="28"/>
                    </a:lnTo>
                    <a:lnTo>
                      <a:pt x="159"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63" name="Google Shape;1363;p206"/>
              <p:cNvSpPr/>
              <p:nvPr/>
            </p:nvSpPr>
            <p:spPr>
              <a:xfrm>
                <a:off x="3367" y="1688"/>
                <a:ext cx="159" cy="61"/>
              </a:xfrm>
              <a:custGeom>
                <a:avLst/>
                <a:gdLst/>
                <a:ahLst/>
                <a:cxnLst/>
                <a:rect l="l" t="t" r="r" b="b"/>
                <a:pathLst>
                  <a:path w="159" h="61" extrusionOk="0">
                    <a:moveTo>
                      <a:pt x="159" y="28"/>
                    </a:moveTo>
                    <a:lnTo>
                      <a:pt x="147" y="28"/>
                    </a:lnTo>
                    <a:lnTo>
                      <a:pt x="135" y="40"/>
                    </a:lnTo>
                    <a:lnTo>
                      <a:pt x="135" y="52"/>
                    </a:lnTo>
                    <a:lnTo>
                      <a:pt x="116" y="52"/>
                    </a:lnTo>
                    <a:lnTo>
                      <a:pt x="104" y="61"/>
                    </a:lnTo>
                    <a:lnTo>
                      <a:pt x="83" y="61"/>
                    </a:lnTo>
                    <a:lnTo>
                      <a:pt x="62" y="61"/>
                    </a:lnTo>
                    <a:lnTo>
                      <a:pt x="52" y="61"/>
                    </a:lnTo>
                    <a:lnTo>
                      <a:pt x="31" y="52"/>
                    </a:lnTo>
                    <a:lnTo>
                      <a:pt x="19" y="40"/>
                    </a:lnTo>
                    <a:lnTo>
                      <a:pt x="10" y="40"/>
                    </a:lnTo>
                    <a:lnTo>
                      <a:pt x="19" y="40"/>
                    </a:lnTo>
                    <a:lnTo>
                      <a:pt x="19" y="28"/>
                    </a:lnTo>
                    <a:lnTo>
                      <a:pt x="10" y="28"/>
                    </a:lnTo>
                    <a:lnTo>
                      <a:pt x="0" y="28"/>
                    </a:lnTo>
                    <a:lnTo>
                      <a:pt x="19" y="28"/>
                    </a:lnTo>
                    <a:lnTo>
                      <a:pt x="31" y="18"/>
                    </a:lnTo>
                    <a:lnTo>
                      <a:pt x="19" y="18"/>
                    </a:lnTo>
                    <a:lnTo>
                      <a:pt x="10" y="18"/>
                    </a:lnTo>
                    <a:lnTo>
                      <a:pt x="0" y="9"/>
                    </a:lnTo>
                    <a:lnTo>
                      <a:pt x="0" y="0"/>
                    </a:lnTo>
                    <a:lnTo>
                      <a:pt x="0" y="9"/>
                    </a:lnTo>
                    <a:lnTo>
                      <a:pt x="0" y="0"/>
                    </a:lnTo>
                    <a:lnTo>
                      <a:pt x="10" y="0"/>
                    </a:lnTo>
                    <a:lnTo>
                      <a:pt x="19" y="0"/>
                    </a:lnTo>
                    <a:lnTo>
                      <a:pt x="31" y="9"/>
                    </a:lnTo>
                    <a:lnTo>
                      <a:pt x="31" y="18"/>
                    </a:lnTo>
                    <a:lnTo>
                      <a:pt x="31" y="9"/>
                    </a:lnTo>
                    <a:lnTo>
                      <a:pt x="43" y="9"/>
                    </a:lnTo>
                    <a:lnTo>
                      <a:pt x="43" y="0"/>
                    </a:lnTo>
                    <a:lnTo>
                      <a:pt x="43" y="9"/>
                    </a:lnTo>
                    <a:lnTo>
                      <a:pt x="52" y="9"/>
                    </a:lnTo>
                    <a:lnTo>
                      <a:pt x="62" y="9"/>
                    </a:lnTo>
                    <a:lnTo>
                      <a:pt x="62" y="0"/>
                    </a:lnTo>
                    <a:lnTo>
                      <a:pt x="74" y="0"/>
                    </a:lnTo>
                    <a:lnTo>
                      <a:pt x="83" y="0"/>
                    </a:lnTo>
                    <a:lnTo>
                      <a:pt x="95" y="9"/>
                    </a:lnTo>
                    <a:lnTo>
                      <a:pt x="95" y="0"/>
                    </a:lnTo>
                    <a:lnTo>
                      <a:pt x="104" y="0"/>
                    </a:lnTo>
                    <a:lnTo>
                      <a:pt x="116" y="0"/>
                    </a:lnTo>
                    <a:lnTo>
                      <a:pt x="126" y="0"/>
                    </a:lnTo>
                    <a:lnTo>
                      <a:pt x="135" y="0"/>
                    </a:lnTo>
                    <a:lnTo>
                      <a:pt x="135" y="18"/>
                    </a:lnTo>
                    <a:lnTo>
                      <a:pt x="159" y="28"/>
                    </a:lnTo>
                    <a:lnTo>
                      <a:pt x="159" y="28"/>
                    </a:lnTo>
                    <a:lnTo>
                      <a:pt x="159" y="28"/>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64" name="Google Shape;1364;p206"/>
              <p:cNvSpPr/>
              <p:nvPr/>
            </p:nvSpPr>
            <p:spPr>
              <a:xfrm>
                <a:off x="2544" y="1645"/>
                <a:ext cx="24" cy="12"/>
              </a:xfrm>
              <a:custGeom>
                <a:avLst/>
                <a:gdLst/>
                <a:ahLst/>
                <a:cxnLst/>
                <a:rect l="l" t="t" r="r" b="b"/>
                <a:pathLst>
                  <a:path w="24" h="12" extrusionOk="0">
                    <a:moveTo>
                      <a:pt x="12" y="12"/>
                    </a:moveTo>
                    <a:lnTo>
                      <a:pt x="0" y="12"/>
                    </a:lnTo>
                    <a:lnTo>
                      <a:pt x="0" y="0"/>
                    </a:lnTo>
                    <a:lnTo>
                      <a:pt x="12" y="0"/>
                    </a:lnTo>
                    <a:lnTo>
                      <a:pt x="24" y="12"/>
                    </a:lnTo>
                    <a:lnTo>
                      <a:pt x="12" y="12"/>
                    </a:lnTo>
                    <a:lnTo>
                      <a:pt x="12" y="12"/>
                    </a:lnTo>
                    <a:lnTo>
                      <a:pt x="12"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65" name="Google Shape;1365;p206"/>
              <p:cNvSpPr/>
              <p:nvPr/>
            </p:nvSpPr>
            <p:spPr>
              <a:xfrm>
                <a:off x="2544" y="1645"/>
                <a:ext cx="24" cy="12"/>
              </a:xfrm>
              <a:custGeom>
                <a:avLst/>
                <a:gdLst/>
                <a:ahLst/>
                <a:cxnLst/>
                <a:rect l="l" t="t" r="r" b="b"/>
                <a:pathLst>
                  <a:path w="24" h="12" extrusionOk="0">
                    <a:moveTo>
                      <a:pt x="12" y="12"/>
                    </a:moveTo>
                    <a:lnTo>
                      <a:pt x="0" y="12"/>
                    </a:lnTo>
                    <a:lnTo>
                      <a:pt x="0" y="0"/>
                    </a:lnTo>
                    <a:lnTo>
                      <a:pt x="12" y="0"/>
                    </a:lnTo>
                    <a:lnTo>
                      <a:pt x="24" y="12"/>
                    </a:lnTo>
                    <a:lnTo>
                      <a:pt x="12" y="12"/>
                    </a:lnTo>
                    <a:lnTo>
                      <a:pt x="12" y="12"/>
                    </a:lnTo>
                    <a:lnTo>
                      <a:pt x="12" y="1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66" name="Google Shape;1366;p206"/>
              <p:cNvSpPr/>
              <p:nvPr/>
            </p:nvSpPr>
            <p:spPr>
              <a:xfrm>
                <a:off x="3431" y="1420"/>
                <a:ext cx="43" cy="24"/>
              </a:xfrm>
              <a:custGeom>
                <a:avLst/>
                <a:gdLst/>
                <a:ahLst/>
                <a:cxnLst/>
                <a:rect l="l" t="t" r="r" b="b"/>
                <a:pathLst>
                  <a:path w="43" h="24" extrusionOk="0">
                    <a:moveTo>
                      <a:pt x="10" y="24"/>
                    </a:moveTo>
                    <a:lnTo>
                      <a:pt x="10" y="12"/>
                    </a:lnTo>
                    <a:lnTo>
                      <a:pt x="0" y="12"/>
                    </a:lnTo>
                    <a:lnTo>
                      <a:pt x="10" y="12"/>
                    </a:lnTo>
                    <a:lnTo>
                      <a:pt x="10" y="0"/>
                    </a:lnTo>
                    <a:lnTo>
                      <a:pt x="22" y="0"/>
                    </a:lnTo>
                    <a:lnTo>
                      <a:pt x="22" y="12"/>
                    </a:lnTo>
                    <a:lnTo>
                      <a:pt x="31" y="12"/>
                    </a:lnTo>
                    <a:lnTo>
                      <a:pt x="43" y="12"/>
                    </a:lnTo>
                    <a:lnTo>
                      <a:pt x="31" y="12"/>
                    </a:lnTo>
                    <a:lnTo>
                      <a:pt x="22" y="24"/>
                    </a:lnTo>
                    <a:lnTo>
                      <a:pt x="10" y="24"/>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67" name="Google Shape;1367;p206"/>
              <p:cNvSpPr/>
              <p:nvPr/>
            </p:nvSpPr>
            <p:spPr>
              <a:xfrm>
                <a:off x="3431" y="1420"/>
                <a:ext cx="43" cy="24"/>
              </a:xfrm>
              <a:custGeom>
                <a:avLst/>
                <a:gdLst/>
                <a:ahLst/>
                <a:cxnLst/>
                <a:rect l="l" t="t" r="r" b="b"/>
                <a:pathLst>
                  <a:path w="43" h="24" extrusionOk="0">
                    <a:moveTo>
                      <a:pt x="10" y="24"/>
                    </a:moveTo>
                    <a:lnTo>
                      <a:pt x="10" y="12"/>
                    </a:lnTo>
                    <a:lnTo>
                      <a:pt x="0" y="12"/>
                    </a:lnTo>
                    <a:lnTo>
                      <a:pt x="10" y="12"/>
                    </a:lnTo>
                    <a:lnTo>
                      <a:pt x="10" y="0"/>
                    </a:lnTo>
                    <a:lnTo>
                      <a:pt x="22" y="0"/>
                    </a:lnTo>
                    <a:lnTo>
                      <a:pt x="22" y="12"/>
                    </a:lnTo>
                    <a:lnTo>
                      <a:pt x="31" y="12"/>
                    </a:lnTo>
                    <a:lnTo>
                      <a:pt x="43" y="12"/>
                    </a:lnTo>
                    <a:lnTo>
                      <a:pt x="31" y="12"/>
                    </a:lnTo>
                    <a:lnTo>
                      <a:pt x="22" y="24"/>
                    </a:lnTo>
                    <a:lnTo>
                      <a:pt x="10" y="24"/>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68" name="Google Shape;1368;p206"/>
              <p:cNvSpPr/>
              <p:nvPr/>
            </p:nvSpPr>
            <p:spPr>
              <a:xfrm>
                <a:off x="3431" y="1420"/>
                <a:ext cx="43" cy="24"/>
              </a:xfrm>
              <a:custGeom>
                <a:avLst/>
                <a:gdLst/>
                <a:ahLst/>
                <a:cxnLst/>
                <a:rect l="l" t="t" r="r" b="b"/>
                <a:pathLst>
                  <a:path w="43" h="24" extrusionOk="0">
                    <a:moveTo>
                      <a:pt x="10" y="24"/>
                    </a:moveTo>
                    <a:lnTo>
                      <a:pt x="10" y="12"/>
                    </a:lnTo>
                    <a:lnTo>
                      <a:pt x="0" y="12"/>
                    </a:lnTo>
                    <a:lnTo>
                      <a:pt x="10" y="12"/>
                    </a:lnTo>
                    <a:lnTo>
                      <a:pt x="10" y="0"/>
                    </a:lnTo>
                    <a:lnTo>
                      <a:pt x="22" y="0"/>
                    </a:lnTo>
                    <a:lnTo>
                      <a:pt x="22" y="12"/>
                    </a:lnTo>
                    <a:lnTo>
                      <a:pt x="31" y="12"/>
                    </a:lnTo>
                    <a:lnTo>
                      <a:pt x="43" y="12"/>
                    </a:lnTo>
                    <a:lnTo>
                      <a:pt x="31" y="12"/>
                    </a:lnTo>
                    <a:lnTo>
                      <a:pt x="22" y="24"/>
                    </a:lnTo>
                    <a:lnTo>
                      <a:pt x="10" y="24"/>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69" name="Google Shape;1369;p206"/>
              <p:cNvSpPr/>
              <p:nvPr/>
            </p:nvSpPr>
            <p:spPr>
              <a:xfrm>
                <a:off x="1047" y="1550"/>
                <a:ext cx="606" cy="576"/>
              </a:xfrm>
              <a:custGeom>
                <a:avLst/>
                <a:gdLst/>
                <a:ahLst/>
                <a:cxnLst/>
                <a:rect l="l" t="t" r="r" b="b"/>
                <a:pathLst>
                  <a:path w="606" h="576" extrusionOk="0">
                    <a:moveTo>
                      <a:pt x="606" y="559"/>
                    </a:moveTo>
                    <a:lnTo>
                      <a:pt x="606" y="559"/>
                    </a:lnTo>
                    <a:lnTo>
                      <a:pt x="606" y="531"/>
                    </a:lnTo>
                    <a:lnTo>
                      <a:pt x="575" y="512"/>
                    </a:lnTo>
                    <a:lnTo>
                      <a:pt x="544" y="455"/>
                    </a:lnTo>
                    <a:lnTo>
                      <a:pt x="532" y="455"/>
                    </a:lnTo>
                    <a:lnTo>
                      <a:pt x="523" y="426"/>
                    </a:lnTo>
                    <a:lnTo>
                      <a:pt x="502" y="436"/>
                    </a:lnTo>
                    <a:lnTo>
                      <a:pt x="492" y="445"/>
                    </a:lnTo>
                    <a:lnTo>
                      <a:pt x="461" y="417"/>
                    </a:lnTo>
                    <a:lnTo>
                      <a:pt x="461" y="407"/>
                    </a:lnTo>
                    <a:lnTo>
                      <a:pt x="431" y="417"/>
                    </a:lnTo>
                    <a:lnTo>
                      <a:pt x="431" y="407"/>
                    </a:lnTo>
                    <a:lnTo>
                      <a:pt x="431" y="76"/>
                    </a:lnTo>
                    <a:lnTo>
                      <a:pt x="400" y="57"/>
                    </a:lnTo>
                    <a:lnTo>
                      <a:pt x="369" y="66"/>
                    </a:lnTo>
                    <a:lnTo>
                      <a:pt x="348" y="57"/>
                    </a:lnTo>
                    <a:lnTo>
                      <a:pt x="329" y="57"/>
                    </a:lnTo>
                    <a:lnTo>
                      <a:pt x="298" y="38"/>
                    </a:lnTo>
                    <a:lnTo>
                      <a:pt x="258" y="38"/>
                    </a:lnTo>
                    <a:lnTo>
                      <a:pt x="246" y="19"/>
                    </a:lnTo>
                    <a:lnTo>
                      <a:pt x="215" y="19"/>
                    </a:lnTo>
                    <a:lnTo>
                      <a:pt x="206" y="10"/>
                    </a:lnTo>
                    <a:lnTo>
                      <a:pt x="185" y="0"/>
                    </a:lnTo>
                    <a:lnTo>
                      <a:pt x="163" y="19"/>
                    </a:lnTo>
                    <a:lnTo>
                      <a:pt x="144" y="29"/>
                    </a:lnTo>
                    <a:lnTo>
                      <a:pt x="114" y="48"/>
                    </a:lnTo>
                    <a:lnTo>
                      <a:pt x="102" y="48"/>
                    </a:lnTo>
                    <a:lnTo>
                      <a:pt x="83" y="66"/>
                    </a:lnTo>
                    <a:lnTo>
                      <a:pt x="73" y="104"/>
                    </a:lnTo>
                    <a:lnTo>
                      <a:pt x="31" y="114"/>
                    </a:lnTo>
                    <a:lnTo>
                      <a:pt x="19" y="133"/>
                    </a:lnTo>
                    <a:lnTo>
                      <a:pt x="62" y="161"/>
                    </a:lnTo>
                    <a:lnTo>
                      <a:pt x="73" y="180"/>
                    </a:lnTo>
                    <a:lnTo>
                      <a:pt x="92" y="209"/>
                    </a:lnTo>
                    <a:lnTo>
                      <a:pt x="92" y="218"/>
                    </a:lnTo>
                    <a:lnTo>
                      <a:pt x="62" y="218"/>
                    </a:lnTo>
                    <a:lnTo>
                      <a:pt x="62" y="199"/>
                    </a:lnTo>
                    <a:lnTo>
                      <a:pt x="50" y="199"/>
                    </a:lnTo>
                    <a:lnTo>
                      <a:pt x="10" y="218"/>
                    </a:lnTo>
                    <a:lnTo>
                      <a:pt x="0" y="237"/>
                    </a:lnTo>
                    <a:lnTo>
                      <a:pt x="19" y="246"/>
                    </a:lnTo>
                    <a:lnTo>
                      <a:pt x="19" y="256"/>
                    </a:lnTo>
                    <a:lnTo>
                      <a:pt x="19" y="265"/>
                    </a:lnTo>
                    <a:lnTo>
                      <a:pt x="40" y="275"/>
                    </a:lnTo>
                    <a:lnTo>
                      <a:pt x="62" y="275"/>
                    </a:lnTo>
                    <a:lnTo>
                      <a:pt x="83" y="275"/>
                    </a:lnTo>
                    <a:lnTo>
                      <a:pt x="102" y="265"/>
                    </a:lnTo>
                    <a:lnTo>
                      <a:pt x="102" y="275"/>
                    </a:lnTo>
                    <a:lnTo>
                      <a:pt x="114" y="294"/>
                    </a:lnTo>
                    <a:lnTo>
                      <a:pt x="102" y="313"/>
                    </a:lnTo>
                    <a:lnTo>
                      <a:pt x="83" y="313"/>
                    </a:lnTo>
                    <a:lnTo>
                      <a:pt x="73" y="322"/>
                    </a:lnTo>
                    <a:lnTo>
                      <a:pt x="62" y="322"/>
                    </a:lnTo>
                    <a:lnTo>
                      <a:pt x="50" y="322"/>
                    </a:lnTo>
                    <a:lnTo>
                      <a:pt x="31" y="370"/>
                    </a:lnTo>
                    <a:lnTo>
                      <a:pt x="62" y="426"/>
                    </a:lnTo>
                    <a:lnTo>
                      <a:pt x="73" y="426"/>
                    </a:lnTo>
                    <a:lnTo>
                      <a:pt x="92" y="417"/>
                    </a:lnTo>
                    <a:lnTo>
                      <a:pt x="92" y="436"/>
                    </a:lnTo>
                    <a:lnTo>
                      <a:pt x="92" y="445"/>
                    </a:lnTo>
                    <a:lnTo>
                      <a:pt x="102" y="455"/>
                    </a:lnTo>
                    <a:lnTo>
                      <a:pt x="133" y="455"/>
                    </a:lnTo>
                    <a:lnTo>
                      <a:pt x="144" y="464"/>
                    </a:lnTo>
                    <a:lnTo>
                      <a:pt x="144" y="455"/>
                    </a:lnTo>
                    <a:lnTo>
                      <a:pt x="163" y="455"/>
                    </a:lnTo>
                    <a:lnTo>
                      <a:pt x="163" y="474"/>
                    </a:lnTo>
                    <a:lnTo>
                      <a:pt x="163" y="493"/>
                    </a:lnTo>
                    <a:lnTo>
                      <a:pt x="114" y="531"/>
                    </a:lnTo>
                    <a:lnTo>
                      <a:pt x="83" y="540"/>
                    </a:lnTo>
                    <a:lnTo>
                      <a:pt x="73" y="547"/>
                    </a:lnTo>
                    <a:lnTo>
                      <a:pt x="40" y="568"/>
                    </a:lnTo>
                    <a:lnTo>
                      <a:pt x="50" y="576"/>
                    </a:lnTo>
                    <a:lnTo>
                      <a:pt x="102" y="547"/>
                    </a:lnTo>
                    <a:lnTo>
                      <a:pt x="144" y="531"/>
                    </a:lnTo>
                    <a:lnTo>
                      <a:pt x="154" y="519"/>
                    </a:lnTo>
                    <a:lnTo>
                      <a:pt x="175" y="502"/>
                    </a:lnTo>
                    <a:lnTo>
                      <a:pt x="227" y="464"/>
                    </a:lnTo>
                    <a:lnTo>
                      <a:pt x="237" y="455"/>
                    </a:lnTo>
                    <a:lnTo>
                      <a:pt x="215" y="445"/>
                    </a:lnTo>
                    <a:lnTo>
                      <a:pt x="227" y="436"/>
                    </a:lnTo>
                    <a:lnTo>
                      <a:pt x="246" y="417"/>
                    </a:lnTo>
                    <a:lnTo>
                      <a:pt x="246" y="398"/>
                    </a:lnTo>
                    <a:lnTo>
                      <a:pt x="277" y="379"/>
                    </a:lnTo>
                    <a:lnTo>
                      <a:pt x="286" y="379"/>
                    </a:lnTo>
                    <a:lnTo>
                      <a:pt x="277" y="388"/>
                    </a:lnTo>
                    <a:lnTo>
                      <a:pt x="267" y="398"/>
                    </a:lnTo>
                    <a:lnTo>
                      <a:pt x="258" y="426"/>
                    </a:lnTo>
                    <a:lnTo>
                      <a:pt x="267" y="436"/>
                    </a:lnTo>
                    <a:lnTo>
                      <a:pt x="258" y="445"/>
                    </a:lnTo>
                    <a:lnTo>
                      <a:pt x="267" y="445"/>
                    </a:lnTo>
                    <a:lnTo>
                      <a:pt x="298" y="426"/>
                    </a:lnTo>
                    <a:lnTo>
                      <a:pt x="308" y="426"/>
                    </a:lnTo>
                    <a:lnTo>
                      <a:pt x="317" y="407"/>
                    </a:lnTo>
                    <a:lnTo>
                      <a:pt x="308" y="388"/>
                    </a:lnTo>
                    <a:lnTo>
                      <a:pt x="338" y="398"/>
                    </a:lnTo>
                    <a:lnTo>
                      <a:pt x="379" y="417"/>
                    </a:lnTo>
                    <a:lnTo>
                      <a:pt x="409" y="417"/>
                    </a:lnTo>
                    <a:lnTo>
                      <a:pt x="440" y="426"/>
                    </a:lnTo>
                    <a:lnTo>
                      <a:pt x="452" y="426"/>
                    </a:lnTo>
                    <a:lnTo>
                      <a:pt x="452" y="436"/>
                    </a:lnTo>
                    <a:lnTo>
                      <a:pt x="502" y="474"/>
                    </a:lnTo>
                    <a:lnTo>
                      <a:pt x="532" y="531"/>
                    </a:lnTo>
                    <a:lnTo>
                      <a:pt x="523" y="483"/>
                    </a:lnTo>
                    <a:lnTo>
                      <a:pt x="513" y="474"/>
                    </a:lnTo>
                    <a:lnTo>
                      <a:pt x="523" y="474"/>
                    </a:lnTo>
                    <a:lnTo>
                      <a:pt x="523" y="455"/>
                    </a:lnTo>
                    <a:lnTo>
                      <a:pt x="532" y="502"/>
                    </a:lnTo>
                    <a:lnTo>
                      <a:pt x="544" y="493"/>
                    </a:lnTo>
                    <a:lnTo>
                      <a:pt x="563" y="512"/>
                    </a:lnTo>
                    <a:lnTo>
                      <a:pt x="544" y="502"/>
                    </a:lnTo>
                    <a:lnTo>
                      <a:pt x="544" y="512"/>
                    </a:lnTo>
                    <a:lnTo>
                      <a:pt x="544" y="531"/>
                    </a:lnTo>
                    <a:lnTo>
                      <a:pt x="554" y="519"/>
                    </a:lnTo>
                    <a:lnTo>
                      <a:pt x="554" y="540"/>
                    </a:lnTo>
                    <a:lnTo>
                      <a:pt x="575" y="568"/>
                    </a:lnTo>
                    <a:lnTo>
                      <a:pt x="575" y="547"/>
                    </a:lnTo>
                    <a:lnTo>
                      <a:pt x="563" y="531"/>
                    </a:lnTo>
                    <a:lnTo>
                      <a:pt x="575" y="531"/>
                    </a:lnTo>
                    <a:lnTo>
                      <a:pt x="575" y="540"/>
                    </a:lnTo>
                    <a:lnTo>
                      <a:pt x="584" y="559"/>
                    </a:lnTo>
                    <a:lnTo>
                      <a:pt x="596" y="568"/>
                    </a:lnTo>
                    <a:lnTo>
                      <a:pt x="606" y="559"/>
                    </a:lnTo>
                    <a:close/>
                  </a:path>
                </a:pathLst>
              </a:custGeom>
              <a:solidFill>
                <a:schemeClr val="accent2">
                  <a:lumMod val="500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70" name="Google Shape;1370;p206"/>
              <p:cNvSpPr/>
              <p:nvPr/>
            </p:nvSpPr>
            <p:spPr>
              <a:xfrm>
                <a:off x="1047" y="1550"/>
                <a:ext cx="606" cy="576"/>
              </a:xfrm>
              <a:custGeom>
                <a:avLst/>
                <a:gdLst/>
                <a:ahLst/>
                <a:cxnLst/>
                <a:rect l="l" t="t" r="r" b="b"/>
                <a:pathLst>
                  <a:path w="606" h="576" extrusionOk="0">
                    <a:moveTo>
                      <a:pt x="606" y="559"/>
                    </a:moveTo>
                    <a:lnTo>
                      <a:pt x="606" y="559"/>
                    </a:lnTo>
                    <a:lnTo>
                      <a:pt x="606" y="531"/>
                    </a:lnTo>
                    <a:lnTo>
                      <a:pt x="575" y="512"/>
                    </a:lnTo>
                    <a:lnTo>
                      <a:pt x="544" y="455"/>
                    </a:lnTo>
                    <a:lnTo>
                      <a:pt x="532" y="455"/>
                    </a:lnTo>
                    <a:lnTo>
                      <a:pt x="523" y="426"/>
                    </a:lnTo>
                    <a:lnTo>
                      <a:pt x="502" y="436"/>
                    </a:lnTo>
                    <a:lnTo>
                      <a:pt x="492" y="445"/>
                    </a:lnTo>
                    <a:lnTo>
                      <a:pt x="461" y="417"/>
                    </a:lnTo>
                    <a:lnTo>
                      <a:pt x="461" y="407"/>
                    </a:lnTo>
                    <a:lnTo>
                      <a:pt x="431" y="417"/>
                    </a:lnTo>
                    <a:lnTo>
                      <a:pt x="431" y="407"/>
                    </a:lnTo>
                    <a:lnTo>
                      <a:pt x="431" y="76"/>
                    </a:lnTo>
                    <a:lnTo>
                      <a:pt x="400" y="57"/>
                    </a:lnTo>
                    <a:lnTo>
                      <a:pt x="369" y="66"/>
                    </a:lnTo>
                    <a:lnTo>
                      <a:pt x="348" y="57"/>
                    </a:lnTo>
                    <a:lnTo>
                      <a:pt x="329" y="57"/>
                    </a:lnTo>
                    <a:lnTo>
                      <a:pt x="298" y="38"/>
                    </a:lnTo>
                    <a:lnTo>
                      <a:pt x="258" y="38"/>
                    </a:lnTo>
                    <a:lnTo>
                      <a:pt x="246" y="19"/>
                    </a:lnTo>
                    <a:lnTo>
                      <a:pt x="215" y="19"/>
                    </a:lnTo>
                    <a:lnTo>
                      <a:pt x="206" y="10"/>
                    </a:lnTo>
                    <a:lnTo>
                      <a:pt x="185" y="0"/>
                    </a:lnTo>
                    <a:lnTo>
                      <a:pt x="163" y="19"/>
                    </a:lnTo>
                    <a:lnTo>
                      <a:pt x="144" y="29"/>
                    </a:lnTo>
                    <a:lnTo>
                      <a:pt x="114" y="48"/>
                    </a:lnTo>
                    <a:lnTo>
                      <a:pt x="102" y="48"/>
                    </a:lnTo>
                    <a:lnTo>
                      <a:pt x="83" y="66"/>
                    </a:lnTo>
                    <a:lnTo>
                      <a:pt x="73" y="104"/>
                    </a:lnTo>
                    <a:lnTo>
                      <a:pt x="31" y="114"/>
                    </a:lnTo>
                    <a:lnTo>
                      <a:pt x="19" y="133"/>
                    </a:lnTo>
                    <a:lnTo>
                      <a:pt x="62" y="161"/>
                    </a:lnTo>
                    <a:lnTo>
                      <a:pt x="73" y="180"/>
                    </a:lnTo>
                    <a:lnTo>
                      <a:pt x="92" y="209"/>
                    </a:lnTo>
                    <a:lnTo>
                      <a:pt x="92" y="218"/>
                    </a:lnTo>
                    <a:lnTo>
                      <a:pt x="62" y="218"/>
                    </a:lnTo>
                    <a:lnTo>
                      <a:pt x="62" y="199"/>
                    </a:lnTo>
                    <a:lnTo>
                      <a:pt x="50" y="199"/>
                    </a:lnTo>
                    <a:lnTo>
                      <a:pt x="10" y="218"/>
                    </a:lnTo>
                    <a:lnTo>
                      <a:pt x="0" y="237"/>
                    </a:lnTo>
                    <a:lnTo>
                      <a:pt x="19" y="246"/>
                    </a:lnTo>
                    <a:lnTo>
                      <a:pt x="19" y="256"/>
                    </a:lnTo>
                    <a:lnTo>
                      <a:pt x="19" y="265"/>
                    </a:lnTo>
                    <a:lnTo>
                      <a:pt x="40" y="275"/>
                    </a:lnTo>
                    <a:lnTo>
                      <a:pt x="62" y="275"/>
                    </a:lnTo>
                    <a:lnTo>
                      <a:pt x="83" y="275"/>
                    </a:lnTo>
                    <a:lnTo>
                      <a:pt x="102" y="265"/>
                    </a:lnTo>
                    <a:lnTo>
                      <a:pt x="102" y="275"/>
                    </a:lnTo>
                    <a:lnTo>
                      <a:pt x="114" y="294"/>
                    </a:lnTo>
                    <a:lnTo>
                      <a:pt x="102" y="313"/>
                    </a:lnTo>
                    <a:lnTo>
                      <a:pt x="83" y="313"/>
                    </a:lnTo>
                    <a:lnTo>
                      <a:pt x="73" y="322"/>
                    </a:lnTo>
                    <a:lnTo>
                      <a:pt x="62" y="322"/>
                    </a:lnTo>
                    <a:lnTo>
                      <a:pt x="50" y="322"/>
                    </a:lnTo>
                    <a:lnTo>
                      <a:pt x="31" y="370"/>
                    </a:lnTo>
                    <a:lnTo>
                      <a:pt x="62" y="426"/>
                    </a:lnTo>
                    <a:lnTo>
                      <a:pt x="73" y="426"/>
                    </a:lnTo>
                    <a:lnTo>
                      <a:pt x="92" y="417"/>
                    </a:lnTo>
                    <a:lnTo>
                      <a:pt x="92" y="436"/>
                    </a:lnTo>
                    <a:lnTo>
                      <a:pt x="92" y="445"/>
                    </a:lnTo>
                    <a:lnTo>
                      <a:pt x="102" y="455"/>
                    </a:lnTo>
                    <a:lnTo>
                      <a:pt x="133" y="455"/>
                    </a:lnTo>
                    <a:lnTo>
                      <a:pt x="144" y="464"/>
                    </a:lnTo>
                    <a:lnTo>
                      <a:pt x="144" y="455"/>
                    </a:lnTo>
                    <a:lnTo>
                      <a:pt x="163" y="455"/>
                    </a:lnTo>
                    <a:lnTo>
                      <a:pt x="163" y="474"/>
                    </a:lnTo>
                    <a:lnTo>
                      <a:pt x="163" y="493"/>
                    </a:lnTo>
                    <a:lnTo>
                      <a:pt x="114" y="531"/>
                    </a:lnTo>
                    <a:lnTo>
                      <a:pt x="83" y="540"/>
                    </a:lnTo>
                    <a:lnTo>
                      <a:pt x="73" y="547"/>
                    </a:lnTo>
                    <a:lnTo>
                      <a:pt x="40" y="568"/>
                    </a:lnTo>
                    <a:lnTo>
                      <a:pt x="50" y="576"/>
                    </a:lnTo>
                    <a:lnTo>
                      <a:pt x="102" y="547"/>
                    </a:lnTo>
                    <a:lnTo>
                      <a:pt x="144" y="531"/>
                    </a:lnTo>
                    <a:lnTo>
                      <a:pt x="154" y="519"/>
                    </a:lnTo>
                    <a:lnTo>
                      <a:pt x="175" y="502"/>
                    </a:lnTo>
                    <a:lnTo>
                      <a:pt x="227" y="464"/>
                    </a:lnTo>
                    <a:lnTo>
                      <a:pt x="237" y="455"/>
                    </a:lnTo>
                    <a:lnTo>
                      <a:pt x="215" y="445"/>
                    </a:lnTo>
                    <a:lnTo>
                      <a:pt x="227" y="436"/>
                    </a:lnTo>
                    <a:lnTo>
                      <a:pt x="246" y="417"/>
                    </a:lnTo>
                    <a:lnTo>
                      <a:pt x="246" y="398"/>
                    </a:lnTo>
                    <a:lnTo>
                      <a:pt x="277" y="379"/>
                    </a:lnTo>
                    <a:lnTo>
                      <a:pt x="286" y="379"/>
                    </a:lnTo>
                    <a:lnTo>
                      <a:pt x="277" y="388"/>
                    </a:lnTo>
                    <a:lnTo>
                      <a:pt x="267" y="398"/>
                    </a:lnTo>
                    <a:lnTo>
                      <a:pt x="258" y="426"/>
                    </a:lnTo>
                    <a:lnTo>
                      <a:pt x="267" y="436"/>
                    </a:lnTo>
                    <a:lnTo>
                      <a:pt x="258" y="445"/>
                    </a:lnTo>
                    <a:lnTo>
                      <a:pt x="267" y="445"/>
                    </a:lnTo>
                    <a:lnTo>
                      <a:pt x="298" y="426"/>
                    </a:lnTo>
                    <a:lnTo>
                      <a:pt x="308" y="426"/>
                    </a:lnTo>
                    <a:lnTo>
                      <a:pt x="317" y="407"/>
                    </a:lnTo>
                    <a:lnTo>
                      <a:pt x="308" y="388"/>
                    </a:lnTo>
                    <a:lnTo>
                      <a:pt x="338" y="398"/>
                    </a:lnTo>
                    <a:lnTo>
                      <a:pt x="379" y="417"/>
                    </a:lnTo>
                    <a:lnTo>
                      <a:pt x="409" y="417"/>
                    </a:lnTo>
                    <a:lnTo>
                      <a:pt x="440" y="426"/>
                    </a:lnTo>
                    <a:lnTo>
                      <a:pt x="452" y="426"/>
                    </a:lnTo>
                    <a:lnTo>
                      <a:pt x="452" y="436"/>
                    </a:lnTo>
                    <a:lnTo>
                      <a:pt x="502" y="474"/>
                    </a:lnTo>
                    <a:lnTo>
                      <a:pt x="532" y="531"/>
                    </a:lnTo>
                    <a:lnTo>
                      <a:pt x="523" y="483"/>
                    </a:lnTo>
                    <a:lnTo>
                      <a:pt x="513" y="474"/>
                    </a:lnTo>
                    <a:lnTo>
                      <a:pt x="523" y="474"/>
                    </a:lnTo>
                    <a:lnTo>
                      <a:pt x="523" y="455"/>
                    </a:lnTo>
                    <a:lnTo>
                      <a:pt x="532" y="502"/>
                    </a:lnTo>
                    <a:lnTo>
                      <a:pt x="544" y="493"/>
                    </a:lnTo>
                    <a:lnTo>
                      <a:pt x="563" y="512"/>
                    </a:lnTo>
                    <a:lnTo>
                      <a:pt x="544" y="502"/>
                    </a:lnTo>
                    <a:lnTo>
                      <a:pt x="544" y="512"/>
                    </a:lnTo>
                    <a:lnTo>
                      <a:pt x="544" y="531"/>
                    </a:lnTo>
                    <a:lnTo>
                      <a:pt x="554" y="519"/>
                    </a:lnTo>
                    <a:lnTo>
                      <a:pt x="554" y="540"/>
                    </a:lnTo>
                    <a:lnTo>
                      <a:pt x="575" y="568"/>
                    </a:lnTo>
                    <a:lnTo>
                      <a:pt x="575" y="547"/>
                    </a:lnTo>
                    <a:lnTo>
                      <a:pt x="563" y="531"/>
                    </a:lnTo>
                    <a:lnTo>
                      <a:pt x="575" y="531"/>
                    </a:lnTo>
                    <a:lnTo>
                      <a:pt x="575" y="540"/>
                    </a:lnTo>
                    <a:lnTo>
                      <a:pt x="584" y="559"/>
                    </a:lnTo>
                    <a:lnTo>
                      <a:pt x="596" y="568"/>
                    </a:lnTo>
                    <a:lnTo>
                      <a:pt x="606" y="55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71" name="Google Shape;1371;p206"/>
              <p:cNvSpPr/>
              <p:nvPr/>
            </p:nvSpPr>
            <p:spPr>
              <a:xfrm>
                <a:off x="1047" y="1550"/>
                <a:ext cx="606" cy="576"/>
              </a:xfrm>
              <a:custGeom>
                <a:avLst/>
                <a:gdLst/>
                <a:ahLst/>
                <a:cxnLst/>
                <a:rect l="l" t="t" r="r" b="b"/>
                <a:pathLst>
                  <a:path w="606" h="576" extrusionOk="0">
                    <a:moveTo>
                      <a:pt x="606" y="559"/>
                    </a:moveTo>
                    <a:lnTo>
                      <a:pt x="606" y="559"/>
                    </a:lnTo>
                    <a:lnTo>
                      <a:pt x="606" y="531"/>
                    </a:lnTo>
                    <a:lnTo>
                      <a:pt x="575" y="512"/>
                    </a:lnTo>
                    <a:lnTo>
                      <a:pt x="544" y="455"/>
                    </a:lnTo>
                    <a:lnTo>
                      <a:pt x="532" y="455"/>
                    </a:lnTo>
                    <a:lnTo>
                      <a:pt x="523" y="426"/>
                    </a:lnTo>
                    <a:lnTo>
                      <a:pt x="502" y="436"/>
                    </a:lnTo>
                    <a:lnTo>
                      <a:pt x="492" y="445"/>
                    </a:lnTo>
                    <a:lnTo>
                      <a:pt x="461" y="417"/>
                    </a:lnTo>
                    <a:lnTo>
                      <a:pt x="461" y="407"/>
                    </a:lnTo>
                    <a:lnTo>
                      <a:pt x="431" y="417"/>
                    </a:lnTo>
                    <a:lnTo>
                      <a:pt x="431" y="407"/>
                    </a:lnTo>
                    <a:lnTo>
                      <a:pt x="431" y="76"/>
                    </a:lnTo>
                    <a:lnTo>
                      <a:pt x="400" y="57"/>
                    </a:lnTo>
                    <a:lnTo>
                      <a:pt x="369" y="66"/>
                    </a:lnTo>
                    <a:lnTo>
                      <a:pt x="348" y="57"/>
                    </a:lnTo>
                    <a:lnTo>
                      <a:pt x="329" y="57"/>
                    </a:lnTo>
                    <a:lnTo>
                      <a:pt x="298" y="38"/>
                    </a:lnTo>
                    <a:lnTo>
                      <a:pt x="258" y="38"/>
                    </a:lnTo>
                    <a:lnTo>
                      <a:pt x="246" y="19"/>
                    </a:lnTo>
                    <a:lnTo>
                      <a:pt x="215" y="19"/>
                    </a:lnTo>
                    <a:lnTo>
                      <a:pt x="206" y="10"/>
                    </a:lnTo>
                    <a:lnTo>
                      <a:pt x="185" y="0"/>
                    </a:lnTo>
                    <a:lnTo>
                      <a:pt x="163" y="19"/>
                    </a:lnTo>
                    <a:lnTo>
                      <a:pt x="144" y="29"/>
                    </a:lnTo>
                    <a:lnTo>
                      <a:pt x="114" y="48"/>
                    </a:lnTo>
                    <a:lnTo>
                      <a:pt x="102" y="48"/>
                    </a:lnTo>
                    <a:lnTo>
                      <a:pt x="83" y="66"/>
                    </a:lnTo>
                    <a:lnTo>
                      <a:pt x="73" y="104"/>
                    </a:lnTo>
                    <a:lnTo>
                      <a:pt x="31" y="114"/>
                    </a:lnTo>
                    <a:lnTo>
                      <a:pt x="19" y="133"/>
                    </a:lnTo>
                    <a:lnTo>
                      <a:pt x="62" y="161"/>
                    </a:lnTo>
                    <a:lnTo>
                      <a:pt x="73" y="180"/>
                    </a:lnTo>
                    <a:lnTo>
                      <a:pt x="92" y="209"/>
                    </a:lnTo>
                    <a:lnTo>
                      <a:pt x="92" y="218"/>
                    </a:lnTo>
                    <a:lnTo>
                      <a:pt x="62" y="218"/>
                    </a:lnTo>
                    <a:lnTo>
                      <a:pt x="62" y="199"/>
                    </a:lnTo>
                    <a:lnTo>
                      <a:pt x="50" y="199"/>
                    </a:lnTo>
                    <a:lnTo>
                      <a:pt x="10" y="218"/>
                    </a:lnTo>
                    <a:lnTo>
                      <a:pt x="0" y="237"/>
                    </a:lnTo>
                    <a:lnTo>
                      <a:pt x="19" y="246"/>
                    </a:lnTo>
                    <a:lnTo>
                      <a:pt x="19" y="256"/>
                    </a:lnTo>
                    <a:lnTo>
                      <a:pt x="19" y="265"/>
                    </a:lnTo>
                    <a:lnTo>
                      <a:pt x="40" y="275"/>
                    </a:lnTo>
                    <a:lnTo>
                      <a:pt x="62" y="275"/>
                    </a:lnTo>
                    <a:lnTo>
                      <a:pt x="83" y="275"/>
                    </a:lnTo>
                    <a:lnTo>
                      <a:pt x="102" y="265"/>
                    </a:lnTo>
                    <a:lnTo>
                      <a:pt x="102" y="275"/>
                    </a:lnTo>
                    <a:lnTo>
                      <a:pt x="114" y="294"/>
                    </a:lnTo>
                    <a:lnTo>
                      <a:pt x="102" y="313"/>
                    </a:lnTo>
                    <a:lnTo>
                      <a:pt x="83" y="313"/>
                    </a:lnTo>
                    <a:lnTo>
                      <a:pt x="73" y="322"/>
                    </a:lnTo>
                    <a:lnTo>
                      <a:pt x="62" y="322"/>
                    </a:lnTo>
                    <a:lnTo>
                      <a:pt x="50" y="322"/>
                    </a:lnTo>
                    <a:lnTo>
                      <a:pt x="31" y="370"/>
                    </a:lnTo>
                    <a:lnTo>
                      <a:pt x="62" y="426"/>
                    </a:lnTo>
                    <a:lnTo>
                      <a:pt x="73" y="426"/>
                    </a:lnTo>
                    <a:lnTo>
                      <a:pt x="92" y="417"/>
                    </a:lnTo>
                    <a:lnTo>
                      <a:pt x="92" y="436"/>
                    </a:lnTo>
                    <a:lnTo>
                      <a:pt x="92" y="445"/>
                    </a:lnTo>
                    <a:lnTo>
                      <a:pt x="102" y="455"/>
                    </a:lnTo>
                    <a:lnTo>
                      <a:pt x="133" y="455"/>
                    </a:lnTo>
                    <a:lnTo>
                      <a:pt x="144" y="464"/>
                    </a:lnTo>
                    <a:lnTo>
                      <a:pt x="144" y="455"/>
                    </a:lnTo>
                    <a:lnTo>
                      <a:pt x="163" y="455"/>
                    </a:lnTo>
                    <a:lnTo>
                      <a:pt x="163" y="474"/>
                    </a:lnTo>
                    <a:lnTo>
                      <a:pt x="163" y="493"/>
                    </a:lnTo>
                    <a:lnTo>
                      <a:pt x="114" y="531"/>
                    </a:lnTo>
                    <a:lnTo>
                      <a:pt x="83" y="540"/>
                    </a:lnTo>
                    <a:lnTo>
                      <a:pt x="73" y="547"/>
                    </a:lnTo>
                    <a:lnTo>
                      <a:pt x="40" y="568"/>
                    </a:lnTo>
                    <a:lnTo>
                      <a:pt x="50" y="576"/>
                    </a:lnTo>
                    <a:lnTo>
                      <a:pt x="102" y="547"/>
                    </a:lnTo>
                    <a:lnTo>
                      <a:pt x="144" y="531"/>
                    </a:lnTo>
                    <a:lnTo>
                      <a:pt x="154" y="519"/>
                    </a:lnTo>
                    <a:lnTo>
                      <a:pt x="175" y="502"/>
                    </a:lnTo>
                    <a:lnTo>
                      <a:pt x="227" y="464"/>
                    </a:lnTo>
                    <a:lnTo>
                      <a:pt x="237" y="455"/>
                    </a:lnTo>
                    <a:lnTo>
                      <a:pt x="215" y="445"/>
                    </a:lnTo>
                    <a:lnTo>
                      <a:pt x="227" y="436"/>
                    </a:lnTo>
                    <a:lnTo>
                      <a:pt x="246" y="417"/>
                    </a:lnTo>
                    <a:lnTo>
                      <a:pt x="246" y="398"/>
                    </a:lnTo>
                    <a:lnTo>
                      <a:pt x="277" y="379"/>
                    </a:lnTo>
                    <a:lnTo>
                      <a:pt x="286" y="379"/>
                    </a:lnTo>
                    <a:lnTo>
                      <a:pt x="277" y="388"/>
                    </a:lnTo>
                    <a:lnTo>
                      <a:pt x="267" y="398"/>
                    </a:lnTo>
                    <a:lnTo>
                      <a:pt x="258" y="426"/>
                    </a:lnTo>
                    <a:lnTo>
                      <a:pt x="267" y="436"/>
                    </a:lnTo>
                    <a:lnTo>
                      <a:pt x="258" y="445"/>
                    </a:lnTo>
                    <a:lnTo>
                      <a:pt x="267" y="445"/>
                    </a:lnTo>
                    <a:lnTo>
                      <a:pt x="298" y="426"/>
                    </a:lnTo>
                    <a:lnTo>
                      <a:pt x="308" y="426"/>
                    </a:lnTo>
                    <a:lnTo>
                      <a:pt x="317" y="407"/>
                    </a:lnTo>
                    <a:lnTo>
                      <a:pt x="308" y="388"/>
                    </a:lnTo>
                    <a:lnTo>
                      <a:pt x="338" y="398"/>
                    </a:lnTo>
                    <a:lnTo>
                      <a:pt x="379" y="417"/>
                    </a:lnTo>
                    <a:lnTo>
                      <a:pt x="409" y="417"/>
                    </a:lnTo>
                    <a:lnTo>
                      <a:pt x="440" y="426"/>
                    </a:lnTo>
                    <a:lnTo>
                      <a:pt x="452" y="426"/>
                    </a:lnTo>
                    <a:lnTo>
                      <a:pt x="452" y="436"/>
                    </a:lnTo>
                    <a:lnTo>
                      <a:pt x="502" y="474"/>
                    </a:lnTo>
                    <a:lnTo>
                      <a:pt x="532" y="531"/>
                    </a:lnTo>
                    <a:lnTo>
                      <a:pt x="523" y="483"/>
                    </a:lnTo>
                    <a:lnTo>
                      <a:pt x="513" y="474"/>
                    </a:lnTo>
                    <a:lnTo>
                      <a:pt x="523" y="474"/>
                    </a:lnTo>
                    <a:lnTo>
                      <a:pt x="523" y="455"/>
                    </a:lnTo>
                    <a:lnTo>
                      <a:pt x="532" y="502"/>
                    </a:lnTo>
                    <a:lnTo>
                      <a:pt x="544" y="493"/>
                    </a:lnTo>
                    <a:lnTo>
                      <a:pt x="563" y="512"/>
                    </a:lnTo>
                    <a:lnTo>
                      <a:pt x="544" y="502"/>
                    </a:lnTo>
                    <a:lnTo>
                      <a:pt x="544" y="512"/>
                    </a:lnTo>
                    <a:lnTo>
                      <a:pt x="544" y="531"/>
                    </a:lnTo>
                    <a:lnTo>
                      <a:pt x="554" y="519"/>
                    </a:lnTo>
                    <a:lnTo>
                      <a:pt x="554" y="540"/>
                    </a:lnTo>
                    <a:lnTo>
                      <a:pt x="575" y="568"/>
                    </a:lnTo>
                    <a:lnTo>
                      <a:pt x="575" y="547"/>
                    </a:lnTo>
                    <a:lnTo>
                      <a:pt x="563" y="531"/>
                    </a:lnTo>
                    <a:lnTo>
                      <a:pt x="575" y="531"/>
                    </a:lnTo>
                    <a:lnTo>
                      <a:pt x="575" y="540"/>
                    </a:lnTo>
                    <a:lnTo>
                      <a:pt x="584" y="559"/>
                    </a:lnTo>
                    <a:lnTo>
                      <a:pt x="596" y="568"/>
                    </a:lnTo>
                    <a:lnTo>
                      <a:pt x="606" y="55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72" name="Google Shape;1372;p206"/>
              <p:cNvSpPr/>
              <p:nvPr/>
            </p:nvSpPr>
            <p:spPr>
              <a:xfrm>
                <a:off x="2462" y="2069"/>
                <a:ext cx="21" cy="21"/>
              </a:xfrm>
              <a:custGeom>
                <a:avLst/>
                <a:gdLst/>
                <a:ahLst/>
                <a:cxnLst/>
                <a:rect l="l" t="t" r="r" b="b"/>
                <a:pathLst>
                  <a:path w="21" h="21" extrusionOk="0">
                    <a:moveTo>
                      <a:pt x="0" y="12"/>
                    </a:moveTo>
                    <a:lnTo>
                      <a:pt x="0" y="12"/>
                    </a:lnTo>
                    <a:lnTo>
                      <a:pt x="21" y="21"/>
                    </a:lnTo>
                    <a:lnTo>
                      <a:pt x="21"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73" name="Google Shape;1373;p206"/>
              <p:cNvSpPr/>
              <p:nvPr/>
            </p:nvSpPr>
            <p:spPr>
              <a:xfrm>
                <a:off x="2462" y="2069"/>
                <a:ext cx="21" cy="21"/>
              </a:xfrm>
              <a:custGeom>
                <a:avLst/>
                <a:gdLst/>
                <a:ahLst/>
                <a:cxnLst/>
                <a:rect l="l" t="t" r="r" b="b"/>
                <a:pathLst>
                  <a:path w="21" h="21" extrusionOk="0">
                    <a:moveTo>
                      <a:pt x="0" y="12"/>
                    </a:moveTo>
                    <a:lnTo>
                      <a:pt x="0" y="12"/>
                    </a:lnTo>
                    <a:lnTo>
                      <a:pt x="21" y="21"/>
                    </a:lnTo>
                    <a:lnTo>
                      <a:pt x="21"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74" name="Google Shape;1374;p206"/>
              <p:cNvSpPr/>
              <p:nvPr/>
            </p:nvSpPr>
            <p:spPr>
              <a:xfrm>
                <a:off x="2462" y="2069"/>
                <a:ext cx="21" cy="21"/>
              </a:xfrm>
              <a:custGeom>
                <a:avLst/>
                <a:gdLst/>
                <a:ahLst/>
                <a:cxnLst/>
                <a:rect l="l" t="t" r="r" b="b"/>
                <a:pathLst>
                  <a:path w="21" h="21" extrusionOk="0">
                    <a:moveTo>
                      <a:pt x="0" y="12"/>
                    </a:moveTo>
                    <a:lnTo>
                      <a:pt x="0" y="12"/>
                    </a:lnTo>
                    <a:lnTo>
                      <a:pt x="21" y="21"/>
                    </a:lnTo>
                    <a:lnTo>
                      <a:pt x="21"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75" name="Google Shape;1375;p206"/>
              <p:cNvSpPr/>
              <p:nvPr/>
            </p:nvSpPr>
            <p:spPr>
              <a:xfrm>
                <a:off x="2431" y="2154"/>
                <a:ext cx="21" cy="12"/>
              </a:xfrm>
              <a:custGeom>
                <a:avLst/>
                <a:gdLst/>
                <a:ahLst/>
                <a:cxnLst/>
                <a:rect l="l" t="t" r="r" b="b"/>
                <a:pathLst>
                  <a:path w="21" h="12" extrusionOk="0">
                    <a:moveTo>
                      <a:pt x="0" y="0"/>
                    </a:moveTo>
                    <a:lnTo>
                      <a:pt x="0" y="0"/>
                    </a:lnTo>
                    <a:lnTo>
                      <a:pt x="21" y="12"/>
                    </a:lnTo>
                    <a:lnTo>
                      <a:pt x="21"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76" name="Google Shape;1376;p206"/>
              <p:cNvSpPr/>
              <p:nvPr/>
            </p:nvSpPr>
            <p:spPr>
              <a:xfrm>
                <a:off x="2431" y="2154"/>
                <a:ext cx="21" cy="12"/>
              </a:xfrm>
              <a:custGeom>
                <a:avLst/>
                <a:gdLst/>
                <a:ahLst/>
                <a:cxnLst/>
                <a:rect l="l" t="t" r="r" b="b"/>
                <a:pathLst>
                  <a:path w="21" h="12" extrusionOk="0">
                    <a:moveTo>
                      <a:pt x="0" y="0"/>
                    </a:moveTo>
                    <a:lnTo>
                      <a:pt x="0" y="0"/>
                    </a:lnTo>
                    <a:lnTo>
                      <a:pt x="21" y="12"/>
                    </a:lnTo>
                    <a:lnTo>
                      <a:pt x="21"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77" name="Google Shape;1377;p206"/>
              <p:cNvSpPr/>
              <p:nvPr/>
            </p:nvSpPr>
            <p:spPr>
              <a:xfrm>
                <a:off x="2431" y="2154"/>
                <a:ext cx="21" cy="12"/>
              </a:xfrm>
              <a:custGeom>
                <a:avLst/>
                <a:gdLst/>
                <a:ahLst/>
                <a:cxnLst/>
                <a:rect l="l" t="t" r="r" b="b"/>
                <a:pathLst>
                  <a:path w="21" h="12" extrusionOk="0">
                    <a:moveTo>
                      <a:pt x="0" y="0"/>
                    </a:moveTo>
                    <a:lnTo>
                      <a:pt x="0" y="0"/>
                    </a:lnTo>
                    <a:lnTo>
                      <a:pt x="21" y="12"/>
                    </a:lnTo>
                    <a:lnTo>
                      <a:pt x="21"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78" name="Google Shape;1378;p206"/>
              <p:cNvSpPr/>
              <p:nvPr/>
            </p:nvSpPr>
            <p:spPr>
              <a:xfrm>
                <a:off x="1047" y="1955"/>
                <a:ext cx="31" cy="21"/>
              </a:xfrm>
              <a:custGeom>
                <a:avLst/>
                <a:gdLst/>
                <a:ahLst/>
                <a:cxnLst/>
                <a:rect l="l" t="t" r="r" b="b"/>
                <a:pathLst>
                  <a:path w="31" h="21" extrusionOk="0">
                    <a:moveTo>
                      <a:pt x="0" y="12"/>
                    </a:moveTo>
                    <a:lnTo>
                      <a:pt x="0" y="12"/>
                    </a:lnTo>
                    <a:lnTo>
                      <a:pt x="19" y="21"/>
                    </a:lnTo>
                    <a:lnTo>
                      <a:pt x="31" y="12"/>
                    </a:lnTo>
                    <a:lnTo>
                      <a:pt x="19"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79" name="Google Shape;1379;p206"/>
              <p:cNvSpPr/>
              <p:nvPr/>
            </p:nvSpPr>
            <p:spPr>
              <a:xfrm>
                <a:off x="1047" y="1955"/>
                <a:ext cx="31" cy="21"/>
              </a:xfrm>
              <a:custGeom>
                <a:avLst/>
                <a:gdLst/>
                <a:ahLst/>
                <a:cxnLst/>
                <a:rect l="l" t="t" r="r" b="b"/>
                <a:pathLst>
                  <a:path w="31" h="21" extrusionOk="0">
                    <a:moveTo>
                      <a:pt x="0" y="12"/>
                    </a:moveTo>
                    <a:lnTo>
                      <a:pt x="0" y="12"/>
                    </a:lnTo>
                    <a:lnTo>
                      <a:pt x="19" y="21"/>
                    </a:lnTo>
                    <a:lnTo>
                      <a:pt x="31" y="12"/>
                    </a:lnTo>
                    <a:lnTo>
                      <a:pt x="19"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80" name="Google Shape;1380;p206"/>
              <p:cNvSpPr/>
              <p:nvPr/>
            </p:nvSpPr>
            <p:spPr>
              <a:xfrm>
                <a:off x="1047" y="1955"/>
                <a:ext cx="31" cy="21"/>
              </a:xfrm>
              <a:custGeom>
                <a:avLst/>
                <a:gdLst/>
                <a:ahLst/>
                <a:cxnLst/>
                <a:rect l="l" t="t" r="r" b="b"/>
                <a:pathLst>
                  <a:path w="31" h="21" extrusionOk="0">
                    <a:moveTo>
                      <a:pt x="0" y="12"/>
                    </a:moveTo>
                    <a:lnTo>
                      <a:pt x="0" y="12"/>
                    </a:lnTo>
                    <a:lnTo>
                      <a:pt x="19" y="21"/>
                    </a:lnTo>
                    <a:lnTo>
                      <a:pt x="31" y="12"/>
                    </a:lnTo>
                    <a:lnTo>
                      <a:pt x="19"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81" name="Google Shape;1381;p206"/>
              <p:cNvSpPr/>
              <p:nvPr/>
            </p:nvSpPr>
            <p:spPr>
              <a:xfrm>
                <a:off x="1253" y="2012"/>
                <a:ext cx="50" cy="50"/>
              </a:xfrm>
              <a:custGeom>
                <a:avLst/>
                <a:gdLst/>
                <a:ahLst/>
                <a:cxnLst/>
                <a:rect l="l" t="t" r="r" b="b"/>
                <a:pathLst>
                  <a:path w="50" h="50" extrusionOk="0">
                    <a:moveTo>
                      <a:pt x="0" y="40"/>
                    </a:moveTo>
                    <a:lnTo>
                      <a:pt x="0" y="40"/>
                    </a:lnTo>
                    <a:lnTo>
                      <a:pt x="9" y="50"/>
                    </a:lnTo>
                    <a:lnTo>
                      <a:pt x="31" y="28"/>
                    </a:lnTo>
                    <a:lnTo>
                      <a:pt x="40" y="28"/>
                    </a:lnTo>
                    <a:lnTo>
                      <a:pt x="40" y="21"/>
                    </a:lnTo>
                    <a:lnTo>
                      <a:pt x="31" y="21"/>
                    </a:lnTo>
                    <a:lnTo>
                      <a:pt x="50" y="12"/>
                    </a:lnTo>
                    <a:lnTo>
                      <a:pt x="40" y="0"/>
                    </a:lnTo>
                    <a:lnTo>
                      <a:pt x="0" y="4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82" name="Google Shape;1382;p206"/>
              <p:cNvSpPr/>
              <p:nvPr/>
            </p:nvSpPr>
            <p:spPr>
              <a:xfrm>
                <a:off x="1253" y="2012"/>
                <a:ext cx="50" cy="50"/>
              </a:xfrm>
              <a:custGeom>
                <a:avLst/>
                <a:gdLst/>
                <a:ahLst/>
                <a:cxnLst/>
                <a:rect l="l" t="t" r="r" b="b"/>
                <a:pathLst>
                  <a:path w="50" h="50" extrusionOk="0">
                    <a:moveTo>
                      <a:pt x="0" y="40"/>
                    </a:moveTo>
                    <a:lnTo>
                      <a:pt x="0" y="40"/>
                    </a:lnTo>
                    <a:lnTo>
                      <a:pt x="9" y="50"/>
                    </a:lnTo>
                    <a:lnTo>
                      <a:pt x="31" y="28"/>
                    </a:lnTo>
                    <a:lnTo>
                      <a:pt x="40" y="28"/>
                    </a:lnTo>
                    <a:lnTo>
                      <a:pt x="40" y="21"/>
                    </a:lnTo>
                    <a:lnTo>
                      <a:pt x="31" y="21"/>
                    </a:lnTo>
                    <a:lnTo>
                      <a:pt x="50" y="12"/>
                    </a:lnTo>
                    <a:lnTo>
                      <a:pt x="40" y="0"/>
                    </a:lnTo>
                    <a:lnTo>
                      <a:pt x="0" y="4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83" name="Google Shape;1383;p206"/>
              <p:cNvSpPr/>
              <p:nvPr/>
            </p:nvSpPr>
            <p:spPr>
              <a:xfrm>
                <a:off x="1253" y="2012"/>
                <a:ext cx="50" cy="50"/>
              </a:xfrm>
              <a:custGeom>
                <a:avLst/>
                <a:gdLst/>
                <a:ahLst/>
                <a:cxnLst/>
                <a:rect l="l" t="t" r="r" b="b"/>
                <a:pathLst>
                  <a:path w="50" h="50" extrusionOk="0">
                    <a:moveTo>
                      <a:pt x="0" y="40"/>
                    </a:moveTo>
                    <a:lnTo>
                      <a:pt x="0" y="40"/>
                    </a:lnTo>
                    <a:lnTo>
                      <a:pt x="9" y="50"/>
                    </a:lnTo>
                    <a:lnTo>
                      <a:pt x="31" y="28"/>
                    </a:lnTo>
                    <a:lnTo>
                      <a:pt x="40" y="28"/>
                    </a:lnTo>
                    <a:lnTo>
                      <a:pt x="40" y="21"/>
                    </a:lnTo>
                    <a:lnTo>
                      <a:pt x="31" y="21"/>
                    </a:lnTo>
                    <a:lnTo>
                      <a:pt x="50" y="12"/>
                    </a:lnTo>
                    <a:lnTo>
                      <a:pt x="40" y="0"/>
                    </a:lnTo>
                    <a:lnTo>
                      <a:pt x="0" y="4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84" name="Google Shape;1384;p206"/>
              <p:cNvSpPr/>
              <p:nvPr/>
            </p:nvSpPr>
            <p:spPr>
              <a:xfrm>
                <a:off x="1610" y="2126"/>
                <a:ext cx="31" cy="56"/>
              </a:xfrm>
              <a:custGeom>
                <a:avLst/>
                <a:gdLst/>
                <a:ahLst/>
                <a:cxnLst/>
                <a:rect l="l" t="t" r="r" b="b"/>
                <a:pathLst>
                  <a:path w="31" h="56" extrusionOk="0">
                    <a:moveTo>
                      <a:pt x="0" y="0"/>
                    </a:moveTo>
                    <a:lnTo>
                      <a:pt x="0" y="0"/>
                    </a:lnTo>
                    <a:lnTo>
                      <a:pt x="0" y="21"/>
                    </a:lnTo>
                    <a:lnTo>
                      <a:pt x="12" y="49"/>
                    </a:lnTo>
                    <a:lnTo>
                      <a:pt x="31" y="56"/>
                    </a:lnTo>
                    <a:lnTo>
                      <a:pt x="12" y="40"/>
                    </a:lnTo>
                    <a:lnTo>
                      <a:pt x="21" y="28"/>
                    </a:lnTo>
                    <a:lnTo>
                      <a:pt x="12" y="21"/>
                    </a:lnTo>
                    <a:lnTo>
                      <a:pt x="21"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85" name="Google Shape;1385;p206"/>
              <p:cNvSpPr/>
              <p:nvPr/>
            </p:nvSpPr>
            <p:spPr>
              <a:xfrm>
                <a:off x="1610" y="2126"/>
                <a:ext cx="31" cy="56"/>
              </a:xfrm>
              <a:custGeom>
                <a:avLst/>
                <a:gdLst/>
                <a:ahLst/>
                <a:cxnLst/>
                <a:rect l="l" t="t" r="r" b="b"/>
                <a:pathLst>
                  <a:path w="31" h="56" extrusionOk="0">
                    <a:moveTo>
                      <a:pt x="0" y="0"/>
                    </a:moveTo>
                    <a:lnTo>
                      <a:pt x="0" y="0"/>
                    </a:lnTo>
                    <a:lnTo>
                      <a:pt x="0" y="21"/>
                    </a:lnTo>
                    <a:lnTo>
                      <a:pt x="12" y="49"/>
                    </a:lnTo>
                    <a:lnTo>
                      <a:pt x="31" y="56"/>
                    </a:lnTo>
                    <a:lnTo>
                      <a:pt x="12" y="40"/>
                    </a:lnTo>
                    <a:lnTo>
                      <a:pt x="21" y="28"/>
                    </a:lnTo>
                    <a:lnTo>
                      <a:pt x="12" y="21"/>
                    </a:lnTo>
                    <a:lnTo>
                      <a:pt x="21"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86" name="Google Shape;1386;p206"/>
              <p:cNvSpPr/>
              <p:nvPr/>
            </p:nvSpPr>
            <p:spPr>
              <a:xfrm>
                <a:off x="1610" y="2126"/>
                <a:ext cx="31" cy="56"/>
              </a:xfrm>
              <a:custGeom>
                <a:avLst/>
                <a:gdLst/>
                <a:ahLst/>
                <a:cxnLst/>
                <a:rect l="l" t="t" r="r" b="b"/>
                <a:pathLst>
                  <a:path w="31" h="56" extrusionOk="0">
                    <a:moveTo>
                      <a:pt x="0" y="0"/>
                    </a:moveTo>
                    <a:lnTo>
                      <a:pt x="0" y="0"/>
                    </a:lnTo>
                    <a:lnTo>
                      <a:pt x="0" y="21"/>
                    </a:lnTo>
                    <a:lnTo>
                      <a:pt x="12" y="49"/>
                    </a:lnTo>
                    <a:lnTo>
                      <a:pt x="31" y="56"/>
                    </a:lnTo>
                    <a:lnTo>
                      <a:pt x="12" y="40"/>
                    </a:lnTo>
                    <a:lnTo>
                      <a:pt x="21" y="28"/>
                    </a:lnTo>
                    <a:lnTo>
                      <a:pt x="12" y="21"/>
                    </a:lnTo>
                    <a:lnTo>
                      <a:pt x="21"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87" name="Google Shape;1387;p206"/>
              <p:cNvSpPr/>
              <p:nvPr/>
            </p:nvSpPr>
            <p:spPr>
              <a:xfrm>
                <a:off x="1683" y="2211"/>
                <a:ext cx="83" cy="57"/>
              </a:xfrm>
              <a:custGeom>
                <a:avLst/>
                <a:gdLst/>
                <a:ahLst/>
                <a:cxnLst/>
                <a:rect l="l" t="t" r="r" b="b"/>
                <a:pathLst>
                  <a:path w="83" h="57" extrusionOk="0">
                    <a:moveTo>
                      <a:pt x="0" y="0"/>
                    </a:moveTo>
                    <a:lnTo>
                      <a:pt x="0" y="0"/>
                    </a:lnTo>
                    <a:lnTo>
                      <a:pt x="10" y="21"/>
                    </a:lnTo>
                    <a:lnTo>
                      <a:pt x="31" y="28"/>
                    </a:lnTo>
                    <a:lnTo>
                      <a:pt x="52" y="40"/>
                    </a:lnTo>
                    <a:lnTo>
                      <a:pt x="52" y="49"/>
                    </a:lnTo>
                    <a:lnTo>
                      <a:pt x="71" y="57"/>
                    </a:lnTo>
                    <a:lnTo>
                      <a:pt x="83" y="57"/>
                    </a:lnTo>
                    <a:lnTo>
                      <a:pt x="41" y="12"/>
                    </a:lnTo>
                    <a:lnTo>
                      <a:pt x="10"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88" name="Google Shape;1388;p206"/>
              <p:cNvSpPr/>
              <p:nvPr/>
            </p:nvSpPr>
            <p:spPr>
              <a:xfrm>
                <a:off x="1683" y="2211"/>
                <a:ext cx="83" cy="57"/>
              </a:xfrm>
              <a:custGeom>
                <a:avLst/>
                <a:gdLst/>
                <a:ahLst/>
                <a:cxnLst/>
                <a:rect l="l" t="t" r="r" b="b"/>
                <a:pathLst>
                  <a:path w="83" h="57" extrusionOk="0">
                    <a:moveTo>
                      <a:pt x="0" y="0"/>
                    </a:moveTo>
                    <a:lnTo>
                      <a:pt x="0" y="0"/>
                    </a:lnTo>
                    <a:lnTo>
                      <a:pt x="10" y="21"/>
                    </a:lnTo>
                    <a:lnTo>
                      <a:pt x="31" y="28"/>
                    </a:lnTo>
                    <a:lnTo>
                      <a:pt x="52" y="40"/>
                    </a:lnTo>
                    <a:lnTo>
                      <a:pt x="52" y="49"/>
                    </a:lnTo>
                    <a:lnTo>
                      <a:pt x="71" y="57"/>
                    </a:lnTo>
                    <a:lnTo>
                      <a:pt x="83" y="57"/>
                    </a:lnTo>
                    <a:lnTo>
                      <a:pt x="41" y="12"/>
                    </a:lnTo>
                    <a:lnTo>
                      <a:pt x="10"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89" name="Google Shape;1389;p206"/>
              <p:cNvSpPr/>
              <p:nvPr/>
            </p:nvSpPr>
            <p:spPr>
              <a:xfrm>
                <a:off x="1683" y="2211"/>
                <a:ext cx="83" cy="57"/>
              </a:xfrm>
              <a:custGeom>
                <a:avLst/>
                <a:gdLst/>
                <a:ahLst/>
                <a:cxnLst/>
                <a:rect l="l" t="t" r="r" b="b"/>
                <a:pathLst>
                  <a:path w="83" h="57" extrusionOk="0">
                    <a:moveTo>
                      <a:pt x="0" y="0"/>
                    </a:moveTo>
                    <a:lnTo>
                      <a:pt x="0" y="0"/>
                    </a:lnTo>
                    <a:lnTo>
                      <a:pt x="10" y="21"/>
                    </a:lnTo>
                    <a:lnTo>
                      <a:pt x="31" y="28"/>
                    </a:lnTo>
                    <a:lnTo>
                      <a:pt x="52" y="40"/>
                    </a:lnTo>
                    <a:lnTo>
                      <a:pt x="52" y="49"/>
                    </a:lnTo>
                    <a:lnTo>
                      <a:pt x="71" y="57"/>
                    </a:lnTo>
                    <a:lnTo>
                      <a:pt x="83" y="57"/>
                    </a:lnTo>
                    <a:lnTo>
                      <a:pt x="41" y="12"/>
                    </a:lnTo>
                    <a:lnTo>
                      <a:pt x="10"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cxnSp>
            <p:nvCxnSpPr>
              <p:cNvPr id="1390" name="Google Shape;1390;p206"/>
              <p:cNvCxnSpPr/>
              <p:nvPr/>
            </p:nvCxnSpPr>
            <p:spPr>
              <a:xfrm rot="10800000" flipH="1">
                <a:off x="1033" y="2152"/>
                <a:ext cx="9" cy="35"/>
              </a:xfrm>
              <a:prstGeom prst="straightConnector1">
                <a:avLst/>
              </a:prstGeom>
              <a:noFill/>
              <a:ln w="12700" cap="rnd" cmpd="sng">
                <a:solidFill>
                  <a:srgbClr val="FFFFFF"/>
                </a:solidFill>
                <a:prstDash val="solid"/>
                <a:round/>
                <a:headEnd type="none" w="sm" len="sm"/>
                <a:tailEnd type="none" w="sm" len="sm"/>
              </a:ln>
            </p:spPr>
          </p:cxnSp>
          <p:sp>
            <p:nvSpPr>
              <p:cNvPr id="1391" name="Google Shape;1391;p206"/>
              <p:cNvSpPr/>
              <p:nvPr/>
            </p:nvSpPr>
            <p:spPr>
              <a:xfrm>
                <a:off x="1047" y="2137"/>
                <a:ext cx="21" cy="10"/>
              </a:xfrm>
              <a:custGeom>
                <a:avLst/>
                <a:gdLst/>
                <a:ahLst/>
                <a:cxnLst/>
                <a:rect l="l" t="t" r="r" b="b"/>
                <a:pathLst>
                  <a:path w="21" h="10" extrusionOk="0">
                    <a:moveTo>
                      <a:pt x="0" y="10"/>
                    </a:moveTo>
                    <a:lnTo>
                      <a:pt x="0" y="10"/>
                    </a:lnTo>
                    <a:lnTo>
                      <a:pt x="21" y="10"/>
                    </a:lnTo>
                    <a:lnTo>
                      <a:pt x="21" y="0"/>
                    </a:lnTo>
                    <a:lnTo>
                      <a:pt x="10" y="0"/>
                    </a:lnTo>
                    <a:lnTo>
                      <a:pt x="10" y="10"/>
                    </a:lnTo>
                    <a:lnTo>
                      <a:pt x="0" y="1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92" name="Google Shape;1392;p206"/>
              <p:cNvSpPr/>
              <p:nvPr/>
            </p:nvSpPr>
            <p:spPr>
              <a:xfrm>
                <a:off x="1047" y="2137"/>
                <a:ext cx="21" cy="10"/>
              </a:xfrm>
              <a:custGeom>
                <a:avLst/>
                <a:gdLst/>
                <a:ahLst/>
                <a:cxnLst/>
                <a:rect l="l" t="t" r="r" b="b"/>
                <a:pathLst>
                  <a:path w="21" h="10" extrusionOk="0">
                    <a:moveTo>
                      <a:pt x="0" y="10"/>
                    </a:moveTo>
                    <a:lnTo>
                      <a:pt x="0" y="10"/>
                    </a:lnTo>
                    <a:lnTo>
                      <a:pt x="21" y="10"/>
                    </a:lnTo>
                    <a:lnTo>
                      <a:pt x="21" y="0"/>
                    </a:lnTo>
                    <a:lnTo>
                      <a:pt x="10" y="0"/>
                    </a:lnTo>
                    <a:lnTo>
                      <a:pt x="10" y="10"/>
                    </a:lnTo>
                    <a:lnTo>
                      <a:pt x="0" y="1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93" name="Google Shape;1393;p206"/>
              <p:cNvSpPr/>
              <p:nvPr/>
            </p:nvSpPr>
            <p:spPr>
              <a:xfrm>
                <a:off x="1047" y="2137"/>
                <a:ext cx="21" cy="10"/>
              </a:xfrm>
              <a:custGeom>
                <a:avLst/>
                <a:gdLst/>
                <a:ahLst/>
                <a:cxnLst/>
                <a:rect l="l" t="t" r="r" b="b"/>
                <a:pathLst>
                  <a:path w="21" h="10" extrusionOk="0">
                    <a:moveTo>
                      <a:pt x="0" y="10"/>
                    </a:moveTo>
                    <a:lnTo>
                      <a:pt x="0" y="10"/>
                    </a:lnTo>
                    <a:lnTo>
                      <a:pt x="21" y="10"/>
                    </a:lnTo>
                    <a:lnTo>
                      <a:pt x="21" y="0"/>
                    </a:lnTo>
                    <a:lnTo>
                      <a:pt x="10" y="0"/>
                    </a:lnTo>
                    <a:lnTo>
                      <a:pt x="10" y="10"/>
                    </a:lnTo>
                    <a:lnTo>
                      <a:pt x="0" y="1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94" name="Google Shape;1394;p206"/>
              <p:cNvSpPr/>
              <p:nvPr/>
            </p:nvSpPr>
            <p:spPr>
              <a:xfrm>
                <a:off x="1478" y="1536"/>
                <a:ext cx="1383" cy="874"/>
              </a:xfrm>
              <a:custGeom>
                <a:avLst/>
                <a:gdLst/>
                <a:ahLst/>
                <a:cxnLst/>
                <a:rect l="l" t="t" r="r" b="b"/>
                <a:pathLst>
                  <a:path w="1383" h="874" extrusionOk="0">
                    <a:moveTo>
                      <a:pt x="995" y="838"/>
                    </a:moveTo>
                    <a:lnTo>
                      <a:pt x="995" y="838"/>
                    </a:lnTo>
                    <a:lnTo>
                      <a:pt x="1005" y="838"/>
                    </a:lnTo>
                    <a:lnTo>
                      <a:pt x="1005" y="845"/>
                    </a:lnTo>
                    <a:lnTo>
                      <a:pt x="962" y="857"/>
                    </a:lnTo>
                    <a:lnTo>
                      <a:pt x="953" y="867"/>
                    </a:lnTo>
                    <a:lnTo>
                      <a:pt x="932" y="874"/>
                    </a:lnTo>
                    <a:lnTo>
                      <a:pt x="953" y="845"/>
                    </a:lnTo>
                    <a:lnTo>
                      <a:pt x="943" y="845"/>
                    </a:lnTo>
                    <a:lnTo>
                      <a:pt x="962" y="838"/>
                    </a:lnTo>
                    <a:lnTo>
                      <a:pt x="962" y="800"/>
                    </a:lnTo>
                    <a:lnTo>
                      <a:pt x="984" y="817"/>
                    </a:lnTo>
                    <a:lnTo>
                      <a:pt x="995" y="810"/>
                    </a:lnTo>
                    <a:lnTo>
                      <a:pt x="974" y="788"/>
                    </a:lnTo>
                    <a:lnTo>
                      <a:pt x="922" y="781"/>
                    </a:lnTo>
                    <a:lnTo>
                      <a:pt x="913" y="772"/>
                    </a:lnTo>
                    <a:lnTo>
                      <a:pt x="903" y="743"/>
                    </a:lnTo>
                    <a:lnTo>
                      <a:pt x="891" y="743"/>
                    </a:lnTo>
                    <a:lnTo>
                      <a:pt x="882" y="724"/>
                    </a:lnTo>
                    <a:lnTo>
                      <a:pt x="861" y="715"/>
                    </a:lnTo>
                    <a:lnTo>
                      <a:pt x="830" y="743"/>
                    </a:lnTo>
                    <a:lnTo>
                      <a:pt x="799" y="743"/>
                    </a:lnTo>
                    <a:lnTo>
                      <a:pt x="780" y="724"/>
                    </a:lnTo>
                    <a:lnTo>
                      <a:pt x="759" y="724"/>
                    </a:lnTo>
                    <a:lnTo>
                      <a:pt x="749" y="703"/>
                    </a:lnTo>
                    <a:lnTo>
                      <a:pt x="738" y="715"/>
                    </a:lnTo>
                    <a:lnTo>
                      <a:pt x="295" y="715"/>
                    </a:lnTo>
                    <a:lnTo>
                      <a:pt x="288" y="715"/>
                    </a:lnTo>
                    <a:lnTo>
                      <a:pt x="288" y="703"/>
                    </a:lnTo>
                    <a:lnTo>
                      <a:pt x="276" y="703"/>
                    </a:lnTo>
                    <a:lnTo>
                      <a:pt x="246" y="687"/>
                    </a:lnTo>
                    <a:lnTo>
                      <a:pt x="215" y="668"/>
                    </a:lnTo>
                    <a:lnTo>
                      <a:pt x="205" y="639"/>
                    </a:lnTo>
                    <a:lnTo>
                      <a:pt x="194" y="630"/>
                    </a:lnTo>
                    <a:lnTo>
                      <a:pt x="163" y="601"/>
                    </a:lnTo>
                    <a:lnTo>
                      <a:pt x="175" y="590"/>
                    </a:lnTo>
                    <a:lnTo>
                      <a:pt x="175" y="573"/>
                    </a:lnTo>
                    <a:lnTo>
                      <a:pt x="175" y="545"/>
                    </a:lnTo>
                    <a:lnTo>
                      <a:pt x="144" y="526"/>
                    </a:lnTo>
                    <a:lnTo>
                      <a:pt x="111" y="469"/>
                    </a:lnTo>
                    <a:lnTo>
                      <a:pt x="101" y="469"/>
                    </a:lnTo>
                    <a:lnTo>
                      <a:pt x="92" y="440"/>
                    </a:lnTo>
                    <a:lnTo>
                      <a:pt x="71" y="447"/>
                    </a:lnTo>
                    <a:lnTo>
                      <a:pt x="61" y="459"/>
                    </a:lnTo>
                    <a:lnTo>
                      <a:pt x="30" y="431"/>
                    </a:lnTo>
                    <a:lnTo>
                      <a:pt x="30" y="419"/>
                    </a:lnTo>
                    <a:lnTo>
                      <a:pt x="0" y="431"/>
                    </a:lnTo>
                    <a:lnTo>
                      <a:pt x="0" y="419"/>
                    </a:lnTo>
                    <a:lnTo>
                      <a:pt x="0" y="90"/>
                    </a:lnTo>
                    <a:lnTo>
                      <a:pt x="19" y="90"/>
                    </a:lnTo>
                    <a:lnTo>
                      <a:pt x="80" y="128"/>
                    </a:lnTo>
                    <a:lnTo>
                      <a:pt x="80" y="109"/>
                    </a:lnTo>
                    <a:lnTo>
                      <a:pt x="92" y="99"/>
                    </a:lnTo>
                    <a:lnTo>
                      <a:pt x="111" y="90"/>
                    </a:lnTo>
                    <a:lnTo>
                      <a:pt x="123" y="99"/>
                    </a:lnTo>
                    <a:lnTo>
                      <a:pt x="184" y="62"/>
                    </a:lnTo>
                    <a:lnTo>
                      <a:pt x="184" y="80"/>
                    </a:lnTo>
                    <a:lnTo>
                      <a:pt x="205" y="80"/>
                    </a:lnTo>
                    <a:lnTo>
                      <a:pt x="215" y="52"/>
                    </a:lnTo>
                    <a:lnTo>
                      <a:pt x="236" y="71"/>
                    </a:lnTo>
                    <a:lnTo>
                      <a:pt x="236" y="90"/>
                    </a:lnTo>
                    <a:lnTo>
                      <a:pt x="257" y="99"/>
                    </a:lnTo>
                    <a:lnTo>
                      <a:pt x="265" y="80"/>
                    </a:lnTo>
                    <a:lnTo>
                      <a:pt x="265" y="99"/>
                    </a:lnTo>
                    <a:lnTo>
                      <a:pt x="288" y="99"/>
                    </a:lnTo>
                    <a:lnTo>
                      <a:pt x="288" y="80"/>
                    </a:lnTo>
                    <a:lnTo>
                      <a:pt x="319" y="80"/>
                    </a:lnTo>
                    <a:lnTo>
                      <a:pt x="338" y="99"/>
                    </a:lnTo>
                    <a:lnTo>
                      <a:pt x="357" y="109"/>
                    </a:lnTo>
                    <a:lnTo>
                      <a:pt x="378" y="118"/>
                    </a:lnTo>
                    <a:lnTo>
                      <a:pt x="399" y="118"/>
                    </a:lnTo>
                    <a:lnTo>
                      <a:pt x="430" y="128"/>
                    </a:lnTo>
                    <a:lnTo>
                      <a:pt x="430" y="147"/>
                    </a:lnTo>
                    <a:lnTo>
                      <a:pt x="418" y="156"/>
                    </a:lnTo>
                    <a:lnTo>
                      <a:pt x="418" y="166"/>
                    </a:lnTo>
                    <a:lnTo>
                      <a:pt x="449" y="175"/>
                    </a:lnTo>
                    <a:lnTo>
                      <a:pt x="503" y="156"/>
                    </a:lnTo>
                    <a:lnTo>
                      <a:pt x="534" y="175"/>
                    </a:lnTo>
                    <a:lnTo>
                      <a:pt x="534" y="156"/>
                    </a:lnTo>
                    <a:lnTo>
                      <a:pt x="522" y="147"/>
                    </a:lnTo>
                    <a:lnTo>
                      <a:pt x="534" y="137"/>
                    </a:lnTo>
                    <a:lnTo>
                      <a:pt x="574" y="118"/>
                    </a:lnTo>
                    <a:lnTo>
                      <a:pt x="584" y="147"/>
                    </a:lnTo>
                    <a:lnTo>
                      <a:pt x="636" y="166"/>
                    </a:lnTo>
                    <a:lnTo>
                      <a:pt x="667" y="175"/>
                    </a:lnTo>
                    <a:lnTo>
                      <a:pt x="688" y="175"/>
                    </a:lnTo>
                    <a:lnTo>
                      <a:pt x="688" y="147"/>
                    </a:lnTo>
                    <a:lnTo>
                      <a:pt x="697" y="137"/>
                    </a:lnTo>
                    <a:lnTo>
                      <a:pt x="667" y="118"/>
                    </a:lnTo>
                    <a:lnTo>
                      <a:pt x="688" y="109"/>
                    </a:lnTo>
                    <a:lnTo>
                      <a:pt x="697" y="80"/>
                    </a:lnTo>
                    <a:lnTo>
                      <a:pt x="719" y="109"/>
                    </a:lnTo>
                    <a:lnTo>
                      <a:pt x="738" y="128"/>
                    </a:lnTo>
                    <a:lnTo>
                      <a:pt x="719" y="147"/>
                    </a:lnTo>
                    <a:lnTo>
                      <a:pt x="719" y="166"/>
                    </a:lnTo>
                    <a:lnTo>
                      <a:pt x="728" y="175"/>
                    </a:lnTo>
                    <a:lnTo>
                      <a:pt x="738" y="156"/>
                    </a:lnTo>
                    <a:lnTo>
                      <a:pt x="759" y="137"/>
                    </a:lnTo>
                    <a:lnTo>
                      <a:pt x="749" y="118"/>
                    </a:lnTo>
                    <a:lnTo>
                      <a:pt x="759" y="99"/>
                    </a:lnTo>
                    <a:lnTo>
                      <a:pt x="738" y="80"/>
                    </a:lnTo>
                    <a:lnTo>
                      <a:pt x="719" y="62"/>
                    </a:lnTo>
                    <a:lnTo>
                      <a:pt x="728" y="5"/>
                    </a:lnTo>
                    <a:lnTo>
                      <a:pt x="759" y="0"/>
                    </a:lnTo>
                    <a:lnTo>
                      <a:pt x="799" y="71"/>
                    </a:lnTo>
                    <a:lnTo>
                      <a:pt x="790" y="90"/>
                    </a:lnTo>
                    <a:lnTo>
                      <a:pt x="799" y="99"/>
                    </a:lnTo>
                    <a:lnTo>
                      <a:pt x="830" y="137"/>
                    </a:lnTo>
                    <a:lnTo>
                      <a:pt x="842" y="109"/>
                    </a:lnTo>
                    <a:lnTo>
                      <a:pt x="861" y="128"/>
                    </a:lnTo>
                    <a:lnTo>
                      <a:pt x="849" y="166"/>
                    </a:lnTo>
                    <a:lnTo>
                      <a:pt x="872" y="185"/>
                    </a:lnTo>
                    <a:lnTo>
                      <a:pt x="882" y="185"/>
                    </a:lnTo>
                    <a:lnTo>
                      <a:pt x="882" y="166"/>
                    </a:lnTo>
                    <a:lnTo>
                      <a:pt x="903" y="156"/>
                    </a:lnTo>
                    <a:lnTo>
                      <a:pt x="903" y="80"/>
                    </a:lnTo>
                    <a:lnTo>
                      <a:pt x="922" y="80"/>
                    </a:lnTo>
                    <a:lnTo>
                      <a:pt x="943" y="90"/>
                    </a:lnTo>
                    <a:lnTo>
                      <a:pt x="943" y="109"/>
                    </a:lnTo>
                    <a:lnTo>
                      <a:pt x="962" y="109"/>
                    </a:lnTo>
                    <a:lnTo>
                      <a:pt x="962" y="137"/>
                    </a:lnTo>
                    <a:lnTo>
                      <a:pt x="943" y="147"/>
                    </a:lnTo>
                    <a:lnTo>
                      <a:pt x="943" y="166"/>
                    </a:lnTo>
                    <a:lnTo>
                      <a:pt x="962" y="175"/>
                    </a:lnTo>
                    <a:lnTo>
                      <a:pt x="962" y="194"/>
                    </a:lnTo>
                    <a:lnTo>
                      <a:pt x="922" y="232"/>
                    </a:lnTo>
                    <a:lnTo>
                      <a:pt x="903" y="223"/>
                    </a:lnTo>
                    <a:lnTo>
                      <a:pt x="903" y="213"/>
                    </a:lnTo>
                    <a:lnTo>
                      <a:pt x="882" y="213"/>
                    </a:lnTo>
                    <a:lnTo>
                      <a:pt x="891" y="232"/>
                    </a:lnTo>
                    <a:lnTo>
                      <a:pt x="872" y="251"/>
                    </a:lnTo>
                    <a:lnTo>
                      <a:pt x="872" y="270"/>
                    </a:lnTo>
                    <a:lnTo>
                      <a:pt x="849" y="305"/>
                    </a:lnTo>
                    <a:lnTo>
                      <a:pt x="830" y="305"/>
                    </a:lnTo>
                    <a:lnTo>
                      <a:pt x="811" y="327"/>
                    </a:lnTo>
                    <a:lnTo>
                      <a:pt x="818" y="346"/>
                    </a:lnTo>
                    <a:lnTo>
                      <a:pt x="790" y="355"/>
                    </a:lnTo>
                    <a:lnTo>
                      <a:pt x="790" y="374"/>
                    </a:lnTo>
                    <a:lnTo>
                      <a:pt x="780" y="374"/>
                    </a:lnTo>
                    <a:lnTo>
                      <a:pt x="768" y="384"/>
                    </a:lnTo>
                    <a:lnTo>
                      <a:pt x="749" y="431"/>
                    </a:lnTo>
                    <a:lnTo>
                      <a:pt x="749" y="459"/>
                    </a:lnTo>
                    <a:lnTo>
                      <a:pt x="759" y="469"/>
                    </a:lnTo>
                    <a:lnTo>
                      <a:pt x="780" y="469"/>
                    </a:lnTo>
                    <a:lnTo>
                      <a:pt x="790" y="526"/>
                    </a:lnTo>
                    <a:lnTo>
                      <a:pt x="811" y="516"/>
                    </a:lnTo>
                    <a:lnTo>
                      <a:pt x="842" y="526"/>
                    </a:lnTo>
                    <a:lnTo>
                      <a:pt x="861" y="545"/>
                    </a:lnTo>
                    <a:lnTo>
                      <a:pt x="903" y="561"/>
                    </a:lnTo>
                    <a:lnTo>
                      <a:pt x="943" y="561"/>
                    </a:lnTo>
                    <a:lnTo>
                      <a:pt x="953" y="573"/>
                    </a:lnTo>
                    <a:lnTo>
                      <a:pt x="953" y="630"/>
                    </a:lnTo>
                    <a:lnTo>
                      <a:pt x="995" y="668"/>
                    </a:lnTo>
                    <a:lnTo>
                      <a:pt x="1014" y="646"/>
                    </a:lnTo>
                    <a:lnTo>
                      <a:pt x="995" y="582"/>
                    </a:lnTo>
                    <a:lnTo>
                      <a:pt x="1014" y="573"/>
                    </a:lnTo>
                    <a:lnTo>
                      <a:pt x="1036" y="545"/>
                    </a:lnTo>
                    <a:lnTo>
                      <a:pt x="1026" y="488"/>
                    </a:lnTo>
                    <a:lnTo>
                      <a:pt x="1005" y="469"/>
                    </a:lnTo>
                    <a:lnTo>
                      <a:pt x="1014" y="459"/>
                    </a:lnTo>
                    <a:lnTo>
                      <a:pt x="1026" y="459"/>
                    </a:lnTo>
                    <a:lnTo>
                      <a:pt x="1026" y="447"/>
                    </a:lnTo>
                    <a:lnTo>
                      <a:pt x="1026" y="419"/>
                    </a:lnTo>
                    <a:lnTo>
                      <a:pt x="1014" y="412"/>
                    </a:lnTo>
                    <a:lnTo>
                      <a:pt x="1026" y="384"/>
                    </a:lnTo>
                    <a:lnTo>
                      <a:pt x="1014" y="374"/>
                    </a:lnTo>
                    <a:lnTo>
                      <a:pt x="1014" y="362"/>
                    </a:lnTo>
                    <a:lnTo>
                      <a:pt x="1026" y="355"/>
                    </a:lnTo>
                    <a:lnTo>
                      <a:pt x="1057" y="362"/>
                    </a:lnTo>
                    <a:lnTo>
                      <a:pt x="1088" y="355"/>
                    </a:lnTo>
                    <a:lnTo>
                      <a:pt x="1128" y="384"/>
                    </a:lnTo>
                    <a:lnTo>
                      <a:pt x="1118" y="391"/>
                    </a:lnTo>
                    <a:lnTo>
                      <a:pt x="1128" y="402"/>
                    </a:lnTo>
                    <a:lnTo>
                      <a:pt x="1156" y="402"/>
                    </a:lnTo>
                    <a:lnTo>
                      <a:pt x="1156" y="459"/>
                    </a:lnTo>
                    <a:lnTo>
                      <a:pt x="1187" y="488"/>
                    </a:lnTo>
                    <a:lnTo>
                      <a:pt x="1199" y="476"/>
                    </a:lnTo>
                    <a:lnTo>
                      <a:pt x="1218" y="459"/>
                    </a:lnTo>
                    <a:lnTo>
                      <a:pt x="1230" y="447"/>
                    </a:lnTo>
                    <a:lnTo>
                      <a:pt x="1218" y="440"/>
                    </a:lnTo>
                    <a:lnTo>
                      <a:pt x="1230" y="419"/>
                    </a:lnTo>
                    <a:lnTo>
                      <a:pt x="1291" y="516"/>
                    </a:lnTo>
                    <a:lnTo>
                      <a:pt x="1282" y="526"/>
                    </a:lnTo>
                    <a:lnTo>
                      <a:pt x="1282" y="545"/>
                    </a:lnTo>
                    <a:lnTo>
                      <a:pt x="1300" y="554"/>
                    </a:lnTo>
                    <a:lnTo>
                      <a:pt x="1300" y="561"/>
                    </a:lnTo>
                    <a:lnTo>
                      <a:pt x="1322" y="573"/>
                    </a:lnTo>
                    <a:lnTo>
                      <a:pt x="1331" y="573"/>
                    </a:lnTo>
                    <a:lnTo>
                      <a:pt x="1353" y="582"/>
                    </a:lnTo>
                    <a:lnTo>
                      <a:pt x="1331" y="590"/>
                    </a:lnTo>
                    <a:lnTo>
                      <a:pt x="1353" y="590"/>
                    </a:lnTo>
                    <a:lnTo>
                      <a:pt x="1353" y="611"/>
                    </a:lnTo>
                    <a:lnTo>
                      <a:pt x="1364" y="611"/>
                    </a:lnTo>
                    <a:lnTo>
                      <a:pt x="1374" y="618"/>
                    </a:lnTo>
                    <a:lnTo>
                      <a:pt x="1374" y="630"/>
                    </a:lnTo>
                    <a:lnTo>
                      <a:pt x="1383" y="646"/>
                    </a:lnTo>
                    <a:lnTo>
                      <a:pt x="1364" y="658"/>
                    </a:lnTo>
                    <a:lnTo>
                      <a:pt x="1331" y="668"/>
                    </a:lnTo>
                    <a:lnTo>
                      <a:pt x="1312" y="696"/>
                    </a:lnTo>
                    <a:lnTo>
                      <a:pt x="1282" y="696"/>
                    </a:lnTo>
                    <a:lnTo>
                      <a:pt x="1251" y="687"/>
                    </a:lnTo>
                    <a:lnTo>
                      <a:pt x="1199" y="696"/>
                    </a:lnTo>
                    <a:lnTo>
                      <a:pt x="1187" y="715"/>
                    </a:lnTo>
                    <a:lnTo>
                      <a:pt x="1180" y="715"/>
                    </a:lnTo>
                    <a:lnTo>
                      <a:pt x="1156" y="724"/>
                    </a:lnTo>
                    <a:lnTo>
                      <a:pt x="1128" y="760"/>
                    </a:lnTo>
                    <a:lnTo>
                      <a:pt x="1137" y="760"/>
                    </a:lnTo>
                    <a:lnTo>
                      <a:pt x="1168" y="732"/>
                    </a:lnTo>
                    <a:lnTo>
                      <a:pt x="1199" y="715"/>
                    </a:lnTo>
                    <a:lnTo>
                      <a:pt x="1230" y="715"/>
                    </a:lnTo>
                    <a:lnTo>
                      <a:pt x="1241" y="715"/>
                    </a:lnTo>
                    <a:lnTo>
                      <a:pt x="1241" y="732"/>
                    </a:lnTo>
                    <a:lnTo>
                      <a:pt x="1218" y="743"/>
                    </a:lnTo>
                    <a:lnTo>
                      <a:pt x="1211" y="743"/>
                    </a:lnTo>
                    <a:lnTo>
                      <a:pt x="1218" y="753"/>
                    </a:lnTo>
                    <a:lnTo>
                      <a:pt x="1230" y="743"/>
                    </a:lnTo>
                    <a:lnTo>
                      <a:pt x="1230" y="772"/>
                    </a:lnTo>
                    <a:lnTo>
                      <a:pt x="1241" y="781"/>
                    </a:lnTo>
                    <a:lnTo>
                      <a:pt x="1260" y="788"/>
                    </a:lnTo>
                    <a:lnTo>
                      <a:pt x="1282" y="788"/>
                    </a:lnTo>
                    <a:lnTo>
                      <a:pt x="1282" y="781"/>
                    </a:lnTo>
                    <a:lnTo>
                      <a:pt x="1300" y="760"/>
                    </a:lnTo>
                    <a:lnTo>
                      <a:pt x="1300" y="781"/>
                    </a:lnTo>
                    <a:lnTo>
                      <a:pt x="1312" y="781"/>
                    </a:lnTo>
                    <a:lnTo>
                      <a:pt x="1291" y="788"/>
                    </a:lnTo>
                    <a:lnTo>
                      <a:pt x="1291" y="800"/>
                    </a:lnTo>
                    <a:lnTo>
                      <a:pt x="1241" y="817"/>
                    </a:lnTo>
                    <a:lnTo>
                      <a:pt x="1218" y="838"/>
                    </a:lnTo>
                    <a:lnTo>
                      <a:pt x="1211" y="817"/>
                    </a:lnTo>
                    <a:lnTo>
                      <a:pt x="1241" y="800"/>
                    </a:lnTo>
                    <a:lnTo>
                      <a:pt x="1230" y="800"/>
                    </a:lnTo>
                    <a:lnTo>
                      <a:pt x="1230" y="788"/>
                    </a:lnTo>
                    <a:lnTo>
                      <a:pt x="1211" y="800"/>
                    </a:lnTo>
                    <a:lnTo>
                      <a:pt x="1199" y="800"/>
                    </a:lnTo>
                    <a:lnTo>
                      <a:pt x="1187" y="788"/>
                    </a:lnTo>
                    <a:lnTo>
                      <a:pt x="1180" y="760"/>
                    </a:lnTo>
                    <a:lnTo>
                      <a:pt x="1180" y="753"/>
                    </a:lnTo>
                    <a:lnTo>
                      <a:pt x="1168" y="760"/>
                    </a:lnTo>
                    <a:lnTo>
                      <a:pt x="1156" y="753"/>
                    </a:lnTo>
                    <a:lnTo>
                      <a:pt x="1137" y="800"/>
                    </a:lnTo>
                    <a:lnTo>
                      <a:pt x="1118" y="810"/>
                    </a:lnTo>
                    <a:lnTo>
                      <a:pt x="1066" y="810"/>
                    </a:lnTo>
                    <a:lnTo>
                      <a:pt x="1045" y="817"/>
                    </a:lnTo>
                    <a:lnTo>
                      <a:pt x="1036" y="829"/>
                    </a:lnTo>
                    <a:lnTo>
                      <a:pt x="995" y="838"/>
                    </a:lnTo>
                    <a:close/>
                  </a:path>
                </a:pathLst>
              </a:custGeom>
              <a:solidFill>
                <a:schemeClr val="accent2">
                  <a:lumMod val="500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E5D7F"/>
                  </a:solidFill>
                  <a:latin typeface="Trebuchet MS"/>
                  <a:ea typeface="Trebuchet MS"/>
                  <a:cs typeface="Trebuchet MS"/>
                  <a:sym typeface="Trebuchet MS"/>
                </a:endParaRPr>
              </a:p>
            </p:txBody>
          </p:sp>
          <p:sp>
            <p:nvSpPr>
              <p:cNvPr id="1395" name="Google Shape;1395;p206"/>
              <p:cNvSpPr/>
              <p:nvPr/>
            </p:nvSpPr>
            <p:spPr>
              <a:xfrm>
                <a:off x="1478" y="1536"/>
                <a:ext cx="1383" cy="874"/>
              </a:xfrm>
              <a:custGeom>
                <a:avLst/>
                <a:gdLst/>
                <a:ahLst/>
                <a:cxnLst/>
                <a:rect l="l" t="t" r="r" b="b"/>
                <a:pathLst>
                  <a:path w="1383" h="874" extrusionOk="0">
                    <a:moveTo>
                      <a:pt x="995" y="838"/>
                    </a:moveTo>
                    <a:lnTo>
                      <a:pt x="995" y="838"/>
                    </a:lnTo>
                    <a:lnTo>
                      <a:pt x="1005" y="838"/>
                    </a:lnTo>
                    <a:lnTo>
                      <a:pt x="1005" y="845"/>
                    </a:lnTo>
                    <a:lnTo>
                      <a:pt x="962" y="857"/>
                    </a:lnTo>
                    <a:lnTo>
                      <a:pt x="953" y="867"/>
                    </a:lnTo>
                    <a:lnTo>
                      <a:pt x="932" y="874"/>
                    </a:lnTo>
                    <a:lnTo>
                      <a:pt x="953" y="845"/>
                    </a:lnTo>
                    <a:lnTo>
                      <a:pt x="943" y="845"/>
                    </a:lnTo>
                    <a:lnTo>
                      <a:pt x="962" y="838"/>
                    </a:lnTo>
                    <a:lnTo>
                      <a:pt x="962" y="800"/>
                    </a:lnTo>
                    <a:lnTo>
                      <a:pt x="984" y="817"/>
                    </a:lnTo>
                    <a:lnTo>
                      <a:pt x="995" y="810"/>
                    </a:lnTo>
                    <a:lnTo>
                      <a:pt x="974" y="788"/>
                    </a:lnTo>
                    <a:lnTo>
                      <a:pt x="922" y="781"/>
                    </a:lnTo>
                    <a:lnTo>
                      <a:pt x="913" y="772"/>
                    </a:lnTo>
                    <a:lnTo>
                      <a:pt x="903" y="743"/>
                    </a:lnTo>
                    <a:lnTo>
                      <a:pt x="891" y="743"/>
                    </a:lnTo>
                    <a:lnTo>
                      <a:pt x="882" y="724"/>
                    </a:lnTo>
                    <a:lnTo>
                      <a:pt x="861" y="715"/>
                    </a:lnTo>
                    <a:lnTo>
                      <a:pt x="830" y="743"/>
                    </a:lnTo>
                    <a:lnTo>
                      <a:pt x="799" y="743"/>
                    </a:lnTo>
                    <a:lnTo>
                      <a:pt x="780" y="724"/>
                    </a:lnTo>
                    <a:lnTo>
                      <a:pt x="759" y="724"/>
                    </a:lnTo>
                    <a:lnTo>
                      <a:pt x="749" y="703"/>
                    </a:lnTo>
                    <a:lnTo>
                      <a:pt x="738" y="715"/>
                    </a:lnTo>
                    <a:lnTo>
                      <a:pt x="295" y="715"/>
                    </a:lnTo>
                    <a:lnTo>
                      <a:pt x="288" y="715"/>
                    </a:lnTo>
                    <a:lnTo>
                      <a:pt x="288" y="703"/>
                    </a:lnTo>
                    <a:lnTo>
                      <a:pt x="276" y="703"/>
                    </a:lnTo>
                    <a:lnTo>
                      <a:pt x="246" y="687"/>
                    </a:lnTo>
                    <a:lnTo>
                      <a:pt x="215" y="668"/>
                    </a:lnTo>
                    <a:lnTo>
                      <a:pt x="205" y="639"/>
                    </a:lnTo>
                    <a:lnTo>
                      <a:pt x="194" y="630"/>
                    </a:lnTo>
                    <a:lnTo>
                      <a:pt x="163" y="601"/>
                    </a:lnTo>
                    <a:lnTo>
                      <a:pt x="175" y="590"/>
                    </a:lnTo>
                    <a:lnTo>
                      <a:pt x="175" y="573"/>
                    </a:lnTo>
                    <a:lnTo>
                      <a:pt x="175" y="545"/>
                    </a:lnTo>
                    <a:lnTo>
                      <a:pt x="144" y="526"/>
                    </a:lnTo>
                    <a:lnTo>
                      <a:pt x="111" y="469"/>
                    </a:lnTo>
                    <a:lnTo>
                      <a:pt x="101" y="469"/>
                    </a:lnTo>
                    <a:lnTo>
                      <a:pt x="92" y="440"/>
                    </a:lnTo>
                    <a:lnTo>
                      <a:pt x="71" y="447"/>
                    </a:lnTo>
                    <a:lnTo>
                      <a:pt x="61" y="459"/>
                    </a:lnTo>
                    <a:lnTo>
                      <a:pt x="30" y="431"/>
                    </a:lnTo>
                    <a:lnTo>
                      <a:pt x="30" y="419"/>
                    </a:lnTo>
                    <a:lnTo>
                      <a:pt x="0" y="431"/>
                    </a:lnTo>
                    <a:lnTo>
                      <a:pt x="0" y="419"/>
                    </a:lnTo>
                    <a:lnTo>
                      <a:pt x="0" y="90"/>
                    </a:lnTo>
                    <a:lnTo>
                      <a:pt x="19" y="90"/>
                    </a:lnTo>
                    <a:lnTo>
                      <a:pt x="80" y="128"/>
                    </a:lnTo>
                    <a:lnTo>
                      <a:pt x="80" y="109"/>
                    </a:lnTo>
                    <a:lnTo>
                      <a:pt x="92" y="99"/>
                    </a:lnTo>
                    <a:lnTo>
                      <a:pt x="111" y="90"/>
                    </a:lnTo>
                    <a:lnTo>
                      <a:pt x="123" y="99"/>
                    </a:lnTo>
                    <a:lnTo>
                      <a:pt x="184" y="62"/>
                    </a:lnTo>
                    <a:lnTo>
                      <a:pt x="184" y="80"/>
                    </a:lnTo>
                    <a:lnTo>
                      <a:pt x="205" y="80"/>
                    </a:lnTo>
                    <a:lnTo>
                      <a:pt x="215" y="52"/>
                    </a:lnTo>
                    <a:lnTo>
                      <a:pt x="236" y="71"/>
                    </a:lnTo>
                    <a:lnTo>
                      <a:pt x="236" y="90"/>
                    </a:lnTo>
                    <a:lnTo>
                      <a:pt x="257" y="99"/>
                    </a:lnTo>
                    <a:lnTo>
                      <a:pt x="265" y="80"/>
                    </a:lnTo>
                    <a:lnTo>
                      <a:pt x="265" y="99"/>
                    </a:lnTo>
                    <a:lnTo>
                      <a:pt x="288" y="99"/>
                    </a:lnTo>
                    <a:lnTo>
                      <a:pt x="288" y="80"/>
                    </a:lnTo>
                    <a:lnTo>
                      <a:pt x="319" y="80"/>
                    </a:lnTo>
                    <a:lnTo>
                      <a:pt x="338" y="99"/>
                    </a:lnTo>
                    <a:lnTo>
                      <a:pt x="357" y="109"/>
                    </a:lnTo>
                    <a:lnTo>
                      <a:pt x="378" y="118"/>
                    </a:lnTo>
                    <a:lnTo>
                      <a:pt x="399" y="118"/>
                    </a:lnTo>
                    <a:lnTo>
                      <a:pt x="430" y="128"/>
                    </a:lnTo>
                    <a:lnTo>
                      <a:pt x="430" y="147"/>
                    </a:lnTo>
                    <a:lnTo>
                      <a:pt x="418" y="156"/>
                    </a:lnTo>
                    <a:lnTo>
                      <a:pt x="418" y="166"/>
                    </a:lnTo>
                    <a:lnTo>
                      <a:pt x="449" y="175"/>
                    </a:lnTo>
                    <a:lnTo>
                      <a:pt x="503" y="156"/>
                    </a:lnTo>
                    <a:lnTo>
                      <a:pt x="534" y="175"/>
                    </a:lnTo>
                    <a:lnTo>
                      <a:pt x="534" y="156"/>
                    </a:lnTo>
                    <a:lnTo>
                      <a:pt x="522" y="147"/>
                    </a:lnTo>
                    <a:lnTo>
                      <a:pt x="534" y="137"/>
                    </a:lnTo>
                    <a:lnTo>
                      <a:pt x="574" y="118"/>
                    </a:lnTo>
                    <a:lnTo>
                      <a:pt x="584" y="147"/>
                    </a:lnTo>
                    <a:lnTo>
                      <a:pt x="636" y="166"/>
                    </a:lnTo>
                    <a:lnTo>
                      <a:pt x="667" y="175"/>
                    </a:lnTo>
                    <a:lnTo>
                      <a:pt x="688" y="175"/>
                    </a:lnTo>
                    <a:lnTo>
                      <a:pt x="688" y="147"/>
                    </a:lnTo>
                    <a:lnTo>
                      <a:pt x="697" y="137"/>
                    </a:lnTo>
                    <a:lnTo>
                      <a:pt x="667" y="118"/>
                    </a:lnTo>
                    <a:lnTo>
                      <a:pt x="688" y="109"/>
                    </a:lnTo>
                    <a:lnTo>
                      <a:pt x="697" y="80"/>
                    </a:lnTo>
                    <a:lnTo>
                      <a:pt x="719" y="109"/>
                    </a:lnTo>
                    <a:lnTo>
                      <a:pt x="738" y="128"/>
                    </a:lnTo>
                    <a:lnTo>
                      <a:pt x="719" y="147"/>
                    </a:lnTo>
                    <a:lnTo>
                      <a:pt x="719" y="166"/>
                    </a:lnTo>
                    <a:lnTo>
                      <a:pt x="728" y="175"/>
                    </a:lnTo>
                    <a:lnTo>
                      <a:pt x="738" y="156"/>
                    </a:lnTo>
                    <a:lnTo>
                      <a:pt x="759" y="137"/>
                    </a:lnTo>
                    <a:lnTo>
                      <a:pt x="749" y="118"/>
                    </a:lnTo>
                    <a:lnTo>
                      <a:pt x="759" y="99"/>
                    </a:lnTo>
                    <a:lnTo>
                      <a:pt x="738" y="80"/>
                    </a:lnTo>
                    <a:lnTo>
                      <a:pt x="719" y="62"/>
                    </a:lnTo>
                    <a:lnTo>
                      <a:pt x="728" y="5"/>
                    </a:lnTo>
                    <a:lnTo>
                      <a:pt x="759" y="0"/>
                    </a:lnTo>
                    <a:lnTo>
                      <a:pt x="799" y="71"/>
                    </a:lnTo>
                    <a:lnTo>
                      <a:pt x="790" y="90"/>
                    </a:lnTo>
                    <a:lnTo>
                      <a:pt x="799" y="99"/>
                    </a:lnTo>
                    <a:lnTo>
                      <a:pt x="830" y="137"/>
                    </a:lnTo>
                    <a:lnTo>
                      <a:pt x="842" y="109"/>
                    </a:lnTo>
                    <a:lnTo>
                      <a:pt x="861" y="128"/>
                    </a:lnTo>
                    <a:lnTo>
                      <a:pt x="849" y="166"/>
                    </a:lnTo>
                    <a:lnTo>
                      <a:pt x="872" y="185"/>
                    </a:lnTo>
                    <a:lnTo>
                      <a:pt x="882" y="185"/>
                    </a:lnTo>
                    <a:lnTo>
                      <a:pt x="882" y="166"/>
                    </a:lnTo>
                    <a:lnTo>
                      <a:pt x="903" y="156"/>
                    </a:lnTo>
                    <a:lnTo>
                      <a:pt x="903" y="80"/>
                    </a:lnTo>
                    <a:lnTo>
                      <a:pt x="922" y="80"/>
                    </a:lnTo>
                    <a:lnTo>
                      <a:pt x="943" y="90"/>
                    </a:lnTo>
                    <a:lnTo>
                      <a:pt x="943" y="109"/>
                    </a:lnTo>
                    <a:lnTo>
                      <a:pt x="962" y="109"/>
                    </a:lnTo>
                    <a:lnTo>
                      <a:pt x="962" y="137"/>
                    </a:lnTo>
                    <a:lnTo>
                      <a:pt x="943" y="147"/>
                    </a:lnTo>
                    <a:lnTo>
                      <a:pt x="943" y="166"/>
                    </a:lnTo>
                    <a:lnTo>
                      <a:pt x="962" y="175"/>
                    </a:lnTo>
                    <a:lnTo>
                      <a:pt x="962" y="194"/>
                    </a:lnTo>
                    <a:lnTo>
                      <a:pt x="922" y="232"/>
                    </a:lnTo>
                    <a:lnTo>
                      <a:pt x="903" y="223"/>
                    </a:lnTo>
                    <a:lnTo>
                      <a:pt x="903" y="213"/>
                    </a:lnTo>
                    <a:lnTo>
                      <a:pt x="882" y="213"/>
                    </a:lnTo>
                    <a:lnTo>
                      <a:pt x="891" y="232"/>
                    </a:lnTo>
                    <a:lnTo>
                      <a:pt x="872" y="251"/>
                    </a:lnTo>
                    <a:lnTo>
                      <a:pt x="872" y="270"/>
                    </a:lnTo>
                    <a:lnTo>
                      <a:pt x="849" y="305"/>
                    </a:lnTo>
                    <a:lnTo>
                      <a:pt x="830" y="305"/>
                    </a:lnTo>
                    <a:lnTo>
                      <a:pt x="811" y="327"/>
                    </a:lnTo>
                    <a:lnTo>
                      <a:pt x="818" y="346"/>
                    </a:lnTo>
                    <a:lnTo>
                      <a:pt x="790" y="355"/>
                    </a:lnTo>
                    <a:lnTo>
                      <a:pt x="790" y="374"/>
                    </a:lnTo>
                    <a:lnTo>
                      <a:pt x="780" y="374"/>
                    </a:lnTo>
                    <a:lnTo>
                      <a:pt x="768" y="384"/>
                    </a:lnTo>
                    <a:lnTo>
                      <a:pt x="749" y="431"/>
                    </a:lnTo>
                    <a:lnTo>
                      <a:pt x="749" y="459"/>
                    </a:lnTo>
                    <a:lnTo>
                      <a:pt x="759" y="469"/>
                    </a:lnTo>
                    <a:lnTo>
                      <a:pt x="780" y="469"/>
                    </a:lnTo>
                    <a:lnTo>
                      <a:pt x="790" y="526"/>
                    </a:lnTo>
                    <a:lnTo>
                      <a:pt x="811" y="516"/>
                    </a:lnTo>
                    <a:lnTo>
                      <a:pt x="842" y="526"/>
                    </a:lnTo>
                    <a:lnTo>
                      <a:pt x="861" y="545"/>
                    </a:lnTo>
                    <a:lnTo>
                      <a:pt x="903" y="561"/>
                    </a:lnTo>
                    <a:lnTo>
                      <a:pt x="943" y="561"/>
                    </a:lnTo>
                    <a:lnTo>
                      <a:pt x="953" y="573"/>
                    </a:lnTo>
                    <a:lnTo>
                      <a:pt x="953" y="630"/>
                    </a:lnTo>
                    <a:lnTo>
                      <a:pt x="995" y="668"/>
                    </a:lnTo>
                    <a:lnTo>
                      <a:pt x="1014" y="646"/>
                    </a:lnTo>
                    <a:lnTo>
                      <a:pt x="995" y="582"/>
                    </a:lnTo>
                    <a:lnTo>
                      <a:pt x="1014" y="573"/>
                    </a:lnTo>
                    <a:lnTo>
                      <a:pt x="1036" y="545"/>
                    </a:lnTo>
                    <a:lnTo>
                      <a:pt x="1026" y="488"/>
                    </a:lnTo>
                    <a:lnTo>
                      <a:pt x="1005" y="469"/>
                    </a:lnTo>
                    <a:lnTo>
                      <a:pt x="1014" y="459"/>
                    </a:lnTo>
                    <a:lnTo>
                      <a:pt x="1026" y="459"/>
                    </a:lnTo>
                    <a:lnTo>
                      <a:pt x="1026" y="447"/>
                    </a:lnTo>
                    <a:lnTo>
                      <a:pt x="1026" y="419"/>
                    </a:lnTo>
                    <a:lnTo>
                      <a:pt x="1014" y="412"/>
                    </a:lnTo>
                    <a:lnTo>
                      <a:pt x="1026" y="384"/>
                    </a:lnTo>
                    <a:lnTo>
                      <a:pt x="1014" y="374"/>
                    </a:lnTo>
                    <a:lnTo>
                      <a:pt x="1014" y="362"/>
                    </a:lnTo>
                    <a:lnTo>
                      <a:pt x="1026" y="355"/>
                    </a:lnTo>
                    <a:lnTo>
                      <a:pt x="1057" y="362"/>
                    </a:lnTo>
                    <a:lnTo>
                      <a:pt x="1088" y="355"/>
                    </a:lnTo>
                    <a:lnTo>
                      <a:pt x="1128" y="384"/>
                    </a:lnTo>
                    <a:lnTo>
                      <a:pt x="1118" y="391"/>
                    </a:lnTo>
                    <a:lnTo>
                      <a:pt x="1128" y="402"/>
                    </a:lnTo>
                    <a:lnTo>
                      <a:pt x="1156" y="402"/>
                    </a:lnTo>
                    <a:lnTo>
                      <a:pt x="1156" y="459"/>
                    </a:lnTo>
                    <a:lnTo>
                      <a:pt x="1187" y="488"/>
                    </a:lnTo>
                    <a:lnTo>
                      <a:pt x="1199" y="476"/>
                    </a:lnTo>
                    <a:lnTo>
                      <a:pt x="1218" y="459"/>
                    </a:lnTo>
                    <a:lnTo>
                      <a:pt x="1230" y="447"/>
                    </a:lnTo>
                    <a:lnTo>
                      <a:pt x="1218" y="440"/>
                    </a:lnTo>
                    <a:lnTo>
                      <a:pt x="1230" y="419"/>
                    </a:lnTo>
                    <a:lnTo>
                      <a:pt x="1291" y="516"/>
                    </a:lnTo>
                    <a:lnTo>
                      <a:pt x="1282" y="526"/>
                    </a:lnTo>
                    <a:lnTo>
                      <a:pt x="1282" y="545"/>
                    </a:lnTo>
                    <a:lnTo>
                      <a:pt x="1300" y="554"/>
                    </a:lnTo>
                    <a:lnTo>
                      <a:pt x="1300" y="561"/>
                    </a:lnTo>
                    <a:lnTo>
                      <a:pt x="1322" y="573"/>
                    </a:lnTo>
                    <a:lnTo>
                      <a:pt x="1331" y="573"/>
                    </a:lnTo>
                    <a:lnTo>
                      <a:pt x="1353" y="582"/>
                    </a:lnTo>
                    <a:lnTo>
                      <a:pt x="1331" y="590"/>
                    </a:lnTo>
                    <a:lnTo>
                      <a:pt x="1353" y="590"/>
                    </a:lnTo>
                    <a:lnTo>
                      <a:pt x="1353" y="611"/>
                    </a:lnTo>
                    <a:lnTo>
                      <a:pt x="1364" y="611"/>
                    </a:lnTo>
                    <a:lnTo>
                      <a:pt x="1374" y="618"/>
                    </a:lnTo>
                    <a:lnTo>
                      <a:pt x="1374" y="630"/>
                    </a:lnTo>
                    <a:lnTo>
                      <a:pt x="1383" y="646"/>
                    </a:lnTo>
                    <a:lnTo>
                      <a:pt x="1364" y="658"/>
                    </a:lnTo>
                    <a:lnTo>
                      <a:pt x="1331" y="668"/>
                    </a:lnTo>
                    <a:lnTo>
                      <a:pt x="1312" y="696"/>
                    </a:lnTo>
                    <a:lnTo>
                      <a:pt x="1282" y="696"/>
                    </a:lnTo>
                    <a:lnTo>
                      <a:pt x="1251" y="687"/>
                    </a:lnTo>
                    <a:lnTo>
                      <a:pt x="1199" y="696"/>
                    </a:lnTo>
                    <a:lnTo>
                      <a:pt x="1187" y="715"/>
                    </a:lnTo>
                    <a:lnTo>
                      <a:pt x="1180" y="715"/>
                    </a:lnTo>
                    <a:lnTo>
                      <a:pt x="1156" y="724"/>
                    </a:lnTo>
                    <a:lnTo>
                      <a:pt x="1128" y="760"/>
                    </a:lnTo>
                    <a:lnTo>
                      <a:pt x="1137" y="760"/>
                    </a:lnTo>
                    <a:lnTo>
                      <a:pt x="1168" y="732"/>
                    </a:lnTo>
                    <a:lnTo>
                      <a:pt x="1199" y="715"/>
                    </a:lnTo>
                    <a:lnTo>
                      <a:pt x="1230" y="715"/>
                    </a:lnTo>
                    <a:lnTo>
                      <a:pt x="1241" y="715"/>
                    </a:lnTo>
                    <a:lnTo>
                      <a:pt x="1241" y="732"/>
                    </a:lnTo>
                    <a:lnTo>
                      <a:pt x="1218" y="743"/>
                    </a:lnTo>
                    <a:lnTo>
                      <a:pt x="1211" y="743"/>
                    </a:lnTo>
                    <a:lnTo>
                      <a:pt x="1218" y="753"/>
                    </a:lnTo>
                    <a:lnTo>
                      <a:pt x="1230" y="743"/>
                    </a:lnTo>
                    <a:lnTo>
                      <a:pt x="1230" y="772"/>
                    </a:lnTo>
                    <a:lnTo>
                      <a:pt x="1241" y="781"/>
                    </a:lnTo>
                    <a:lnTo>
                      <a:pt x="1260" y="788"/>
                    </a:lnTo>
                    <a:lnTo>
                      <a:pt x="1282" y="788"/>
                    </a:lnTo>
                    <a:lnTo>
                      <a:pt x="1282" y="781"/>
                    </a:lnTo>
                    <a:lnTo>
                      <a:pt x="1300" y="760"/>
                    </a:lnTo>
                    <a:lnTo>
                      <a:pt x="1300" y="781"/>
                    </a:lnTo>
                    <a:lnTo>
                      <a:pt x="1312" y="781"/>
                    </a:lnTo>
                    <a:lnTo>
                      <a:pt x="1291" y="788"/>
                    </a:lnTo>
                    <a:lnTo>
                      <a:pt x="1291" y="800"/>
                    </a:lnTo>
                    <a:lnTo>
                      <a:pt x="1241" y="817"/>
                    </a:lnTo>
                    <a:lnTo>
                      <a:pt x="1218" y="838"/>
                    </a:lnTo>
                    <a:lnTo>
                      <a:pt x="1211" y="817"/>
                    </a:lnTo>
                    <a:lnTo>
                      <a:pt x="1241" y="800"/>
                    </a:lnTo>
                    <a:lnTo>
                      <a:pt x="1230" y="800"/>
                    </a:lnTo>
                    <a:lnTo>
                      <a:pt x="1230" y="788"/>
                    </a:lnTo>
                    <a:lnTo>
                      <a:pt x="1211" y="800"/>
                    </a:lnTo>
                    <a:lnTo>
                      <a:pt x="1199" y="800"/>
                    </a:lnTo>
                    <a:lnTo>
                      <a:pt x="1187" y="788"/>
                    </a:lnTo>
                    <a:lnTo>
                      <a:pt x="1180" y="760"/>
                    </a:lnTo>
                    <a:lnTo>
                      <a:pt x="1180" y="753"/>
                    </a:lnTo>
                    <a:lnTo>
                      <a:pt x="1168" y="760"/>
                    </a:lnTo>
                    <a:lnTo>
                      <a:pt x="1156" y="753"/>
                    </a:lnTo>
                    <a:lnTo>
                      <a:pt x="1137" y="800"/>
                    </a:lnTo>
                    <a:lnTo>
                      <a:pt x="1118" y="810"/>
                    </a:lnTo>
                    <a:lnTo>
                      <a:pt x="1066" y="810"/>
                    </a:lnTo>
                    <a:lnTo>
                      <a:pt x="1045" y="817"/>
                    </a:lnTo>
                    <a:lnTo>
                      <a:pt x="1036" y="829"/>
                    </a:lnTo>
                    <a:lnTo>
                      <a:pt x="995" y="83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96" name="Google Shape;1396;p206"/>
              <p:cNvSpPr/>
              <p:nvPr/>
            </p:nvSpPr>
            <p:spPr>
              <a:xfrm>
                <a:off x="1478" y="1536"/>
                <a:ext cx="1383" cy="874"/>
              </a:xfrm>
              <a:custGeom>
                <a:avLst/>
                <a:gdLst/>
                <a:ahLst/>
                <a:cxnLst/>
                <a:rect l="l" t="t" r="r" b="b"/>
                <a:pathLst>
                  <a:path w="1383" h="874" extrusionOk="0">
                    <a:moveTo>
                      <a:pt x="995" y="838"/>
                    </a:moveTo>
                    <a:lnTo>
                      <a:pt x="995" y="838"/>
                    </a:lnTo>
                    <a:lnTo>
                      <a:pt x="1005" y="838"/>
                    </a:lnTo>
                    <a:lnTo>
                      <a:pt x="1005" y="845"/>
                    </a:lnTo>
                    <a:lnTo>
                      <a:pt x="962" y="857"/>
                    </a:lnTo>
                    <a:lnTo>
                      <a:pt x="953" y="867"/>
                    </a:lnTo>
                    <a:lnTo>
                      <a:pt x="932" y="874"/>
                    </a:lnTo>
                    <a:lnTo>
                      <a:pt x="953" y="845"/>
                    </a:lnTo>
                    <a:lnTo>
                      <a:pt x="943" y="845"/>
                    </a:lnTo>
                    <a:lnTo>
                      <a:pt x="962" y="838"/>
                    </a:lnTo>
                    <a:lnTo>
                      <a:pt x="962" y="800"/>
                    </a:lnTo>
                    <a:lnTo>
                      <a:pt x="984" y="817"/>
                    </a:lnTo>
                    <a:lnTo>
                      <a:pt x="995" y="810"/>
                    </a:lnTo>
                    <a:lnTo>
                      <a:pt x="974" y="788"/>
                    </a:lnTo>
                    <a:lnTo>
                      <a:pt x="922" y="781"/>
                    </a:lnTo>
                    <a:lnTo>
                      <a:pt x="913" y="772"/>
                    </a:lnTo>
                    <a:lnTo>
                      <a:pt x="903" y="743"/>
                    </a:lnTo>
                    <a:lnTo>
                      <a:pt x="891" y="743"/>
                    </a:lnTo>
                    <a:lnTo>
                      <a:pt x="882" y="724"/>
                    </a:lnTo>
                    <a:lnTo>
                      <a:pt x="861" y="715"/>
                    </a:lnTo>
                    <a:lnTo>
                      <a:pt x="830" y="743"/>
                    </a:lnTo>
                    <a:lnTo>
                      <a:pt x="799" y="743"/>
                    </a:lnTo>
                    <a:lnTo>
                      <a:pt x="780" y="724"/>
                    </a:lnTo>
                    <a:lnTo>
                      <a:pt x="759" y="724"/>
                    </a:lnTo>
                    <a:lnTo>
                      <a:pt x="749" y="703"/>
                    </a:lnTo>
                    <a:lnTo>
                      <a:pt x="738" y="715"/>
                    </a:lnTo>
                    <a:lnTo>
                      <a:pt x="295" y="715"/>
                    </a:lnTo>
                    <a:lnTo>
                      <a:pt x="288" y="715"/>
                    </a:lnTo>
                    <a:lnTo>
                      <a:pt x="288" y="703"/>
                    </a:lnTo>
                    <a:lnTo>
                      <a:pt x="276" y="703"/>
                    </a:lnTo>
                    <a:lnTo>
                      <a:pt x="246" y="687"/>
                    </a:lnTo>
                    <a:lnTo>
                      <a:pt x="215" y="668"/>
                    </a:lnTo>
                    <a:lnTo>
                      <a:pt x="205" y="639"/>
                    </a:lnTo>
                    <a:lnTo>
                      <a:pt x="194" y="630"/>
                    </a:lnTo>
                    <a:lnTo>
                      <a:pt x="163" y="601"/>
                    </a:lnTo>
                    <a:lnTo>
                      <a:pt x="175" y="590"/>
                    </a:lnTo>
                    <a:lnTo>
                      <a:pt x="175" y="573"/>
                    </a:lnTo>
                    <a:lnTo>
                      <a:pt x="175" y="545"/>
                    </a:lnTo>
                    <a:lnTo>
                      <a:pt x="144" y="526"/>
                    </a:lnTo>
                    <a:lnTo>
                      <a:pt x="111" y="469"/>
                    </a:lnTo>
                    <a:lnTo>
                      <a:pt x="101" y="469"/>
                    </a:lnTo>
                    <a:lnTo>
                      <a:pt x="92" y="440"/>
                    </a:lnTo>
                    <a:lnTo>
                      <a:pt x="71" y="447"/>
                    </a:lnTo>
                    <a:lnTo>
                      <a:pt x="61" y="459"/>
                    </a:lnTo>
                    <a:lnTo>
                      <a:pt x="30" y="431"/>
                    </a:lnTo>
                    <a:lnTo>
                      <a:pt x="30" y="419"/>
                    </a:lnTo>
                    <a:lnTo>
                      <a:pt x="0" y="431"/>
                    </a:lnTo>
                    <a:lnTo>
                      <a:pt x="0" y="419"/>
                    </a:lnTo>
                    <a:lnTo>
                      <a:pt x="0" y="90"/>
                    </a:lnTo>
                    <a:lnTo>
                      <a:pt x="19" y="90"/>
                    </a:lnTo>
                    <a:lnTo>
                      <a:pt x="80" y="128"/>
                    </a:lnTo>
                    <a:lnTo>
                      <a:pt x="80" y="109"/>
                    </a:lnTo>
                    <a:lnTo>
                      <a:pt x="92" y="99"/>
                    </a:lnTo>
                    <a:lnTo>
                      <a:pt x="111" y="90"/>
                    </a:lnTo>
                    <a:lnTo>
                      <a:pt x="123" y="99"/>
                    </a:lnTo>
                    <a:lnTo>
                      <a:pt x="184" y="62"/>
                    </a:lnTo>
                    <a:lnTo>
                      <a:pt x="184" y="80"/>
                    </a:lnTo>
                    <a:lnTo>
                      <a:pt x="205" y="80"/>
                    </a:lnTo>
                    <a:lnTo>
                      <a:pt x="215" y="52"/>
                    </a:lnTo>
                    <a:lnTo>
                      <a:pt x="236" y="71"/>
                    </a:lnTo>
                    <a:lnTo>
                      <a:pt x="236" y="90"/>
                    </a:lnTo>
                    <a:lnTo>
                      <a:pt x="257" y="99"/>
                    </a:lnTo>
                    <a:lnTo>
                      <a:pt x="265" y="80"/>
                    </a:lnTo>
                    <a:lnTo>
                      <a:pt x="265" y="99"/>
                    </a:lnTo>
                    <a:lnTo>
                      <a:pt x="288" y="99"/>
                    </a:lnTo>
                    <a:lnTo>
                      <a:pt x="288" y="80"/>
                    </a:lnTo>
                    <a:lnTo>
                      <a:pt x="319" y="80"/>
                    </a:lnTo>
                    <a:lnTo>
                      <a:pt x="338" y="99"/>
                    </a:lnTo>
                    <a:lnTo>
                      <a:pt x="357" y="109"/>
                    </a:lnTo>
                    <a:lnTo>
                      <a:pt x="378" y="118"/>
                    </a:lnTo>
                    <a:lnTo>
                      <a:pt x="399" y="118"/>
                    </a:lnTo>
                    <a:lnTo>
                      <a:pt x="430" y="128"/>
                    </a:lnTo>
                    <a:lnTo>
                      <a:pt x="430" y="147"/>
                    </a:lnTo>
                    <a:lnTo>
                      <a:pt x="418" y="156"/>
                    </a:lnTo>
                    <a:lnTo>
                      <a:pt x="418" y="166"/>
                    </a:lnTo>
                    <a:lnTo>
                      <a:pt x="449" y="175"/>
                    </a:lnTo>
                    <a:lnTo>
                      <a:pt x="503" y="156"/>
                    </a:lnTo>
                    <a:lnTo>
                      <a:pt x="534" y="175"/>
                    </a:lnTo>
                    <a:lnTo>
                      <a:pt x="534" y="156"/>
                    </a:lnTo>
                    <a:lnTo>
                      <a:pt x="522" y="147"/>
                    </a:lnTo>
                    <a:lnTo>
                      <a:pt x="534" y="137"/>
                    </a:lnTo>
                    <a:lnTo>
                      <a:pt x="574" y="118"/>
                    </a:lnTo>
                    <a:lnTo>
                      <a:pt x="584" y="147"/>
                    </a:lnTo>
                    <a:lnTo>
                      <a:pt x="636" y="166"/>
                    </a:lnTo>
                    <a:lnTo>
                      <a:pt x="667" y="175"/>
                    </a:lnTo>
                    <a:lnTo>
                      <a:pt x="688" y="175"/>
                    </a:lnTo>
                    <a:lnTo>
                      <a:pt x="688" y="147"/>
                    </a:lnTo>
                    <a:lnTo>
                      <a:pt x="697" y="137"/>
                    </a:lnTo>
                    <a:lnTo>
                      <a:pt x="667" y="118"/>
                    </a:lnTo>
                    <a:lnTo>
                      <a:pt x="688" y="109"/>
                    </a:lnTo>
                    <a:lnTo>
                      <a:pt x="697" y="80"/>
                    </a:lnTo>
                    <a:lnTo>
                      <a:pt x="719" y="109"/>
                    </a:lnTo>
                    <a:lnTo>
                      <a:pt x="738" y="128"/>
                    </a:lnTo>
                    <a:lnTo>
                      <a:pt x="719" y="147"/>
                    </a:lnTo>
                    <a:lnTo>
                      <a:pt x="719" y="166"/>
                    </a:lnTo>
                    <a:lnTo>
                      <a:pt x="728" y="175"/>
                    </a:lnTo>
                    <a:lnTo>
                      <a:pt x="738" y="156"/>
                    </a:lnTo>
                    <a:lnTo>
                      <a:pt x="759" y="137"/>
                    </a:lnTo>
                    <a:lnTo>
                      <a:pt x="749" y="118"/>
                    </a:lnTo>
                    <a:lnTo>
                      <a:pt x="759" y="99"/>
                    </a:lnTo>
                    <a:lnTo>
                      <a:pt x="738" y="80"/>
                    </a:lnTo>
                    <a:lnTo>
                      <a:pt x="719" y="62"/>
                    </a:lnTo>
                    <a:lnTo>
                      <a:pt x="728" y="5"/>
                    </a:lnTo>
                    <a:lnTo>
                      <a:pt x="759" y="0"/>
                    </a:lnTo>
                    <a:lnTo>
                      <a:pt x="799" y="71"/>
                    </a:lnTo>
                    <a:lnTo>
                      <a:pt x="790" y="90"/>
                    </a:lnTo>
                    <a:lnTo>
                      <a:pt x="799" y="99"/>
                    </a:lnTo>
                    <a:lnTo>
                      <a:pt x="830" y="137"/>
                    </a:lnTo>
                    <a:lnTo>
                      <a:pt x="842" y="109"/>
                    </a:lnTo>
                    <a:lnTo>
                      <a:pt x="861" y="128"/>
                    </a:lnTo>
                    <a:lnTo>
                      <a:pt x="849" y="166"/>
                    </a:lnTo>
                    <a:lnTo>
                      <a:pt x="872" y="185"/>
                    </a:lnTo>
                    <a:lnTo>
                      <a:pt x="882" y="185"/>
                    </a:lnTo>
                    <a:lnTo>
                      <a:pt x="882" y="166"/>
                    </a:lnTo>
                    <a:lnTo>
                      <a:pt x="903" y="156"/>
                    </a:lnTo>
                    <a:lnTo>
                      <a:pt x="903" y="80"/>
                    </a:lnTo>
                    <a:lnTo>
                      <a:pt x="922" y="80"/>
                    </a:lnTo>
                    <a:lnTo>
                      <a:pt x="943" y="90"/>
                    </a:lnTo>
                    <a:lnTo>
                      <a:pt x="943" y="109"/>
                    </a:lnTo>
                    <a:lnTo>
                      <a:pt x="962" y="109"/>
                    </a:lnTo>
                    <a:lnTo>
                      <a:pt x="962" y="137"/>
                    </a:lnTo>
                    <a:lnTo>
                      <a:pt x="943" y="147"/>
                    </a:lnTo>
                    <a:lnTo>
                      <a:pt x="943" y="166"/>
                    </a:lnTo>
                    <a:lnTo>
                      <a:pt x="962" y="175"/>
                    </a:lnTo>
                    <a:lnTo>
                      <a:pt x="962" y="194"/>
                    </a:lnTo>
                    <a:lnTo>
                      <a:pt x="922" y="232"/>
                    </a:lnTo>
                    <a:lnTo>
                      <a:pt x="903" y="223"/>
                    </a:lnTo>
                    <a:lnTo>
                      <a:pt x="903" y="213"/>
                    </a:lnTo>
                    <a:lnTo>
                      <a:pt x="882" y="213"/>
                    </a:lnTo>
                    <a:lnTo>
                      <a:pt x="891" y="232"/>
                    </a:lnTo>
                    <a:lnTo>
                      <a:pt x="872" y="251"/>
                    </a:lnTo>
                    <a:lnTo>
                      <a:pt x="872" y="270"/>
                    </a:lnTo>
                    <a:lnTo>
                      <a:pt x="849" y="305"/>
                    </a:lnTo>
                    <a:lnTo>
                      <a:pt x="830" y="305"/>
                    </a:lnTo>
                    <a:lnTo>
                      <a:pt x="811" y="327"/>
                    </a:lnTo>
                    <a:lnTo>
                      <a:pt x="818" y="346"/>
                    </a:lnTo>
                    <a:lnTo>
                      <a:pt x="790" y="355"/>
                    </a:lnTo>
                    <a:lnTo>
                      <a:pt x="790" y="374"/>
                    </a:lnTo>
                    <a:lnTo>
                      <a:pt x="780" y="374"/>
                    </a:lnTo>
                    <a:lnTo>
                      <a:pt x="768" y="384"/>
                    </a:lnTo>
                    <a:lnTo>
                      <a:pt x="749" y="431"/>
                    </a:lnTo>
                    <a:lnTo>
                      <a:pt x="749" y="459"/>
                    </a:lnTo>
                    <a:lnTo>
                      <a:pt x="759" y="469"/>
                    </a:lnTo>
                    <a:lnTo>
                      <a:pt x="780" y="469"/>
                    </a:lnTo>
                    <a:lnTo>
                      <a:pt x="790" y="526"/>
                    </a:lnTo>
                    <a:lnTo>
                      <a:pt x="811" y="516"/>
                    </a:lnTo>
                    <a:lnTo>
                      <a:pt x="842" y="526"/>
                    </a:lnTo>
                    <a:lnTo>
                      <a:pt x="861" y="545"/>
                    </a:lnTo>
                    <a:lnTo>
                      <a:pt x="903" y="561"/>
                    </a:lnTo>
                    <a:lnTo>
                      <a:pt x="943" y="561"/>
                    </a:lnTo>
                    <a:lnTo>
                      <a:pt x="953" y="573"/>
                    </a:lnTo>
                    <a:lnTo>
                      <a:pt x="953" y="630"/>
                    </a:lnTo>
                    <a:lnTo>
                      <a:pt x="995" y="668"/>
                    </a:lnTo>
                    <a:lnTo>
                      <a:pt x="1014" y="646"/>
                    </a:lnTo>
                    <a:lnTo>
                      <a:pt x="995" y="582"/>
                    </a:lnTo>
                    <a:lnTo>
                      <a:pt x="1014" y="573"/>
                    </a:lnTo>
                    <a:lnTo>
                      <a:pt x="1036" y="545"/>
                    </a:lnTo>
                    <a:lnTo>
                      <a:pt x="1026" y="488"/>
                    </a:lnTo>
                    <a:lnTo>
                      <a:pt x="1005" y="469"/>
                    </a:lnTo>
                    <a:lnTo>
                      <a:pt x="1014" y="459"/>
                    </a:lnTo>
                    <a:lnTo>
                      <a:pt x="1026" y="459"/>
                    </a:lnTo>
                    <a:lnTo>
                      <a:pt x="1026" y="447"/>
                    </a:lnTo>
                    <a:lnTo>
                      <a:pt x="1026" y="419"/>
                    </a:lnTo>
                    <a:lnTo>
                      <a:pt x="1014" y="412"/>
                    </a:lnTo>
                    <a:lnTo>
                      <a:pt x="1026" y="384"/>
                    </a:lnTo>
                    <a:lnTo>
                      <a:pt x="1014" y="374"/>
                    </a:lnTo>
                    <a:lnTo>
                      <a:pt x="1014" y="362"/>
                    </a:lnTo>
                    <a:lnTo>
                      <a:pt x="1026" y="355"/>
                    </a:lnTo>
                    <a:lnTo>
                      <a:pt x="1057" y="362"/>
                    </a:lnTo>
                    <a:lnTo>
                      <a:pt x="1088" y="355"/>
                    </a:lnTo>
                    <a:lnTo>
                      <a:pt x="1128" y="384"/>
                    </a:lnTo>
                    <a:lnTo>
                      <a:pt x="1118" y="391"/>
                    </a:lnTo>
                    <a:lnTo>
                      <a:pt x="1128" y="402"/>
                    </a:lnTo>
                    <a:lnTo>
                      <a:pt x="1156" y="402"/>
                    </a:lnTo>
                    <a:lnTo>
                      <a:pt x="1156" y="459"/>
                    </a:lnTo>
                    <a:lnTo>
                      <a:pt x="1187" y="488"/>
                    </a:lnTo>
                    <a:lnTo>
                      <a:pt x="1199" y="476"/>
                    </a:lnTo>
                    <a:lnTo>
                      <a:pt x="1218" y="459"/>
                    </a:lnTo>
                    <a:lnTo>
                      <a:pt x="1230" y="447"/>
                    </a:lnTo>
                    <a:lnTo>
                      <a:pt x="1218" y="440"/>
                    </a:lnTo>
                    <a:lnTo>
                      <a:pt x="1230" y="419"/>
                    </a:lnTo>
                    <a:lnTo>
                      <a:pt x="1291" y="516"/>
                    </a:lnTo>
                    <a:lnTo>
                      <a:pt x="1282" y="526"/>
                    </a:lnTo>
                    <a:lnTo>
                      <a:pt x="1282" y="545"/>
                    </a:lnTo>
                    <a:lnTo>
                      <a:pt x="1300" y="554"/>
                    </a:lnTo>
                    <a:lnTo>
                      <a:pt x="1300" y="561"/>
                    </a:lnTo>
                    <a:lnTo>
                      <a:pt x="1322" y="573"/>
                    </a:lnTo>
                    <a:lnTo>
                      <a:pt x="1331" y="573"/>
                    </a:lnTo>
                    <a:lnTo>
                      <a:pt x="1353" y="582"/>
                    </a:lnTo>
                    <a:lnTo>
                      <a:pt x="1331" y="590"/>
                    </a:lnTo>
                    <a:lnTo>
                      <a:pt x="1353" y="590"/>
                    </a:lnTo>
                    <a:lnTo>
                      <a:pt x="1353" y="611"/>
                    </a:lnTo>
                    <a:lnTo>
                      <a:pt x="1364" y="611"/>
                    </a:lnTo>
                    <a:lnTo>
                      <a:pt x="1374" y="618"/>
                    </a:lnTo>
                    <a:lnTo>
                      <a:pt x="1374" y="630"/>
                    </a:lnTo>
                    <a:lnTo>
                      <a:pt x="1383" y="646"/>
                    </a:lnTo>
                    <a:lnTo>
                      <a:pt x="1364" y="658"/>
                    </a:lnTo>
                    <a:lnTo>
                      <a:pt x="1331" y="668"/>
                    </a:lnTo>
                    <a:lnTo>
                      <a:pt x="1312" y="696"/>
                    </a:lnTo>
                    <a:lnTo>
                      <a:pt x="1282" y="696"/>
                    </a:lnTo>
                    <a:lnTo>
                      <a:pt x="1251" y="687"/>
                    </a:lnTo>
                    <a:lnTo>
                      <a:pt x="1199" y="696"/>
                    </a:lnTo>
                    <a:lnTo>
                      <a:pt x="1187" y="715"/>
                    </a:lnTo>
                    <a:lnTo>
                      <a:pt x="1180" y="715"/>
                    </a:lnTo>
                    <a:lnTo>
                      <a:pt x="1156" y="724"/>
                    </a:lnTo>
                    <a:lnTo>
                      <a:pt x="1128" y="760"/>
                    </a:lnTo>
                    <a:lnTo>
                      <a:pt x="1137" y="760"/>
                    </a:lnTo>
                    <a:lnTo>
                      <a:pt x="1168" y="732"/>
                    </a:lnTo>
                    <a:lnTo>
                      <a:pt x="1199" y="715"/>
                    </a:lnTo>
                    <a:lnTo>
                      <a:pt x="1230" y="715"/>
                    </a:lnTo>
                    <a:lnTo>
                      <a:pt x="1241" y="715"/>
                    </a:lnTo>
                    <a:lnTo>
                      <a:pt x="1241" y="732"/>
                    </a:lnTo>
                    <a:lnTo>
                      <a:pt x="1218" y="743"/>
                    </a:lnTo>
                    <a:lnTo>
                      <a:pt x="1211" y="743"/>
                    </a:lnTo>
                    <a:lnTo>
                      <a:pt x="1218" y="753"/>
                    </a:lnTo>
                    <a:lnTo>
                      <a:pt x="1230" y="743"/>
                    </a:lnTo>
                    <a:lnTo>
                      <a:pt x="1230" y="772"/>
                    </a:lnTo>
                    <a:lnTo>
                      <a:pt x="1241" y="781"/>
                    </a:lnTo>
                    <a:lnTo>
                      <a:pt x="1260" y="788"/>
                    </a:lnTo>
                    <a:lnTo>
                      <a:pt x="1282" y="788"/>
                    </a:lnTo>
                    <a:lnTo>
                      <a:pt x="1282" y="781"/>
                    </a:lnTo>
                    <a:lnTo>
                      <a:pt x="1300" y="760"/>
                    </a:lnTo>
                    <a:lnTo>
                      <a:pt x="1300" y="781"/>
                    </a:lnTo>
                    <a:lnTo>
                      <a:pt x="1312" y="781"/>
                    </a:lnTo>
                    <a:lnTo>
                      <a:pt x="1291" y="788"/>
                    </a:lnTo>
                    <a:lnTo>
                      <a:pt x="1291" y="800"/>
                    </a:lnTo>
                    <a:lnTo>
                      <a:pt x="1241" y="817"/>
                    </a:lnTo>
                    <a:lnTo>
                      <a:pt x="1218" y="838"/>
                    </a:lnTo>
                    <a:lnTo>
                      <a:pt x="1211" y="817"/>
                    </a:lnTo>
                    <a:lnTo>
                      <a:pt x="1241" y="800"/>
                    </a:lnTo>
                    <a:lnTo>
                      <a:pt x="1230" y="800"/>
                    </a:lnTo>
                    <a:lnTo>
                      <a:pt x="1230" y="788"/>
                    </a:lnTo>
                    <a:lnTo>
                      <a:pt x="1211" y="800"/>
                    </a:lnTo>
                    <a:lnTo>
                      <a:pt x="1199" y="800"/>
                    </a:lnTo>
                    <a:lnTo>
                      <a:pt x="1187" y="788"/>
                    </a:lnTo>
                    <a:lnTo>
                      <a:pt x="1180" y="760"/>
                    </a:lnTo>
                    <a:lnTo>
                      <a:pt x="1180" y="753"/>
                    </a:lnTo>
                    <a:lnTo>
                      <a:pt x="1168" y="760"/>
                    </a:lnTo>
                    <a:lnTo>
                      <a:pt x="1156" y="753"/>
                    </a:lnTo>
                    <a:lnTo>
                      <a:pt x="1137" y="800"/>
                    </a:lnTo>
                    <a:lnTo>
                      <a:pt x="1118" y="810"/>
                    </a:lnTo>
                    <a:lnTo>
                      <a:pt x="1066" y="810"/>
                    </a:lnTo>
                    <a:lnTo>
                      <a:pt x="1045" y="817"/>
                    </a:lnTo>
                    <a:lnTo>
                      <a:pt x="1036" y="829"/>
                    </a:lnTo>
                    <a:lnTo>
                      <a:pt x="995" y="83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97" name="Google Shape;1397;p206"/>
              <p:cNvSpPr/>
              <p:nvPr/>
            </p:nvSpPr>
            <p:spPr>
              <a:xfrm>
                <a:off x="2596" y="2788"/>
                <a:ext cx="59" cy="41"/>
              </a:xfrm>
              <a:custGeom>
                <a:avLst/>
                <a:gdLst/>
                <a:ahLst/>
                <a:cxnLst/>
                <a:rect l="l" t="t" r="r" b="b"/>
                <a:pathLst>
                  <a:path w="59" h="41" extrusionOk="0">
                    <a:moveTo>
                      <a:pt x="0" y="31"/>
                    </a:moveTo>
                    <a:lnTo>
                      <a:pt x="0" y="31"/>
                    </a:lnTo>
                    <a:lnTo>
                      <a:pt x="0" y="0"/>
                    </a:lnTo>
                    <a:lnTo>
                      <a:pt x="29" y="0"/>
                    </a:lnTo>
                    <a:lnTo>
                      <a:pt x="29" y="10"/>
                    </a:lnTo>
                    <a:lnTo>
                      <a:pt x="41" y="10"/>
                    </a:lnTo>
                    <a:lnTo>
                      <a:pt x="59" y="19"/>
                    </a:lnTo>
                    <a:lnTo>
                      <a:pt x="50" y="31"/>
                    </a:lnTo>
                    <a:lnTo>
                      <a:pt x="50" y="19"/>
                    </a:lnTo>
                    <a:lnTo>
                      <a:pt x="19" y="31"/>
                    </a:lnTo>
                    <a:lnTo>
                      <a:pt x="19" y="19"/>
                    </a:lnTo>
                    <a:lnTo>
                      <a:pt x="10" y="31"/>
                    </a:lnTo>
                    <a:lnTo>
                      <a:pt x="10" y="41"/>
                    </a:lnTo>
                    <a:lnTo>
                      <a:pt x="0" y="3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98" name="Google Shape;1398;p206"/>
              <p:cNvSpPr/>
              <p:nvPr/>
            </p:nvSpPr>
            <p:spPr>
              <a:xfrm>
                <a:off x="2596" y="2788"/>
                <a:ext cx="59" cy="41"/>
              </a:xfrm>
              <a:custGeom>
                <a:avLst/>
                <a:gdLst/>
                <a:ahLst/>
                <a:cxnLst/>
                <a:rect l="l" t="t" r="r" b="b"/>
                <a:pathLst>
                  <a:path w="59" h="41" extrusionOk="0">
                    <a:moveTo>
                      <a:pt x="0" y="31"/>
                    </a:moveTo>
                    <a:lnTo>
                      <a:pt x="0" y="31"/>
                    </a:lnTo>
                    <a:lnTo>
                      <a:pt x="0" y="0"/>
                    </a:lnTo>
                    <a:lnTo>
                      <a:pt x="29" y="0"/>
                    </a:lnTo>
                    <a:lnTo>
                      <a:pt x="29" y="10"/>
                    </a:lnTo>
                    <a:lnTo>
                      <a:pt x="41" y="10"/>
                    </a:lnTo>
                    <a:lnTo>
                      <a:pt x="59" y="19"/>
                    </a:lnTo>
                    <a:lnTo>
                      <a:pt x="50" y="31"/>
                    </a:lnTo>
                    <a:lnTo>
                      <a:pt x="50" y="19"/>
                    </a:lnTo>
                    <a:lnTo>
                      <a:pt x="19" y="31"/>
                    </a:lnTo>
                    <a:lnTo>
                      <a:pt x="19" y="19"/>
                    </a:lnTo>
                    <a:lnTo>
                      <a:pt x="10" y="31"/>
                    </a:lnTo>
                    <a:lnTo>
                      <a:pt x="10" y="41"/>
                    </a:lnTo>
                    <a:lnTo>
                      <a:pt x="0" y="31"/>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399" name="Google Shape;1399;p206"/>
              <p:cNvSpPr/>
              <p:nvPr/>
            </p:nvSpPr>
            <p:spPr>
              <a:xfrm>
                <a:off x="2596" y="2788"/>
                <a:ext cx="59" cy="41"/>
              </a:xfrm>
              <a:custGeom>
                <a:avLst/>
                <a:gdLst/>
                <a:ahLst/>
                <a:cxnLst/>
                <a:rect l="l" t="t" r="r" b="b"/>
                <a:pathLst>
                  <a:path w="59" h="41" extrusionOk="0">
                    <a:moveTo>
                      <a:pt x="0" y="31"/>
                    </a:moveTo>
                    <a:lnTo>
                      <a:pt x="0" y="31"/>
                    </a:lnTo>
                    <a:lnTo>
                      <a:pt x="0" y="0"/>
                    </a:lnTo>
                    <a:lnTo>
                      <a:pt x="29" y="0"/>
                    </a:lnTo>
                    <a:lnTo>
                      <a:pt x="29" y="10"/>
                    </a:lnTo>
                    <a:lnTo>
                      <a:pt x="41" y="10"/>
                    </a:lnTo>
                    <a:lnTo>
                      <a:pt x="59" y="19"/>
                    </a:lnTo>
                    <a:lnTo>
                      <a:pt x="50" y="31"/>
                    </a:lnTo>
                    <a:lnTo>
                      <a:pt x="50" y="19"/>
                    </a:lnTo>
                    <a:lnTo>
                      <a:pt x="19" y="31"/>
                    </a:lnTo>
                    <a:lnTo>
                      <a:pt x="19" y="19"/>
                    </a:lnTo>
                    <a:lnTo>
                      <a:pt x="10" y="31"/>
                    </a:lnTo>
                    <a:lnTo>
                      <a:pt x="10" y="41"/>
                    </a:lnTo>
                    <a:lnTo>
                      <a:pt x="0" y="31"/>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00" name="Google Shape;1400;p206"/>
              <p:cNvSpPr/>
              <p:nvPr/>
            </p:nvSpPr>
            <p:spPr>
              <a:xfrm>
                <a:off x="2554" y="2788"/>
                <a:ext cx="42" cy="29"/>
              </a:xfrm>
              <a:custGeom>
                <a:avLst/>
                <a:gdLst/>
                <a:ahLst/>
                <a:cxnLst/>
                <a:rect l="l" t="t" r="r" b="b"/>
                <a:pathLst>
                  <a:path w="42" h="29" extrusionOk="0">
                    <a:moveTo>
                      <a:pt x="42" y="29"/>
                    </a:moveTo>
                    <a:lnTo>
                      <a:pt x="42" y="29"/>
                    </a:lnTo>
                    <a:lnTo>
                      <a:pt x="42" y="0"/>
                    </a:lnTo>
                    <a:lnTo>
                      <a:pt x="21" y="0"/>
                    </a:lnTo>
                    <a:lnTo>
                      <a:pt x="31" y="19"/>
                    </a:lnTo>
                    <a:lnTo>
                      <a:pt x="0" y="29"/>
                    </a:lnTo>
                    <a:lnTo>
                      <a:pt x="9" y="29"/>
                    </a:lnTo>
                    <a:lnTo>
                      <a:pt x="42" y="2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01" name="Google Shape;1401;p206"/>
              <p:cNvSpPr/>
              <p:nvPr/>
            </p:nvSpPr>
            <p:spPr>
              <a:xfrm>
                <a:off x="2554" y="2788"/>
                <a:ext cx="42" cy="29"/>
              </a:xfrm>
              <a:custGeom>
                <a:avLst/>
                <a:gdLst/>
                <a:ahLst/>
                <a:cxnLst/>
                <a:rect l="l" t="t" r="r" b="b"/>
                <a:pathLst>
                  <a:path w="42" h="29" extrusionOk="0">
                    <a:moveTo>
                      <a:pt x="42" y="29"/>
                    </a:moveTo>
                    <a:lnTo>
                      <a:pt x="42" y="29"/>
                    </a:lnTo>
                    <a:lnTo>
                      <a:pt x="42" y="0"/>
                    </a:lnTo>
                    <a:lnTo>
                      <a:pt x="21" y="0"/>
                    </a:lnTo>
                    <a:lnTo>
                      <a:pt x="31" y="19"/>
                    </a:lnTo>
                    <a:lnTo>
                      <a:pt x="0" y="29"/>
                    </a:lnTo>
                    <a:lnTo>
                      <a:pt x="9" y="29"/>
                    </a:lnTo>
                    <a:lnTo>
                      <a:pt x="42" y="2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02" name="Google Shape;1402;p206"/>
              <p:cNvSpPr/>
              <p:nvPr/>
            </p:nvSpPr>
            <p:spPr>
              <a:xfrm>
                <a:off x="2554" y="2788"/>
                <a:ext cx="42" cy="29"/>
              </a:xfrm>
              <a:custGeom>
                <a:avLst/>
                <a:gdLst/>
                <a:ahLst/>
                <a:cxnLst/>
                <a:rect l="l" t="t" r="r" b="b"/>
                <a:pathLst>
                  <a:path w="42" h="29" extrusionOk="0">
                    <a:moveTo>
                      <a:pt x="42" y="29"/>
                    </a:moveTo>
                    <a:lnTo>
                      <a:pt x="42" y="29"/>
                    </a:lnTo>
                    <a:lnTo>
                      <a:pt x="42" y="0"/>
                    </a:lnTo>
                    <a:lnTo>
                      <a:pt x="21" y="0"/>
                    </a:lnTo>
                    <a:lnTo>
                      <a:pt x="31" y="19"/>
                    </a:lnTo>
                    <a:lnTo>
                      <a:pt x="0" y="29"/>
                    </a:lnTo>
                    <a:lnTo>
                      <a:pt x="9" y="29"/>
                    </a:lnTo>
                    <a:lnTo>
                      <a:pt x="42" y="2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03" name="Google Shape;1403;p206"/>
              <p:cNvSpPr/>
              <p:nvPr/>
            </p:nvSpPr>
            <p:spPr>
              <a:xfrm>
                <a:off x="2760" y="2930"/>
                <a:ext cx="9" cy="12"/>
              </a:xfrm>
              <a:custGeom>
                <a:avLst/>
                <a:gdLst/>
                <a:ahLst/>
                <a:cxnLst/>
                <a:rect l="l" t="t" r="r" b="b"/>
                <a:pathLst>
                  <a:path w="9" h="12" extrusionOk="0">
                    <a:moveTo>
                      <a:pt x="0" y="12"/>
                    </a:moveTo>
                    <a:lnTo>
                      <a:pt x="0" y="12"/>
                    </a:lnTo>
                    <a:lnTo>
                      <a:pt x="9" y="12"/>
                    </a:lnTo>
                    <a:lnTo>
                      <a:pt x="9" y="0"/>
                    </a:lnTo>
                    <a:lnTo>
                      <a:pt x="0"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04" name="Google Shape;1404;p206"/>
              <p:cNvSpPr/>
              <p:nvPr/>
            </p:nvSpPr>
            <p:spPr>
              <a:xfrm>
                <a:off x="2760" y="2930"/>
                <a:ext cx="9" cy="12"/>
              </a:xfrm>
              <a:custGeom>
                <a:avLst/>
                <a:gdLst/>
                <a:ahLst/>
                <a:cxnLst/>
                <a:rect l="l" t="t" r="r" b="b"/>
                <a:pathLst>
                  <a:path w="9" h="12" extrusionOk="0">
                    <a:moveTo>
                      <a:pt x="0" y="12"/>
                    </a:moveTo>
                    <a:lnTo>
                      <a:pt x="0" y="12"/>
                    </a:lnTo>
                    <a:lnTo>
                      <a:pt x="9" y="12"/>
                    </a:lnTo>
                    <a:lnTo>
                      <a:pt x="9" y="0"/>
                    </a:lnTo>
                    <a:lnTo>
                      <a:pt x="0"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05" name="Google Shape;1405;p206"/>
              <p:cNvSpPr/>
              <p:nvPr/>
            </p:nvSpPr>
            <p:spPr>
              <a:xfrm>
                <a:off x="2760" y="2930"/>
                <a:ext cx="9" cy="12"/>
              </a:xfrm>
              <a:custGeom>
                <a:avLst/>
                <a:gdLst/>
                <a:ahLst/>
                <a:cxnLst/>
                <a:rect l="l" t="t" r="r" b="b"/>
                <a:pathLst>
                  <a:path w="9" h="12" extrusionOk="0">
                    <a:moveTo>
                      <a:pt x="0" y="12"/>
                    </a:moveTo>
                    <a:lnTo>
                      <a:pt x="0" y="12"/>
                    </a:lnTo>
                    <a:lnTo>
                      <a:pt x="9" y="12"/>
                    </a:lnTo>
                    <a:lnTo>
                      <a:pt x="9" y="0"/>
                    </a:lnTo>
                    <a:lnTo>
                      <a:pt x="0"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06" name="Google Shape;1406;p206"/>
              <p:cNvSpPr/>
              <p:nvPr/>
            </p:nvSpPr>
            <p:spPr>
              <a:xfrm>
                <a:off x="2492" y="2807"/>
                <a:ext cx="31" cy="22"/>
              </a:xfrm>
              <a:custGeom>
                <a:avLst/>
                <a:gdLst/>
                <a:ahLst/>
                <a:cxnLst/>
                <a:rect l="l" t="t" r="r" b="b"/>
                <a:pathLst>
                  <a:path w="31" h="22" extrusionOk="0">
                    <a:moveTo>
                      <a:pt x="0" y="12"/>
                    </a:moveTo>
                    <a:lnTo>
                      <a:pt x="0" y="12"/>
                    </a:lnTo>
                    <a:lnTo>
                      <a:pt x="19" y="22"/>
                    </a:lnTo>
                    <a:lnTo>
                      <a:pt x="31" y="12"/>
                    </a:lnTo>
                    <a:lnTo>
                      <a:pt x="10"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07" name="Google Shape;1407;p206"/>
              <p:cNvSpPr/>
              <p:nvPr/>
            </p:nvSpPr>
            <p:spPr>
              <a:xfrm>
                <a:off x="2492" y="2807"/>
                <a:ext cx="31" cy="22"/>
              </a:xfrm>
              <a:custGeom>
                <a:avLst/>
                <a:gdLst/>
                <a:ahLst/>
                <a:cxnLst/>
                <a:rect l="l" t="t" r="r" b="b"/>
                <a:pathLst>
                  <a:path w="31" h="22" extrusionOk="0">
                    <a:moveTo>
                      <a:pt x="0" y="12"/>
                    </a:moveTo>
                    <a:lnTo>
                      <a:pt x="0" y="12"/>
                    </a:lnTo>
                    <a:lnTo>
                      <a:pt x="19" y="22"/>
                    </a:lnTo>
                    <a:lnTo>
                      <a:pt x="31" y="12"/>
                    </a:lnTo>
                    <a:lnTo>
                      <a:pt x="10"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08" name="Google Shape;1408;p206"/>
              <p:cNvSpPr/>
              <p:nvPr/>
            </p:nvSpPr>
            <p:spPr>
              <a:xfrm>
                <a:off x="2492" y="2807"/>
                <a:ext cx="31" cy="22"/>
              </a:xfrm>
              <a:custGeom>
                <a:avLst/>
                <a:gdLst/>
                <a:ahLst/>
                <a:cxnLst/>
                <a:rect l="l" t="t" r="r" b="b"/>
                <a:pathLst>
                  <a:path w="31" h="22" extrusionOk="0">
                    <a:moveTo>
                      <a:pt x="0" y="12"/>
                    </a:moveTo>
                    <a:lnTo>
                      <a:pt x="0" y="12"/>
                    </a:lnTo>
                    <a:lnTo>
                      <a:pt x="19" y="22"/>
                    </a:lnTo>
                    <a:lnTo>
                      <a:pt x="31" y="12"/>
                    </a:lnTo>
                    <a:lnTo>
                      <a:pt x="10"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09" name="Google Shape;1409;p206"/>
              <p:cNvSpPr/>
              <p:nvPr/>
            </p:nvSpPr>
            <p:spPr>
              <a:xfrm>
                <a:off x="2391" y="2732"/>
                <a:ext cx="163" cy="56"/>
              </a:xfrm>
              <a:custGeom>
                <a:avLst/>
                <a:gdLst/>
                <a:ahLst/>
                <a:cxnLst/>
                <a:rect l="l" t="t" r="r" b="b"/>
                <a:pathLst>
                  <a:path w="163" h="56" extrusionOk="0">
                    <a:moveTo>
                      <a:pt x="0" y="28"/>
                    </a:moveTo>
                    <a:lnTo>
                      <a:pt x="0" y="28"/>
                    </a:lnTo>
                    <a:lnTo>
                      <a:pt x="9" y="28"/>
                    </a:lnTo>
                    <a:lnTo>
                      <a:pt x="30" y="9"/>
                    </a:lnTo>
                    <a:lnTo>
                      <a:pt x="52" y="19"/>
                    </a:lnTo>
                    <a:lnTo>
                      <a:pt x="40" y="19"/>
                    </a:lnTo>
                    <a:lnTo>
                      <a:pt x="52" y="19"/>
                    </a:lnTo>
                    <a:lnTo>
                      <a:pt x="92" y="28"/>
                    </a:lnTo>
                    <a:lnTo>
                      <a:pt x="101" y="47"/>
                    </a:lnTo>
                    <a:lnTo>
                      <a:pt x="123" y="47"/>
                    </a:lnTo>
                    <a:lnTo>
                      <a:pt x="111" y="56"/>
                    </a:lnTo>
                    <a:lnTo>
                      <a:pt x="163" y="56"/>
                    </a:lnTo>
                    <a:lnTo>
                      <a:pt x="153" y="47"/>
                    </a:lnTo>
                    <a:lnTo>
                      <a:pt x="141" y="47"/>
                    </a:lnTo>
                    <a:lnTo>
                      <a:pt x="141" y="37"/>
                    </a:lnTo>
                    <a:lnTo>
                      <a:pt x="101" y="19"/>
                    </a:lnTo>
                    <a:lnTo>
                      <a:pt x="52" y="0"/>
                    </a:lnTo>
                    <a:lnTo>
                      <a:pt x="21" y="9"/>
                    </a:lnTo>
                    <a:lnTo>
                      <a:pt x="0"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10" name="Google Shape;1410;p206"/>
              <p:cNvSpPr/>
              <p:nvPr/>
            </p:nvSpPr>
            <p:spPr>
              <a:xfrm>
                <a:off x="2391" y="2732"/>
                <a:ext cx="163" cy="56"/>
              </a:xfrm>
              <a:custGeom>
                <a:avLst/>
                <a:gdLst/>
                <a:ahLst/>
                <a:cxnLst/>
                <a:rect l="l" t="t" r="r" b="b"/>
                <a:pathLst>
                  <a:path w="163" h="56" extrusionOk="0">
                    <a:moveTo>
                      <a:pt x="0" y="28"/>
                    </a:moveTo>
                    <a:lnTo>
                      <a:pt x="0" y="28"/>
                    </a:lnTo>
                    <a:lnTo>
                      <a:pt x="9" y="28"/>
                    </a:lnTo>
                    <a:lnTo>
                      <a:pt x="30" y="9"/>
                    </a:lnTo>
                    <a:lnTo>
                      <a:pt x="52" y="19"/>
                    </a:lnTo>
                    <a:lnTo>
                      <a:pt x="40" y="19"/>
                    </a:lnTo>
                    <a:lnTo>
                      <a:pt x="52" y="19"/>
                    </a:lnTo>
                    <a:lnTo>
                      <a:pt x="92" y="28"/>
                    </a:lnTo>
                    <a:lnTo>
                      <a:pt x="101" y="47"/>
                    </a:lnTo>
                    <a:lnTo>
                      <a:pt x="123" y="47"/>
                    </a:lnTo>
                    <a:lnTo>
                      <a:pt x="111" y="56"/>
                    </a:lnTo>
                    <a:lnTo>
                      <a:pt x="163" y="56"/>
                    </a:lnTo>
                    <a:lnTo>
                      <a:pt x="153" y="47"/>
                    </a:lnTo>
                    <a:lnTo>
                      <a:pt x="141" y="47"/>
                    </a:lnTo>
                    <a:lnTo>
                      <a:pt x="141" y="37"/>
                    </a:lnTo>
                    <a:lnTo>
                      <a:pt x="101" y="19"/>
                    </a:lnTo>
                    <a:lnTo>
                      <a:pt x="52" y="0"/>
                    </a:lnTo>
                    <a:lnTo>
                      <a:pt x="21" y="9"/>
                    </a:lnTo>
                    <a:lnTo>
                      <a:pt x="0" y="2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11" name="Google Shape;1411;p206"/>
              <p:cNvSpPr/>
              <p:nvPr/>
            </p:nvSpPr>
            <p:spPr>
              <a:xfrm>
                <a:off x="2391" y="2732"/>
                <a:ext cx="163" cy="56"/>
              </a:xfrm>
              <a:custGeom>
                <a:avLst/>
                <a:gdLst/>
                <a:ahLst/>
                <a:cxnLst/>
                <a:rect l="l" t="t" r="r" b="b"/>
                <a:pathLst>
                  <a:path w="163" h="56" extrusionOk="0">
                    <a:moveTo>
                      <a:pt x="0" y="28"/>
                    </a:moveTo>
                    <a:lnTo>
                      <a:pt x="0" y="28"/>
                    </a:lnTo>
                    <a:lnTo>
                      <a:pt x="9" y="28"/>
                    </a:lnTo>
                    <a:lnTo>
                      <a:pt x="30" y="9"/>
                    </a:lnTo>
                    <a:lnTo>
                      <a:pt x="52" y="19"/>
                    </a:lnTo>
                    <a:lnTo>
                      <a:pt x="40" y="19"/>
                    </a:lnTo>
                    <a:lnTo>
                      <a:pt x="52" y="19"/>
                    </a:lnTo>
                    <a:lnTo>
                      <a:pt x="92" y="28"/>
                    </a:lnTo>
                    <a:lnTo>
                      <a:pt x="101" y="47"/>
                    </a:lnTo>
                    <a:lnTo>
                      <a:pt x="123" y="47"/>
                    </a:lnTo>
                    <a:lnTo>
                      <a:pt x="111" y="56"/>
                    </a:lnTo>
                    <a:lnTo>
                      <a:pt x="163" y="56"/>
                    </a:lnTo>
                    <a:lnTo>
                      <a:pt x="153" y="47"/>
                    </a:lnTo>
                    <a:lnTo>
                      <a:pt x="141" y="47"/>
                    </a:lnTo>
                    <a:lnTo>
                      <a:pt x="141" y="37"/>
                    </a:lnTo>
                    <a:lnTo>
                      <a:pt x="101" y="19"/>
                    </a:lnTo>
                    <a:lnTo>
                      <a:pt x="52" y="0"/>
                    </a:lnTo>
                    <a:lnTo>
                      <a:pt x="21" y="9"/>
                    </a:lnTo>
                    <a:lnTo>
                      <a:pt x="0" y="2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12" name="Google Shape;1412;p206"/>
              <p:cNvSpPr/>
              <p:nvPr/>
            </p:nvSpPr>
            <p:spPr>
              <a:xfrm>
                <a:off x="2679" y="2807"/>
                <a:ext cx="17" cy="10"/>
              </a:xfrm>
              <a:custGeom>
                <a:avLst/>
                <a:gdLst/>
                <a:ahLst/>
                <a:cxnLst/>
                <a:rect l="l" t="t" r="r" b="b"/>
                <a:pathLst>
                  <a:path w="17" h="10" extrusionOk="0">
                    <a:moveTo>
                      <a:pt x="0" y="10"/>
                    </a:moveTo>
                    <a:lnTo>
                      <a:pt x="0" y="10"/>
                    </a:lnTo>
                    <a:lnTo>
                      <a:pt x="17" y="10"/>
                    </a:lnTo>
                    <a:lnTo>
                      <a:pt x="0" y="0"/>
                    </a:lnTo>
                    <a:lnTo>
                      <a:pt x="0" y="1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13" name="Google Shape;1413;p206"/>
              <p:cNvSpPr/>
              <p:nvPr/>
            </p:nvSpPr>
            <p:spPr>
              <a:xfrm>
                <a:off x="2679" y="2807"/>
                <a:ext cx="17" cy="10"/>
              </a:xfrm>
              <a:custGeom>
                <a:avLst/>
                <a:gdLst/>
                <a:ahLst/>
                <a:cxnLst/>
                <a:rect l="l" t="t" r="r" b="b"/>
                <a:pathLst>
                  <a:path w="17" h="10" extrusionOk="0">
                    <a:moveTo>
                      <a:pt x="0" y="10"/>
                    </a:moveTo>
                    <a:lnTo>
                      <a:pt x="0" y="10"/>
                    </a:lnTo>
                    <a:lnTo>
                      <a:pt x="17" y="10"/>
                    </a:lnTo>
                    <a:lnTo>
                      <a:pt x="0" y="0"/>
                    </a:lnTo>
                    <a:lnTo>
                      <a:pt x="0" y="1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14" name="Google Shape;1414;p206"/>
              <p:cNvSpPr/>
              <p:nvPr/>
            </p:nvSpPr>
            <p:spPr>
              <a:xfrm>
                <a:off x="2679" y="2807"/>
                <a:ext cx="17" cy="10"/>
              </a:xfrm>
              <a:custGeom>
                <a:avLst/>
                <a:gdLst/>
                <a:ahLst/>
                <a:cxnLst/>
                <a:rect l="l" t="t" r="r" b="b"/>
                <a:pathLst>
                  <a:path w="17" h="10" extrusionOk="0">
                    <a:moveTo>
                      <a:pt x="0" y="10"/>
                    </a:moveTo>
                    <a:lnTo>
                      <a:pt x="0" y="10"/>
                    </a:lnTo>
                    <a:lnTo>
                      <a:pt x="17" y="10"/>
                    </a:lnTo>
                    <a:lnTo>
                      <a:pt x="0" y="0"/>
                    </a:lnTo>
                    <a:lnTo>
                      <a:pt x="0" y="1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15" name="Google Shape;1415;p206"/>
              <p:cNvSpPr/>
              <p:nvPr/>
            </p:nvSpPr>
            <p:spPr>
              <a:xfrm>
                <a:off x="2760" y="2845"/>
                <a:ext cx="9" cy="12"/>
              </a:xfrm>
              <a:custGeom>
                <a:avLst/>
                <a:gdLst/>
                <a:ahLst/>
                <a:cxnLst/>
                <a:rect l="l" t="t" r="r" b="b"/>
                <a:pathLst>
                  <a:path w="9" h="12" extrusionOk="0">
                    <a:moveTo>
                      <a:pt x="0" y="0"/>
                    </a:moveTo>
                    <a:lnTo>
                      <a:pt x="0" y="0"/>
                    </a:lnTo>
                    <a:lnTo>
                      <a:pt x="0" y="12"/>
                    </a:lnTo>
                    <a:lnTo>
                      <a:pt x="9"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16" name="Google Shape;1416;p206"/>
              <p:cNvSpPr/>
              <p:nvPr/>
            </p:nvSpPr>
            <p:spPr>
              <a:xfrm>
                <a:off x="2760" y="2845"/>
                <a:ext cx="9" cy="12"/>
              </a:xfrm>
              <a:custGeom>
                <a:avLst/>
                <a:gdLst/>
                <a:ahLst/>
                <a:cxnLst/>
                <a:rect l="l" t="t" r="r" b="b"/>
                <a:pathLst>
                  <a:path w="9" h="12" extrusionOk="0">
                    <a:moveTo>
                      <a:pt x="0" y="0"/>
                    </a:moveTo>
                    <a:lnTo>
                      <a:pt x="0" y="0"/>
                    </a:lnTo>
                    <a:lnTo>
                      <a:pt x="0" y="12"/>
                    </a:lnTo>
                    <a:lnTo>
                      <a:pt x="9"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17" name="Google Shape;1417;p206"/>
              <p:cNvSpPr/>
              <p:nvPr/>
            </p:nvSpPr>
            <p:spPr>
              <a:xfrm>
                <a:off x="2760" y="2845"/>
                <a:ext cx="9" cy="12"/>
              </a:xfrm>
              <a:custGeom>
                <a:avLst/>
                <a:gdLst/>
                <a:ahLst/>
                <a:cxnLst/>
                <a:rect l="l" t="t" r="r" b="b"/>
                <a:pathLst>
                  <a:path w="9" h="12" extrusionOk="0">
                    <a:moveTo>
                      <a:pt x="0" y="0"/>
                    </a:moveTo>
                    <a:lnTo>
                      <a:pt x="0" y="0"/>
                    </a:lnTo>
                    <a:lnTo>
                      <a:pt x="0" y="12"/>
                    </a:lnTo>
                    <a:lnTo>
                      <a:pt x="9"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18" name="Google Shape;1418;p206"/>
              <p:cNvSpPr/>
              <p:nvPr/>
            </p:nvSpPr>
            <p:spPr>
              <a:xfrm>
                <a:off x="2492" y="2703"/>
                <a:ext cx="12" cy="29"/>
              </a:xfrm>
              <a:custGeom>
                <a:avLst/>
                <a:gdLst/>
                <a:ahLst/>
                <a:cxnLst/>
                <a:rect l="l" t="t" r="r" b="b"/>
                <a:pathLst>
                  <a:path w="12" h="29" extrusionOk="0">
                    <a:moveTo>
                      <a:pt x="0" y="0"/>
                    </a:moveTo>
                    <a:lnTo>
                      <a:pt x="0" y="0"/>
                    </a:lnTo>
                    <a:lnTo>
                      <a:pt x="0" y="10"/>
                    </a:lnTo>
                    <a:lnTo>
                      <a:pt x="12" y="29"/>
                    </a:lnTo>
                    <a:lnTo>
                      <a:pt x="12" y="1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19" name="Google Shape;1419;p206"/>
              <p:cNvSpPr/>
              <p:nvPr/>
            </p:nvSpPr>
            <p:spPr>
              <a:xfrm>
                <a:off x="2492" y="2703"/>
                <a:ext cx="12" cy="29"/>
              </a:xfrm>
              <a:custGeom>
                <a:avLst/>
                <a:gdLst/>
                <a:ahLst/>
                <a:cxnLst/>
                <a:rect l="l" t="t" r="r" b="b"/>
                <a:pathLst>
                  <a:path w="12" h="29" extrusionOk="0">
                    <a:moveTo>
                      <a:pt x="0" y="0"/>
                    </a:moveTo>
                    <a:lnTo>
                      <a:pt x="0" y="0"/>
                    </a:lnTo>
                    <a:lnTo>
                      <a:pt x="0" y="10"/>
                    </a:lnTo>
                    <a:lnTo>
                      <a:pt x="12" y="29"/>
                    </a:lnTo>
                    <a:lnTo>
                      <a:pt x="12" y="1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20" name="Google Shape;1420;p206"/>
              <p:cNvSpPr/>
              <p:nvPr/>
            </p:nvSpPr>
            <p:spPr>
              <a:xfrm>
                <a:off x="2492" y="2703"/>
                <a:ext cx="12" cy="29"/>
              </a:xfrm>
              <a:custGeom>
                <a:avLst/>
                <a:gdLst/>
                <a:ahLst/>
                <a:cxnLst/>
                <a:rect l="l" t="t" r="r" b="b"/>
                <a:pathLst>
                  <a:path w="12" h="29" extrusionOk="0">
                    <a:moveTo>
                      <a:pt x="0" y="0"/>
                    </a:moveTo>
                    <a:lnTo>
                      <a:pt x="0" y="0"/>
                    </a:lnTo>
                    <a:lnTo>
                      <a:pt x="0" y="10"/>
                    </a:lnTo>
                    <a:lnTo>
                      <a:pt x="12" y="29"/>
                    </a:lnTo>
                    <a:lnTo>
                      <a:pt x="12" y="1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21" name="Google Shape;1421;p206"/>
              <p:cNvSpPr/>
              <p:nvPr/>
            </p:nvSpPr>
            <p:spPr>
              <a:xfrm>
                <a:off x="2566" y="2421"/>
                <a:ext cx="30" cy="10"/>
              </a:xfrm>
              <a:custGeom>
                <a:avLst/>
                <a:gdLst/>
                <a:ahLst/>
                <a:cxnLst/>
                <a:rect l="l" t="t" r="r" b="b"/>
                <a:pathLst>
                  <a:path w="30" h="10" extrusionOk="0">
                    <a:moveTo>
                      <a:pt x="0" y="10"/>
                    </a:moveTo>
                    <a:lnTo>
                      <a:pt x="30" y="0"/>
                    </a:lnTo>
                    <a:lnTo>
                      <a:pt x="19" y="0"/>
                    </a:lnTo>
                    <a:lnTo>
                      <a:pt x="0" y="1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22" name="Google Shape;1422;p206"/>
              <p:cNvSpPr/>
              <p:nvPr/>
            </p:nvSpPr>
            <p:spPr>
              <a:xfrm>
                <a:off x="2566" y="2421"/>
                <a:ext cx="30" cy="10"/>
              </a:xfrm>
              <a:custGeom>
                <a:avLst/>
                <a:gdLst/>
                <a:ahLst/>
                <a:cxnLst/>
                <a:rect l="l" t="t" r="r" b="b"/>
                <a:pathLst>
                  <a:path w="30" h="10" extrusionOk="0">
                    <a:moveTo>
                      <a:pt x="0" y="10"/>
                    </a:moveTo>
                    <a:lnTo>
                      <a:pt x="30" y="0"/>
                    </a:lnTo>
                    <a:lnTo>
                      <a:pt x="19" y="0"/>
                    </a:lnTo>
                    <a:lnTo>
                      <a:pt x="0" y="1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23" name="Google Shape;1423;p206"/>
              <p:cNvSpPr/>
              <p:nvPr/>
            </p:nvSpPr>
            <p:spPr>
              <a:xfrm>
                <a:off x="2566" y="2421"/>
                <a:ext cx="30" cy="10"/>
              </a:xfrm>
              <a:custGeom>
                <a:avLst/>
                <a:gdLst/>
                <a:ahLst/>
                <a:cxnLst/>
                <a:rect l="l" t="t" r="r" b="b"/>
                <a:pathLst>
                  <a:path w="30" h="10" extrusionOk="0">
                    <a:moveTo>
                      <a:pt x="0" y="10"/>
                    </a:moveTo>
                    <a:lnTo>
                      <a:pt x="30" y="0"/>
                    </a:lnTo>
                    <a:lnTo>
                      <a:pt x="19" y="0"/>
                    </a:lnTo>
                    <a:lnTo>
                      <a:pt x="0" y="1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24" name="Google Shape;1424;p206"/>
              <p:cNvSpPr/>
              <p:nvPr/>
            </p:nvSpPr>
            <p:spPr>
              <a:xfrm>
                <a:off x="2717" y="2232"/>
                <a:ext cx="43" cy="19"/>
              </a:xfrm>
              <a:custGeom>
                <a:avLst/>
                <a:gdLst/>
                <a:ahLst/>
                <a:cxnLst/>
                <a:rect l="l" t="t" r="r" b="b"/>
                <a:pathLst>
                  <a:path w="43" h="19" extrusionOk="0">
                    <a:moveTo>
                      <a:pt x="0" y="0"/>
                    </a:moveTo>
                    <a:lnTo>
                      <a:pt x="0" y="0"/>
                    </a:lnTo>
                    <a:lnTo>
                      <a:pt x="21" y="19"/>
                    </a:lnTo>
                    <a:lnTo>
                      <a:pt x="43" y="19"/>
                    </a:lnTo>
                    <a:lnTo>
                      <a:pt x="21" y="7"/>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25" name="Google Shape;1425;p206"/>
              <p:cNvSpPr/>
              <p:nvPr/>
            </p:nvSpPr>
            <p:spPr>
              <a:xfrm>
                <a:off x="2717" y="2232"/>
                <a:ext cx="43" cy="19"/>
              </a:xfrm>
              <a:custGeom>
                <a:avLst/>
                <a:gdLst/>
                <a:ahLst/>
                <a:cxnLst/>
                <a:rect l="l" t="t" r="r" b="b"/>
                <a:pathLst>
                  <a:path w="43" h="19" extrusionOk="0">
                    <a:moveTo>
                      <a:pt x="0" y="0"/>
                    </a:moveTo>
                    <a:lnTo>
                      <a:pt x="0" y="0"/>
                    </a:lnTo>
                    <a:lnTo>
                      <a:pt x="21" y="19"/>
                    </a:lnTo>
                    <a:lnTo>
                      <a:pt x="43" y="19"/>
                    </a:lnTo>
                    <a:lnTo>
                      <a:pt x="21" y="7"/>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26" name="Google Shape;1426;p206"/>
              <p:cNvSpPr/>
              <p:nvPr/>
            </p:nvSpPr>
            <p:spPr>
              <a:xfrm>
                <a:off x="2717" y="2232"/>
                <a:ext cx="43" cy="19"/>
              </a:xfrm>
              <a:custGeom>
                <a:avLst/>
                <a:gdLst/>
                <a:ahLst/>
                <a:cxnLst/>
                <a:rect l="l" t="t" r="r" b="b"/>
                <a:pathLst>
                  <a:path w="43" h="19" extrusionOk="0">
                    <a:moveTo>
                      <a:pt x="0" y="0"/>
                    </a:moveTo>
                    <a:lnTo>
                      <a:pt x="0" y="0"/>
                    </a:lnTo>
                    <a:lnTo>
                      <a:pt x="21" y="19"/>
                    </a:lnTo>
                    <a:lnTo>
                      <a:pt x="43" y="19"/>
                    </a:lnTo>
                    <a:lnTo>
                      <a:pt x="21" y="7"/>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27" name="Google Shape;1427;p206"/>
              <p:cNvSpPr/>
              <p:nvPr/>
            </p:nvSpPr>
            <p:spPr>
              <a:xfrm>
                <a:off x="2717" y="2296"/>
                <a:ext cx="43" cy="28"/>
              </a:xfrm>
              <a:custGeom>
                <a:avLst/>
                <a:gdLst/>
                <a:ahLst/>
                <a:cxnLst/>
                <a:rect l="l" t="t" r="r" b="b"/>
                <a:pathLst>
                  <a:path w="43" h="28" extrusionOk="0">
                    <a:moveTo>
                      <a:pt x="0" y="12"/>
                    </a:moveTo>
                    <a:lnTo>
                      <a:pt x="0" y="12"/>
                    </a:lnTo>
                    <a:lnTo>
                      <a:pt x="31" y="28"/>
                    </a:lnTo>
                    <a:lnTo>
                      <a:pt x="31" y="21"/>
                    </a:lnTo>
                    <a:lnTo>
                      <a:pt x="43" y="12"/>
                    </a:lnTo>
                    <a:lnTo>
                      <a:pt x="21" y="12"/>
                    </a:lnTo>
                    <a:lnTo>
                      <a:pt x="9" y="12"/>
                    </a:lnTo>
                    <a:lnTo>
                      <a:pt x="9"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28" name="Google Shape;1428;p206"/>
              <p:cNvSpPr/>
              <p:nvPr/>
            </p:nvSpPr>
            <p:spPr>
              <a:xfrm>
                <a:off x="2717" y="2296"/>
                <a:ext cx="43" cy="28"/>
              </a:xfrm>
              <a:custGeom>
                <a:avLst/>
                <a:gdLst/>
                <a:ahLst/>
                <a:cxnLst/>
                <a:rect l="l" t="t" r="r" b="b"/>
                <a:pathLst>
                  <a:path w="43" h="28" extrusionOk="0">
                    <a:moveTo>
                      <a:pt x="0" y="12"/>
                    </a:moveTo>
                    <a:lnTo>
                      <a:pt x="0" y="12"/>
                    </a:lnTo>
                    <a:lnTo>
                      <a:pt x="31" y="28"/>
                    </a:lnTo>
                    <a:lnTo>
                      <a:pt x="31" y="21"/>
                    </a:lnTo>
                    <a:lnTo>
                      <a:pt x="43" y="12"/>
                    </a:lnTo>
                    <a:lnTo>
                      <a:pt x="21" y="12"/>
                    </a:lnTo>
                    <a:lnTo>
                      <a:pt x="9" y="12"/>
                    </a:lnTo>
                    <a:lnTo>
                      <a:pt x="9"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29" name="Google Shape;1429;p206"/>
              <p:cNvSpPr/>
              <p:nvPr/>
            </p:nvSpPr>
            <p:spPr>
              <a:xfrm>
                <a:off x="2717" y="2296"/>
                <a:ext cx="43" cy="28"/>
              </a:xfrm>
              <a:custGeom>
                <a:avLst/>
                <a:gdLst/>
                <a:ahLst/>
                <a:cxnLst/>
                <a:rect l="l" t="t" r="r" b="b"/>
                <a:pathLst>
                  <a:path w="43" h="28" extrusionOk="0">
                    <a:moveTo>
                      <a:pt x="0" y="12"/>
                    </a:moveTo>
                    <a:lnTo>
                      <a:pt x="0" y="12"/>
                    </a:lnTo>
                    <a:lnTo>
                      <a:pt x="31" y="28"/>
                    </a:lnTo>
                    <a:lnTo>
                      <a:pt x="31" y="21"/>
                    </a:lnTo>
                    <a:lnTo>
                      <a:pt x="43" y="12"/>
                    </a:lnTo>
                    <a:lnTo>
                      <a:pt x="21" y="12"/>
                    </a:lnTo>
                    <a:lnTo>
                      <a:pt x="9" y="12"/>
                    </a:lnTo>
                    <a:lnTo>
                      <a:pt x="9"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30" name="Google Shape;1430;p206"/>
              <p:cNvSpPr/>
              <p:nvPr/>
            </p:nvSpPr>
            <p:spPr>
              <a:xfrm>
                <a:off x="2797" y="2194"/>
                <a:ext cx="107" cy="114"/>
              </a:xfrm>
              <a:custGeom>
                <a:avLst/>
                <a:gdLst/>
                <a:ahLst/>
                <a:cxnLst/>
                <a:rect l="l" t="t" r="r" b="b"/>
                <a:pathLst>
                  <a:path w="107" h="114" extrusionOk="0">
                    <a:moveTo>
                      <a:pt x="0" y="85"/>
                    </a:moveTo>
                    <a:lnTo>
                      <a:pt x="0" y="85"/>
                    </a:lnTo>
                    <a:lnTo>
                      <a:pt x="0" y="95"/>
                    </a:lnTo>
                    <a:lnTo>
                      <a:pt x="12" y="95"/>
                    </a:lnTo>
                    <a:lnTo>
                      <a:pt x="64" y="95"/>
                    </a:lnTo>
                    <a:lnTo>
                      <a:pt x="64" y="104"/>
                    </a:lnTo>
                    <a:lnTo>
                      <a:pt x="52" y="104"/>
                    </a:lnTo>
                    <a:lnTo>
                      <a:pt x="64" y="104"/>
                    </a:lnTo>
                    <a:lnTo>
                      <a:pt x="74" y="95"/>
                    </a:lnTo>
                    <a:lnTo>
                      <a:pt x="86" y="95"/>
                    </a:lnTo>
                    <a:lnTo>
                      <a:pt x="86" y="104"/>
                    </a:lnTo>
                    <a:lnTo>
                      <a:pt x="95" y="104"/>
                    </a:lnTo>
                    <a:lnTo>
                      <a:pt x="95" y="114"/>
                    </a:lnTo>
                    <a:lnTo>
                      <a:pt x="107" y="114"/>
                    </a:lnTo>
                    <a:lnTo>
                      <a:pt x="107" y="95"/>
                    </a:lnTo>
                    <a:lnTo>
                      <a:pt x="95" y="95"/>
                    </a:lnTo>
                    <a:lnTo>
                      <a:pt x="107" y="85"/>
                    </a:lnTo>
                    <a:lnTo>
                      <a:pt x="95" y="95"/>
                    </a:lnTo>
                    <a:lnTo>
                      <a:pt x="86" y="85"/>
                    </a:lnTo>
                    <a:lnTo>
                      <a:pt x="107" y="66"/>
                    </a:lnTo>
                    <a:lnTo>
                      <a:pt x="95" y="76"/>
                    </a:lnTo>
                    <a:lnTo>
                      <a:pt x="86" y="66"/>
                    </a:lnTo>
                    <a:lnTo>
                      <a:pt x="95" y="57"/>
                    </a:lnTo>
                    <a:lnTo>
                      <a:pt x="64" y="57"/>
                    </a:lnTo>
                    <a:lnTo>
                      <a:pt x="52" y="48"/>
                    </a:lnTo>
                    <a:lnTo>
                      <a:pt x="64" y="38"/>
                    </a:lnTo>
                    <a:lnTo>
                      <a:pt x="52" y="38"/>
                    </a:lnTo>
                    <a:lnTo>
                      <a:pt x="43" y="48"/>
                    </a:lnTo>
                    <a:lnTo>
                      <a:pt x="64" y="0"/>
                    </a:lnTo>
                    <a:lnTo>
                      <a:pt x="43" y="10"/>
                    </a:lnTo>
                    <a:lnTo>
                      <a:pt x="12" y="66"/>
                    </a:lnTo>
                    <a:lnTo>
                      <a:pt x="12" y="76"/>
                    </a:lnTo>
                    <a:lnTo>
                      <a:pt x="0" y="8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31" name="Google Shape;1431;p206"/>
              <p:cNvSpPr/>
              <p:nvPr/>
            </p:nvSpPr>
            <p:spPr>
              <a:xfrm>
                <a:off x="2797" y="2194"/>
                <a:ext cx="107" cy="114"/>
              </a:xfrm>
              <a:custGeom>
                <a:avLst/>
                <a:gdLst/>
                <a:ahLst/>
                <a:cxnLst/>
                <a:rect l="l" t="t" r="r" b="b"/>
                <a:pathLst>
                  <a:path w="107" h="114" extrusionOk="0">
                    <a:moveTo>
                      <a:pt x="0" y="85"/>
                    </a:moveTo>
                    <a:lnTo>
                      <a:pt x="0" y="85"/>
                    </a:lnTo>
                    <a:lnTo>
                      <a:pt x="0" y="95"/>
                    </a:lnTo>
                    <a:lnTo>
                      <a:pt x="12" y="95"/>
                    </a:lnTo>
                    <a:lnTo>
                      <a:pt x="64" y="95"/>
                    </a:lnTo>
                    <a:lnTo>
                      <a:pt x="64" y="104"/>
                    </a:lnTo>
                    <a:lnTo>
                      <a:pt x="52" y="104"/>
                    </a:lnTo>
                    <a:lnTo>
                      <a:pt x="64" y="104"/>
                    </a:lnTo>
                    <a:lnTo>
                      <a:pt x="74" y="95"/>
                    </a:lnTo>
                    <a:lnTo>
                      <a:pt x="86" y="95"/>
                    </a:lnTo>
                    <a:lnTo>
                      <a:pt x="86" y="104"/>
                    </a:lnTo>
                    <a:lnTo>
                      <a:pt x="95" y="104"/>
                    </a:lnTo>
                    <a:lnTo>
                      <a:pt x="95" y="114"/>
                    </a:lnTo>
                    <a:lnTo>
                      <a:pt x="107" y="114"/>
                    </a:lnTo>
                    <a:lnTo>
                      <a:pt x="107" y="95"/>
                    </a:lnTo>
                    <a:lnTo>
                      <a:pt x="95" y="95"/>
                    </a:lnTo>
                    <a:lnTo>
                      <a:pt x="107" y="85"/>
                    </a:lnTo>
                    <a:lnTo>
                      <a:pt x="95" y="95"/>
                    </a:lnTo>
                    <a:lnTo>
                      <a:pt x="86" y="85"/>
                    </a:lnTo>
                    <a:lnTo>
                      <a:pt x="107" y="66"/>
                    </a:lnTo>
                    <a:lnTo>
                      <a:pt x="95" y="76"/>
                    </a:lnTo>
                    <a:lnTo>
                      <a:pt x="86" y="66"/>
                    </a:lnTo>
                    <a:lnTo>
                      <a:pt x="95" y="57"/>
                    </a:lnTo>
                    <a:lnTo>
                      <a:pt x="64" y="57"/>
                    </a:lnTo>
                    <a:lnTo>
                      <a:pt x="52" y="48"/>
                    </a:lnTo>
                    <a:lnTo>
                      <a:pt x="64" y="38"/>
                    </a:lnTo>
                    <a:lnTo>
                      <a:pt x="52" y="38"/>
                    </a:lnTo>
                    <a:lnTo>
                      <a:pt x="43" y="48"/>
                    </a:lnTo>
                    <a:lnTo>
                      <a:pt x="64" y="0"/>
                    </a:lnTo>
                    <a:lnTo>
                      <a:pt x="43" y="10"/>
                    </a:lnTo>
                    <a:lnTo>
                      <a:pt x="12" y="66"/>
                    </a:lnTo>
                    <a:lnTo>
                      <a:pt x="12" y="76"/>
                    </a:lnTo>
                    <a:lnTo>
                      <a:pt x="0" y="85"/>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32" name="Google Shape;1432;p206"/>
              <p:cNvSpPr/>
              <p:nvPr/>
            </p:nvSpPr>
            <p:spPr>
              <a:xfrm>
                <a:off x="2797" y="2194"/>
                <a:ext cx="107" cy="114"/>
              </a:xfrm>
              <a:custGeom>
                <a:avLst/>
                <a:gdLst/>
                <a:ahLst/>
                <a:cxnLst/>
                <a:rect l="l" t="t" r="r" b="b"/>
                <a:pathLst>
                  <a:path w="107" h="114" extrusionOk="0">
                    <a:moveTo>
                      <a:pt x="0" y="85"/>
                    </a:moveTo>
                    <a:lnTo>
                      <a:pt x="0" y="85"/>
                    </a:lnTo>
                    <a:lnTo>
                      <a:pt x="0" y="95"/>
                    </a:lnTo>
                    <a:lnTo>
                      <a:pt x="12" y="95"/>
                    </a:lnTo>
                    <a:lnTo>
                      <a:pt x="64" y="95"/>
                    </a:lnTo>
                    <a:lnTo>
                      <a:pt x="64" y="104"/>
                    </a:lnTo>
                    <a:lnTo>
                      <a:pt x="52" y="104"/>
                    </a:lnTo>
                    <a:lnTo>
                      <a:pt x="64" y="104"/>
                    </a:lnTo>
                    <a:lnTo>
                      <a:pt x="74" y="95"/>
                    </a:lnTo>
                    <a:lnTo>
                      <a:pt x="86" y="95"/>
                    </a:lnTo>
                    <a:lnTo>
                      <a:pt x="86" y="104"/>
                    </a:lnTo>
                    <a:lnTo>
                      <a:pt x="95" y="104"/>
                    </a:lnTo>
                    <a:lnTo>
                      <a:pt x="95" y="114"/>
                    </a:lnTo>
                    <a:lnTo>
                      <a:pt x="107" y="114"/>
                    </a:lnTo>
                    <a:lnTo>
                      <a:pt x="107" y="95"/>
                    </a:lnTo>
                    <a:lnTo>
                      <a:pt x="95" y="95"/>
                    </a:lnTo>
                    <a:lnTo>
                      <a:pt x="107" y="85"/>
                    </a:lnTo>
                    <a:lnTo>
                      <a:pt x="95" y="95"/>
                    </a:lnTo>
                    <a:lnTo>
                      <a:pt x="86" y="85"/>
                    </a:lnTo>
                    <a:lnTo>
                      <a:pt x="107" y="66"/>
                    </a:lnTo>
                    <a:lnTo>
                      <a:pt x="95" y="76"/>
                    </a:lnTo>
                    <a:lnTo>
                      <a:pt x="86" y="66"/>
                    </a:lnTo>
                    <a:lnTo>
                      <a:pt x="95" y="57"/>
                    </a:lnTo>
                    <a:lnTo>
                      <a:pt x="64" y="57"/>
                    </a:lnTo>
                    <a:lnTo>
                      <a:pt x="52" y="48"/>
                    </a:lnTo>
                    <a:lnTo>
                      <a:pt x="64" y="38"/>
                    </a:lnTo>
                    <a:lnTo>
                      <a:pt x="52" y="38"/>
                    </a:lnTo>
                    <a:lnTo>
                      <a:pt x="43" y="48"/>
                    </a:lnTo>
                    <a:lnTo>
                      <a:pt x="64" y="0"/>
                    </a:lnTo>
                    <a:lnTo>
                      <a:pt x="43" y="10"/>
                    </a:lnTo>
                    <a:lnTo>
                      <a:pt x="12" y="66"/>
                    </a:lnTo>
                    <a:lnTo>
                      <a:pt x="12" y="76"/>
                    </a:lnTo>
                    <a:lnTo>
                      <a:pt x="0" y="85"/>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cxnSp>
            <p:nvCxnSpPr>
              <p:cNvPr id="1433" name="Google Shape;1433;p206"/>
              <p:cNvCxnSpPr/>
              <p:nvPr/>
            </p:nvCxnSpPr>
            <p:spPr>
              <a:xfrm>
                <a:off x="2774" y="2878"/>
                <a:ext cx="9" cy="12"/>
              </a:xfrm>
              <a:prstGeom prst="straightConnector1">
                <a:avLst/>
              </a:prstGeom>
              <a:noFill/>
              <a:ln w="12700" cap="rnd" cmpd="sng">
                <a:solidFill>
                  <a:srgbClr val="FFFFFF"/>
                </a:solidFill>
                <a:prstDash val="solid"/>
                <a:round/>
                <a:headEnd type="none" w="sm" len="sm"/>
                <a:tailEnd type="none" w="sm" len="sm"/>
              </a:ln>
            </p:spPr>
          </p:cxnSp>
          <p:cxnSp>
            <p:nvCxnSpPr>
              <p:cNvPr id="1434" name="Google Shape;1434;p206"/>
              <p:cNvCxnSpPr/>
              <p:nvPr/>
            </p:nvCxnSpPr>
            <p:spPr>
              <a:xfrm>
                <a:off x="2485" y="2691"/>
                <a:ext cx="24" cy="7"/>
              </a:xfrm>
              <a:prstGeom prst="straightConnector1">
                <a:avLst/>
              </a:prstGeom>
              <a:noFill/>
              <a:ln w="12700" cap="rnd" cmpd="sng">
                <a:solidFill>
                  <a:srgbClr val="FFFFFF"/>
                </a:solidFill>
                <a:prstDash val="solid"/>
                <a:round/>
                <a:headEnd type="none" w="sm" len="sm"/>
                <a:tailEnd type="none" w="sm" len="sm"/>
              </a:ln>
            </p:spPr>
          </p:cxnSp>
          <p:sp>
            <p:nvSpPr>
              <p:cNvPr id="1435" name="Google Shape;1435;p206"/>
              <p:cNvSpPr/>
              <p:nvPr/>
            </p:nvSpPr>
            <p:spPr>
              <a:xfrm>
                <a:off x="2504" y="2675"/>
                <a:ext cx="10" cy="19"/>
              </a:xfrm>
              <a:custGeom>
                <a:avLst/>
                <a:gdLst/>
                <a:ahLst/>
                <a:cxnLst/>
                <a:rect l="l" t="t" r="r" b="b"/>
                <a:pathLst>
                  <a:path w="10" h="19" extrusionOk="0">
                    <a:moveTo>
                      <a:pt x="0" y="0"/>
                    </a:moveTo>
                    <a:lnTo>
                      <a:pt x="0" y="0"/>
                    </a:lnTo>
                    <a:lnTo>
                      <a:pt x="10" y="9"/>
                    </a:lnTo>
                    <a:lnTo>
                      <a:pt x="10" y="19"/>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36" name="Google Shape;1436;p206"/>
              <p:cNvSpPr/>
              <p:nvPr/>
            </p:nvSpPr>
            <p:spPr>
              <a:xfrm>
                <a:off x="2504" y="2675"/>
                <a:ext cx="10" cy="19"/>
              </a:xfrm>
              <a:custGeom>
                <a:avLst/>
                <a:gdLst/>
                <a:ahLst/>
                <a:cxnLst/>
                <a:rect l="l" t="t" r="r" b="b"/>
                <a:pathLst>
                  <a:path w="10" h="19" extrusionOk="0">
                    <a:moveTo>
                      <a:pt x="0" y="0"/>
                    </a:moveTo>
                    <a:lnTo>
                      <a:pt x="0" y="0"/>
                    </a:lnTo>
                    <a:lnTo>
                      <a:pt x="10" y="9"/>
                    </a:lnTo>
                    <a:lnTo>
                      <a:pt x="10" y="1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37" name="Google Shape;1437;p206"/>
              <p:cNvSpPr/>
              <p:nvPr/>
            </p:nvSpPr>
            <p:spPr>
              <a:xfrm>
                <a:off x="2504" y="2675"/>
                <a:ext cx="10" cy="19"/>
              </a:xfrm>
              <a:custGeom>
                <a:avLst/>
                <a:gdLst/>
                <a:ahLst/>
                <a:cxnLst/>
                <a:rect l="l" t="t" r="r" b="b"/>
                <a:pathLst>
                  <a:path w="10" h="19" extrusionOk="0">
                    <a:moveTo>
                      <a:pt x="0" y="0"/>
                    </a:moveTo>
                    <a:lnTo>
                      <a:pt x="0" y="0"/>
                    </a:lnTo>
                    <a:lnTo>
                      <a:pt x="10" y="9"/>
                    </a:lnTo>
                    <a:lnTo>
                      <a:pt x="10" y="1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38" name="Google Shape;1438;p206"/>
              <p:cNvSpPr/>
              <p:nvPr/>
            </p:nvSpPr>
            <p:spPr>
              <a:xfrm>
                <a:off x="2514" y="2694"/>
                <a:ext cx="9" cy="21"/>
              </a:xfrm>
              <a:custGeom>
                <a:avLst/>
                <a:gdLst/>
                <a:ahLst/>
                <a:cxnLst/>
                <a:rect l="l" t="t" r="r" b="b"/>
                <a:pathLst>
                  <a:path w="9" h="21" extrusionOk="0">
                    <a:moveTo>
                      <a:pt x="0" y="0"/>
                    </a:moveTo>
                    <a:lnTo>
                      <a:pt x="0" y="0"/>
                    </a:lnTo>
                    <a:lnTo>
                      <a:pt x="9" y="12"/>
                    </a:lnTo>
                    <a:lnTo>
                      <a:pt x="9" y="21"/>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39" name="Google Shape;1439;p206"/>
              <p:cNvSpPr/>
              <p:nvPr/>
            </p:nvSpPr>
            <p:spPr>
              <a:xfrm>
                <a:off x="2514" y="2694"/>
                <a:ext cx="9" cy="21"/>
              </a:xfrm>
              <a:custGeom>
                <a:avLst/>
                <a:gdLst/>
                <a:ahLst/>
                <a:cxnLst/>
                <a:rect l="l" t="t" r="r" b="b"/>
                <a:pathLst>
                  <a:path w="9" h="21" extrusionOk="0">
                    <a:moveTo>
                      <a:pt x="0" y="0"/>
                    </a:moveTo>
                    <a:lnTo>
                      <a:pt x="0" y="0"/>
                    </a:lnTo>
                    <a:lnTo>
                      <a:pt x="9" y="12"/>
                    </a:lnTo>
                    <a:lnTo>
                      <a:pt x="9" y="21"/>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40" name="Google Shape;1440;p206"/>
              <p:cNvSpPr/>
              <p:nvPr/>
            </p:nvSpPr>
            <p:spPr>
              <a:xfrm>
                <a:off x="2514" y="2694"/>
                <a:ext cx="9" cy="21"/>
              </a:xfrm>
              <a:custGeom>
                <a:avLst/>
                <a:gdLst/>
                <a:ahLst/>
                <a:cxnLst/>
                <a:rect l="l" t="t" r="r" b="b"/>
                <a:pathLst>
                  <a:path w="9" h="21" extrusionOk="0">
                    <a:moveTo>
                      <a:pt x="0" y="0"/>
                    </a:moveTo>
                    <a:lnTo>
                      <a:pt x="0" y="0"/>
                    </a:lnTo>
                    <a:lnTo>
                      <a:pt x="9" y="12"/>
                    </a:lnTo>
                    <a:lnTo>
                      <a:pt x="9" y="21"/>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41" name="Google Shape;1441;p206"/>
              <p:cNvSpPr/>
              <p:nvPr/>
            </p:nvSpPr>
            <p:spPr>
              <a:xfrm>
                <a:off x="2554" y="2743"/>
                <a:ext cx="12" cy="8"/>
              </a:xfrm>
              <a:custGeom>
                <a:avLst/>
                <a:gdLst/>
                <a:ahLst/>
                <a:cxnLst/>
                <a:rect l="l" t="t" r="r" b="b"/>
                <a:pathLst>
                  <a:path w="12" h="8" extrusionOk="0">
                    <a:moveTo>
                      <a:pt x="0" y="0"/>
                    </a:moveTo>
                    <a:lnTo>
                      <a:pt x="0" y="0"/>
                    </a:lnTo>
                    <a:lnTo>
                      <a:pt x="12" y="8"/>
                    </a:lnTo>
                    <a:lnTo>
                      <a:pt x="0" y="8"/>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42" name="Google Shape;1442;p206"/>
              <p:cNvSpPr/>
              <p:nvPr/>
            </p:nvSpPr>
            <p:spPr>
              <a:xfrm>
                <a:off x="2554" y="2743"/>
                <a:ext cx="12" cy="8"/>
              </a:xfrm>
              <a:custGeom>
                <a:avLst/>
                <a:gdLst/>
                <a:ahLst/>
                <a:cxnLst/>
                <a:rect l="l" t="t" r="r" b="b"/>
                <a:pathLst>
                  <a:path w="12" h="8" extrusionOk="0">
                    <a:moveTo>
                      <a:pt x="0" y="0"/>
                    </a:moveTo>
                    <a:lnTo>
                      <a:pt x="0" y="0"/>
                    </a:lnTo>
                    <a:lnTo>
                      <a:pt x="12" y="8"/>
                    </a:lnTo>
                    <a:lnTo>
                      <a:pt x="0" y="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43" name="Google Shape;1443;p206"/>
              <p:cNvSpPr/>
              <p:nvPr/>
            </p:nvSpPr>
            <p:spPr>
              <a:xfrm>
                <a:off x="2554" y="2743"/>
                <a:ext cx="12" cy="8"/>
              </a:xfrm>
              <a:custGeom>
                <a:avLst/>
                <a:gdLst/>
                <a:ahLst/>
                <a:cxnLst/>
                <a:rect l="l" t="t" r="r" b="b"/>
                <a:pathLst>
                  <a:path w="12" h="8" extrusionOk="0">
                    <a:moveTo>
                      <a:pt x="0" y="0"/>
                    </a:moveTo>
                    <a:lnTo>
                      <a:pt x="0" y="0"/>
                    </a:lnTo>
                    <a:lnTo>
                      <a:pt x="12" y="8"/>
                    </a:lnTo>
                    <a:lnTo>
                      <a:pt x="0" y="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44" name="Google Shape;1444;p206"/>
              <p:cNvSpPr/>
              <p:nvPr/>
            </p:nvSpPr>
            <p:spPr>
              <a:xfrm>
                <a:off x="2585" y="2760"/>
                <a:ext cx="18" cy="0"/>
              </a:xfrm>
              <a:custGeom>
                <a:avLst/>
                <a:gdLst/>
                <a:ahLst/>
                <a:cxnLst/>
                <a:rect l="l" t="t" r="r" b="b"/>
                <a:pathLst>
                  <a:path w="18" h="120000" extrusionOk="0">
                    <a:moveTo>
                      <a:pt x="0" y="0"/>
                    </a:moveTo>
                    <a:lnTo>
                      <a:pt x="0" y="0"/>
                    </a:lnTo>
                    <a:lnTo>
                      <a:pt x="9" y="0"/>
                    </a:lnTo>
                    <a:lnTo>
                      <a:pt x="18"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cxnSp>
            <p:nvCxnSpPr>
              <p:cNvPr id="1445" name="Google Shape;1445;p206"/>
              <p:cNvCxnSpPr/>
              <p:nvPr/>
            </p:nvCxnSpPr>
            <p:spPr>
              <a:xfrm>
                <a:off x="2540" y="2727"/>
                <a:ext cx="7" cy="9"/>
              </a:xfrm>
              <a:prstGeom prst="straightConnector1">
                <a:avLst/>
              </a:prstGeom>
              <a:noFill/>
              <a:ln w="12700" cap="rnd" cmpd="sng">
                <a:solidFill>
                  <a:srgbClr val="FFFFFF"/>
                </a:solidFill>
                <a:prstDash val="solid"/>
                <a:round/>
                <a:headEnd type="none" w="sm" len="sm"/>
                <a:tailEnd type="none" w="sm" len="sm"/>
              </a:ln>
            </p:spPr>
          </p:cxnSp>
          <p:cxnSp>
            <p:nvCxnSpPr>
              <p:cNvPr id="1446" name="Google Shape;1446;p206"/>
              <p:cNvCxnSpPr/>
              <p:nvPr/>
            </p:nvCxnSpPr>
            <p:spPr>
              <a:xfrm rot="10800000" flipH="1">
                <a:off x="2540" y="2528"/>
                <a:ext cx="7" cy="28"/>
              </a:xfrm>
              <a:prstGeom prst="straightConnector1">
                <a:avLst/>
              </a:prstGeom>
              <a:noFill/>
              <a:ln w="12700" cap="rnd" cmpd="sng">
                <a:solidFill>
                  <a:srgbClr val="FFFFFF"/>
                </a:solidFill>
                <a:prstDash val="solid"/>
                <a:round/>
                <a:headEnd type="none" w="sm" len="sm"/>
                <a:tailEnd type="none" w="sm" len="sm"/>
              </a:ln>
            </p:spPr>
          </p:cxnSp>
          <p:sp>
            <p:nvSpPr>
              <p:cNvPr id="1447" name="Google Shape;1447;p206"/>
              <p:cNvSpPr/>
              <p:nvPr/>
            </p:nvSpPr>
            <p:spPr>
              <a:xfrm>
                <a:off x="1745" y="2232"/>
                <a:ext cx="934" cy="464"/>
              </a:xfrm>
              <a:custGeom>
                <a:avLst/>
                <a:gdLst/>
                <a:ahLst/>
                <a:cxnLst/>
                <a:rect l="l" t="t" r="r" b="b"/>
                <a:pathLst>
                  <a:path w="934" h="464" extrusionOk="0">
                    <a:moveTo>
                      <a:pt x="31" y="12"/>
                    </a:moveTo>
                    <a:lnTo>
                      <a:pt x="31" y="12"/>
                    </a:lnTo>
                    <a:lnTo>
                      <a:pt x="471" y="12"/>
                    </a:lnTo>
                    <a:lnTo>
                      <a:pt x="482" y="0"/>
                    </a:lnTo>
                    <a:lnTo>
                      <a:pt x="492" y="21"/>
                    </a:lnTo>
                    <a:lnTo>
                      <a:pt x="513" y="21"/>
                    </a:lnTo>
                    <a:lnTo>
                      <a:pt x="534" y="40"/>
                    </a:lnTo>
                    <a:lnTo>
                      <a:pt x="565" y="40"/>
                    </a:lnTo>
                    <a:lnTo>
                      <a:pt x="523" y="69"/>
                    </a:lnTo>
                    <a:lnTo>
                      <a:pt x="544" y="57"/>
                    </a:lnTo>
                    <a:lnTo>
                      <a:pt x="553" y="69"/>
                    </a:lnTo>
                    <a:lnTo>
                      <a:pt x="584" y="57"/>
                    </a:lnTo>
                    <a:lnTo>
                      <a:pt x="584" y="69"/>
                    </a:lnTo>
                    <a:lnTo>
                      <a:pt x="596" y="57"/>
                    </a:lnTo>
                    <a:lnTo>
                      <a:pt x="605" y="69"/>
                    </a:lnTo>
                    <a:lnTo>
                      <a:pt x="636" y="69"/>
                    </a:lnTo>
                    <a:lnTo>
                      <a:pt x="646" y="69"/>
                    </a:lnTo>
                    <a:lnTo>
                      <a:pt x="657" y="78"/>
                    </a:lnTo>
                    <a:lnTo>
                      <a:pt x="657" y="85"/>
                    </a:lnTo>
                    <a:lnTo>
                      <a:pt x="605" y="85"/>
                    </a:lnTo>
                    <a:lnTo>
                      <a:pt x="596" y="114"/>
                    </a:lnTo>
                    <a:lnTo>
                      <a:pt x="605" y="107"/>
                    </a:lnTo>
                    <a:lnTo>
                      <a:pt x="596" y="142"/>
                    </a:lnTo>
                    <a:lnTo>
                      <a:pt x="596" y="164"/>
                    </a:lnTo>
                    <a:lnTo>
                      <a:pt x="596" y="171"/>
                    </a:lnTo>
                    <a:lnTo>
                      <a:pt x="605" y="171"/>
                    </a:lnTo>
                    <a:lnTo>
                      <a:pt x="615" y="164"/>
                    </a:lnTo>
                    <a:lnTo>
                      <a:pt x="615" y="126"/>
                    </a:lnTo>
                    <a:lnTo>
                      <a:pt x="627" y="107"/>
                    </a:lnTo>
                    <a:lnTo>
                      <a:pt x="636" y="97"/>
                    </a:lnTo>
                    <a:lnTo>
                      <a:pt x="636" y="85"/>
                    </a:lnTo>
                    <a:lnTo>
                      <a:pt x="667" y="97"/>
                    </a:lnTo>
                    <a:lnTo>
                      <a:pt x="667" y="114"/>
                    </a:lnTo>
                    <a:lnTo>
                      <a:pt x="657" y="135"/>
                    </a:lnTo>
                    <a:lnTo>
                      <a:pt x="676" y="126"/>
                    </a:lnTo>
                    <a:lnTo>
                      <a:pt x="676" y="142"/>
                    </a:lnTo>
                    <a:lnTo>
                      <a:pt x="688" y="142"/>
                    </a:lnTo>
                    <a:lnTo>
                      <a:pt x="667" y="171"/>
                    </a:lnTo>
                    <a:lnTo>
                      <a:pt x="676" y="171"/>
                    </a:lnTo>
                    <a:lnTo>
                      <a:pt x="698" y="171"/>
                    </a:lnTo>
                    <a:lnTo>
                      <a:pt x="738" y="142"/>
                    </a:lnTo>
                    <a:lnTo>
                      <a:pt x="738" y="135"/>
                    </a:lnTo>
                    <a:lnTo>
                      <a:pt x="778" y="135"/>
                    </a:lnTo>
                    <a:lnTo>
                      <a:pt x="778" y="114"/>
                    </a:lnTo>
                    <a:lnTo>
                      <a:pt x="799" y="107"/>
                    </a:lnTo>
                    <a:lnTo>
                      <a:pt x="851" y="107"/>
                    </a:lnTo>
                    <a:lnTo>
                      <a:pt x="873" y="97"/>
                    </a:lnTo>
                    <a:lnTo>
                      <a:pt x="892" y="50"/>
                    </a:lnTo>
                    <a:lnTo>
                      <a:pt x="903" y="57"/>
                    </a:lnTo>
                    <a:lnTo>
                      <a:pt x="913" y="50"/>
                    </a:lnTo>
                    <a:lnTo>
                      <a:pt x="913" y="57"/>
                    </a:lnTo>
                    <a:lnTo>
                      <a:pt x="922" y="85"/>
                    </a:lnTo>
                    <a:lnTo>
                      <a:pt x="934" y="97"/>
                    </a:lnTo>
                    <a:lnTo>
                      <a:pt x="934" y="107"/>
                    </a:lnTo>
                    <a:lnTo>
                      <a:pt x="922" y="114"/>
                    </a:lnTo>
                    <a:lnTo>
                      <a:pt x="903" y="114"/>
                    </a:lnTo>
                    <a:lnTo>
                      <a:pt x="892" y="126"/>
                    </a:lnTo>
                    <a:lnTo>
                      <a:pt x="882" y="135"/>
                    </a:lnTo>
                    <a:lnTo>
                      <a:pt x="861" y="154"/>
                    </a:lnTo>
                    <a:lnTo>
                      <a:pt x="873" y="171"/>
                    </a:lnTo>
                    <a:lnTo>
                      <a:pt x="882" y="171"/>
                    </a:lnTo>
                    <a:lnTo>
                      <a:pt x="882" y="164"/>
                    </a:lnTo>
                    <a:lnTo>
                      <a:pt x="882" y="171"/>
                    </a:lnTo>
                    <a:lnTo>
                      <a:pt x="861" y="171"/>
                    </a:lnTo>
                    <a:lnTo>
                      <a:pt x="830" y="182"/>
                    </a:lnTo>
                    <a:lnTo>
                      <a:pt x="821" y="192"/>
                    </a:lnTo>
                    <a:lnTo>
                      <a:pt x="809" y="220"/>
                    </a:lnTo>
                    <a:lnTo>
                      <a:pt x="799" y="220"/>
                    </a:lnTo>
                    <a:lnTo>
                      <a:pt x="790" y="211"/>
                    </a:lnTo>
                    <a:lnTo>
                      <a:pt x="799" y="227"/>
                    </a:lnTo>
                    <a:lnTo>
                      <a:pt x="790" y="256"/>
                    </a:lnTo>
                    <a:lnTo>
                      <a:pt x="790" y="237"/>
                    </a:lnTo>
                    <a:lnTo>
                      <a:pt x="778" y="227"/>
                    </a:lnTo>
                    <a:lnTo>
                      <a:pt x="790" y="211"/>
                    </a:lnTo>
                    <a:lnTo>
                      <a:pt x="778" y="220"/>
                    </a:lnTo>
                    <a:lnTo>
                      <a:pt x="778" y="237"/>
                    </a:lnTo>
                    <a:lnTo>
                      <a:pt x="769" y="237"/>
                    </a:lnTo>
                    <a:lnTo>
                      <a:pt x="778" y="237"/>
                    </a:lnTo>
                    <a:lnTo>
                      <a:pt x="778" y="256"/>
                    </a:lnTo>
                    <a:lnTo>
                      <a:pt x="790" y="284"/>
                    </a:lnTo>
                    <a:lnTo>
                      <a:pt x="778" y="303"/>
                    </a:lnTo>
                    <a:lnTo>
                      <a:pt x="738" y="322"/>
                    </a:lnTo>
                    <a:lnTo>
                      <a:pt x="707" y="351"/>
                    </a:lnTo>
                    <a:lnTo>
                      <a:pt x="698" y="369"/>
                    </a:lnTo>
                    <a:lnTo>
                      <a:pt x="719" y="436"/>
                    </a:lnTo>
                    <a:lnTo>
                      <a:pt x="719" y="464"/>
                    </a:lnTo>
                    <a:lnTo>
                      <a:pt x="707" y="464"/>
                    </a:lnTo>
                    <a:lnTo>
                      <a:pt x="698" y="455"/>
                    </a:lnTo>
                    <a:lnTo>
                      <a:pt x="676" y="436"/>
                    </a:lnTo>
                    <a:lnTo>
                      <a:pt x="676" y="398"/>
                    </a:lnTo>
                    <a:lnTo>
                      <a:pt x="657" y="379"/>
                    </a:lnTo>
                    <a:lnTo>
                      <a:pt x="636" y="388"/>
                    </a:lnTo>
                    <a:lnTo>
                      <a:pt x="636" y="379"/>
                    </a:lnTo>
                    <a:lnTo>
                      <a:pt x="615" y="379"/>
                    </a:lnTo>
                    <a:lnTo>
                      <a:pt x="596" y="379"/>
                    </a:lnTo>
                    <a:lnTo>
                      <a:pt x="596" y="369"/>
                    </a:lnTo>
                    <a:lnTo>
                      <a:pt x="565" y="379"/>
                    </a:lnTo>
                    <a:lnTo>
                      <a:pt x="553" y="379"/>
                    </a:lnTo>
                    <a:lnTo>
                      <a:pt x="575" y="379"/>
                    </a:lnTo>
                    <a:lnTo>
                      <a:pt x="565" y="388"/>
                    </a:lnTo>
                    <a:lnTo>
                      <a:pt x="575" y="398"/>
                    </a:lnTo>
                    <a:lnTo>
                      <a:pt x="565" y="398"/>
                    </a:lnTo>
                    <a:lnTo>
                      <a:pt x="544" y="398"/>
                    </a:lnTo>
                    <a:lnTo>
                      <a:pt x="534" y="388"/>
                    </a:lnTo>
                    <a:lnTo>
                      <a:pt x="523" y="388"/>
                    </a:lnTo>
                    <a:lnTo>
                      <a:pt x="501" y="388"/>
                    </a:lnTo>
                    <a:lnTo>
                      <a:pt x="482" y="398"/>
                    </a:lnTo>
                    <a:lnTo>
                      <a:pt x="482" y="388"/>
                    </a:lnTo>
                    <a:lnTo>
                      <a:pt x="471" y="388"/>
                    </a:lnTo>
                    <a:lnTo>
                      <a:pt x="482" y="398"/>
                    </a:lnTo>
                    <a:lnTo>
                      <a:pt x="440" y="426"/>
                    </a:lnTo>
                    <a:lnTo>
                      <a:pt x="440" y="455"/>
                    </a:lnTo>
                    <a:lnTo>
                      <a:pt x="409" y="445"/>
                    </a:lnTo>
                    <a:lnTo>
                      <a:pt x="369" y="388"/>
                    </a:lnTo>
                    <a:lnTo>
                      <a:pt x="359" y="388"/>
                    </a:lnTo>
                    <a:lnTo>
                      <a:pt x="350" y="398"/>
                    </a:lnTo>
                    <a:lnTo>
                      <a:pt x="338" y="398"/>
                    </a:lnTo>
                    <a:lnTo>
                      <a:pt x="319" y="388"/>
                    </a:lnTo>
                    <a:lnTo>
                      <a:pt x="319" y="369"/>
                    </a:lnTo>
                    <a:lnTo>
                      <a:pt x="298" y="351"/>
                    </a:lnTo>
                    <a:lnTo>
                      <a:pt x="215" y="360"/>
                    </a:lnTo>
                    <a:lnTo>
                      <a:pt x="154" y="341"/>
                    </a:lnTo>
                    <a:lnTo>
                      <a:pt x="123" y="341"/>
                    </a:lnTo>
                    <a:lnTo>
                      <a:pt x="113" y="322"/>
                    </a:lnTo>
                    <a:lnTo>
                      <a:pt x="102" y="322"/>
                    </a:lnTo>
                    <a:lnTo>
                      <a:pt x="102" y="313"/>
                    </a:lnTo>
                    <a:lnTo>
                      <a:pt x="61" y="303"/>
                    </a:lnTo>
                    <a:lnTo>
                      <a:pt x="61" y="294"/>
                    </a:lnTo>
                    <a:lnTo>
                      <a:pt x="42" y="275"/>
                    </a:lnTo>
                    <a:lnTo>
                      <a:pt x="42" y="256"/>
                    </a:lnTo>
                    <a:lnTo>
                      <a:pt x="31" y="256"/>
                    </a:lnTo>
                    <a:lnTo>
                      <a:pt x="31" y="246"/>
                    </a:lnTo>
                    <a:lnTo>
                      <a:pt x="42" y="246"/>
                    </a:lnTo>
                    <a:lnTo>
                      <a:pt x="42" y="237"/>
                    </a:lnTo>
                    <a:lnTo>
                      <a:pt x="21" y="237"/>
                    </a:lnTo>
                    <a:lnTo>
                      <a:pt x="31" y="237"/>
                    </a:lnTo>
                    <a:lnTo>
                      <a:pt x="12" y="220"/>
                    </a:lnTo>
                    <a:lnTo>
                      <a:pt x="12" y="211"/>
                    </a:lnTo>
                    <a:lnTo>
                      <a:pt x="0" y="199"/>
                    </a:lnTo>
                    <a:lnTo>
                      <a:pt x="12" y="171"/>
                    </a:lnTo>
                    <a:lnTo>
                      <a:pt x="0" y="142"/>
                    </a:lnTo>
                    <a:lnTo>
                      <a:pt x="12" y="78"/>
                    </a:lnTo>
                    <a:lnTo>
                      <a:pt x="21" y="78"/>
                    </a:lnTo>
                    <a:lnTo>
                      <a:pt x="12" y="78"/>
                    </a:lnTo>
                    <a:lnTo>
                      <a:pt x="0" y="29"/>
                    </a:lnTo>
                    <a:lnTo>
                      <a:pt x="21" y="29"/>
                    </a:lnTo>
                    <a:lnTo>
                      <a:pt x="31" y="40"/>
                    </a:lnTo>
                    <a:lnTo>
                      <a:pt x="21" y="50"/>
                    </a:lnTo>
                    <a:lnTo>
                      <a:pt x="31" y="50"/>
                    </a:lnTo>
                    <a:lnTo>
                      <a:pt x="31" y="21"/>
                    </a:lnTo>
                    <a:lnTo>
                      <a:pt x="31" y="12"/>
                    </a:lnTo>
                    <a:lnTo>
                      <a:pt x="31" y="12"/>
                    </a:lnTo>
                    <a:lnTo>
                      <a:pt x="31" y="12"/>
                    </a:lnTo>
                    <a:close/>
                  </a:path>
                </a:pathLst>
              </a:custGeom>
              <a:solidFill>
                <a:schemeClr val="accent2">
                  <a:lumMod val="50000"/>
                </a:schemeClr>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48" name="Google Shape;1448;p206"/>
              <p:cNvSpPr/>
              <p:nvPr/>
            </p:nvSpPr>
            <p:spPr>
              <a:xfrm>
                <a:off x="2566" y="4010"/>
                <a:ext cx="82" cy="76"/>
              </a:xfrm>
              <a:custGeom>
                <a:avLst/>
                <a:gdLst/>
                <a:ahLst/>
                <a:cxnLst/>
                <a:rect l="l" t="t" r="r" b="b"/>
                <a:pathLst>
                  <a:path w="82" h="76" extrusionOk="0">
                    <a:moveTo>
                      <a:pt x="82" y="57"/>
                    </a:moveTo>
                    <a:lnTo>
                      <a:pt x="82" y="57"/>
                    </a:lnTo>
                    <a:lnTo>
                      <a:pt x="82" y="0"/>
                    </a:lnTo>
                    <a:lnTo>
                      <a:pt x="59" y="10"/>
                    </a:lnTo>
                    <a:lnTo>
                      <a:pt x="49" y="19"/>
                    </a:lnTo>
                    <a:lnTo>
                      <a:pt x="59" y="28"/>
                    </a:lnTo>
                    <a:lnTo>
                      <a:pt x="71" y="19"/>
                    </a:lnTo>
                    <a:lnTo>
                      <a:pt x="71" y="28"/>
                    </a:lnTo>
                    <a:lnTo>
                      <a:pt x="59" y="28"/>
                    </a:lnTo>
                    <a:lnTo>
                      <a:pt x="59" y="47"/>
                    </a:lnTo>
                    <a:lnTo>
                      <a:pt x="59" y="38"/>
                    </a:lnTo>
                    <a:lnTo>
                      <a:pt x="49" y="38"/>
                    </a:lnTo>
                    <a:lnTo>
                      <a:pt x="40" y="38"/>
                    </a:lnTo>
                    <a:lnTo>
                      <a:pt x="9" y="19"/>
                    </a:lnTo>
                    <a:lnTo>
                      <a:pt x="0" y="28"/>
                    </a:lnTo>
                    <a:lnTo>
                      <a:pt x="9" y="38"/>
                    </a:lnTo>
                    <a:lnTo>
                      <a:pt x="19" y="38"/>
                    </a:lnTo>
                    <a:lnTo>
                      <a:pt x="19" y="47"/>
                    </a:lnTo>
                    <a:lnTo>
                      <a:pt x="28" y="47"/>
                    </a:lnTo>
                    <a:lnTo>
                      <a:pt x="28" y="57"/>
                    </a:lnTo>
                    <a:lnTo>
                      <a:pt x="49" y="66"/>
                    </a:lnTo>
                    <a:lnTo>
                      <a:pt x="59" y="66"/>
                    </a:lnTo>
                    <a:lnTo>
                      <a:pt x="71" y="76"/>
                    </a:lnTo>
                    <a:lnTo>
                      <a:pt x="82" y="5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49" name="Google Shape;1449;p206"/>
              <p:cNvSpPr/>
              <p:nvPr/>
            </p:nvSpPr>
            <p:spPr>
              <a:xfrm>
                <a:off x="2566" y="4010"/>
                <a:ext cx="82" cy="76"/>
              </a:xfrm>
              <a:custGeom>
                <a:avLst/>
                <a:gdLst/>
                <a:ahLst/>
                <a:cxnLst/>
                <a:rect l="l" t="t" r="r" b="b"/>
                <a:pathLst>
                  <a:path w="82" h="76" extrusionOk="0">
                    <a:moveTo>
                      <a:pt x="82" y="57"/>
                    </a:moveTo>
                    <a:lnTo>
                      <a:pt x="82" y="57"/>
                    </a:lnTo>
                    <a:lnTo>
                      <a:pt x="82" y="0"/>
                    </a:lnTo>
                    <a:lnTo>
                      <a:pt x="59" y="10"/>
                    </a:lnTo>
                    <a:lnTo>
                      <a:pt x="49" y="19"/>
                    </a:lnTo>
                    <a:lnTo>
                      <a:pt x="59" y="28"/>
                    </a:lnTo>
                    <a:lnTo>
                      <a:pt x="71" y="19"/>
                    </a:lnTo>
                    <a:lnTo>
                      <a:pt x="71" y="28"/>
                    </a:lnTo>
                    <a:lnTo>
                      <a:pt x="59" y="28"/>
                    </a:lnTo>
                    <a:lnTo>
                      <a:pt x="59" y="47"/>
                    </a:lnTo>
                    <a:lnTo>
                      <a:pt x="59" y="38"/>
                    </a:lnTo>
                    <a:lnTo>
                      <a:pt x="49" y="38"/>
                    </a:lnTo>
                    <a:lnTo>
                      <a:pt x="40" y="38"/>
                    </a:lnTo>
                    <a:lnTo>
                      <a:pt x="9" y="19"/>
                    </a:lnTo>
                    <a:lnTo>
                      <a:pt x="0" y="28"/>
                    </a:lnTo>
                    <a:lnTo>
                      <a:pt x="9" y="38"/>
                    </a:lnTo>
                    <a:lnTo>
                      <a:pt x="19" y="38"/>
                    </a:lnTo>
                    <a:lnTo>
                      <a:pt x="19" y="47"/>
                    </a:lnTo>
                    <a:lnTo>
                      <a:pt x="28" y="47"/>
                    </a:lnTo>
                    <a:lnTo>
                      <a:pt x="28" y="57"/>
                    </a:lnTo>
                    <a:lnTo>
                      <a:pt x="49" y="66"/>
                    </a:lnTo>
                    <a:lnTo>
                      <a:pt x="59" y="66"/>
                    </a:lnTo>
                    <a:lnTo>
                      <a:pt x="71" y="76"/>
                    </a:lnTo>
                    <a:lnTo>
                      <a:pt x="82" y="57"/>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50" name="Google Shape;1450;p206"/>
              <p:cNvSpPr/>
              <p:nvPr/>
            </p:nvSpPr>
            <p:spPr>
              <a:xfrm>
                <a:off x="2566" y="4010"/>
                <a:ext cx="82" cy="76"/>
              </a:xfrm>
              <a:custGeom>
                <a:avLst/>
                <a:gdLst/>
                <a:ahLst/>
                <a:cxnLst/>
                <a:rect l="l" t="t" r="r" b="b"/>
                <a:pathLst>
                  <a:path w="82" h="76" extrusionOk="0">
                    <a:moveTo>
                      <a:pt x="82" y="57"/>
                    </a:moveTo>
                    <a:lnTo>
                      <a:pt x="82" y="57"/>
                    </a:lnTo>
                    <a:lnTo>
                      <a:pt x="82" y="0"/>
                    </a:lnTo>
                    <a:lnTo>
                      <a:pt x="59" y="10"/>
                    </a:lnTo>
                    <a:lnTo>
                      <a:pt x="49" y="19"/>
                    </a:lnTo>
                    <a:lnTo>
                      <a:pt x="59" y="28"/>
                    </a:lnTo>
                    <a:lnTo>
                      <a:pt x="71" y="19"/>
                    </a:lnTo>
                    <a:lnTo>
                      <a:pt x="71" y="28"/>
                    </a:lnTo>
                    <a:lnTo>
                      <a:pt x="59" y="28"/>
                    </a:lnTo>
                    <a:lnTo>
                      <a:pt x="59" y="47"/>
                    </a:lnTo>
                    <a:lnTo>
                      <a:pt x="59" y="38"/>
                    </a:lnTo>
                    <a:lnTo>
                      <a:pt x="49" y="38"/>
                    </a:lnTo>
                    <a:lnTo>
                      <a:pt x="40" y="38"/>
                    </a:lnTo>
                    <a:lnTo>
                      <a:pt x="9" y="19"/>
                    </a:lnTo>
                    <a:lnTo>
                      <a:pt x="0" y="28"/>
                    </a:lnTo>
                    <a:lnTo>
                      <a:pt x="9" y="38"/>
                    </a:lnTo>
                    <a:lnTo>
                      <a:pt x="19" y="38"/>
                    </a:lnTo>
                    <a:lnTo>
                      <a:pt x="19" y="47"/>
                    </a:lnTo>
                    <a:lnTo>
                      <a:pt x="28" y="47"/>
                    </a:lnTo>
                    <a:lnTo>
                      <a:pt x="28" y="57"/>
                    </a:lnTo>
                    <a:lnTo>
                      <a:pt x="49" y="66"/>
                    </a:lnTo>
                    <a:lnTo>
                      <a:pt x="59" y="66"/>
                    </a:lnTo>
                    <a:lnTo>
                      <a:pt x="71" y="76"/>
                    </a:lnTo>
                    <a:lnTo>
                      <a:pt x="82" y="57"/>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51" name="Google Shape;1451;p206"/>
              <p:cNvSpPr/>
              <p:nvPr/>
            </p:nvSpPr>
            <p:spPr>
              <a:xfrm>
                <a:off x="2648" y="4010"/>
                <a:ext cx="62" cy="85"/>
              </a:xfrm>
              <a:custGeom>
                <a:avLst/>
                <a:gdLst/>
                <a:ahLst/>
                <a:cxnLst/>
                <a:rect l="l" t="t" r="r" b="b"/>
                <a:pathLst>
                  <a:path w="62" h="85" extrusionOk="0">
                    <a:moveTo>
                      <a:pt x="0" y="57"/>
                    </a:moveTo>
                    <a:lnTo>
                      <a:pt x="0" y="57"/>
                    </a:lnTo>
                    <a:lnTo>
                      <a:pt x="0" y="0"/>
                    </a:lnTo>
                    <a:lnTo>
                      <a:pt x="10" y="28"/>
                    </a:lnTo>
                    <a:lnTo>
                      <a:pt x="41" y="47"/>
                    </a:lnTo>
                    <a:lnTo>
                      <a:pt x="62" y="57"/>
                    </a:lnTo>
                    <a:lnTo>
                      <a:pt x="50" y="66"/>
                    </a:lnTo>
                    <a:lnTo>
                      <a:pt x="19" y="76"/>
                    </a:lnTo>
                    <a:lnTo>
                      <a:pt x="10" y="85"/>
                    </a:lnTo>
                    <a:lnTo>
                      <a:pt x="0" y="57"/>
                    </a:lnTo>
                    <a:lnTo>
                      <a:pt x="0" y="57"/>
                    </a:lnTo>
                    <a:lnTo>
                      <a:pt x="0" y="5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52" name="Google Shape;1452;p206"/>
              <p:cNvSpPr/>
              <p:nvPr/>
            </p:nvSpPr>
            <p:spPr>
              <a:xfrm>
                <a:off x="2648" y="4010"/>
                <a:ext cx="62" cy="85"/>
              </a:xfrm>
              <a:custGeom>
                <a:avLst/>
                <a:gdLst/>
                <a:ahLst/>
                <a:cxnLst/>
                <a:rect l="l" t="t" r="r" b="b"/>
                <a:pathLst>
                  <a:path w="62" h="85" extrusionOk="0">
                    <a:moveTo>
                      <a:pt x="0" y="57"/>
                    </a:moveTo>
                    <a:lnTo>
                      <a:pt x="0" y="57"/>
                    </a:lnTo>
                    <a:lnTo>
                      <a:pt x="0" y="0"/>
                    </a:lnTo>
                    <a:lnTo>
                      <a:pt x="10" y="28"/>
                    </a:lnTo>
                    <a:lnTo>
                      <a:pt x="41" y="47"/>
                    </a:lnTo>
                    <a:lnTo>
                      <a:pt x="62" y="57"/>
                    </a:lnTo>
                    <a:lnTo>
                      <a:pt x="50" y="66"/>
                    </a:lnTo>
                    <a:lnTo>
                      <a:pt x="19" y="76"/>
                    </a:lnTo>
                    <a:lnTo>
                      <a:pt x="10" y="85"/>
                    </a:lnTo>
                    <a:lnTo>
                      <a:pt x="0" y="57"/>
                    </a:lnTo>
                    <a:lnTo>
                      <a:pt x="0" y="57"/>
                    </a:lnTo>
                    <a:lnTo>
                      <a:pt x="0" y="57"/>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53" name="Google Shape;1453;p206"/>
              <p:cNvSpPr/>
              <p:nvPr/>
            </p:nvSpPr>
            <p:spPr>
              <a:xfrm>
                <a:off x="2279" y="3091"/>
                <a:ext cx="8" cy="22"/>
              </a:xfrm>
              <a:custGeom>
                <a:avLst/>
                <a:gdLst/>
                <a:ahLst/>
                <a:cxnLst/>
                <a:rect l="l" t="t" r="r" b="b"/>
                <a:pathLst>
                  <a:path w="8" h="22" extrusionOk="0">
                    <a:moveTo>
                      <a:pt x="0" y="0"/>
                    </a:moveTo>
                    <a:lnTo>
                      <a:pt x="0" y="0"/>
                    </a:lnTo>
                    <a:lnTo>
                      <a:pt x="8" y="12"/>
                    </a:lnTo>
                    <a:lnTo>
                      <a:pt x="0" y="12"/>
                    </a:lnTo>
                    <a:lnTo>
                      <a:pt x="8" y="22"/>
                    </a:lnTo>
                    <a:lnTo>
                      <a:pt x="8" y="12"/>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54" name="Google Shape;1454;p206"/>
              <p:cNvSpPr/>
              <p:nvPr/>
            </p:nvSpPr>
            <p:spPr>
              <a:xfrm>
                <a:off x="2279" y="3091"/>
                <a:ext cx="8" cy="22"/>
              </a:xfrm>
              <a:custGeom>
                <a:avLst/>
                <a:gdLst/>
                <a:ahLst/>
                <a:cxnLst/>
                <a:rect l="l" t="t" r="r" b="b"/>
                <a:pathLst>
                  <a:path w="8" h="22" extrusionOk="0">
                    <a:moveTo>
                      <a:pt x="0" y="0"/>
                    </a:moveTo>
                    <a:lnTo>
                      <a:pt x="0" y="0"/>
                    </a:lnTo>
                    <a:lnTo>
                      <a:pt x="8" y="12"/>
                    </a:lnTo>
                    <a:lnTo>
                      <a:pt x="0" y="12"/>
                    </a:lnTo>
                    <a:lnTo>
                      <a:pt x="8" y="22"/>
                    </a:lnTo>
                    <a:lnTo>
                      <a:pt x="8" y="12"/>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55" name="Google Shape;1455;p206"/>
              <p:cNvSpPr/>
              <p:nvPr/>
            </p:nvSpPr>
            <p:spPr>
              <a:xfrm>
                <a:off x="2279" y="3091"/>
                <a:ext cx="8" cy="22"/>
              </a:xfrm>
              <a:custGeom>
                <a:avLst/>
                <a:gdLst/>
                <a:ahLst/>
                <a:cxnLst/>
                <a:rect l="l" t="t" r="r" b="b"/>
                <a:pathLst>
                  <a:path w="8" h="22" extrusionOk="0">
                    <a:moveTo>
                      <a:pt x="0" y="0"/>
                    </a:moveTo>
                    <a:lnTo>
                      <a:pt x="0" y="0"/>
                    </a:lnTo>
                    <a:lnTo>
                      <a:pt x="8" y="12"/>
                    </a:lnTo>
                    <a:lnTo>
                      <a:pt x="0" y="12"/>
                    </a:lnTo>
                    <a:lnTo>
                      <a:pt x="8" y="22"/>
                    </a:lnTo>
                    <a:lnTo>
                      <a:pt x="8" y="12"/>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56" name="Google Shape;1456;p206"/>
              <p:cNvSpPr/>
              <p:nvPr/>
            </p:nvSpPr>
            <p:spPr>
              <a:xfrm>
                <a:off x="2554" y="3773"/>
                <a:ext cx="19" cy="38"/>
              </a:xfrm>
              <a:custGeom>
                <a:avLst/>
                <a:gdLst/>
                <a:ahLst/>
                <a:cxnLst/>
                <a:rect l="l" t="t" r="r" b="b"/>
                <a:pathLst>
                  <a:path w="19" h="38" extrusionOk="0">
                    <a:moveTo>
                      <a:pt x="9" y="0"/>
                    </a:moveTo>
                    <a:lnTo>
                      <a:pt x="9" y="0"/>
                    </a:lnTo>
                    <a:lnTo>
                      <a:pt x="0" y="29"/>
                    </a:lnTo>
                    <a:lnTo>
                      <a:pt x="9" y="38"/>
                    </a:lnTo>
                    <a:lnTo>
                      <a:pt x="19" y="10"/>
                    </a:lnTo>
                    <a:lnTo>
                      <a:pt x="9"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57" name="Google Shape;1457;p206"/>
              <p:cNvSpPr/>
              <p:nvPr/>
            </p:nvSpPr>
            <p:spPr>
              <a:xfrm>
                <a:off x="2554" y="3773"/>
                <a:ext cx="19" cy="38"/>
              </a:xfrm>
              <a:custGeom>
                <a:avLst/>
                <a:gdLst/>
                <a:ahLst/>
                <a:cxnLst/>
                <a:rect l="l" t="t" r="r" b="b"/>
                <a:pathLst>
                  <a:path w="19" h="38" extrusionOk="0">
                    <a:moveTo>
                      <a:pt x="9" y="0"/>
                    </a:moveTo>
                    <a:lnTo>
                      <a:pt x="9" y="0"/>
                    </a:lnTo>
                    <a:lnTo>
                      <a:pt x="0" y="29"/>
                    </a:lnTo>
                    <a:lnTo>
                      <a:pt x="9" y="38"/>
                    </a:lnTo>
                    <a:lnTo>
                      <a:pt x="19" y="10"/>
                    </a:lnTo>
                    <a:lnTo>
                      <a:pt x="9"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58" name="Google Shape;1458;p206"/>
              <p:cNvSpPr/>
              <p:nvPr/>
            </p:nvSpPr>
            <p:spPr>
              <a:xfrm>
                <a:off x="2554" y="3773"/>
                <a:ext cx="19" cy="38"/>
              </a:xfrm>
              <a:custGeom>
                <a:avLst/>
                <a:gdLst/>
                <a:ahLst/>
                <a:cxnLst/>
                <a:rect l="l" t="t" r="r" b="b"/>
                <a:pathLst>
                  <a:path w="19" h="38" extrusionOk="0">
                    <a:moveTo>
                      <a:pt x="9" y="0"/>
                    </a:moveTo>
                    <a:lnTo>
                      <a:pt x="9" y="0"/>
                    </a:lnTo>
                    <a:lnTo>
                      <a:pt x="0" y="29"/>
                    </a:lnTo>
                    <a:lnTo>
                      <a:pt x="9" y="38"/>
                    </a:lnTo>
                    <a:lnTo>
                      <a:pt x="19" y="10"/>
                    </a:lnTo>
                    <a:lnTo>
                      <a:pt x="9"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59" name="Google Shape;1459;p206"/>
              <p:cNvSpPr/>
              <p:nvPr/>
            </p:nvSpPr>
            <p:spPr>
              <a:xfrm>
                <a:off x="2769" y="3982"/>
                <a:ext cx="52" cy="28"/>
              </a:xfrm>
              <a:custGeom>
                <a:avLst/>
                <a:gdLst/>
                <a:ahLst/>
                <a:cxnLst/>
                <a:rect l="l" t="t" r="r" b="b"/>
                <a:pathLst>
                  <a:path w="52" h="28" extrusionOk="0">
                    <a:moveTo>
                      <a:pt x="0" y="9"/>
                    </a:moveTo>
                    <a:lnTo>
                      <a:pt x="0" y="9"/>
                    </a:lnTo>
                    <a:lnTo>
                      <a:pt x="9" y="19"/>
                    </a:lnTo>
                    <a:lnTo>
                      <a:pt x="21" y="19"/>
                    </a:lnTo>
                    <a:lnTo>
                      <a:pt x="31" y="28"/>
                    </a:lnTo>
                    <a:lnTo>
                      <a:pt x="52" y="9"/>
                    </a:lnTo>
                    <a:lnTo>
                      <a:pt x="52" y="0"/>
                    </a:lnTo>
                    <a:lnTo>
                      <a:pt x="21" y="0"/>
                    </a:lnTo>
                    <a:lnTo>
                      <a:pt x="9" y="0"/>
                    </a:lnTo>
                    <a:lnTo>
                      <a:pt x="21" y="9"/>
                    </a:lnTo>
                    <a:lnTo>
                      <a:pt x="9" y="19"/>
                    </a:lnTo>
                    <a:lnTo>
                      <a:pt x="0" y="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60" name="Google Shape;1460;p206"/>
              <p:cNvSpPr/>
              <p:nvPr/>
            </p:nvSpPr>
            <p:spPr>
              <a:xfrm>
                <a:off x="2769" y="3982"/>
                <a:ext cx="52" cy="28"/>
              </a:xfrm>
              <a:custGeom>
                <a:avLst/>
                <a:gdLst/>
                <a:ahLst/>
                <a:cxnLst/>
                <a:rect l="l" t="t" r="r" b="b"/>
                <a:pathLst>
                  <a:path w="52" h="28" extrusionOk="0">
                    <a:moveTo>
                      <a:pt x="0" y="9"/>
                    </a:moveTo>
                    <a:lnTo>
                      <a:pt x="0" y="9"/>
                    </a:lnTo>
                    <a:lnTo>
                      <a:pt x="9" y="19"/>
                    </a:lnTo>
                    <a:lnTo>
                      <a:pt x="21" y="19"/>
                    </a:lnTo>
                    <a:lnTo>
                      <a:pt x="31" y="28"/>
                    </a:lnTo>
                    <a:lnTo>
                      <a:pt x="52" y="9"/>
                    </a:lnTo>
                    <a:lnTo>
                      <a:pt x="52" y="0"/>
                    </a:lnTo>
                    <a:lnTo>
                      <a:pt x="21" y="0"/>
                    </a:lnTo>
                    <a:lnTo>
                      <a:pt x="9" y="0"/>
                    </a:lnTo>
                    <a:lnTo>
                      <a:pt x="21" y="9"/>
                    </a:lnTo>
                    <a:lnTo>
                      <a:pt x="9" y="19"/>
                    </a:lnTo>
                    <a:lnTo>
                      <a:pt x="0" y="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61" name="Google Shape;1461;p206"/>
              <p:cNvSpPr/>
              <p:nvPr/>
            </p:nvSpPr>
            <p:spPr>
              <a:xfrm>
                <a:off x="2769" y="3982"/>
                <a:ext cx="52" cy="28"/>
              </a:xfrm>
              <a:custGeom>
                <a:avLst/>
                <a:gdLst/>
                <a:ahLst/>
                <a:cxnLst/>
                <a:rect l="l" t="t" r="r" b="b"/>
                <a:pathLst>
                  <a:path w="52" h="28" extrusionOk="0">
                    <a:moveTo>
                      <a:pt x="0" y="9"/>
                    </a:moveTo>
                    <a:lnTo>
                      <a:pt x="0" y="9"/>
                    </a:lnTo>
                    <a:lnTo>
                      <a:pt x="9" y="19"/>
                    </a:lnTo>
                    <a:lnTo>
                      <a:pt x="21" y="19"/>
                    </a:lnTo>
                    <a:lnTo>
                      <a:pt x="31" y="28"/>
                    </a:lnTo>
                    <a:lnTo>
                      <a:pt x="52" y="9"/>
                    </a:lnTo>
                    <a:lnTo>
                      <a:pt x="52" y="0"/>
                    </a:lnTo>
                    <a:lnTo>
                      <a:pt x="21" y="0"/>
                    </a:lnTo>
                    <a:lnTo>
                      <a:pt x="9" y="0"/>
                    </a:lnTo>
                    <a:lnTo>
                      <a:pt x="21" y="9"/>
                    </a:lnTo>
                    <a:lnTo>
                      <a:pt x="9" y="19"/>
                    </a:lnTo>
                    <a:lnTo>
                      <a:pt x="0" y="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62" name="Google Shape;1462;p206"/>
              <p:cNvSpPr/>
              <p:nvPr/>
            </p:nvSpPr>
            <p:spPr>
              <a:xfrm>
                <a:off x="2535" y="3361"/>
                <a:ext cx="130" cy="692"/>
              </a:xfrm>
              <a:custGeom>
                <a:avLst/>
                <a:gdLst/>
                <a:ahLst/>
                <a:cxnLst/>
                <a:rect l="l" t="t" r="r" b="b"/>
                <a:pathLst>
                  <a:path w="130" h="692" extrusionOk="0">
                    <a:moveTo>
                      <a:pt x="80" y="10"/>
                    </a:moveTo>
                    <a:lnTo>
                      <a:pt x="80" y="10"/>
                    </a:lnTo>
                    <a:lnTo>
                      <a:pt x="99" y="0"/>
                    </a:lnTo>
                    <a:lnTo>
                      <a:pt x="111" y="29"/>
                    </a:lnTo>
                    <a:lnTo>
                      <a:pt x="111" y="38"/>
                    </a:lnTo>
                    <a:lnTo>
                      <a:pt x="120" y="86"/>
                    </a:lnTo>
                    <a:lnTo>
                      <a:pt x="130" y="86"/>
                    </a:lnTo>
                    <a:lnTo>
                      <a:pt x="130" y="102"/>
                    </a:lnTo>
                    <a:lnTo>
                      <a:pt x="111" y="114"/>
                    </a:lnTo>
                    <a:lnTo>
                      <a:pt x="120" y="142"/>
                    </a:lnTo>
                    <a:lnTo>
                      <a:pt x="99" y="171"/>
                    </a:lnTo>
                    <a:lnTo>
                      <a:pt x="80" y="228"/>
                    </a:lnTo>
                    <a:lnTo>
                      <a:pt x="90" y="266"/>
                    </a:lnTo>
                    <a:lnTo>
                      <a:pt x="80" y="294"/>
                    </a:lnTo>
                    <a:lnTo>
                      <a:pt x="80" y="313"/>
                    </a:lnTo>
                    <a:lnTo>
                      <a:pt x="71" y="322"/>
                    </a:lnTo>
                    <a:lnTo>
                      <a:pt x="71" y="360"/>
                    </a:lnTo>
                    <a:lnTo>
                      <a:pt x="59" y="379"/>
                    </a:lnTo>
                    <a:lnTo>
                      <a:pt x="59" y="417"/>
                    </a:lnTo>
                    <a:lnTo>
                      <a:pt x="59" y="436"/>
                    </a:lnTo>
                    <a:lnTo>
                      <a:pt x="59" y="474"/>
                    </a:lnTo>
                    <a:lnTo>
                      <a:pt x="71" y="474"/>
                    </a:lnTo>
                    <a:lnTo>
                      <a:pt x="71" y="483"/>
                    </a:lnTo>
                    <a:lnTo>
                      <a:pt x="59" y="483"/>
                    </a:lnTo>
                    <a:lnTo>
                      <a:pt x="71" y="483"/>
                    </a:lnTo>
                    <a:lnTo>
                      <a:pt x="59" y="521"/>
                    </a:lnTo>
                    <a:lnTo>
                      <a:pt x="50" y="540"/>
                    </a:lnTo>
                    <a:lnTo>
                      <a:pt x="50" y="557"/>
                    </a:lnTo>
                    <a:lnTo>
                      <a:pt x="40" y="585"/>
                    </a:lnTo>
                    <a:lnTo>
                      <a:pt x="40" y="606"/>
                    </a:lnTo>
                    <a:lnTo>
                      <a:pt x="40" y="614"/>
                    </a:lnTo>
                    <a:lnTo>
                      <a:pt x="50" y="606"/>
                    </a:lnTo>
                    <a:lnTo>
                      <a:pt x="50" y="635"/>
                    </a:lnTo>
                    <a:lnTo>
                      <a:pt x="59" y="642"/>
                    </a:lnTo>
                    <a:lnTo>
                      <a:pt x="90" y="642"/>
                    </a:lnTo>
                    <a:lnTo>
                      <a:pt x="111" y="642"/>
                    </a:lnTo>
                    <a:lnTo>
                      <a:pt x="111" y="654"/>
                    </a:lnTo>
                    <a:lnTo>
                      <a:pt x="99" y="642"/>
                    </a:lnTo>
                    <a:lnTo>
                      <a:pt x="99" y="654"/>
                    </a:lnTo>
                    <a:lnTo>
                      <a:pt x="80" y="663"/>
                    </a:lnTo>
                    <a:lnTo>
                      <a:pt x="80" y="682"/>
                    </a:lnTo>
                    <a:lnTo>
                      <a:pt x="71" y="692"/>
                    </a:lnTo>
                    <a:lnTo>
                      <a:pt x="59" y="670"/>
                    </a:lnTo>
                    <a:lnTo>
                      <a:pt x="71" y="670"/>
                    </a:lnTo>
                    <a:lnTo>
                      <a:pt x="71" y="663"/>
                    </a:lnTo>
                    <a:lnTo>
                      <a:pt x="50" y="670"/>
                    </a:lnTo>
                    <a:lnTo>
                      <a:pt x="40" y="663"/>
                    </a:lnTo>
                    <a:lnTo>
                      <a:pt x="40" y="654"/>
                    </a:lnTo>
                    <a:lnTo>
                      <a:pt x="31" y="654"/>
                    </a:lnTo>
                    <a:lnTo>
                      <a:pt x="19" y="642"/>
                    </a:lnTo>
                    <a:lnTo>
                      <a:pt x="19" y="654"/>
                    </a:lnTo>
                    <a:lnTo>
                      <a:pt x="9" y="642"/>
                    </a:lnTo>
                    <a:lnTo>
                      <a:pt x="9" y="635"/>
                    </a:lnTo>
                    <a:lnTo>
                      <a:pt x="19" y="635"/>
                    </a:lnTo>
                    <a:lnTo>
                      <a:pt x="19" y="625"/>
                    </a:lnTo>
                    <a:lnTo>
                      <a:pt x="19" y="614"/>
                    </a:lnTo>
                    <a:lnTo>
                      <a:pt x="19" y="625"/>
                    </a:lnTo>
                    <a:lnTo>
                      <a:pt x="9" y="635"/>
                    </a:lnTo>
                    <a:lnTo>
                      <a:pt x="9" y="606"/>
                    </a:lnTo>
                    <a:lnTo>
                      <a:pt x="19" y="614"/>
                    </a:lnTo>
                    <a:lnTo>
                      <a:pt x="19" y="597"/>
                    </a:lnTo>
                    <a:lnTo>
                      <a:pt x="9" y="614"/>
                    </a:lnTo>
                    <a:lnTo>
                      <a:pt x="9" y="597"/>
                    </a:lnTo>
                    <a:lnTo>
                      <a:pt x="0" y="585"/>
                    </a:lnTo>
                    <a:lnTo>
                      <a:pt x="0" y="578"/>
                    </a:lnTo>
                    <a:lnTo>
                      <a:pt x="9" y="550"/>
                    </a:lnTo>
                    <a:lnTo>
                      <a:pt x="9" y="540"/>
                    </a:lnTo>
                    <a:lnTo>
                      <a:pt x="19" y="557"/>
                    </a:lnTo>
                    <a:lnTo>
                      <a:pt x="31" y="521"/>
                    </a:lnTo>
                    <a:lnTo>
                      <a:pt x="9" y="521"/>
                    </a:lnTo>
                    <a:lnTo>
                      <a:pt x="0" y="521"/>
                    </a:lnTo>
                    <a:lnTo>
                      <a:pt x="19" y="512"/>
                    </a:lnTo>
                    <a:lnTo>
                      <a:pt x="9" y="500"/>
                    </a:lnTo>
                    <a:lnTo>
                      <a:pt x="19" y="500"/>
                    </a:lnTo>
                    <a:lnTo>
                      <a:pt x="19" y="474"/>
                    </a:lnTo>
                    <a:lnTo>
                      <a:pt x="31" y="464"/>
                    </a:lnTo>
                    <a:lnTo>
                      <a:pt x="40" y="464"/>
                    </a:lnTo>
                    <a:lnTo>
                      <a:pt x="31" y="483"/>
                    </a:lnTo>
                    <a:lnTo>
                      <a:pt x="31" y="493"/>
                    </a:lnTo>
                    <a:lnTo>
                      <a:pt x="50" y="426"/>
                    </a:lnTo>
                    <a:lnTo>
                      <a:pt x="50" y="417"/>
                    </a:lnTo>
                    <a:lnTo>
                      <a:pt x="40" y="417"/>
                    </a:lnTo>
                    <a:lnTo>
                      <a:pt x="31" y="408"/>
                    </a:lnTo>
                    <a:lnTo>
                      <a:pt x="31" y="379"/>
                    </a:lnTo>
                    <a:lnTo>
                      <a:pt x="40" y="370"/>
                    </a:lnTo>
                    <a:lnTo>
                      <a:pt x="31" y="341"/>
                    </a:lnTo>
                    <a:lnTo>
                      <a:pt x="40" y="332"/>
                    </a:lnTo>
                    <a:lnTo>
                      <a:pt x="71" y="247"/>
                    </a:lnTo>
                    <a:lnTo>
                      <a:pt x="59" y="218"/>
                    </a:lnTo>
                    <a:lnTo>
                      <a:pt x="71" y="199"/>
                    </a:lnTo>
                    <a:lnTo>
                      <a:pt x="71" y="180"/>
                    </a:lnTo>
                    <a:lnTo>
                      <a:pt x="80" y="142"/>
                    </a:lnTo>
                    <a:lnTo>
                      <a:pt x="80" y="86"/>
                    </a:lnTo>
                    <a:lnTo>
                      <a:pt x="90" y="57"/>
                    </a:lnTo>
                    <a:lnTo>
                      <a:pt x="80" y="1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63" name="Google Shape;1463;p206"/>
              <p:cNvSpPr/>
              <p:nvPr/>
            </p:nvSpPr>
            <p:spPr>
              <a:xfrm>
                <a:off x="2535" y="3361"/>
                <a:ext cx="130" cy="692"/>
              </a:xfrm>
              <a:custGeom>
                <a:avLst/>
                <a:gdLst/>
                <a:ahLst/>
                <a:cxnLst/>
                <a:rect l="l" t="t" r="r" b="b"/>
                <a:pathLst>
                  <a:path w="130" h="692" extrusionOk="0">
                    <a:moveTo>
                      <a:pt x="80" y="10"/>
                    </a:moveTo>
                    <a:lnTo>
                      <a:pt x="80" y="10"/>
                    </a:lnTo>
                    <a:lnTo>
                      <a:pt x="99" y="0"/>
                    </a:lnTo>
                    <a:lnTo>
                      <a:pt x="111" y="29"/>
                    </a:lnTo>
                    <a:lnTo>
                      <a:pt x="111" y="38"/>
                    </a:lnTo>
                    <a:lnTo>
                      <a:pt x="120" y="86"/>
                    </a:lnTo>
                    <a:lnTo>
                      <a:pt x="130" y="86"/>
                    </a:lnTo>
                    <a:lnTo>
                      <a:pt x="130" y="102"/>
                    </a:lnTo>
                    <a:lnTo>
                      <a:pt x="111" y="114"/>
                    </a:lnTo>
                    <a:lnTo>
                      <a:pt x="120" y="142"/>
                    </a:lnTo>
                    <a:lnTo>
                      <a:pt x="99" y="171"/>
                    </a:lnTo>
                    <a:lnTo>
                      <a:pt x="80" y="228"/>
                    </a:lnTo>
                    <a:lnTo>
                      <a:pt x="90" y="266"/>
                    </a:lnTo>
                    <a:lnTo>
                      <a:pt x="80" y="294"/>
                    </a:lnTo>
                    <a:lnTo>
                      <a:pt x="80" y="313"/>
                    </a:lnTo>
                    <a:lnTo>
                      <a:pt x="71" y="322"/>
                    </a:lnTo>
                    <a:lnTo>
                      <a:pt x="71" y="360"/>
                    </a:lnTo>
                    <a:lnTo>
                      <a:pt x="59" y="379"/>
                    </a:lnTo>
                    <a:lnTo>
                      <a:pt x="59" y="417"/>
                    </a:lnTo>
                    <a:lnTo>
                      <a:pt x="59" y="436"/>
                    </a:lnTo>
                    <a:lnTo>
                      <a:pt x="59" y="474"/>
                    </a:lnTo>
                    <a:lnTo>
                      <a:pt x="71" y="474"/>
                    </a:lnTo>
                    <a:lnTo>
                      <a:pt x="71" y="483"/>
                    </a:lnTo>
                    <a:lnTo>
                      <a:pt x="59" y="483"/>
                    </a:lnTo>
                    <a:lnTo>
                      <a:pt x="71" y="483"/>
                    </a:lnTo>
                    <a:lnTo>
                      <a:pt x="59" y="521"/>
                    </a:lnTo>
                    <a:lnTo>
                      <a:pt x="50" y="540"/>
                    </a:lnTo>
                    <a:lnTo>
                      <a:pt x="50" y="557"/>
                    </a:lnTo>
                    <a:lnTo>
                      <a:pt x="40" y="585"/>
                    </a:lnTo>
                    <a:lnTo>
                      <a:pt x="40" y="606"/>
                    </a:lnTo>
                    <a:lnTo>
                      <a:pt x="40" y="614"/>
                    </a:lnTo>
                    <a:lnTo>
                      <a:pt x="50" y="606"/>
                    </a:lnTo>
                    <a:lnTo>
                      <a:pt x="50" y="635"/>
                    </a:lnTo>
                    <a:lnTo>
                      <a:pt x="59" y="642"/>
                    </a:lnTo>
                    <a:lnTo>
                      <a:pt x="90" y="642"/>
                    </a:lnTo>
                    <a:lnTo>
                      <a:pt x="111" y="642"/>
                    </a:lnTo>
                    <a:lnTo>
                      <a:pt x="111" y="654"/>
                    </a:lnTo>
                    <a:lnTo>
                      <a:pt x="99" y="642"/>
                    </a:lnTo>
                    <a:lnTo>
                      <a:pt x="99" y="654"/>
                    </a:lnTo>
                    <a:lnTo>
                      <a:pt x="80" y="663"/>
                    </a:lnTo>
                    <a:lnTo>
                      <a:pt x="80" y="682"/>
                    </a:lnTo>
                    <a:lnTo>
                      <a:pt x="71" y="692"/>
                    </a:lnTo>
                    <a:lnTo>
                      <a:pt x="59" y="670"/>
                    </a:lnTo>
                    <a:lnTo>
                      <a:pt x="71" y="670"/>
                    </a:lnTo>
                    <a:lnTo>
                      <a:pt x="71" y="663"/>
                    </a:lnTo>
                    <a:lnTo>
                      <a:pt x="50" y="670"/>
                    </a:lnTo>
                    <a:lnTo>
                      <a:pt x="40" y="663"/>
                    </a:lnTo>
                    <a:lnTo>
                      <a:pt x="40" y="654"/>
                    </a:lnTo>
                    <a:lnTo>
                      <a:pt x="31" y="654"/>
                    </a:lnTo>
                    <a:lnTo>
                      <a:pt x="19" y="642"/>
                    </a:lnTo>
                    <a:lnTo>
                      <a:pt x="19" y="654"/>
                    </a:lnTo>
                    <a:lnTo>
                      <a:pt x="9" y="642"/>
                    </a:lnTo>
                    <a:lnTo>
                      <a:pt x="9" y="635"/>
                    </a:lnTo>
                    <a:lnTo>
                      <a:pt x="19" y="635"/>
                    </a:lnTo>
                    <a:lnTo>
                      <a:pt x="19" y="625"/>
                    </a:lnTo>
                    <a:lnTo>
                      <a:pt x="19" y="614"/>
                    </a:lnTo>
                    <a:lnTo>
                      <a:pt x="19" y="625"/>
                    </a:lnTo>
                    <a:lnTo>
                      <a:pt x="9" y="635"/>
                    </a:lnTo>
                    <a:lnTo>
                      <a:pt x="9" y="606"/>
                    </a:lnTo>
                    <a:lnTo>
                      <a:pt x="19" y="614"/>
                    </a:lnTo>
                    <a:lnTo>
                      <a:pt x="19" y="597"/>
                    </a:lnTo>
                    <a:lnTo>
                      <a:pt x="9" y="614"/>
                    </a:lnTo>
                    <a:lnTo>
                      <a:pt x="9" y="597"/>
                    </a:lnTo>
                    <a:lnTo>
                      <a:pt x="0" y="585"/>
                    </a:lnTo>
                    <a:lnTo>
                      <a:pt x="0" y="578"/>
                    </a:lnTo>
                    <a:lnTo>
                      <a:pt x="9" y="550"/>
                    </a:lnTo>
                    <a:lnTo>
                      <a:pt x="9" y="540"/>
                    </a:lnTo>
                    <a:lnTo>
                      <a:pt x="19" y="557"/>
                    </a:lnTo>
                    <a:lnTo>
                      <a:pt x="31" y="521"/>
                    </a:lnTo>
                    <a:lnTo>
                      <a:pt x="9" y="521"/>
                    </a:lnTo>
                    <a:lnTo>
                      <a:pt x="0" y="521"/>
                    </a:lnTo>
                    <a:lnTo>
                      <a:pt x="19" y="512"/>
                    </a:lnTo>
                    <a:lnTo>
                      <a:pt x="9" y="500"/>
                    </a:lnTo>
                    <a:lnTo>
                      <a:pt x="19" y="500"/>
                    </a:lnTo>
                    <a:lnTo>
                      <a:pt x="19" y="474"/>
                    </a:lnTo>
                    <a:lnTo>
                      <a:pt x="31" y="464"/>
                    </a:lnTo>
                    <a:lnTo>
                      <a:pt x="40" y="464"/>
                    </a:lnTo>
                    <a:lnTo>
                      <a:pt x="31" y="483"/>
                    </a:lnTo>
                    <a:lnTo>
                      <a:pt x="31" y="493"/>
                    </a:lnTo>
                    <a:lnTo>
                      <a:pt x="50" y="426"/>
                    </a:lnTo>
                    <a:lnTo>
                      <a:pt x="50" y="417"/>
                    </a:lnTo>
                    <a:lnTo>
                      <a:pt x="40" y="417"/>
                    </a:lnTo>
                    <a:lnTo>
                      <a:pt x="31" y="408"/>
                    </a:lnTo>
                    <a:lnTo>
                      <a:pt x="31" y="379"/>
                    </a:lnTo>
                    <a:lnTo>
                      <a:pt x="40" y="370"/>
                    </a:lnTo>
                    <a:lnTo>
                      <a:pt x="31" y="341"/>
                    </a:lnTo>
                    <a:lnTo>
                      <a:pt x="40" y="332"/>
                    </a:lnTo>
                    <a:lnTo>
                      <a:pt x="71" y="247"/>
                    </a:lnTo>
                    <a:lnTo>
                      <a:pt x="59" y="218"/>
                    </a:lnTo>
                    <a:lnTo>
                      <a:pt x="71" y="199"/>
                    </a:lnTo>
                    <a:lnTo>
                      <a:pt x="71" y="180"/>
                    </a:lnTo>
                    <a:lnTo>
                      <a:pt x="80" y="142"/>
                    </a:lnTo>
                    <a:lnTo>
                      <a:pt x="80" y="86"/>
                    </a:lnTo>
                    <a:lnTo>
                      <a:pt x="90" y="57"/>
                    </a:lnTo>
                    <a:lnTo>
                      <a:pt x="80" y="1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64" name="Google Shape;1464;p206"/>
              <p:cNvSpPr/>
              <p:nvPr/>
            </p:nvSpPr>
            <p:spPr>
              <a:xfrm>
                <a:off x="2535" y="3361"/>
                <a:ext cx="130" cy="692"/>
              </a:xfrm>
              <a:custGeom>
                <a:avLst/>
                <a:gdLst/>
                <a:ahLst/>
                <a:cxnLst/>
                <a:rect l="l" t="t" r="r" b="b"/>
                <a:pathLst>
                  <a:path w="130" h="692" extrusionOk="0">
                    <a:moveTo>
                      <a:pt x="80" y="10"/>
                    </a:moveTo>
                    <a:lnTo>
                      <a:pt x="80" y="10"/>
                    </a:lnTo>
                    <a:lnTo>
                      <a:pt x="99" y="0"/>
                    </a:lnTo>
                    <a:lnTo>
                      <a:pt x="111" y="29"/>
                    </a:lnTo>
                    <a:lnTo>
                      <a:pt x="111" y="38"/>
                    </a:lnTo>
                    <a:lnTo>
                      <a:pt x="120" y="86"/>
                    </a:lnTo>
                    <a:lnTo>
                      <a:pt x="130" y="86"/>
                    </a:lnTo>
                    <a:lnTo>
                      <a:pt x="130" y="102"/>
                    </a:lnTo>
                    <a:lnTo>
                      <a:pt x="111" y="114"/>
                    </a:lnTo>
                    <a:lnTo>
                      <a:pt x="120" y="142"/>
                    </a:lnTo>
                    <a:lnTo>
                      <a:pt x="99" y="171"/>
                    </a:lnTo>
                    <a:lnTo>
                      <a:pt x="80" y="228"/>
                    </a:lnTo>
                    <a:lnTo>
                      <a:pt x="90" y="266"/>
                    </a:lnTo>
                    <a:lnTo>
                      <a:pt x="80" y="294"/>
                    </a:lnTo>
                    <a:lnTo>
                      <a:pt x="80" y="313"/>
                    </a:lnTo>
                    <a:lnTo>
                      <a:pt x="71" y="322"/>
                    </a:lnTo>
                    <a:lnTo>
                      <a:pt x="71" y="360"/>
                    </a:lnTo>
                    <a:lnTo>
                      <a:pt x="59" y="379"/>
                    </a:lnTo>
                    <a:lnTo>
                      <a:pt x="59" y="417"/>
                    </a:lnTo>
                    <a:lnTo>
                      <a:pt x="59" y="436"/>
                    </a:lnTo>
                    <a:lnTo>
                      <a:pt x="59" y="474"/>
                    </a:lnTo>
                    <a:lnTo>
                      <a:pt x="71" y="474"/>
                    </a:lnTo>
                    <a:lnTo>
                      <a:pt x="71" y="483"/>
                    </a:lnTo>
                    <a:lnTo>
                      <a:pt x="59" y="483"/>
                    </a:lnTo>
                    <a:lnTo>
                      <a:pt x="71" y="483"/>
                    </a:lnTo>
                    <a:lnTo>
                      <a:pt x="59" y="521"/>
                    </a:lnTo>
                    <a:lnTo>
                      <a:pt x="50" y="540"/>
                    </a:lnTo>
                    <a:lnTo>
                      <a:pt x="50" y="557"/>
                    </a:lnTo>
                    <a:lnTo>
                      <a:pt x="40" y="585"/>
                    </a:lnTo>
                    <a:lnTo>
                      <a:pt x="40" y="606"/>
                    </a:lnTo>
                    <a:lnTo>
                      <a:pt x="40" y="614"/>
                    </a:lnTo>
                    <a:lnTo>
                      <a:pt x="50" y="606"/>
                    </a:lnTo>
                    <a:lnTo>
                      <a:pt x="50" y="635"/>
                    </a:lnTo>
                    <a:lnTo>
                      <a:pt x="59" y="642"/>
                    </a:lnTo>
                    <a:lnTo>
                      <a:pt x="90" y="642"/>
                    </a:lnTo>
                    <a:lnTo>
                      <a:pt x="111" y="642"/>
                    </a:lnTo>
                    <a:lnTo>
                      <a:pt x="111" y="654"/>
                    </a:lnTo>
                    <a:lnTo>
                      <a:pt x="99" y="642"/>
                    </a:lnTo>
                    <a:lnTo>
                      <a:pt x="99" y="654"/>
                    </a:lnTo>
                    <a:lnTo>
                      <a:pt x="80" y="663"/>
                    </a:lnTo>
                    <a:lnTo>
                      <a:pt x="80" y="682"/>
                    </a:lnTo>
                    <a:lnTo>
                      <a:pt x="71" y="692"/>
                    </a:lnTo>
                    <a:lnTo>
                      <a:pt x="59" y="670"/>
                    </a:lnTo>
                    <a:lnTo>
                      <a:pt x="71" y="670"/>
                    </a:lnTo>
                    <a:lnTo>
                      <a:pt x="71" y="663"/>
                    </a:lnTo>
                    <a:lnTo>
                      <a:pt x="50" y="670"/>
                    </a:lnTo>
                    <a:lnTo>
                      <a:pt x="40" y="663"/>
                    </a:lnTo>
                    <a:lnTo>
                      <a:pt x="40" y="654"/>
                    </a:lnTo>
                    <a:lnTo>
                      <a:pt x="31" y="654"/>
                    </a:lnTo>
                    <a:lnTo>
                      <a:pt x="19" y="642"/>
                    </a:lnTo>
                    <a:lnTo>
                      <a:pt x="19" y="654"/>
                    </a:lnTo>
                    <a:lnTo>
                      <a:pt x="9" y="642"/>
                    </a:lnTo>
                    <a:lnTo>
                      <a:pt x="9" y="635"/>
                    </a:lnTo>
                    <a:lnTo>
                      <a:pt x="19" y="635"/>
                    </a:lnTo>
                    <a:lnTo>
                      <a:pt x="19" y="625"/>
                    </a:lnTo>
                    <a:lnTo>
                      <a:pt x="19" y="614"/>
                    </a:lnTo>
                    <a:lnTo>
                      <a:pt x="19" y="625"/>
                    </a:lnTo>
                    <a:lnTo>
                      <a:pt x="9" y="635"/>
                    </a:lnTo>
                    <a:lnTo>
                      <a:pt x="9" y="606"/>
                    </a:lnTo>
                    <a:lnTo>
                      <a:pt x="19" y="614"/>
                    </a:lnTo>
                    <a:lnTo>
                      <a:pt x="19" y="597"/>
                    </a:lnTo>
                    <a:lnTo>
                      <a:pt x="9" y="614"/>
                    </a:lnTo>
                    <a:lnTo>
                      <a:pt x="9" y="597"/>
                    </a:lnTo>
                    <a:lnTo>
                      <a:pt x="0" y="585"/>
                    </a:lnTo>
                    <a:lnTo>
                      <a:pt x="0" y="578"/>
                    </a:lnTo>
                    <a:lnTo>
                      <a:pt x="9" y="550"/>
                    </a:lnTo>
                    <a:lnTo>
                      <a:pt x="9" y="540"/>
                    </a:lnTo>
                    <a:lnTo>
                      <a:pt x="19" y="557"/>
                    </a:lnTo>
                    <a:lnTo>
                      <a:pt x="31" y="521"/>
                    </a:lnTo>
                    <a:lnTo>
                      <a:pt x="9" y="521"/>
                    </a:lnTo>
                    <a:lnTo>
                      <a:pt x="0" y="521"/>
                    </a:lnTo>
                    <a:lnTo>
                      <a:pt x="19" y="512"/>
                    </a:lnTo>
                    <a:lnTo>
                      <a:pt x="9" y="500"/>
                    </a:lnTo>
                    <a:lnTo>
                      <a:pt x="19" y="500"/>
                    </a:lnTo>
                    <a:lnTo>
                      <a:pt x="19" y="474"/>
                    </a:lnTo>
                    <a:lnTo>
                      <a:pt x="31" y="464"/>
                    </a:lnTo>
                    <a:lnTo>
                      <a:pt x="40" y="464"/>
                    </a:lnTo>
                    <a:lnTo>
                      <a:pt x="31" y="483"/>
                    </a:lnTo>
                    <a:lnTo>
                      <a:pt x="31" y="493"/>
                    </a:lnTo>
                    <a:lnTo>
                      <a:pt x="50" y="426"/>
                    </a:lnTo>
                    <a:lnTo>
                      <a:pt x="50" y="417"/>
                    </a:lnTo>
                    <a:lnTo>
                      <a:pt x="40" y="417"/>
                    </a:lnTo>
                    <a:lnTo>
                      <a:pt x="31" y="408"/>
                    </a:lnTo>
                    <a:lnTo>
                      <a:pt x="31" y="379"/>
                    </a:lnTo>
                    <a:lnTo>
                      <a:pt x="40" y="370"/>
                    </a:lnTo>
                    <a:lnTo>
                      <a:pt x="31" y="341"/>
                    </a:lnTo>
                    <a:lnTo>
                      <a:pt x="40" y="332"/>
                    </a:lnTo>
                    <a:lnTo>
                      <a:pt x="71" y="247"/>
                    </a:lnTo>
                    <a:lnTo>
                      <a:pt x="59" y="218"/>
                    </a:lnTo>
                    <a:lnTo>
                      <a:pt x="71" y="199"/>
                    </a:lnTo>
                    <a:lnTo>
                      <a:pt x="71" y="180"/>
                    </a:lnTo>
                    <a:lnTo>
                      <a:pt x="80" y="142"/>
                    </a:lnTo>
                    <a:lnTo>
                      <a:pt x="80" y="86"/>
                    </a:lnTo>
                    <a:lnTo>
                      <a:pt x="90" y="57"/>
                    </a:lnTo>
                    <a:lnTo>
                      <a:pt x="80" y="1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65" name="Google Shape;1465;p206"/>
              <p:cNvSpPr/>
              <p:nvPr/>
            </p:nvSpPr>
            <p:spPr>
              <a:xfrm>
                <a:off x="2483" y="2907"/>
                <a:ext cx="182" cy="246"/>
              </a:xfrm>
              <a:custGeom>
                <a:avLst/>
                <a:gdLst/>
                <a:ahLst/>
                <a:cxnLst/>
                <a:rect l="l" t="t" r="r" b="b"/>
                <a:pathLst>
                  <a:path w="182" h="246" extrusionOk="0">
                    <a:moveTo>
                      <a:pt x="142" y="246"/>
                    </a:moveTo>
                    <a:lnTo>
                      <a:pt x="142" y="246"/>
                    </a:lnTo>
                    <a:lnTo>
                      <a:pt x="151" y="208"/>
                    </a:lnTo>
                    <a:lnTo>
                      <a:pt x="142" y="180"/>
                    </a:lnTo>
                    <a:lnTo>
                      <a:pt x="151" y="180"/>
                    </a:lnTo>
                    <a:lnTo>
                      <a:pt x="142" y="170"/>
                    </a:lnTo>
                    <a:lnTo>
                      <a:pt x="142" y="161"/>
                    </a:lnTo>
                    <a:lnTo>
                      <a:pt x="182" y="161"/>
                    </a:lnTo>
                    <a:lnTo>
                      <a:pt x="182" y="142"/>
                    </a:lnTo>
                    <a:lnTo>
                      <a:pt x="172" y="123"/>
                    </a:lnTo>
                    <a:lnTo>
                      <a:pt x="182" y="94"/>
                    </a:lnTo>
                    <a:lnTo>
                      <a:pt x="151" y="94"/>
                    </a:lnTo>
                    <a:lnTo>
                      <a:pt x="142" y="85"/>
                    </a:lnTo>
                    <a:lnTo>
                      <a:pt x="111" y="85"/>
                    </a:lnTo>
                    <a:lnTo>
                      <a:pt x="102" y="73"/>
                    </a:lnTo>
                    <a:lnTo>
                      <a:pt x="102" y="66"/>
                    </a:lnTo>
                    <a:lnTo>
                      <a:pt x="92" y="45"/>
                    </a:lnTo>
                    <a:lnTo>
                      <a:pt x="102" y="28"/>
                    </a:lnTo>
                    <a:lnTo>
                      <a:pt x="111" y="16"/>
                    </a:lnTo>
                    <a:lnTo>
                      <a:pt x="123" y="9"/>
                    </a:lnTo>
                    <a:lnTo>
                      <a:pt x="111" y="0"/>
                    </a:lnTo>
                    <a:lnTo>
                      <a:pt x="92" y="16"/>
                    </a:lnTo>
                    <a:lnTo>
                      <a:pt x="61" y="28"/>
                    </a:lnTo>
                    <a:lnTo>
                      <a:pt x="52" y="45"/>
                    </a:lnTo>
                    <a:lnTo>
                      <a:pt x="31" y="57"/>
                    </a:lnTo>
                    <a:lnTo>
                      <a:pt x="31" y="73"/>
                    </a:lnTo>
                    <a:lnTo>
                      <a:pt x="21" y="57"/>
                    </a:lnTo>
                    <a:lnTo>
                      <a:pt x="31" y="66"/>
                    </a:lnTo>
                    <a:lnTo>
                      <a:pt x="21" y="73"/>
                    </a:lnTo>
                    <a:lnTo>
                      <a:pt x="21" y="85"/>
                    </a:lnTo>
                    <a:lnTo>
                      <a:pt x="21" y="94"/>
                    </a:lnTo>
                    <a:lnTo>
                      <a:pt x="21" y="132"/>
                    </a:lnTo>
                    <a:lnTo>
                      <a:pt x="31" y="132"/>
                    </a:lnTo>
                    <a:lnTo>
                      <a:pt x="21" y="151"/>
                    </a:lnTo>
                    <a:lnTo>
                      <a:pt x="9" y="151"/>
                    </a:lnTo>
                    <a:lnTo>
                      <a:pt x="9" y="161"/>
                    </a:lnTo>
                    <a:lnTo>
                      <a:pt x="0" y="161"/>
                    </a:lnTo>
                    <a:lnTo>
                      <a:pt x="0" y="170"/>
                    </a:lnTo>
                    <a:lnTo>
                      <a:pt x="31" y="189"/>
                    </a:lnTo>
                    <a:lnTo>
                      <a:pt x="52" y="180"/>
                    </a:lnTo>
                    <a:lnTo>
                      <a:pt x="61" y="189"/>
                    </a:lnTo>
                    <a:lnTo>
                      <a:pt x="83" y="208"/>
                    </a:lnTo>
                    <a:lnTo>
                      <a:pt x="92" y="227"/>
                    </a:lnTo>
                    <a:lnTo>
                      <a:pt x="132" y="218"/>
                    </a:lnTo>
                    <a:lnTo>
                      <a:pt x="142" y="227"/>
                    </a:lnTo>
                    <a:lnTo>
                      <a:pt x="142" y="237"/>
                    </a:lnTo>
                    <a:lnTo>
                      <a:pt x="132" y="237"/>
                    </a:lnTo>
                    <a:lnTo>
                      <a:pt x="142" y="246"/>
                    </a:lnTo>
                    <a:lnTo>
                      <a:pt x="142" y="246"/>
                    </a:lnTo>
                    <a:lnTo>
                      <a:pt x="142" y="246"/>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66" name="Google Shape;1466;p206"/>
              <p:cNvSpPr/>
              <p:nvPr/>
            </p:nvSpPr>
            <p:spPr>
              <a:xfrm>
                <a:off x="2483" y="2907"/>
                <a:ext cx="182" cy="246"/>
              </a:xfrm>
              <a:custGeom>
                <a:avLst/>
                <a:gdLst/>
                <a:ahLst/>
                <a:cxnLst/>
                <a:rect l="l" t="t" r="r" b="b"/>
                <a:pathLst>
                  <a:path w="182" h="246" extrusionOk="0">
                    <a:moveTo>
                      <a:pt x="142" y="246"/>
                    </a:moveTo>
                    <a:lnTo>
                      <a:pt x="142" y="246"/>
                    </a:lnTo>
                    <a:lnTo>
                      <a:pt x="151" y="208"/>
                    </a:lnTo>
                    <a:lnTo>
                      <a:pt x="142" y="180"/>
                    </a:lnTo>
                    <a:lnTo>
                      <a:pt x="151" y="180"/>
                    </a:lnTo>
                    <a:lnTo>
                      <a:pt x="142" y="170"/>
                    </a:lnTo>
                    <a:lnTo>
                      <a:pt x="142" y="161"/>
                    </a:lnTo>
                    <a:lnTo>
                      <a:pt x="182" y="161"/>
                    </a:lnTo>
                    <a:lnTo>
                      <a:pt x="182" y="142"/>
                    </a:lnTo>
                    <a:lnTo>
                      <a:pt x="172" y="123"/>
                    </a:lnTo>
                    <a:lnTo>
                      <a:pt x="182" y="94"/>
                    </a:lnTo>
                    <a:lnTo>
                      <a:pt x="151" y="94"/>
                    </a:lnTo>
                    <a:lnTo>
                      <a:pt x="142" y="85"/>
                    </a:lnTo>
                    <a:lnTo>
                      <a:pt x="111" y="85"/>
                    </a:lnTo>
                    <a:lnTo>
                      <a:pt x="102" y="73"/>
                    </a:lnTo>
                    <a:lnTo>
                      <a:pt x="102" y="66"/>
                    </a:lnTo>
                    <a:lnTo>
                      <a:pt x="92" y="45"/>
                    </a:lnTo>
                    <a:lnTo>
                      <a:pt x="102" y="28"/>
                    </a:lnTo>
                    <a:lnTo>
                      <a:pt x="111" y="16"/>
                    </a:lnTo>
                    <a:lnTo>
                      <a:pt x="123" y="9"/>
                    </a:lnTo>
                    <a:lnTo>
                      <a:pt x="111" y="0"/>
                    </a:lnTo>
                    <a:lnTo>
                      <a:pt x="92" y="16"/>
                    </a:lnTo>
                    <a:lnTo>
                      <a:pt x="61" y="28"/>
                    </a:lnTo>
                    <a:lnTo>
                      <a:pt x="52" y="45"/>
                    </a:lnTo>
                    <a:lnTo>
                      <a:pt x="31" y="57"/>
                    </a:lnTo>
                    <a:lnTo>
                      <a:pt x="31" y="73"/>
                    </a:lnTo>
                    <a:lnTo>
                      <a:pt x="21" y="57"/>
                    </a:lnTo>
                    <a:lnTo>
                      <a:pt x="31" y="66"/>
                    </a:lnTo>
                    <a:lnTo>
                      <a:pt x="21" y="73"/>
                    </a:lnTo>
                    <a:lnTo>
                      <a:pt x="21" y="85"/>
                    </a:lnTo>
                    <a:lnTo>
                      <a:pt x="21" y="94"/>
                    </a:lnTo>
                    <a:lnTo>
                      <a:pt x="21" y="132"/>
                    </a:lnTo>
                    <a:lnTo>
                      <a:pt x="31" y="132"/>
                    </a:lnTo>
                    <a:lnTo>
                      <a:pt x="21" y="151"/>
                    </a:lnTo>
                    <a:lnTo>
                      <a:pt x="9" y="151"/>
                    </a:lnTo>
                    <a:lnTo>
                      <a:pt x="9" y="161"/>
                    </a:lnTo>
                    <a:lnTo>
                      <a:pt x="0" y="161"/>
                    </a:lnTo>
                    <a:lnTo>
                      <a:pt x="0" y="170"/>
                    </a:lnTo>
                    <a:lnTo>
                      <a:pt x="31" y="189"/>
                    </a:lnTo>
                    <a:lnTo>
                      <a:pt x="52" y="180"/>
                    </a:lnTo>
                    <a:lnTo>
                      <a:pt x="61" y="189"/>
                    </a:lnTo>
                    <a:lnTo>
                      <a:pt x="83" y="208"/>
                    </a:lnTo>
                    <a:lnTo>
                      <a:pt x="92" y="227"/>
                    </a:lnTo>
                    <a:lnTo>
                      <a:pt x="132" y="218"/>
                    </a:lnTo>
                    <a:lnTo>
                      <a:pt x="142" y="227"/>
                    </a:lnTo>
                    <a:lnTo>
                      <a:pt x="142" y="237"/>
                    </a:lnTo>
                    <a:lnTo>
                      <a:pt x="132" y="237"/>
                    </a:lnTo>
                    <a:lnTo>
                      <a:pt x="142" y="246"/>
                    </a:lnTo>
                    <a:lnTo>
                      <a:pt x="142" y="246"/>
                    </a:lnTo>
                    <a:lnTo>
                      <a:pt x="142" y="246"/>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67" name="Google Shape;1467;p206"/>
              <p:cNvSpPr/>
              <p:nvPr/>
            </p:nvSpPr>
            <p:spPr>
              <a:xfrm>
                <a:off x="2452" y="3077"/>
                <a:ext cx="90" cy="95"/>
              </a:xfrm>
              <a:custGeom>
                <a:avLst/>
                <a:gdLst/>
                <a:ahLst/>
                <a:cxnLst/>
                <a:rect l="l" t="t" r="r" b="b"/>
                <a:pathLst>
                  <a:path w="90" h="95" extrusionOk="0">
                    <a:moveTo>
                      <a:pt x="90" y="17"/>
                    </a:moveTo>
                    <a:lnTo>
                      <a:pt x="90" y="17"/>
                    </a:lnTo>
                    <a:lnTo>
                      <a:pt x="80" y="10"/>
                    </a:lnTo>
                    <a:lnTo>
                      <a:pt x="62" y="17"/>
                    </a:lnTo>
                    <a:lnTo>
                      <a:pt x="31" y="0"/>
                    </a:lnTo>
                    <a:lnTo>
                      <a:pt x="10" y="10"/>
                    </a:lnTo>
                    <a:lnTo>
                      <a:pt x="10" y="17"/>
                    </a:lnTo>
                    <a:lnTo>
                      <a:pt x="0" y="29"/>
                    </a:lnTo>
                    <a:lnTo>
                      <a:pt x="0" y="48"/>
                    </a:lnTo>
                    <a:lnTo>
                      <a:pt x="10" y="67"/>
                    </a:lnTo>
                    <a:lnTo>
                      <a:pt x="10" y="57"/>
                    </a:lnTo>
                    <a:lnTo>
                      <a:pt x="21" y="57"/>
                    </a:lnTo>
                    <a:lnTo>
                      <a:pt x="10" y="67"/>
                    </a:lnTo>
                    <a:lnTo>
                      <a:pt x="0" y="85"/>
                    </a:lnTo>
                    <a:lnTo>
                      <a:pt x="21" y="95"/>
                    </a:lnTo>
                    <a:lnTo>
                      <a:pt x="50" y="67"/>
                    </a:lnTo>
                    <a:lnTo>
                      <a:pt x="71" y="57"/>
                    </a:lnTo>
                    <a:lnTo>
                      <a:pt x="80" y="48"/>
                    </a:lnTo>
                    <a:lnTo>
                      <a:pt x="90" y="29"/>
                    </a:lnTo>
                    <a:lnTo>
                      <a:pt x="80" y="17"/>
                    </a:lnTo>
                    <a:lnTo>
                      <a:pt x="90" y="17"/>
                    </a:lnTo>
                    <a:lnTo>
                      <a:pt x="90" y="17"/>
                    </a:lnTo>
                    <a:lnTo>
                      <a:pt x="90" y="1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68" name="Google Shape;1468;p206"/>
              <p:cNvSpPr/>
              <p:nvPr/>
            </p:nvSpPr>
            <p:spPr>
              <a:xfrm>
                <a:off x="2452" y="3077"/>
                <a:ext cx="90" cy="95"/>
              </a:xfrm>
              <a:custGeom>
                <a:avLst/>
                <a:gdLst/>
                <a:ahLst/>
                <a:cxnLst/>
                <a:rect l="l" t="t" r="r" b="b"/>
                <a:pathLst>
                  <a:path w="90" h="95" extrusionOk="0">
                    <a:moveTo>
                      <a:pt x="90" y="17"/>
                    </a:moveTo>
                    <a:lnTo>
                      <a:pt x="90" y="17"/>
                    </a:lnTo>
                    <a:lnTo>
                      <a:pt x="80" y="10"/>
                    </a:lnTo>
                    <a:lnTo>
                      <a:pt x="62" y="17"/>
                    </a:lnTo>
                    <a:lnTo>
                      <a:pt x="31" y="0"/>
                    </a:lnTo>
                    <a:lnTo>
                      <a:pt x="10" y="10"/>
                    </a:lnTo>
                    <a:lnTo>
                      <a:pt x="10" y="17"/>
                    </a:lnTo>
                    <a:lnTo>
                      <a:pt x="0" y="29"/>
                    </a:lnTo>
                    <a:lnTo>
                      <a:pt x="0" y="48"/>
                    </a:lnTo>
                    <a:lnTo>
                      <a:pt x="10" y="67"/>
                    </a:lnTo>
                    <a:lnTo>
                      <a:pt x="10" y="57"/>
                    </a:lnTo>
                    <a:lnTo>
                      <a:pt x="21" y="57"/>
                    </a:lnTo>
                    <a:lnTo>
                      <a:pt x="10" y="67"/>
                    </a:lnTo>
                    <a:lnTo>
                      <a:pt x="0" y="85"/>
                    </a:lnTo>
                    <a:lnTo>
                      <a:pt x="21" y="95"/>
                    </a:lnTo>
                    <a:lnTo>
                      <a:pt x="50" y="67"/>
                    </a:lnTo>
                    <a:lnTo>
                      <a:pt x="71" y="57"/>
                    </a:lnTo>
                    <a:lnTo>
                      <a:pt x="80" y="48"/>
                    </a:lnTo>
                    <a:lnTo>
                      <a:pt x="90" y="29"/>
                    </a:lnTo>
                    <a:lnTo>
                      <a:pt x="80" y="17"/>
                    </a:lnTo>
                    <a:lnTo>
                      <a:pt x="90" y="17"/>
                    </a:lnTo>
                    <a:lnTo>
                      <a:pt x="90" y="17"/>
                    </a:lnTo>
                    <a:lnTo>
                      <a:pt x="90" y="17"/>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69" name="Google Shape;1469;p206"/>
              <p:cNvSpPr/>
              <p:nvPr/>
            </p:nvSpPr>
            <p:spPr>
              <a:xfrm>
                <a:off x="2440" y="3096"/>
                <a:ext cx="208" cy="275"/>
              </a:xfrm>
              <a:custGeom>
                <a:avLst/>
                <a:gdLst/>
                <a:ahLst/>
                <a:cxnLst/>
                <a:rect l="l" t="t" r="r" b="b"/>
                <a:pathLst>
                  <a:path w="208" h="275" extrusionOk="0">
                    <a:moveTo>
                      <a:pt x="197" y="161"/>
                    </a:moveTo>
                    <a:lnTo>
                      <a:pt x="197" y="161"/>
                    </a:lnTo>
                    <a:lnTo>
                      <a:pt x="175" y="161"/>
                    </a:lnTo>
                    <a:lnTo>
                      <a:pt x="175" y="142"/>
                    </a:lnTo>
                    <a:lnTo>
                      <a:pt x="154" y="152"/>
                    </a:lnTo>
                    <a:lnTo>
                      <a:pt x="135" y="142"/>
                    </a:lnTo>
                    <a:lnTo>
                      <a:pt x="123" y="114"/>
                    </a:lnTo>
                    <a:lnTo>
                      <a:pt x="145" y="76"/>
                    </a:lnTo>
                    <a:lnTo>
                      <a:pt x="185" y="57"/>
                    </a:lnTo>
                    <a:lnTo>
                      <a:pt x="175" y="48"/>
                    </a:lnTo>
                    <a:lnTo>
                      <a:pt x="185" y="48"/>
                    </a:lnTo>
                    <a:lnTo>
                      <a:pt x="185" y="38"/>
                    </a:lnTo>
                    <a:lnTo>
                      <a:pt x="175" y="29"/>
                    </a:lnTo>
                    <a:lnTo>
                      <a:pt x="135" y="38"/>
                    </a:lnTo>
                    <a:lnTo>
                      <a:pt x="123" y="19"/>
                    </a:lnTo>
                    <a:lnTo>
                      <a:pt x="104" y="0"/>
                    </a:lnTo>
                    <a:lnTo>
                      <a:pt x="92" y="0"/>
                    </a:lnTo>
                    <a:lnTo>
                      <a:pt x="104" y="10"/>
                    </a:lnTo>
                    <a:lnTo>
                      <a:pt x="92" y="29"/>
                    </a:lnTo>
                    <a:lnTo>
                      <a:pt x="83" y="38"/>
                    </a:lnTo>
                    <a:lnTo>
                      <a:pt x="62" y="48"/>
                    </a:lnTo>
                    <a:lnTo>
                      <a:pt x="31" y="76"/>
                    </a:lnTo>
                    <a:lnTo>
                      <a:pt x="12" y="66"/>
                    </a:lnTo>
                    <a:lnTo>
                      <a:pt x="22" y="48"/>
                    </a:lnTo>
                    <a:lnTo>
                      <a:pt x="0" y="66"/>
                    </a:lnTo>
                    <a:lnTo>
                      <a:pt x="12" y="85"/>
                    </a:lnTo>
                    <a:lnTo>
                      <a:pt x="0" y="85"/>
                    </a:lnTo>
                    <a:lnTo>
                      <a:pt x="22" y="104"/>
                    </a:lnTo>
                    <a:lnTo>
                      <a:pt x="43" y="123"/>
                    </a:lnTo>
                    <a:lnTo>
                      <a:pt x="92" y="218"/>
                    </a:lnTo>
                    <a:lnTo>
                      <a:pt x="175" y="275"/>
                    </a:lnTo>
                    <a:lnTo>
                      <a:pt x="197" y="265"/>
                    </a:lnTo>
                    <a:lnTo>
                      <a:pt x="208" y="246"/>
                    </a:lnTo>
                    <a:lnTo>
                      <a:pt x="197" y="237"/>
                    </a:lnTo>
                    <a:lnTo>
                      <a:pt x="208" y="180"/>
                    </a:lnTo>
                    <a:lnTo>
                      <a:pt x="197" y="161"/>
                    </a:lnTo>
                    <a:lnTo>
                      <a:pt x="197" y="161"/>
                    </a:lnTo>
                    <a:lnTo>
                      <a:pt x="197" y="16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70" name="Google Shape;1470;p206"/>
              <p:cNvSpPr/>
              <p:nvPr/>
            </p:nvSpPr>
            <p:spPr>
              <a:xfrm>
                <a:off x="2440" y="3096"/>
                <a:ext cx="208" cy="275"/>
              </a:xfrm>
              <a:custGeom>
                <a:avLst/>
                <a:gdLst/>
                <a:ahLst/>
                <a:cxnLst/>
                <a:rect l="l" t="t" r="r" b="b"/>
                <a:pathLst>
                  <a:path w="208" h="275" extrusionOk="0">
                    <a:moveTo>
                      <a:pt x="197" y="161"/>
                    </a:moveTo>
                    <a:lnTo>
                      <a:pt x="197" y="161"/>
                    </a:lnTo>
                    <a:lnTo>
                      <a:pt x="175" y="161"/>
                    </a:lnTo>
                    <a:lnTo>
                      <a:pt x="175" y="142"/>
                    </a:lnTo>
                    <a:lnTo>
                      <a:pt x="154" y="152"/>
                    </a:lnTo>
                    <a:lnTo>
                      <a:pt x="135" y="142"/>
                    </a:lnTo>
                    <a:lnTo>
                      <a:pt x="123" y="114"/>
                    </a:lnTo>
                    <a:lnTo>
                      <a:pt x="145" y="76"/>
                    </a:lnTo>
                    <a:lnTo>
                      <a:pt x="185" y="57"/>
                    </a:lnTo>
                    <a:lnTo>
                      <a:pt x="175" y="48"/>
                    </a:lnTo>
                    <a:lnTo>
                      <a:pt x="185" y="48"/>
                    </a:lnTo>
                    <a:lnTo>
                      <a:pt x="185" y="38"/>
                    </a:lnTo>
                    <a:lnTo>
                      <a:pt x="175" y="29"/>
                    </a:lnTo>
                    <a:lnTo>
                      <a:pt x="135" y="38"/>
                    </a:lnTo>
                    <a:lnTo>
                      <a:pt x="123" y="19"/>
                    </a:lnTo>
                    <a:lnTo>
                      <a:pt x="104" y="0"/>
                    </a:lnTo>
                    <a:lnTo>
                      <a:pt x="92" y="0"/>
                    </a:lnTo>
                    <a:lnTo>
                      <a:pt x="104" y="10"/>
                    </a:lnTo>
                    <a:lnTo>
                      <a:pt x="92" y="29"/>
                    </a:lnTo>
                    <a:lnTo>
                      <a:pt x="83" y="38"/>
                    </a:lnTo>
                    <a:lnTo>
                      <a:pt x="62" y="48"/>
                    </a:lnTo>
                    <a:lnTo>
                      <a:pt x="31" y="76"/>
                    </a:lnTo>
                    <a:lnTo>
                      <a:pt x="12" y="66"/>
                    </a:lnTo>
                    <a:lnTo>
                      <a:pt x="22" y="48"/>
                    </a:lnTo>
                    <a:lnTo>
                      <a:pt x="0" y="66"/>
                    </a:lnTo>
                    <a:lnTo>
                      <a:pt x="12" y="85"/>
                    </a:lnTo>
                    <a:lnTo>
                      <a:pt x="0" y="85"/>
                    </a:lnTo>
                    <a:lnTo>
                      <a:pt x="22" y="104"/>
                    </a:lnTo>
                    <a:lnTo>
                      <a:pt x="43" y="123"/>
                    </a:lnTo>
                    <a:lnTo>
                      <a:pt x="92" y="218"/>
                    </a:lnTo>
                    <a:lnTo>
                      <a:pt x="175" y="275"/>
                    </a:lnTo>
                    <a:lnTo>
                      <a:pt x="197" y="265"/>
                    </a:lnTo>
                    <a:lnTo>
                      <a:pt x="208" y="246"/>
                    </a:lnTo>
                    <a:lnTo>
                      <a:pt x="197" y="237"/>
                    </a:lnTo>
                    <a:lnTo>
                      <a:pt x="208" y="180"/>
                    </a:lnTo>
                    <a:lnTo>
                      <a:pt x="197" y="161"/>
                    </a:lnTo>
                    <a:lnTo>
                      <a:pt x="197" y="161"/>
                    </a:lnTo>
                    <a:lnTo>
                      <a:pt x="197" y="16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71" name="Google Shape;1471;p206"/>
              <p:cNvSpPr/>
              <p:nvPr/>
            </p:nvSpPr>
            <p:spPr>
              <a:xfrm>
                <a:off x="2634" y="3238"/>
                <a:ext cx="187" cy="209"/>
              </a:xfrm>
              <a:custGeom>
                <a:avLst/>
                <a:gdLst/>
                <a:ahLst/>
                <a:cxnLst/>
                <a:rect l="l" t="t" r="r" b="b"/>
                <a:pathLst>
                  <a:path w="187" h="209" extrusionOk="0">
                    <a:moveTo>
                      <a:pt x="187" y="161"/>
                    </a:moveTo>
                    <a:lnTo>
                      <a:pt x="187" y="161"/>
                    </a:lnTo>
                    <a:lnTo>
                      <a:pt x="187" y="133"/>
                    </a:lnTo>
                    <a:lnTo>
                      <a:pt x="178" y="114"/>
                    </a:lnTo>
                    <a:lnTo>
                      <a:pt x="178" y="104"/>
                    </a:lnTo>
                    <a:lnTo>
                      <a:pt x="156" y="104"/>
                    </a:lnTo>
                    <a:lnTo>
                      <a:pt x="147" y="85"/>
                    </a:lnTo>
                    <a:lnTo>
                      <a:pt x="147" y="76"/>
                    </a:lnTo>
                    <a:lnTo>
                      <a:pt x="135" y="57"/>
                    </a:lnTo>
                    <a:lnTo>
                      <a:pt x="74" y="38"/>
                    </a:lnTo>
                    <a:lnTo>
                      <a:pt x="62" y="29"/>
                    </a:lnTo>
                    <a:lnTo>
                      <a:pt x="62" y="0"/>
                    </a:lnTo>
                    <a:lnTo>
                      <a:pt x="43" y="0"/>
                    </a:lnTo>
                    <a:lnTo>
                      <a:pt x="21" y="19"/>
                    </a:lnTo>
                    <a:lnTo>
                      <a:pt x="0" y="19"/>
                    </a:lnTo>
                    <a:lnTo>
                      <a:pt x="12" y="38"/>
                    </a:lnTo>
                    <a:lnTo>
                      <a:pt x="0" y="95"/>
                    </a:lnTo>
                    <a:lnTo>
                      <a:pt x="12" y="104"/>
                    </a:lnTo>
                    <a:lnTo>
                      <a:pt x="0" y="123"/>
                    </a:lnTo>
                    <a:lnTo>
                      <a:pt x="12" y="152"/>
                    </a:lnTo>
                    <a:lnTo>
                      <a:pt x="12" y="161"/>
                    </a:lnTo>
                    <a:lnTo>
                      <a:pt x="21" y="209"/>
                    </a:lnTo>
                    <a:lnTo>
                      <a:pt x="31" y="209"/>
                    </a:lnTo>
                    <a:lnTo>
                      <a:pt x="52" y="190"/>
                    </a:lnTo>
                    <a:lnTo>
                      <a:pt x="85" y="199"/>
                    </a:lnTo>
                    <a:lnTo>
                      <a:pt x="95" y="190"/>
                    </a:lnTo>
                    <a:lnTo>
                      <a:pt x="116" y="199"/>
                    </a:lnTo>
                    <a:lnTo>
                      <a:pt x="126" y="152"/>
                    </a:lnTo>
                    <a:lnTo>
                      <a:pt x="166" y="152"/>
                    </a:lnTo>
                    <a:lnTo>
                      <a:pt x="187" y="161"/>
                    </a:lnTo>
                    <a:lnTo>
                      <a:pt x="187" y="161"/>
                    </a:lnTo>
                    <a:lnTo>
                      <a:pt x="187" y="16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72" name="Google Shape;1472;p206"/>
              <p:cNvSpPr/>
              <p:nvPr/>
            </p:nvSpPr>
            <p:spPr>
              <a:xfrm>
                <a:off x="2634" y="3238"/>
                <a:ext cx="187" cy="209"/>
              </a:xfrm>
              <a:custGeom>
                <a:avLst/>
                <a:gdLst/>
                <a:ahLst/>
                <a:cxnLst/>
                <a:rect l="l" t="t" r="r" b="b"/>
                <a:pathLst>
                  <a:path w="187" h="209" extrusionOk="0">
                    <a:moveTo>
                      <a:pt x="187" y="161"/>
                    </a:moveTo>
                    <a:lnTo>
                      <a:pt x="187" y="161"/>
                    </a:lnTo>
                    <a:lnTo>
                      <a:pt x="187" y="133"/>
                    </a:lnTo>
                    <a:lnTo>
                      <a:pt x="178" y="114"/>
                    </a:lnTo>
                    <a:lnTo>
                      <a:pt x="178" y="104"/>
                    </a:lnTo>
                    <a:lnTo>
                      <a:pt x="156" y="104"/>
                    </a:lnTo>
                    <a:lnTo>
                      <a:pt x="147" y="85"/>
                    </a:lnTo>
                    <a:lnTo>
                      <a:pt x="147" y="76"/>
                    </a:lnTo>
                    <a:lnTo>
                      <a:pt x="135" y="57"/>
                    </a:lnTo>
                    <a:lnTo>
                      <a:pt x="74" y="38"/>
                    </a:lnTo>
                    <a:lnTo>
                      <a:pt x="62" y="29"/>
                    </a:lnTo>
                    <a:lnTo>
                      <a:pt x="62" y="0"/>
                    </a:lnTo>
                    <a:lnTo>
                      <a:pt x="43" y="0"/>
                    </a:lnTo>
                    <a:lnTo>
                      <a:pt x="21" y="19"/>
                    </a:lnTo>
                    <a:lnTo>
                      <a:pt x="0" y="19"/>
                    </a:lnTo>
                    <a:lnTo>
                      <a:pt x="12" y="38"/>
                    </a:lnTo>
                    <a:lnTo>
                      <a:pt x="0" y="95"/>
                    </a:lnTo>
                    <a:lnTo>
                      <a:pt x="12" y="104"/>
                    </a:lnTo>
                    <a:lnTo>
                      <a:pt x="0" y="123"/>
                    </a:lnTo>
                    <a:lnTo>
                      <a:pt x="12" y="152"/>
                    </a:lnTo>
                    <a:lnTo>
                      <a:pt x="12" y="161"/>
                    </a:lnTo>
                    <a:lnTo>
                      <a:pt x="21" y="209"/>
                    </a:lnTo>
                    <a:lnTo>
                      <a:pt x="31" y="209"/>
                    </a:lnTo>
                    <a:lnTo>
                      <a:pt x="52" y="190"/>
                    </a:lnTo>
                    <a:lnTo>
                      <a:pt x="85" y="199"/>
                    </a:lnTo>
                    <a:lnTo>
                      <a:pt x="95" y="190"/>
                    </a:lnTo>
                    <a:lnTo>
                      <a:pt x="116" y="199"/>
                    </a:lnTo>
                    <a:lnTo>
                      <a:pt x="126" y="152"/>
                    </a:lnTo>
                    <a:lnTo>
                      <a:pt x="166" y="152"/>
                    </a:lnTo>
                    <a:lnTo>
                      <a:pt x="187" y="161"/>
                    </a:lnTo>
                    <a:lnTo>
                      <a:pt x="187" y="161"/>
                    </a:lnTo>
                    <a:lnTo>
                      <a:pt x="187" y="16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73" name="Google Shape;1473;p206"/>
              <p:cNvSpPr/>
              <p:nvPr/>
            </p:nvSpPr>
            <p:spPr>
              <a:xfrm>
                <a:off x="2748" y="3390"/>
                <a:ext cx="135" cy="130"/>
              </a:xfrm>
              <a:custGeom>
                <a:avLst/>
                <a:gdLst/>
                <a:ahLst/>
                <a:cxnLst/>
                <a:rect l="l" t="t" r="r" b="b"/>
                <a:pathLst>
                  <a:path w="135" h="130" extrusionOk="0">
                    <a:moveTo>
                      <a:pt x="125" y="94"/>
                    </a:moveTo>
                    <a:lnTo>
                      <a:pt x="125" y="94"/>
                    </a:lnTo>
                    <a:lnTo>
                      <a:pt x="135" y="73"/>
                    </a:lnTo>
                    <a:lnTo>
                      <a:pt x="113" y="66"/>
                    </a:lnTo>
                    <a:lnTo>
                      <a:pt x="113" y="45"/>
                    </a:lnTo>
                    <a:lnTo>
                      <a:pt x="104" y="45"/>
                    </a:lnTo>
                    <a:lnTo>
                      <a:pt x="73" y="38"/>
                    </a:lnTo>
                    <a:lnTo>
                      <a:pt x="73" y="9"/>
                    </a:lnTo>
                    <a:lnTo>
                      <a:pt x="52" y="0"/>
                    </a:lnTo>
                    <a:lnTo>
                      <a:pt x="9" y="0"/>
                    </a:lnTo>
                    <a:lnTo>
                      <a:pt x="0" y="45"/>
                    </a:lnTo>
                    <a:lnTo>
                      <a:pt x="19" y="73"/>
                    </a:lnTo>
                    <a:lnTo>
                      <a:pt x="52" y="73"/>
                    </a:lnTo>
                    <a:lnTo>
                      <a:pt x="73" y="94"/>
                    </a:lnTo>
                    <a:lnTo>
                      <a:pt x="73" y="102"/>
                    </a:lnTo>
                    <a:lnTo>
                      <a:pt x="61" y="120"/>
                    </a:lnTo>
                    <a:lnTo>
                      <a:pt x="94" y="130"/>
                    </a:lnTo>
                    <a:lnTo>
                      <a:pt x="104" y="120"/>
                    </a:lnTo>
                    <a:lnTo>
                      <a:pt x="125" y="113"/>
                    </a:lnTo>
                    <a:lnTo>
                      <a:pt x="125" y="94"/>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74" name="Google Shape;1474;p206"/>
              <p:cNvSpPr/>
              <p:nvPr/>
            </p:nvSpPr>
            <p:spPr>
              <a:xfrm>
                <a:off x="2748" y="3390"/>
                <a:ext cx="135" cy="130"/>
              </a:xfrm>
              <a:custGeom>
                <a:avLst/>
                <a:gdLst/>
                <a:ahLst/>
                <a:cxnLst/>
                <a:rect l="l" t="t" r="r" b="b"/>
                <a:pathLst>
                  <a:path w="135" h="130" extrusionOk="0">
                    <a:moveTo>
                      <a:pt x="125" y="94"/>
                    </a:moveTo>
                    <a:lnTo>
                      <a:pt x="125" y="94"/>
                    </a:lnTo>
                    <a:lnTo>
                      <a:pt x="135" y="73"/>
                    </a:lnTo>
                    <a:lnTo>
                      <a:pt x="113" y="66"/>
                    </a:lnTo>
                    <a:lnTo>
                      <a:pt x="113" y="45"/>
                    </a:lnTo>
                    <a:lnTo>
                      <a:pt x="104" y="45"/>
                    </a:lnTo>
                    <a:lnTo>
                      <a:pt x="73" y="38"/>
                    </a:lnTo>
                    <a:lnTo>
                      <a:pt x="73" y="9"/>
                    </a:lnTo>
                    <a:lnTo>
                      <a:pt x="52" y="0"/>
                    </a:lnTo>
                    <a:lnTo>
                      <a:pt x="9" y="0"/>
                    </a:lnTo>
                    <a:lnTo>
                      <a:pt x="0" y="45"/>
                    </a:lnTo>
                    <a:lnTo>
                      <a:pt x="19" y="73"/>
                    </a:lnTo>
                    <a:lnTo>
                      <a:pt x="52" y="73"/>
                    </a:lnTo>
                    <a:lnTo>
                      <a:pt x="73" y="94"/>
                    </a:lnTo>
                    <a:lnTo>
                      <a:pt x="73" y="102"/>
                    </a:lnTo>
                    <a:lnTo>
                      <a:pt x="61" y="120"/>
                    </a:lnTo>
                    <a:lnTo>
                      <a:pt x="94" y="130"/>
                    </a:lnTo>
                    <a:lnTo>
                      <a:pt x="104" y="120"/>
                    </a:lnTo>
                    <a:lnTo>
                      <a:pt x="125" y="113"/>
                    </a:lnTo>
                    <a:lnTo>
                      <a:pt x="125" y="94"/>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75" name="Google Shape;1475;p206"/>
              <p:cNvSpPr/>
              <p:nvPr/>
            </p:nvSpPr>
            <p:spPr>
              <a:xfrm>
                <a:off x="2748" y="3390"/>
                <a:ext cx="135" cy="130"/>
              </a:xfrm>
              <a:custGeom>
                <a:avLst/>
                <a:gdLst/>
                <a:ahLst/>
                <a:cxnLst/>
                <a:rect l="l" t="t" r="r" b="b"/>
                <a:pathLst>
                  <a:path w="135" h="130" extrusionOk="0">
                    <a:moveTo>
                      <a:pt x="125" y="94"/>
                    </a:moveTo>
                    <a:lnTo>
                      <a:pt x="125" y="94"/>
                    </a:lnTo>
                    <a:lnTo>
                      <a:pt x="135" y="73"/>
                    </a:lnTo>
                    <a:lnTo>
                      <a:pt x="113" y="66"/>
                    </a:lnTo>
                    <a:lnTo>
                      <a:pt x="113" y="45"/>
                    </a:lnTo>
                    <a:lnTo>
                      <a:pt x="104" y="45"/>
                    </a:lnTo>
                    <a:lnTo>
                      <a:pt x="73" y="38"/>
                    </a:lnTo>
                    <a:lnTo>
                      <a:pt x="73" y="9"/>
                    </a:lnTo>
                    <a:lnTo>
                      <a:pt x="52" y="0"/>
                    </a:lnTo>
                    <a:lnTo>
                      <a:pt x="9" y="0"/>
                    </a:lnTo>
                    <a:lnTo>
                      <a:pt x="0" y="45"/>
                    </a:lnTo>
                    <a:lnTo>
                      <a:pt x="19" y="73"/>
                    </a:lnTo>
                    <a:lnTo>
                      <a:pt x="52" y="73"/>
                    </a:lnTo>
                    <a:lnTo>
                      <a:pt x="73" y="94"/>
                    </a:lnTo>
                    <a:lnTo>
                      <a:pt x="73" y="102"/>
                    </a:lnTo>
                    <a:lnTo>
                      <a:pt x="61" y="120"/>
                    </a:lnTo>
                    <a:lnTo>
                      <a:pt x="94" y="130"/>
                    </a:lnTo>
                    <a:lnTo>
                      <a:pt x="104" y="120"/>
                    </a:lnTo>
                    <a:lnTo>
                      <a:pt x="125" y="113"/>
                    </a:lnTo>
                    <a:lnTo>
                      <a:pt x="125" y="94"/>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76" name="Google Shape;1476;p206"/>
              <p:cNvSpPr/>
              <p:nvPr/>
            </p:nvSpPr>
            <p:spPr>
              <a:xfrm>
                <a:off x="2573" y="3428"/>
                <a:ext cx="319" cy="587"/>
              </a:xfrm>
              <a:custGeom>
                <a:avLst/>
                <a:gdLst/>
                <a:ahLst/>
                <a:cxnLst/>
                <a:rect l="l" t="t" r="r" b="b"/>
                <a:pathLst>
                  <a:path w="319" h="587" extrusionOk="0">
                    <a:moveTo>
                      <a:pt x="236" y="208"/>
                    </a:moveTo>
                    <a:lnTo>
                      <a:pt x="236" y="208"/>
                    </a:lnTo>
                    <a:lnTo>
                      <a:pt x="258" y="142"/>
                    </a:lnTo>
                    <a:lnTo>
                      <a:pt x="298" y="94"/>
                    </a:lnTo>
                    <a:lnTo>
                      <a:pt x="319" y="85"/>
                    </a:lnTo>
                    <a:lnTo>
                      <a:pt x="310" y="56"/>
                    </a:lnTo>
                    <a:lnTo>
                      <a:pt x="298" y="56"/>
                    </a:lnTo>
                    <a:lnTo>
                      <a:pt x="298" y="75"/>
                    </a:lnTo>
                    <a:lnTo>
                      <a:pt x="279" y="85"/>
                    </a:lnTo>
                    <a:lnTo>
                      <a:pt x="267" y="94"/>
                    </a:lnTo>
                    <a:lnTo>
                      <a:pt x="236" y="85"/>
                    </a:lnTo>
                    <a:lnTo>
                      <a:pt x="248" y="66"/>
                    </a:lnTo>
                    <a:lnTo>
                      <a:pt x="248" y="56"/>
                    </a:lnTo>
                    <a:lnTo>
                      <a:pt x="227" y="38"/>
                    </a:lnTo>
                    <a:lnTo>
                      <a:pt x="196" y="38"/>
                    </a:lnTo>
                    <a:lnTo>
                      <a:pt x="175" y="9"/>
                    </a:lnTo>
                    <a:lnTo>
                      <a:pt x="156" y="0"/>
                    </a:lnTo>
                    <a:lnTo>
                      <a:pt x="144" y="9"/>
                    </a:lnTo>
                    <a:lnTo>
                      <a:pt x="113" y="0"/>
                    </a:lnTo>
                    <a:lnTo>
                      <a:pt x="92" y="19"/>
                    </a:lnTo>
                    <a:lnTo>
                      <a:pt x="92" y="38"/>
                    </a:lnTo>
                    <a:lnTo>
                      <a:pt x="73" y="47"/>
                    </a:lnTo>
                    <a:lnTo>
                      <a:pt x="82" y="75"/>
                    </a:lnTo>
                    <a:lnTo>
                      <a:pt x="61" y="104"/>
                    </a:lnTo>
                    <a:lnTo>
                      <a:pt x="42" y="161"/>
                    </a:lnTo>
                    <a:lnTo>
                      <a:pt x="52" y="199"/>
                    </a:lnTo>
                    <a:lnTo>
                      <a:pt x="42" y="227"/>
                    </a:lnTo>
                    <a:lnTo>
                      <a:pt x="42" y="246"/>
                    </a:lnTo>
                    <a:lnTo>
                      <a:pt x="30" y="255"/>
                    </a:lnTo>
                    <a:lnTo>
                      <a:pt x="30" y="293"/>
                    </a:lnTo>
                    <a:lnTo>
                      <a:pt x="21" y="312"/>
                    </a:lnTo>
                    <a:lnTo>
                      <a:pt x="21" y="350"/>
                    </a:lnTo>
                    <a:lnTo>
                      <a:pt x="21" y="369"/>
                    </a:lnTo>
                    <a:lnTo>
                      <a:pt x="21" y="407"/>
                    </a:lnTo>
                    <a:lnTo>
                      <a:pt x="30" y="407"/>
                    </a:lnTo>
                    <a:lnTo>
                      <a:pt x="30" y="416"/>
                    </a:lnTo>
                    <a:lnTo>
                      <a:pt x="21" y="416"/>
                    </a:lnTo>
                    <a:lnTo>
                      <a:pt x="30" y="416"/>
                    </a:lnTo>
                    <a:lnTo>
                      <a:pt x="21" y="454"/>
                    </a:lnTo>
                    <a:lnTo>
                      <a:pt x="12" y="473"/>
                    </a:lnTo>
                    <a:lnTo>
                      <a:pt x="12" y="490"/>
                    </a:lnTo>
                    <a:lnTo>
                      <a:pt x="0" y="518"/>
                    </a:lnTo>
                    <a:lnTo>
                      <a:pt x="0" y="539"/>
                    </a:lnTo>
                    <a:lnTo>
                      <a:pt x="0" y="547"/>
                    </a:lnTo>
                    <a:lnTo>
                      <a:pt x="12" y="539"/>
                    </a:lnTo>
                    <a:lnTo>
                      <a:pt x="12" y="565"/>
                    </a:lnTo>
                    <a:lnTo>
                      <a:pt x="21" y="575"/>
                    </a:lnTo>
                    <a:lnTo>
                      <a:pt x="52" y="575"/>
                    </a:lnTo>
                    <a:lnTo>
                      <a:pt x="73" y="575"/>
                    </a:lnTo>
                    <a:lnTo>
                      <a:pt x="73" y="587"/>
                    </a:lnTo>
                    <a:lnTo>
                      <a:pt x="61" y="547"/>
                    </a:lnTo>
                    <a:lnTo>
                      <a:pt x="73" y="539"/>
                    </a:lnTo>
                    <a:lnTo>
                      <a:pt x="82" y="530"/>
                    </a:lnTo>
                    <a:lnTo>
                      <a:pt x="92" y="502"/>
                    </a:lnTo>
                    <a:lnTo>
                      <a:pt x="125" y="483"/>
                    </a:lnTo>
                    <a:lnTo>
                      <a:pt x="125" y="461"/>
                    </a:lnTo>
                    <a:lnTo>
                      <a:pt x="113" y="461"/>
                    </a:lnTo>
                    <a:lnTo>
                      <a:pt x="92" y="445"/>
                    </a:lnTo>
                    <a:lnTo>
                      <a:pt x="92" y="433"/>
                    </a:lnTo>
                    <a:lnTo>
                      <a:pt x="104" y="426"/>
                    </a:lnTo>
                    <a:lnTo>
                      <a:pt x="125" y="416"/>
                    </a:lnTo>
                    <a:lnTo>
                      <a:pt x="125" y="407"/>
                    </a:lnTo>
                    <a:lnTo>
                      <a:pt x="135" y="407"/>
                    </a:lnTo>
                    <a:lnTo>
                      <a:pt x="135" y="388"/>
                    </a:lnTo>
                    <a:lnTo>
                      <a:pt x="144" y="378"/>
                    </a:lnTo>
                    <a:lnTo>
                      <a:pt x="135" y="369"/>
                    </a:lnTo>
                    <a:lnTo>
                      <a:pt x="144" y="369"/>
                    </a:lnTo>
                    <a:lnTo>
                      <a:pt x="156" y="369"/>
                    </a:lnTo>
                    <a:lnTo>
                      <a:pt x="156" y="359"/>
                    </a:lnTo>
                    <a:lnTo>
                      <a:pt x="144" y="359"/>
                    </a:lnTo>
                    <a:lnTo>
                      <a:pt x="135" y="359"/>
                    </a:lnTo>
                    <a:lnTo>
                      <a:pt x="135" y="331"/>
                    </a:lnTo>
                    <a:lnTo>
                      <a:pt x="156" y="341"/>
                    </a:lnTo>
                    <a:lnTo>
                      <a:pt x="175" y="331"/>
                    </a:lnTo>
                    <a:lnTo>
                      <a:pt x="187" y="303"/>
                    </a:lnTo>
                    <a:lnTo>
                      <a:pt x="175" y="293"/>
                    </a:lnTo>
                    <a:lnTo>
                      <a:pt x="187" y="293"/>
                    </a:lnTo>
                    <a:lnTo>
                      <a:pt x="205" y="293"/>
                    </a:lnTo>
                    <a:lnTo>
                      <a:pt x="258" y="284"/>
                    </a:lnTo>
                    <a:lnTo>
                      <a:pt x="267" y="255"/>
                    </a:lnTo>
                    <a:lnTo>
                      <a:pt x="267" y="246"/>
                    </a:lnTo>
                    <a:lnTo>
                      <a:pt x="258" y="236"/>
                    </a:lnTo>
                    <a:lnTo>
                      <a:pt x="258" y="227"/>
                    </a:lnTo>
                    <a:lnTo>
                      <a:pt x="236" y="217"/>
                    </a:lnTo>
                    <a:lnTo>
                      <a:pt x="236" y="208"/>
                    </a:lnTo>
                    <a:lnTo>
                      <a:pt x="236" y="208"/>
                    </a:lnTo>
                    <a:lnTo>
                      <a:pt x="236" y="20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77" name="Google Shape;1477;p206"/>
              <p:cNvSpPr/>
              <p:nvPr/>
            </p:nvSpPr>
            <p:spPr>
              <a:xfrm>
                <a:off x="2573" y="3428"/>
                <a:ext cx="319" cy="587"/>
              </a:xfrm>
              <a:custGeom>
                <a:avLst/>
                <a:gdLst/>
                <a:ahLst/>
                <a:cxnLst/>
                <a:rect l="l" t="t" r="r" b="b"/>
                <a:pathLst>
                  <a:path w="319" h="587" extrusionOk="0">
                    <a:moveTo>
                      <a:pt x="236" y="208"/>
                    </a:moveTo>
                    <a:lnTo>
                      <a:pt x="236" y="208"/>
                    </a:lnTo>
                    <a:lnTo>
                      <a:pt x="258" y="142"/>
                    </a:lnTo>
                    <a:lnTo>
                      <a:pt x="298" y="94"/>
                    </a:lnTo>
                    <a:lnTo>
                      <a:pt x="319" y="85"/>
                    </a:lnTo>
                    <a:lnTo>
                      <a:pt x="310" y="56"/>
                    </a:lnTo>
                    <a:lnTo>
                      <a:pt x="298" y="56"/>
                    </a:lnTo>
                    <a:lnTo>
                      <a:pt x="298" y="75"/>
                    </a:lnTo>
                    <a:lnTo>
                      <a:pt x="279" y="85"/>
                    </a:lnTo>
                    <a:lnTo>
                      <a:pt x="267" y="94"/>
                    </a:lnTo>
                    <a:lnTo>
                      <a:pt x="236" y="85"/>
                    </a:lnTo>
                    <a:lnTo>
                      <a:pt x="248" y="66"/>
                    </a:lnTo>
                    <a:lnTo>
                      <a:pt x="248" y="56"/>
                    </a:lnTo>
                    <a:lnTo>
                      <a:pt x="227" y="38"/>
                    </a:lnTo>
                    <a:lnTo>
                      <a:pt x="196" y="38"/>
                    </a:lnTo>
                    <a:lnTo>
                      <a:pt x="175" y="9"/>
                    </a:lnTo>
                    <a:lnTo>
                      <a:pt x="156" y="0"/>
                    </a:lnTo>
                    <a:lnTo>
                      <a:pt x="144" y="9"/>
                    </a:lnTo>
                    <a:lnTo>
                      <a:pt x="113" y="0"/>
                    </a:lnTo>
                    <a:lnTo>
                      <a:pt x="92" y="19"/>
                    </a:lnTo>
                    <a:lnTo>
                      <a:pt x="92" y="38"/>
                    </a:lnTo>
                    <a:lnTo>
                      <a:pt x="73" y="47"/>
                    </a:lnTo>
                    <a:lnTo>
                      <a:pt x="82" y="75"/>
                    </a:lnTo>
                    <a:lnTo>
                      <a:pt x="61" y="104"/>
                    </a:lnTo>
                    <a:lnTo>
                      <a:pt x="42" y="161"/>
                    </a:lnTo>
                    <a:lnTo>
                      <a:pt x="52" y="199"/>
                    </a:lnTo>
                    <a:lnTo>
                      <a:pt x="42" y="227"/>
                    </a:lnTo>
                    <a:lnTo>
                      <a:pt x="42" y="246"/>
                    </a:lnTo>
                    <a:lnTo>
                      <a:pt x="30" y="255"/>
                    </a:lnTo>
                    <a:lnTo>
                      <a:pt x="30" y="293"/>
                    </a:lnTo>
                    <a:lnTo>
                      <a:pt x="21" y="312"/>
                    </a:lnTo>
                    <a:lnTo>
                      <a:pt x="21" y="350"/>
                    </a:lnTo>
                    <a:lnTo>
                      <a:pt x="21" y="369"/>
                    </a:lnTo>
                    <a:lnTo>
                      <a:pt x="21" y="407"/>
                    </a:lnTo>
                    <a:lnTo>
                      <a:pt x="30" y="407"/>
                    </a:lnTo>
                    <a:lnTo>
                      <a:pt x="30" y="416"/>
                    </a:lnTo>
                    <a:lnTo>
                      <a:pt x="21" y="416"/>
                    </a:lnTo>
                    <a:lnTo>
                      <a:pt x="30" y="416"/>
                    </a:lnTo>
                    <a:lnTo>
                      <a:pt x="21" y="454"/>
                    </a:lnTo>
                    <a:lnTo>
                      <a:pt x="12" y="473"/>
                    </a:lnTo>
                    <a:lnTo>
                      <a:pt x="12" y="490"/>
                    </a:lnTo>
                    <a:lnTo>
                      <a:pt x="0" y="518"/>
                    </a:lnTo>
                    <a:lnTo>
                      <a:pt x="0" y="539"/>
                    </a:lnTo>
                    <a:lnTo>
                      <a:pt x="0" y="547"/>
                    </a:lnTo>
                    <a:lnTo>
                      <a:pt x="12" y="539"/>
                    </a:lnTo>
                    <a:lnTo>
                      <a:pt x="12" y="565"/>
                    </a:lnTo>
                    <a:lnTo>
                      <a:pt x="21" y="575"/>
                    </a:lnTo>
                    <a:lnTo>
                      <a:pt x="52" y="575"/>
                    </a:lnTo>
                    <a:lnTo>
                      <a:pt x="73" y="575"/>
                    </a:lnTo>
                    <a:lnTo>
                      <a:pt x="73" y="587"/>
                    </a:lnTo>
                    <a:lnTo>
                      <a:pt x="61" y="547"/>
                    </a:lnTo>
                    <a:lnTo>
                      <a:pt x="73" y="539"/>
                    </a:lnTo>
                    <a:lnTo>
                      <a:pt x="82" y="530"/>
                    </a:lnTo>
                    <a:lnTo>
                      <a:pt x="92" y="502"/>
                    </a:lnTo>
                    <a:lnTo>
                      <a:pt x="125" y="483"/>
                    </a:lnTo>
                    <a:lnTo>
                      <a:pt x="125" y="461"/>
                    </a:lnTo>
                    <a:lnTo>
                      <a:pt x="113" y="461"/>
                    </a:lnTo>
                    <a:lnTo>
                      <a:pt x="92" y="445"/>
                    </a:lnTo>
                    <a:lnTo>
                      <a:pt x="92" y="433"/>
                    </a:lnTo>
                    <a:lnTo>
                      <a:pt x="104" y="426"/>
                    </a:lnTo>
                    <a:lnTo>
                      <a:pt x="125" y="416"/>
                    </a:lnTo>
                    <a:lnTo>
                      <a:pt x="125" y="407"/>
                    </a:lnTo>
                    <a:lnTo>
                      <a:pt x="135" y="407"/>
                    </a:lnTo>
                    <a:lnTo>
                      <a:pt x="135" y="388"/>
                    </a:lnTo>
                    <a:lnTo>
                      <a:pt x="144" y="378"/>
                    </a:lnTo>
                    <a:lnTo>
                      <a:pt x="135" y="369"/>
                    </a:lnTo>
                    <a:lnTo>
                      <a:pt x="144" y="369"/>
                    </a:lnTo>
                    <a:lnTo>
                      <a:pt x="156" y="369"/>
                    </a:lnTo>
                    <a:lnTo>
                      <a:pt x="156" y="359"/>
                    </a:lnTo>
                    <a:lnTo>
                      <a:pt x="144" y="359"/>
                    </a:lnTo>
                    <a:lnTo>
                      <a:pt x="135" y="359"/>
                    </a:lnTo>
                    <a:lnTo>
                      <a:pt x="135" y="331"/>
                    </a:lnTo>
                    <a:lnTo>
                      <a:pt x="156" y="341"/>
                    </a:lnTo>
                    <a:lnTo>
                      <a:pt x="175" y="331"/>
                    </a:lnTo>
                    <a:lnTo>
                      <a:pt x="187" y="303"/>
                    </a:lnTo>
                    <a:lnTo>
                      <a:pt x="175" y="293"/>
                    </a:lnTo>
                    <a:lnTo>
                      <a:pt x="187" y="293"/>
                    </a:lnTo>
                    <a:lnTo>
                      <a:pt x="205" y="293"/>
                    </a:lnTo>
                    <a:lnTo>
                      <a:pt x="258" y="284"/>
                    </a:lnTo>
                    <a:lnTo>
                      <a:pt x="267" y="255"/>
                    </a:lnTo>
                    <a:lnTo>
                      <a:pt x="267" y="246"/>
                    </a:lnTo>
                    <a:lnTo>
                      <a:pt x="258" y="236"/>
                    </a:lnTo>
                    <a:lnTo>
                      <a:pt x="258" y="227"/>
                    </a:lnTo>
                    <a:lnTo>
                      <a:pt x="236" y="217"/>
                    </a:lnTo>
                    <a:lnTo>
                      <a:pt x="236" y="208"/>
                    </a:lnTo>
                    <a:lnTo>
                      <a:pt x="236" y="208"/>
                    </a:lnTo>
                    <a:lnTo>
                      <a:pt x="236" y="208"/>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78" name="Google Shape;1478;p206"/>
              <p:cNvSpPr/>
              <p:nvPr/>
            </p:nvSpPr>
            <p:spPr>
              <a:xfrm>
                <a:off x="2809" y="3570"/>
                <a:ext cx="95" cy="75"/>
              </a:xfrm>
              <a:custGeom>
                <a:avLst/>
                <a:gdLst/>
                <a:ahLst/>
                <a:cxnLst/>
                <a:rect l="l" t="t" r="r" b="b"/>
                <a:pathLst>
                  <a:path w="95" h="75" extrusionOk="0">
                    <a:moveTo>
                      <a:pt x="83" y="57"/>
                    </a:moveTo>
                    <a:lnTo>
                      <a:pt x="83" y="57"/>
                    </a:lnTo>
                    <a:lnTo>
                      <a:pt x="95" y="38"/>
                    </a:lnTo>
                    <a:lnTo>
                      <a:pt x="83" y="28"/>
                    </a:lnTo>
                    <a:lnTo>
                      <a:pt x="52" y="9"/>
                    </a:lnTo>
                    <a:lnTo>
                      <a:pt x="43" y="9"/>
                    </a:lnTo>
                    <a:lnTo>
                      <a:pt x="31" y="0"/>
                    </a:lnTo>
                    <a:lnTo>
                      <a:pt x="22" y="0"/>
                    </a:lnTo>
                    <a:lnTo>
                      <a:pt x="0" y="66"/>
                    </a:lnTo>
                    <a:lnTo>
                      <a:pt x="10" y="66"/>
                    </a:lnTo>
                    <a:lnTo>
                      <a:pt x="43" y="75"/>
                    </a:lnTo>
                    <a:lnTo>
                      <a:pt x="74" y="75"/>
                    </a:lnTo>
                    <a:lnTo>
                      <a:pt x="83" y="57"/>
                    </a:lnTo>
                    <a:lnTo>
                      <a:pt x="83" y="57"/>
                    </a:lnTo>
                    <a:lnTo>
                      <a:pt x="83" y="5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79" name="Google Shape;1479;p206"/>
              <p:cNvSpPr/>
              <p:nvPr/>
            </p:nvSpPr>
            <p:spPr>
              <a:xfrm>
                <a:off x="2809" y="3570"/>
                <a:ext cx="95" cy="75"/>
              </a:xfrm>
              <a:custGeom>
                <a:avLst/>
                <a:gdLst/>
                <a:ahLst/>
                <a:cxnLst/>
                <a:rect l="l" t="t" r="r" b="b"/>
                <a:pathLst>
                  <a:path w="95" h="75" extrusionOk="0">
                    <a:moveTo>
                      <a:pt x="83" y="57"/>
                    </a:moveTo>
                    <a:lnTo>
                      <a:pt x="83" y="57"/>
                    </a:lnTo>
                    <a:lnTo>
                      <a:pt x="95" y="38"/>
                    </a:lnTo>
                    <a:lnTo>
                      <a:pt x="83" y="28"/>
                    </a:lnTo>
                    <a:lnTo>
                      <a:pt x="52" y="9"/>
                    </a:lnTo>
                    <a:lnTo>
                      <a:pt x="43" y="9"/>
                    </a:lnTo>
                    <a:lnTo>
                      <a:pt x="31" y="0"/>
                    </a:lnTo>
                    <a:lnTo>
                      <a:pt x="22" y="0"/>
                    </a:lnTo>
                    <a:lnTo>
                      <a:pt x="0" y="66"/>
                    </a:lnTo>
                    <a:lnTo>
                      <a:pt x="10" y="66"/>
                    </a:lnTo>
                    <a:lnTo>
                      <a:pt x="43" y="75"/>
                    </a:lnTo>
                    <a:lnTo>
                      <a:pt x="74" y="75"/>
                    </a:lnTo>
                    <a:lnTo>
                      <a:pt x="83" y="57"/>
                    </a:lnTo>
                    <a:lnTo>
                      <a:pt x="83" y="57"/>
                    </a:lnTo>
                    <a:lnTo>
                      <a:pt x="83" y="57"/>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80" name="Google Shape;1480;p206"/>
              <p:cNvSpPr/>
              <p:nvPr/>
            </p:nvSpPr>
            <p:spPr>
              <a:xfrm>
                <a:off x="2566" y="3020"/>
                <a:ext cx="631" cy="607"/>
              </a:xfrm>
              <a:custGeom>
                <a:avLst/>
                <a:gdLst/>
                <a:ahLst/>
                <a:cxnLst/>
                <a:rect l="l" t="t" r="r" b="b"/>
                <a:pathLst>
                  <a:path w="631" h="607" extrusionOk="0">
                    <a:moveTo>
                      <a:pt x="366" y="17"/>
                    </a:moveTo>
                    <a:lnTo>
                      <a:pt x="366" y="17"/>
                    </a:lnTo>
                    <a:lnTo>
                      <a:pt x="357" y="17"/>
                    </a:lnTo>
                    <a:lnTo>
                      <a:pt x="335" y="38"/>
                    </a:lnTo>
                    <a:lnTo>
                      <a:pt x="324" y="45"/>
                    </a:lnTo>
                    <a:lnTo>
                      <a:pt x="314" y="38"/>
                    </a:lnTo>
                    <a:lnTo>
                      <a:pt x="295" y="38"/>
                    </a:lnTo>
                    <a:lnTo>
                      <a:pt x="283" y="45"/>
                    </a:lnTo>
                    <a:lnTo>
                      <a:pt x="274" y="45"/>
                    </a:lnTo>
                    <a:lnTo>
                      <a:pt x="243" y="57"/>
                    </a:lnTo>
                    <a:lnTo>
                      <a:pt x="234" y="57"/>
                    </a:lnTo>
                    <a:lnTo>
                      <a:pt x="222" y="38"/>
                    </a:lnTo>
                    <a:lnTo>
                      <a:pt x="222" y="8"/>
                    </a:lnTo>
                    <a:lnTo>
                      <a:pt x="222" y="0"/>
                    </a:lnTo>
                    <a:lnTo>
                      <a:pt x="212" y="0"/>
                    </a:lnTo>
                    <a:lnTo>
                      <a:pt x="203" y="8"/>
                    </a:lnTo>
                    <a:lnTo>
                      <a:pt x="172" y="17"/>
                    </a:lnTo>
                    <a:lnTo>
                      <a:pt x="142" y="8"/>
                    </a:lnTo>
                    <a:lnTo>
                      <a:pt x="151" y="17"/>
                    </a:lnTo>
                    <a:lnTo>
                      <a:pt x="151" y="38"/>
                    </a:lnTo>
                    <a:lnTo>
                      <a:pt x="160" y="45"/>
                    </a:lnTo>
                    <a:lnTo>
                      <a:pt x="130" y="67"/>
                    </a:lnTo>
                    <a:lnTo>
                      <a:pt x="120" y="67"/>
                    </a:lnTo>
                    <a:lnTo>
                      <a:pt x="111" y="57"/>
                    </a:lnTo>
                    <a:lnTo>
                      <a:pt x="99" y="45"/>
                    </a:lnTo>
                    <a:lnTo>
                      <a:pt x="59" y="45"/>
                    </a:lnTo>
                    <a:lnTo>
                      <a:pt x="59" y="57"/>
                    </a:lnTo>
                    <a:lnTo>
                      <a:pt x="71" y="67"/>
                    </a:lnTo>
                    <a:lnTo>
                      <a:pt x="59" y="67"/>
                    </a:lnTo>
                    <a:lnTo>
                      <a:pt x="71" y="95"/>
                    </a:lnTo>
                    <a:lnTo>
                      <a:pt x="59" y="131"/>
                    </a:lnTo>
                    <a:lnTo>
                      <a:pt x="19" y="152"/>
                    </a:lnTo>
                    <a:lnTo>
                      <a:pt x="0" y="187"/>
                    </a:lnTo>
                    <a:lnTo>
                      <a:pt x="9" y="218"/>
                    </a:lnTo>
                    <a:lnTo>
                      <a:pt x="28" y="228"/>
                    </a:lnTo>
                    <a:lnTo>
                      <a:pt x="49" y="218"/>
                    </a:lnTo>
                    <a:lnTo>
                      <a:pt x="49" y="237"/>
                    </a:lnTo>
                    <a:lnTo>
                      <a:pt x="71" y="237"/>
                    </a:lnTo>
                    <a:lnTo>
                      <a:pt x="89" y="237"/>
                    </a:lnTo>
                    <a:lnTo>
                      <a:pt x="111" y="218"/>
                    </a:lnTo>
                    <a:lnTo>
                      <a:pt x="130" y="218"/>
                    </a:lnTo>
                    <a:lnTo>
                      <a:pt x="130" y="247"/>
                    </a:lnTo>
                    <a:lnTo>
                      <a:pt x="142" y="256"/>
                    </a:lnTo>
                    <a:lnTo>
                      <a:pt x="203" y="275"/>
                    </a:lnTo>
                    <a:lnTo>
                      <a:pt x="212" y="294"/>
                    </a:lnTo>
                    <a:lnTo>
                      <a:pt x="212" y="303"/>
                    </a:lnTo>
                    <a:lnTo>
                      <a:pt x="222" y="322"/>
                    </a:lnTo>
                    <a:lnTo>
                      <a:pt x="243" y="322"/>
                    </a:lnTo>
                    <a:lnTo>
                      <a:pt x="243" y="332"/>
                    </a:lnTo>
                    <a:lnTo>
                      <a:pt x="253" y="351"/>
                    </a:lnTo>
                    <a:lnTo>
                      <a:pt x="253" y="379"/>
                    </a:lnTo>
                    <a:lnTo>
                      <a:pt x="253" y="408"/>
                    </a:lnTo>
                    <a:lnTo>
                      <a:pt x="283" y="417"/>
                    </a:lnTo>
                    <a:lnTo>
                      <a:pt x="295" y="417"/>
                    </a:lnTo>
                    <a:lnTo>
                      <a:pt x="295" y="436"/>
                    </a:lnTo>
                    <a:lnTo>
                      <a:pt x="314" y="446"/>
                    </a:lnTo>
                    <a:lnTo>
                      <a:pt x="305" y="464"/>
                    </a:lnTo>
                    <a:lnTo>
                      <a:pt x="314" y="464"/>
                    </a:lnTo>
                    <a:lnTo>
                      <a:pt x="324" y="493"/>
                    </a:lnTo>
                    <a:lnTo>
                      <a:pt x="305" y="502"/>
                    </a:lnTo>
                    <a:lnTo>
                      <a:pt x="265" y="550"/>
                    </a:lnTo>
                    <a:lnTo>
                      <a:pt x="274" y="550"/>
                    </a:lnTo>
                    <a:lnTo>
                      <a:pt x="283" y="559"/>
                    </a:lnTo>
                    <a:lnTo>
                      <a:pt x="295" y="559"/>
                    </a:lnTo>
                    <a:lnTo>
                      <a:pt x="324" y="578"/>
                    </a:lnTo>
                    <a:lnTo>
                      <a:pt x="335" y="588"/>
                    </a:lnTo>
                    <a:lnTo>
                      <a:pt x="324" y="607"/>
                    </a:lnTo>
                    <a:lnTo>
                      <a:pt x="345" y="588"/>
                    </a:lnTo>
                    <a:lnTo>
                      <a:pt x="366" y="569"/>
                    </a:lnTo>
                    <a:lnTo>
                      <a:pt x="387" y="531"/>
                    </a:lnTo>
                    <a:lnTo>
                      <a:pt x="409" y="512"/>
                    </a:lnTo>
                    <a:lnTo>
                      <a:pt x="409" y="474"/>
                    </a:lnTo>
                    <a:lnTo>
                      <a:pt x="418" y="455"/>
                    </a:lnTo>
                    <a:lnTo>
                      <a:pt x="437" y="446"/>
                    </a:lnTo>
                    <a:lnTo>
                      <a:pt x="468" y="427"/>
                    </a:lnTo>
                    <a:lnTo>
                      <a:pt x="508" y="427"/>
                    </a:lnTo>
                    <a:lnTo>
                      <a:pt x="508" y="417"/>
                    </a:lnTo>
                    <a:lnTo>
                      <a:pt x="529" y="408"/>
                    </a:lnTo>
                    <a:lnTo>
                      <a:pt x="529" y="398"/>
                    </a:lnTo>
                    <a:lnTo>
                      <a:pt x="551" y="370"/>
                    </a:lnTo>
                    <a:lnTo>
                      <a:pt x="551" y="351"/>
                    </a:lnTo>
                    <a:lnTo>
                      <a:pt x="560" y="341"/>
                    </a:lnTo>
                    <a:lnTo>
                      <a:pt x="560" y="275"/>
                    </a:lnTo>
                    <a:lnTo>
                      <a:pt x="612" y="218"/>
                    </a:lnTo>
                    <a:lnTo>
                      <a:pt x="631" y="187"/>
                    </a:lnTo>
                    <a:lnTo>
                      <a:pt x="622" y="152"/>
                    </a:lnTo>
                    <a:lnTo>
                      <a:pt x="591" y="152"/>
                    </a:lnTo>
                    <a:lnTo>
                      <a:pt x="539" y="114"/>
                    </a:lnTo>
                    <a:lnTo>
                      <a:pt x="520" y="124"/>
                    </a:lnTo>
                    <a:lnTo>
                      <a:pt x="489" y="114"/>
                    </a:lnTo>
                    <a:lnTo>
                      <a:pt x="468" y="114"/>
                    </a:lnTo>
                    <a:lnTo>
                      <a:pt x="468" y="102"/>
                    </a:lnTo>
                    <a:lnTo>
                      <a:pt x="468" y="95"/>
                    </a:lnTo>
                    <a:lnTo>
                      <a:pt x="458" y="95"/>
                    </a:lnTo>
                    <a:lnTo>
                      <a:pt x="418" y="86"/>
                    </a:lnTo>
                    <a:lnTo>
                      <a:pt x="409" y="95"/>
                    </a:lnTo>
                    <a:lnTo>
                      <a:pt x="409" y="74"/>
                    </a:lnTo>
                    <a:lnTo>
                      <a:pt x="397" y="74"/>
                    </a:lnTo>
                    <a:lnTo>
                      <a:pt x="378" y="74"/>
                    </a:lnTo>
                    <a:lnTo>
                      <a:pt x="378" y="95"/>
                    </a:lnTo>
                    <a:lnTo>
                      <a:pt x="366" y="86"/>
                    </a:lnTo>
                    <a:lnTo>
                      <a:pt x="357" y="95"/>
                    </a:lnTo>
                    <a:lnTo>
                      <a:pt x="366" y="74"/>
                    </a:lnTo>
                    <a:lnTo>
                      <a:pt x="387" y="57"/>
                    </a:lnTo>
                    <a:lnTo>
                      <a:pt x="387" y="45"/>
                    </a:lnTo>
                    <a:lnTo>
                      <a:pt x="378" y="45"/>
                    </a:lnTo>
                    <a:lnTo>
                      <a:pt x="366" y="17"/>
                    </a:lnTo>
                    <a:lnTo>
                      <a:pt x="366" y="17"/>
                    </a:lnTo>
                    <a:lnTo>
                      <a:pt x="366" y="1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81" name="Google Shape;1481;p206"/>
              <p:cNvSpPr/>
              <p:nvPr/>
            </p:nvSpPr>
            <p:spPr>
              <a:xfrm>
                <a:off x="2566" y="3020"/>
                <a:ext cx="631" cy="607"/>
              </a:xfrm>
              <a:custGeom>
                <a:avLst/>
                <a:gdLst/>
                <a:ahLst/>
                <a:cxnLst/>
                <a:rect l="l" t="t" r="r" b="b"/>
                <a:pathLst>
                  <a:path w="631" h="607" extrusionOk="0">
                    <a:moveTo>
                      <a:pt x="366" y="17"/>
                    </a:moveTo>
                    <a:lnTo>
                      <a:pt x="366" y="17"/>
                    </a:lnTo>
                    <a:lnTo>
                      <a:pt x="357" y="17"/>
                    </a:lnTo>
                    <a:lnTo>
                      <a:pt x="335" y="38"/>
                    </a:lnTo>
                    <a:lnTo>
                      <a:pt x="324" y="45"/>
                    </a:lnTo>
                    <a:lnTo>
                      <a:pt x="314" y="38"/>
                    </a:lnTo>
                    <a:lnTo>
                      <a:pt x="295" y="38"/>
                    </a:lnTo>
                    <a:lnTo>
                      <a:pt x="283" y="45"/>
                    </a:lnTo>
                    <a:lnTo>
                      <a:pt x="274" y="45"/>
                    </a:lnTo>
                    <a:lnTo>
                      <a:pt x="243" y="57"/>
                    </a:lnTo>
                    <a:lnTo>
                      <a:pt x="234" y="57"/>
                    </a:lnTo>
                    <a:lnTo>
                      <a:pt x="222" y="38"/>
                    </a:lnTo>
                    <a:lnTo>
                      <a:pt x="222" y="8"/>
                    </a:lnTo>
                    <a:lnTo>
                      <a:pt x="222" y="0"/>
                    </a:lnTo>
                    <a:lnTo>
                      <a:pt x="212" y="0"/>
                    </a:lnTo>
                    <a:lnTo>
                      <a:pt x="203" y="8"/>
                    </a:lnTo>
                    <a:lnTo>
                      <a:pt x="172" y="17"/>
                    </a:lnTo>
                    <a:lnTo>
                      <a:pt x="142" y="8"/>
                    </a:lnTo>
                    <a:lnTo>
                      <a:pt x="151" y="17"/>
                    </a:lnTo>
                    <a:lnTo>
                      <a:pt x="151" y="38"/>
                    </a:lnTo>
                    <a:lnTo>
                      <a:pt x="160" y="45"/>
                    </a:lnTo>
                    <a:lnTo>
                      <a:pt x="130" y="67"/>
                    </a:lnTo>
                    <a:lnTo>
                      <a:pt x="120" y="67"/>
                    </a:lnTo>
                    <a:lnTo>
                      <a:pt x="111" y="57"/>
                    </a:lnTo>
                    <a:lnTo>
                      <a:pt x="99" y="45"/>
                    </a:lnTo>
                    <a:lnTo>
                      <a:pt x="59" y="45"/>
                    </a:lnTo>
                    <a:lnTo>
                      <a:pt x="59" y="57"/>
                    </a:lnTo>
                    <a:lnTo>
                      <a:pt x="71" y="67"/>
                    </a:lnTo>
                    <a:lnTo>
                      <a:pt x="59" y="67"/>
                    </a:lnTo>
                    <a:lnTo>
                      <a:pt x="71" y="95"/>
                    </a:lnTo>
                    <a:lnTo>
                      <a:pt x="59" y="131"/>
                    </a:lnTo>
                    <a:lnTo>
                      <a:pt x="19" y="152"/>
                    </a:lnTo>
                    <a:lnTo>
                      <a:pt x="0" y="187"/>
                    </a:lnTo>
                    <a:lnTo>
                      <a:pt x="9" y="218"/>
                    </a:lnTo>
                    <a:lnTo>
                      <a:pt x="28" y="228"/>
                    </a:lnTo>
                    <a:lnTo>
                      <a:pt x="49" y="218"/>
                    </a:lnTo>
                    <a:lnTo>
                      <a:pt x="49" y="237"/>
                    </a:lnTo>
                    <a:lnTo>
                      <a:pt x="71" y="237"/>
                    </a:lnTo>
                    <a:lnTo>
                      <a:pt x="89" y="237"/>
                    </a:lnTo>
                    <a:lnTo>
                      <a:pt x="111" y="218"/>
                    </a:lnTo>
                    <a:lnTo>
                      <a:pt x="130" y="218"/>
                    </a:lnTo>
                    <a:lnTo>
                      <a:pt x="130" y="247"/>
                    </a:lnTo>
                    <a:lnTo>
                      <a:pt x="142" y="256"/>
                    </a:lnTo>
                    <a:lnTo>
                      <a:pt x="203" y="275"/>
                    </a:lnTo>
                    <a:lnTo>
                      <a:pt x="212" y="294"/>
                    </a:lnTo>
                    <a:lnTo>
                      <a:pt x="212" y="303"/>
                    </a:lnTo>
                    <a:lnTo>
                      <a:pt x="222" y="322"/>
                    </a:lnTo>
                    <a:lnTo>
                      <a:pt x="243" y="322"/>
                    </a:lnTo>
                    <a:lnTo>
                      <a:pt x="243" y="332"/>
                    </a:lnTo>
                    <a:lnTo>
                      <a:pt x="253" y="351"/>
                    </a:lnTo>
                    <a:lnTo>
                      <a:pt x="253" y="379"/>
                    </a:lnTo>
                    <a:lnTo>
                      <a:pt x="253" y="408"/>
                    </a:lnTo>
                    <a:lnTo>
                      <a:pt x="283" y="417"/>
                    </a:lnTo>
                    <a:lnTo>
                      <a:pt x="295" y="417"/>
                    </a:lnTo>
                    <a:lnTo>
                      <a:pt x="295" y="436"/>
                    </a:lnTo>
                    <a:lnTo>
                      <a:pt x="314" y="446"/>
                    </a:lnTo>
                    <a:lnTo>
                      <a:pt x="305" y="464"/>
                    </a:lnTo>
                    <a:lnTo>
                      <a:pt x="314" y="464"/>
                    </a:lnTo>
                    <a:lnTo>
                      <a:pt x="324" y="493"/>
                    </a:lnTo>
                    <a:lnTo>
                      <a:pt x="305" y="502"/>
                    </a:lnTo>
                    <a:lnTo>
                      <a:pt x="265" y="550"/>
                    </a:lnTo>
                    <a:lnTo>
                      <a:pt x="274" y="550"/>
                    </a:lnTo>
                    <a:lnTo>
                      <a:pt x="283" y="559"/>
                    </a:lnTo>
                    <a:lnTo>
                      <a:pt x="295" y="559"/>
                    </a:lnTo>
                    <a:lnTo>
                      <a:pt x="324" y="578"/>
                    </a:lnTo>
                    <a:lnTo>
                      <a:pt x="335" y="588"/>
                    </a:lnTo>
                    <a:lnTo>
                      <a:pt x="324" y="607"/>
                    </a:lnTo>
                    <a:lnTo>
                      <a:pt x="345" y="588"/>
                    </a:lnTo>
                    <a:lnTo>
                      <a:pt x="366" y="569"/>
                    </a:lnTo>
                    <a:lnTo>
                      <a:pt x="387" y="531"/>
                    </a:lnTo>
                    <a:lnTo>
                      <a:pt x="409" y="512"/>
                    </a:lnTo>
                    <a:lnTo>
                      <a:pt x="409" y="474"/>
                    </a:lnTo>
                    <a:lnTo>
                      <a:pt x="418" y="455"/>
                    </a:lnTo>
                    <a:lnTo>
                      <a:pt x="437" y="446"/>
                    </a:lnTo>
                    <a:lnTo>
                      <a:pt x="468" y="427"/>
                    </a:lnTo>
                    <a:lnTo>
                      <a:pt x="508" y="427"/>
                    </a:lnTo>
                    <a:lnTo>
                      <a:pt x="508" y="417"/>
                    </a:lnTo>
                    <a:lnTo>
                      <a:pt x="529" y="408"/>
                    </a:lnTo>
                    <a:lnTo>
                      <a:pt x="529" y="398"/>
                    </a:lnTo>
                    <a:lnTo>
                      <a:pt x="551" y="370"/>
                    </a:lnTo>
                    <a:lnTo>
                      <a:pt x="551" y="351"/>
                    </a:lnTo>
                    <a:lnTo>
                      <a:pt x="560" y="341"/>
                    </a:lnTo>
                    <a:lnTo>
                      <a:pt x="560" y="275"/>
                    </a:lnTo>
                    <a:lnTo>
                      <a:pt x="612" y="218"/>
                    </a:lnTo>
                    <a:lnTo>
                      <a:pt x="631" y="187"/>
                    </a:lnTo>
                    <a:lnTo>
                      <a:pt x="622" y="152"/>
                    </a:lnTo>
                    <a:lnTo>
                      <a:pt x="591" y="152"/>
                    </a:lnTo>
                    <a:lnTo>
                      <a:pt x="539" y="114"/>
                    </a:lnTo>
                    <a:lnTo>
                      <a:pt x="520" y="124"/>
                    </a:lnTo>
                    <a:lnTo>
                      <a:pt x="489" y="114"/>
                    </a:lnTo>
                    <a:lnTo>
                      <a:pt x="468" y="114"/>
                    </a:lnTo>
                    <a:lnTo>
                      <a:pt x="468" y="102"/>
                    </a:lnTo>
                    <a:lnTo>
                      <a:pt x="468" y="95"/>
                    </a:lnTo>
                    <a:lnTo>
                      <a:pt x="458" y="95"/>
                    </a:lnTo>
                    <a:lnTo>
                      <a:pt x="418" y="86"/>
                    </a:lnTo>
                    <a:lnTo>
                      <a:pt x="409" y="95"/>
                    </a:lnTo>
                    <a:lnTo>
                      <a:pt x="409" y="74"/>
                    </a:lnTo>
                    <a:lnTo>
                      <a:pt x="397" y="74"/>
                    </a:lnTo>
                    <a:lnTo>
                      <a:pt x="378" y="74"/>
                    </a:lnTo>
                    <a:lnTo>
                      <a:pt x="378" y="95"/>
                    </a:lnTo>
                    <a:lnTo>
                      <a:pt x="366" y="86"/>
                    </a:lnTo>
                    <a:lnTo>
                      <a:pt x="357" y="95"/>
                    </a:lnTo>
                    <a:lnTo>
                      <a:pt x="366" y="74"/>
                    </a:lnTo>
                    <a:lnTo>
                      <a:pt x="387" y="57"/>
                    </a:lnTo>
                    <a:lnTo>
                      <a:pt x="387" y="45"/>
                    </a:lnTo>
                    <a:lnTo>
                      <a:pt x="378" y="45"/>
                    </a:lnTo>
                    <a:lnTo>
                      <a:pt x="366" y="17"/>
                    </a:lnTo>
                    <a:lnTo>
                      <a:pt x="366" y="17"/>
                    </a:lnTo>
                    <a:lnTo>
                      <a:pt x="366" y="17"/>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82" name="Google Shape;1482;p206"/>
              <p:cNvSpPr/>
              <p:nvPr/>
            </p:nvSpPr>
            <p:spPr>
              <a:xfrm>
                <a:off x="2883" y="3006"/>
                <a:ext cx="40" cy="57"/>
              </a:xfrm>
              <a:custGeom>
                <a:avLst/>
                <a:gdLst/>
                <a:ahLst/>
                <a:cxnLst/>
                <a:rect l="l" t="t" r="r" b="b"/>
                <a:pathLst>
                  <a:path w="40" h="57" extrusionOk="0">
                    <a:moveTo>
                      <a:pt x="0" y="50"/>
                    </a:moveTo>
                    <a:lnTo>
                      <a:pt x="0" y="50"/>
                    </a:lnTo>
                    <a:lnTo>
                      <a:pt x="9" y="57"/>
                    </a:lnTo>
                    <a:lnTo>
                      <a:pt x="18" y="50"/>
                    </a:lnTo>
                    <a:lnTo>
                      <a:pt x="40" y="29"/>
                    </a:lnTo>
                    <a:lnTo>
                      <a:pt x="0" y="0"/>
                    </a:lnTo>
                    <a:lnTo>
                      <a:pt x="0" y="12"/>
                    </a:lnTo>
                    <a:lnTo>
                      <a:pt x="0" y="29"/>
                    </a:lnTo>
                    <a:lnTo>
                      <a:pt x="0" y="50"/>
                    </a:lnTo>
                    <a:lnTo>
                      <a:pt x="0" y="50"/>
                    </a:lnTo>
                    <a:lnTo>
                      <a:pt x="0" y="5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83" name="Google Shape;1483;p206"/>
              <p:cNvSpPr/>
              <p:nvPr/>
            </p:nvSpPr>
            <p:spPr>
              <a:xfrm>
                <a:off x="2883" y="3006"/>
                <a:ext cx="40" cy="57"/>
              </a:xfrm>
              <a:custGeom>
                <a:avLst/>
                <a:gdLst/>
                <a:ahLst/>
                <a:cxnLst/>
                <a:rect l="l" t="t" r="r" b="b"/>
                <a:pathLst>
                  <a:path w="40" h="57" extrusionOk="0">
                    <a:moveTo>
                      <a:pt x="0" y="50"/>
                    </a:moveTo>
                    <a:lnTo>
                      <a:pt x="0" y="50"/>
                    </a:lnTo>
                    <a:lnTo>
                      <a:pt x="9" y="57"/>
                    </a:lnTo>
                    <a:lnTo>
                      <a:pt x="18" y="50"/>
                    </a:lnTo>
                    <a:lnTo>
                      <a:pt x="40" y="29"/>
                    </a:lnTo>
                    <a:lnTo>
                      <a:pt x="0" y="0"/>
                    </a:lnTo>
                    <a:lnTo>
                      <a:pt x="0" y="12"/>
                    </a:lnTo>
                    <a:lnTo>
                      <a:pt x="0" y="29"/>
                    </a:lnTo>
                    <a:lnTo>
                      <a:pt x="0" y="50"/>
                    </a:lnTo>
                    <a:lnTo>
                      <a:pt x="0" y="50"/>
                    </a:lnTo>
                    <a:lnTo>
                      <a:pt x="0" y="5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84" name="Google Shape;1484;p206"/>
              <p:cNvSpPr/>
              <p:nvPr/>
            </p:nvSpPr>
            <p:spPr>
              <a:xfrm>
                <a:off x="2821" y="3006"/>
                <a:ext cx="62" cy="57"/>
              </a:xfrm>
              <a:custGeom>
                <a:avLst/>
                <a:gdLst/>
                <a:ahLst/>
                <a:cxnLst/>
                <a:rect l="l" t="t" r="r" b="b"/>
                <a:pathLst>
                  <a:path w="62" h="57" extrusionOk="0">
                    <a:moveTo>
                      <a:pt x="62" y="50"/>
                    </a:moveTo>
                    <a:lnTo>
                      <a:pt x="62" y="50"/>
                    </a:lnTo>
                    <a:lnTo>
                      <a:pt x="62" y="29"/>
                    </a:lnTo>
                    <a:lnTo>
                      <a:pt x="62" y="12"/>
                    </a:lnTo>
                    <a:lnTo>
                      <a:pt x="62" y="0"/>
                    </a:lnTo>
                    <a:lnTo>
                      <a:pt x="21" y="0"/>
                    </a:lnTo>
                    <a:lnTo>
                      <a:pt x="0" y="22"/>
                    </a:lnTo>
                    <a:lnTo>
                      <a:pt x="21" y="57"/>
                    </a:lnTo>
                    <a:lnTo>
                      <a:pt x="31" y="57"/>
                    </a:lnTo>
                    <a:lnTo>
                      <a:pt x="40" y="50"/>
                    </a:lnTo>
                    <a:lnTo>
                      <a:pt x="62" y="50"/>
                    </a:lnTo>
                    <a:lnTo>
                      <a:pt x="62" y="50"/>
                    </a:lnTo>
                    <a:lnTo>
                      <a:pt x="62" y="5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85" name="Google Shape;1485;p206"/>
              <p:cNvSpPr/>
              <p:nvPr/>
            </p:nvSpPr>
            <p:spPr>
              <a:xfrm>
                <a:off x="2821" y="3006"/>
                <a:ext cx="62" cy="57"/>
              </a:xfrm>
              <a:custGeom>
                <a:avLst/>
                <a:gdLst/>
                <a:ahLst/>
                <a:cxnLst/>
                <a:rect l="l" t="t" r="r" b="b"/>
                <a:pathLst>
                  <a:path w="62" h="57" extrusionOk="0">
                    <a:moveTo>
                      <a:pt x="62" y="50"/>
                    </a:moveTo>
                    <a:lnTo>
                      <a:pt x="62" y="50"/>
                    </a:lnTo>
                    <a:lnTo>
                      <a:pt x="62" y="29"/>
                    </a:lnTo>
                    <a:lnTo>
                      <a:pt x="62" y="12"/>
                    </a:lnTo>
                    <a:lnTo>
                      <a:pt x="62" y="0"/>
                    </a:lnTo>
                    <a:lnTo>
                      <a:pt x="21" y="0"/>
                    </a:lnTo>
                    <a:lnTo>
                      <a:pt x="0" y="22"/>
                    </a:lnTo>
                    <a:lnTo>
                      <a:pt x="21" y="57"/>
                    </a:lnTo>
                    <a:lnTo>
                      <a:pt x="31" y="57"/>
                    </a:lnTo>
                    <a:lnTo>
                      <a:pt x="40" y="50"/>
                    </a:lnTo>
                    <a:lnTo>
                      <a:pt x="62" y="50"/>
                    </a:lnTo>
                    <a:lnTo>
                      <a:pt x="62" y="50"/>
                    </a:lnTo>
                    <a:lnTo>
                      <a:pt x="62" y="5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86" name="Google Shape;1486;p206"/>
              <p:cNvSpPr/>
              <p:nvPr/>
            </p:nvSpPr>
            <p:spPr>
              <a:xfrm>
                <a:off x="2769" y="2973"/>
                <a:ext cx="71" cy="104"/>
              </a:xfrm>
              <a:custGeom>
                <a:avLst/>
                <a:gdLst/>
                <a:ahLst/>
                <a:cxnLst/>
                <a:rect l="l" t="t" r="r" b="b"/>
                <a:pathLst>
                  <a:path w="71" h="104" extrusionOk="0">
                    <a:moveTo>
                      <a:pt x="21" y="0"/>
                    </a:moveTo>
                    <a:lnTo>
                      <a:pt x="21" y="0"/>
                    </a:lnTo>
                    <a:lnTo>
                      <a:pt x="40" y="10"/>
                    </a:lnTo>
                    <a:lnTo>
                      <a:pt x="40" y="19"/>
                    </a:lnTo>
                    <a:lnTo>
                      <a:pt x="50" y="19"/>
                    </a:lnTo>
                    <a:lnTo>
                      <a:pt x="71" y="38"/>
                    </a:lnTo>
                    <a:lnTo>
                      <a:pt x="50" y="57"/>
                    </a:lnTo>
                    <a:lnTo>
                      <a:pt x="71" y="92"/>
                    </a:lnTo>
                    <a:lnTo>
                      <a:pt x="40" y="104"/>
                    </a:lnTo>
                    <a:lnTo>
                      <a:pt x="31" y="104"/>
                    </a:lnTo>
                    <a:lnTo>
                      <a:pt x="21" y="85"/>
                    </a:lnTo>
                    <a:lnTo>
                      <a:pt x="21" y="57"/>
                    </a:lnTo>
                    <a:lnTo>
                      <a:pt x="21" y="47"/>
                    </a:lnTo>
                    <a:lnTo>
                      <a:pt x="9" y="47"/>
                    </a:lnTo>
                    <a:lnTo>
                      <a:pt x="0" y="38"/>
                    </a:lnTo>
                    <a:lnTo>
                      <a:pt x="0" y="19"/>
                    </a:lnTo>
                    <a:lnTo>
                      <a:pt x="9" y="19"/>
                    </a:lnTo>
                    <a:lnTo>
                      <a:pt x="9" y="10"/>
                    </a:lnTo>
                    <a:lnTo>
                      <a:pt x="21" y="0"/>
                    </a:lnTo>
                    <a:lnTo>
                      <a:pt x="21" y="0"/>
                    </a:lnTo>
                    <a:lnTo>
                      <a:pt x="21"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87" name="Google Shape;1487;p206"/>
              <p:cNvSpPr/>
              <p:nvPr/>
            </p:nvSpPr>
            <p:spPr>
              <a:xfrm>
                <a:off x="2769" y="2973"/>
                <a:ext cx="71" cy="104"/>
              </a:xfrm>
              <a:custGeom>
                <a:avLst/>
                <a:gdLst/>
                <a:ahLst/>
                <a:cxnLst/>
                <a:rect l="l" t="t" r="r" b="b"/>
                <a:pathLst>
                  <a:path w="71" h="104" extrusionOk="0">
                    <a:moveTo>
                      <a:pt x="21" y="0"/>
                    </a:moveTo>
                    <a:lnTo>
                      <a:pt x="21" y="0"/>
                    </a:lnTo>
                    <a:lnTo>
                      <a:pt x="40" y="10"/>
                    </a:lnTo>
                    <a:lnTo>
                      <a:pt x="40" y="19"/>
                    </a:lnTo>
                    <a:lnTo>
                      <a:pt x="50" y="19"/>
                    </a:lnTo>
                    <a:lnTo>
                      <a:pt x="71" y="38"/>
                    </a:lnTo>
                    <a:lnTo>
                      <a:pt x="50" y="57"/>
                    </a:lnTo>
                    <a:lnTo>
                      <a:pt x="71" y="92"/>
                    </a:lnTo>
                    <a:lnTo>
                      <a:pt x="40" y="104"/>
                    </a:lnTo>
                    <a:lnTo>
                      <a:pt x="31" y="104"/>
                    </a:lnTo>
                    <a:lnTo>
                      <a:pt x="21" y="85"/>
                    </a:lnTo>
                    <a:lnTo>
                      <a:pt x="21" y="57"/>
                    </a:lnTo>
                    <a:lnTo>
                      <a:pt x="21" y="47"/>
                    </a:lnTo>
                    <a:lnTo>
                      <a:pt x="9" y="47"/>
                    </a:lnTo>
                    <a:lnTo>
                      <a:pt x="0" y="38"/>
                    </a:lnTo>
                    <a:lnTo>
                      <a:pt x="0" y="19"/>
                    </a:lnTo>
                    <a:lnTo>
                      <a:pt x="9" y="19"/>
                    </a:lnTo>
                    <a:lnTo>
                      <a:pt x="9" y="10"/>
                    </a:lnTo>
                    <a:lnTo>
                      <a:pt x="21" y="0"/>
                    </a:lnTo>
                    <a:lnTo>
                      <a:pt x="21" y="0"/>
                    </a:lnTo>
                    <a:lnTo>
                      <a:pt x="21"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88" name="Google Shape;1488;p206"/>
              <p:cNvSpPr/>
              <p:nvPr/>
            </p:nvSpPr>
            <p:spPr>
              <a:xfrm>
                <a:off x="2573" y="2916"/>
                <a:ext cx="217" cy="171"/>
              </a:xfrm>
              <a:custGeom>
                <a:avLst/>
                <a:gdLst/>
                <a:ahLst/>
                <a:cxnLst/>
                <a:rect l="l" t="t" r="r" b="b"/>
                <a:pathLst>
                  <a:path w="217" h="171" extrusionOk="0">
                    <a:moveTo>
                      <a:pt x="217" y="57"/>
                    </a:moveTo>
                    <a:lnTo>
                      <a:pt x="217" y="57"/>
                    </a:lnTo>
                    <a:lnTo>
                      <a:pt x="208" y="67"/>
                    </a:lnTo>
                    <a:lnTo>
                      <a:pt x="208" y="76"/>
                    </a:lnTo>
                    <a:lnTo>
                      <a:pt x="196" y="76"/>
                    </a:lnTo>
                    <a:lnTo>
                      <a:pt x="196" y="95"/>
                    </a:lnTo>
                    <a:lnTo>
                      <a:pt x="208" y="104"/>
                    </a:lnTo>
                    <a:lnTo>
                      <a:pt x="196" y="114"/>
                    </a:lnTo>
                    <a:lnTo>
                      <a:pt x="165" y="123"/>
                    </a:lnTo>
                    <a:lnTo>
                      <a:pt x="135" y="114"/>
                    </a:lnTo>
                    <a:lnTo>
                      <a:pt x="144" y="123"/>
                    </a:lnTo>
                    <a:lnTo>
                      <a:pt x="144" y="142"/>
                    </a:lnTo>
                    <a:lnTo>
                      <a:pt x="156" y="152"/>
                    </a:lnTo>
                    <a:lnTo>
                      <a:pt x="123" y="171"/>
                    </a:lnTo>
                    <a:lnTo>
                      <a:pt x="113" y="171"/>
                    </a:lnTo>
                    <a:lnTo>
                      <a:pt x="104" y="161"/>
                    </a:lnTo>
                    <a:lnTo>
                      <a:pt x="92" y="152"/>
                    </a:lnTo>
                    <a:lnTo>
                      <a:pt x="92" y="133"/>
                    </a:lnTo>
                    <a:lnTo>
                      <a:pt x="82" y="114"/>
                    </a:lnTo>
                    <a:lnTo>
                      <a:pt x="92" y="85"/>
                    </a:lnTo>
                    <a:lnTo>
                      <a:pt x="61" y="85"/>
                    </a:lnTo>
                    <a:lnTo>
                      <a:pt x="52" y="76"/>
                    </a:lnTo>
                    <a:lnTo>
                      <a:pt x="21" y="76"/>
                    </a:lnTo>
                    <a:lnTo>
                      <a:pt x="12" y="67"/>
                    </a:lnTo>
                    <a:lnTo>
                      <a:pt x="12" y="57"/>
                    </a:lnTo>
                    <a:lnTo>
                      <a:pt x="0" y="38"/>
                    </a:lnTo>
                    <a:lnTo>
                      <a:pt x="12" y="19"/>
                    </a:lnTo>
                    <a:lnTo>
                      <a:pt x="21" y="10"/>
                    </a:lnTo>
                    <a:lnTo>
                      <a:pt x="30" y="19"/>
                    </a:lnTo>
                    <a:lnTo>
                      <a:pt x="21" y="29"/>
                    </a:lnTo>
                    <a:lnTo>
                      <a:pt x="21" y="48"/>
                    </a:lnTo>
                    <a:lnTo>
                      <a:pt x="30" y="38"/>
                    </a:lnTo>
                    <a:lnTo>
                      <a:pt x="30" y="19"/>
                    </a:lnTo>
                    <a:lnTo>
                      <a:pt x="52" y="10"/>
                    </a:lnTo>
                    <a:lnTo>
                      <a:pt x="52" y="0"/>
                    </a:lnTo>
                    <a:lnTo>
                      <a:pt x="52" y="10"/>
                    </a:lnTo>
                    <a:lnTo>
                      <a:pt x="82" y="10"/>
                    </a:lnTo>
                    <a:lnTo>
                      <a:pt x="82" y="19"/>
                    </a:lnTo>
                    <a:lnTo>
                      <a:pt x="113" y="19"/>
                    </a:lnTo>
                    <a:lnTo>
                      <a:pt x="135" y="29"/>
                    </a:lnTo>
                    <a:lnTo>
                      <a:pt x="156" y="19"/>
                    </a:lnTo>
                    <a:lnTo>
                      <a:pt x="175" y="19"/>
                    </a:lnTo>
                    <a:lnTo>
                      <a:pt x="165" y="19"/>
                    </a:lnTo>
                    <a:lnTo>
                      <a:pt x="175" y="29"/>
                    </a:lnTo>
                    <a:lnTo>
                      <a:pt x="196" y="38"/>
                    </a:lnTo>
                    <a:lnTo>
                      <a:pt x="196" y="57"/>
                    </a:lnTo>
                    <a:lnTo>
                      <a:pt x="208" y="48"/>
                    </a:lnTo>
                    <a:lnTo>
                      <a:pt x="217" y="57"/>
                    </a:lnTo>
                    <a:lnTo>
                      <a:pt x="217" y="57"/>
                    </a:lnTo>
                    <a:lnTo>
                      <a:pt x="217" y="5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89" name="Google Shape;1489;p206"/>
              <p:cNvSpPr/>
              <p:nvPr/>
            </p:nvSpPr>
            <p:spPr>
              <a:xfrm>
                <a:off x="2573" y="2916"/>
                <a:ext cx="217" cy="171"/>
              </a:xfrm>
              <a:custGeom>
                <a:avLst/>
                <a:gdLst/>
                <a:ahLst/>
                <a:cxnLst/>
                <a:rect l="l" t="t" r="r" b="b"/>
                <a:pathLst>
                  <a:path w="217" h="171" extrusionOk="0">
                    <a:moveTo>
                      <a:pt x="217" y="57"/>
                    </a:moveTo>
                    <a:lnTo>
                      <a:pt x="217" y="57"/>
                    </a:lnTo>
                    <a:lnTo>
                      <a:pt x="208" y="67"/>
                    </a:lnTo>
                    <a:lnTo>
                      <a:pt x="208" y="76"/>
                    </a:lnTo>
                    <a:lnTo>
                      <a:pt x="196" y="76"/>
                    </a:lnTo>
                    <a:lnTo>
                      <a:pt x="196" y="95"/>
                    </a:lnTo>
                    <a:lnTo>
                      <a:pt x="208" y="104"/>
                    </a:lnTo>
                    <a:lnTo>
                      <a:pt x="196" y="114"/>
                    </a:lnTo>
                    <a:lnTo>
                      <a:pt x="165" y="123"/>
                    </a:lnTo>
                    <a:lnTo>
                      <a:pt x="135" y="114"/>
                    </a:lnTo>
                    <a:lnTo>
                      <a:pt x="144" y="123"/>
                    </a:lnTo>
                    <a:lnTo>
                      <a:pt x="144" y="142"/>
                    </a:lnTo>
                    <a:lnTo>
                      <a:pt x="156" y="152"/>
                    </a:lnTo>
                    <a:lnTo>
                      <a:pt x="123" y="171"/>
                    </a:lnTo>
                    <a:lnTo>
                      <a:pt x="113" y="171"/>
                    </a:lnTo>
                    <a:lnTo>
                      <a:pt x="104" y="161"/>
                    </a:lnTo>
                    <a:lnTo>
                      <a:pt x="92" y="152"/>
                    </a:lnTo>
                    <a:lnTo>
                      <a:pt x="92" y="133"/>
                    </a:lnTo>
                    <a:lnTo>
                      <a:pt x="82" y="114"/>
                    </a:lnTo>
                    <a:lnTo>
                      <a:pt x="92" y="85"/>
                    </a:lnTo>
                    <a:lnTo>
                      <a:pt x="61" y="85"/>
                    </a:lnTo>
                    <a:lnTo>
                      <a:pt x="52" y="76"/>
                    </a:lnTo>
                    <a:lnTo>
                      <a:pt x="21" y="76"/>
                    </a:lnTo>
                    <a:lnTo>
                      <a:pt x="12" y="67"/>
                    </a:lnTo>
                    <a:lnTo>
                      <a:pt x="12" y="57"/>
                    </a:lnTo>
                    <a:lnTo>
                      <a:pt x="0" y="38"/>
                    </a:lnTo>
                    <a:lnTo>
                      <a:pt x="12" y="19"/>
                    </a:lnTo>
                    <a:lnTo>
                      <a:pt x="21" y="10"/>
                    </a:lnTo>
                    <a:lnTo>
                      <a:pt x="30" y="19"/>
                    </a:lnTo>
                    <a:lnTo>
                      <a:pt x="21" y="29"/>
                    </a:lnTo>
                    <a:lnTo>
                      <a:pt x="21" y="48"/>
                    </a:lnTo>
                    <a:lnTo>
                      <a:pt x="30" y="38"/>
                    </a:lnTo>
                    <a:lnTo>
                      <a:pt x="30" y="19"/>
                    </a:lnTo>
                    <a:lnTo>
                      <a:pt x="52" y="10"/>
                    </a:lnTo>
                    <a:lnTo>
                      <a:pt x="52" y="0"/>
                    </a:lnTo>
                    <a:lnTo>
                      <a:pt x="52" y="10"/>
                    </a:lnTo>
                    <a:lnTo>
                      <a:pt x="82" y="10"/>
                    </a:lnTo>
                    <a:lnTo>
                      <a:pt x="82" y="19"/>
                    </a:lnTo>
                    <a:lnTo>
                      <a:pt x="113" y="19"/>
                    </a:lnTo>
                    <a:lnTo>
                      <a:pt x="135" y="29"/>
                    </a:lnTo>
                    <a:lnTo>
                      <a:pt x="156" y="19"/>
                    </a:lnTo>
                    <a:lnTo>
                      <a:pt x="175" y="19"/>
                    </a:lnTo>
                    <a:lnTo>
                      <a:pt x="165" y="19"/>
                    </a:lnTo>
                    <a:lnTo>
                      <a:pt x="175" y="29"/>
                    </a:lnTo>
                    <a:lnTo>
                      <a:pt x="196" y="38"/>
                    </a:lnTo>
                    <a:lnTo>
                      <a:pt x="196" y="57"/>
                    </a:lnTo>
                    <a:lnTo>
                      <a:pt x="208" y="48"/>
                    </a:lnTo>
                    <a:lnTo>
                      <a:pt x="217" y="57"/>
                    </a:lnTo>
                    <a:lnTo>
                      <a:pt x="217" y="57"/>
                    </a:lnTo>
                    <a:lnTo>
                      <a:pt x="217" y="57"/>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90" name="Google Shape;1490;p206"/>
              <p:cNvSpPr/>
              <p:nvPr/>
            </p:nvSpPr>
            <p:spPr>
              <a:xfrm>
                <a:off x="1868" y="2578"/>
                <a:ext cx="480" cy="293"/>
              </a:xfrm>
              <a:custGeom>
                <a:avLst/>
                <a:gdLst/>
                <a:ahLst/>
                <a:cxnLst/>
                <a:rect l="l" t="t" r="r" b="b"/>
                <a:pathLst>
                  <a:path w="480" h="293" extrusionOk="0">
                    <a:moveTo>
                      <a:pt x="317" y="113"/>
                    </a:moveTo>
                    <a:lnTo>
                      <a:pt x="317" y="113"/>
                    </a:lnTo>
                    <a:lnTo>
                      <a:pt x="307" y="132"/>
                    </a:lnTo>
                    <a:lnTo>
                      <a:pt x="307" y="170"/>
                    </a:lnTo>
                    <a:lnTo>
                      <a:pt x="317" y="180"/>
                    </a:lnTo>
                    <a:lnTo>
                      <a:pt x="317" y="189"/>
                    </a:lnTo>
                    <a:lnTo>
                      <a:pt x="338" y="227"/>
                    </a:lnTo>
                    <a:lnTo>
                      <a:pt x="369" y="236"/>
                    </a:lnTo>
                    <a:lnTo>
                      <a:pt x="400" y="227"/>
                    </a:lnTo>
                    <a:lnTo>
                      <a:pt x="419" y="227"/>
                    </a:lnTo>
                    <a:lnTo>
                      <a:pt x="409" y="227"/>
                    </a:lnTo>
                    <a:lnTo>
                      <a:pt x="419" y="218"/>
                    </a:lnTo>
                    <a:lnTo>
                      <a:pt x="430" y="189"/>
                    </a:lnTo>
                    <a:lnTo>
                      <a:pt x="440" y="189"/>
                    </a:lnTo>
                    <a:lnTo>
                      <a:pt x="471" y="180"/>
                    </a:lnTo>
                    <a:lnTo>
                      <a:pt x="480" y="189"/>
                    </a:lnTo>
                    <a:lnTo>
                      <a:pt x="471" y="227"/>
                    </a:lnTo>
                    <a:lnTo>
                      <a:pt x="471" y="236"/>
                    </a:lnTo>
                    <a:lnTo>
                      <a:pt x="461" y="227"/>
                    </a:lnTo>
                    <a:lnTo>
                      <a:pt x="449" y="236"/>
                    </a:lnTo>
                    <a:lnTo>
                      <a:pt x="419" y="236"/>
                    </a:lnTo>
                    <a:lnTo>
                      <a:pt x="409" y="246"/>
                    </a:lnTo>
                    <a:lnTo>
                      <a:pt x="430" y="265"/>
                    </a:lnTo>
                    <a:lnTo>
                      <a:pt x="409" y="265"/>
                    </a:lnTo>
                    <a:lnTo>
                      <a:pt x="400" y="293"/>
                    </a:lnTo>
                    <a:lnTo>
                      <a:pt x="369" y="265"/>
                    </a:lnTo>
                    <a:lnTo>
                      <a:pt x="348" y="265"/>
                    </a:lnTo>
                    <a:lnTo>
                      <a:pt x="338" y="274"/>
                    </a:lnTo>
                    <a:lnTo>
                      <a:pt x="307" y="265"/>
                    </a:lnTo>
                    <a:lnTo>
                      <a:pt x="255" y="246"/>
                    </a:lnTo>
                    <a:lnTo>
                      <a:pt x="246" y="236"/>
                    </a:lnTo>
                    <a:lnTo>
                      <a:pt x="215" y="236"/>
                    </a:lnTo>
                    <a:lnTo>
                      <a:pt x="194" y="218"/>
                    </a:lnTo>
                    <a:lnTo>
                      <a:pt x="184" y="199"/>
                    </a:lnTo>
                    <a:lnTo>
                      <a:pt x="194" y="189"/>
                    </a:lnTo>
                    <a:lnTo>
                      <a:pt x="184" y="170"/>
                    </a:lnTo>
                    <a:lnTo>
                      <a:pt x="144" y="125"/>
                    </a:lnTo>
                    <a:lnTo>
                      <a:pt x="123" y="113"/>
                    </a:lnTo>
                    <a:lnTo>
                      <a:pt x="123" y="104"/>
                    </a:lnTo>
                    <a:lnTo>
                      <a:pt x="102" y="85"/>
                    </a:lnTo>
                    <a:lnTo>
                      <a:pt x="102" y="75"/>
                    </a:lnTo>
                    <a:lnTo>
                      <a:pt x="92" y="75"/>
                    </a:lnTo>
                    <a:lnTo>
                      <a:pt x="80" y="57"/>
                    </a:lnTo>
                    <a:lnTo>
                      <a:pt x="61" y="19"/>
                    </a:lnTo>
                    <a:lnTo>
                      <a:pt x="50" y="19"/>
                    </a:lnTo>
                    <a:lnTo>
                      <a:pt x="31" y="12"/>
                    </a:lnTo>
                    <a:lnTo>
                      <a:pt x="40" y="40"/>
                    </a:lnTo>
                    <a:lnTo>
                      <a:pt x="92" y="104"/>
                    </a:lnTo>
                    <a:lnTo>
                      <a:pt x="102" y="142"/>
                    </a:lnTo>
                    <a:lnTo>
                      <a:pt x="111" y="142"/>
                    </a:lnTo>
                    <a:lnTo>
                      <a:pt x="123" y="154"/>
                    </a:lnTo>
                    <a:lnTo>
                      <a:pt x="111" y="161"/>
                    </a:lnTo>
                    <a:lnTo>
                      <a:pt x="102" y="154"/>
                    </a:lnTo>
                    <a:lnTo>
                      <a:pt x="71" y="132"/>
                    </a:lnTo>
                    <a:lnTo>
                      <a:pt x="80" y="125"/>
                    </a:lnTo>
                    <a:lnTo>
                      <a:pt x="71" y="104"/>
                    </a:lnTo>
                    <a:lnTo>
                      <a:pt x="40" y="97"/>
                    </a:lnTo>
                    <a:lnTo>
                      <a:pt x="31" y="75"/>
                    </a:lnTo>
                    <a:lnTo>
                      <a:pt x="40" y="85"/>
                    </a:lnTo>
                    <a:lnTo>
                      <a:pt x="50" y="68"/>
                    </a:lnTo>
                    <a:lnTo>
                      <a:pt x="19" y="47"/>
                    </a:lnTo>
                    <a:lnTo>
                      <a:pt x="0" y="0"/>
                    </a:lnTo>
                    <a:lnTo>
                      <a:pt x="31" y="0"/>
                    </a:lnTo>
                    <a:lnTo>
                      <a:pt x="92" y="19"/>
                    </a:lnTo>
                    <a:lnTo>
                      <a:pt x="175" y="12"/>
                    </a:lnTo>
                    <a:lnTo>
                      <a:pt x="194" y="28"/>
                    </a:lnTo>
                    <a:lnTo>
                      <a:pt x="194" y="47"/>
                    </a:lnTo>
                    <a:lnTo>
                      <a:pt x="215" y="57"/>
                    </a:lnTo>
                    <a:lnTo>
                      <a:pt x="225" y="57"/>
                    </a:lnTo>
                    <a:lnTo>
                      <a:pt x="236" y="47"/>
                    </a:lnTo>
                    <a:lnTo>
                      <a:pt x="246" y="47"/>
                    </a:lnTo>
                    <a:lnTo>
                      <a:pt x="286" y="104"/>
                    </a:lnTo>
                    <a:lnTo>
                      <a:pt x="317" y="113"/>
                    </a:lnTo>
                    <a:lnTo>
                      <a:pt x="317" y="113"/>
                    </a:lnTo>
                    <a:lnTo>
                      <a:pt x="317" y="113"/>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91" name="Google Shape;1491;p206"/>
              <p:cNvSpPr/>
              <p:nvPr/>
            </p:nvSpPr>
            <p:spPr>
              <a:xfrm>
                <a:off x="1868" y="2578"/>
                <a:ext cx="480" cy="293"/>
              </a:xfrm>
              <a:custGeom>
                <a:avLst/>
                <a:gdLst/>
                <a:ahLst/>
                <a:cxnLst/>
                <a:rect l="l" t="t" r="r" b="b"/>
                <a:pathLst>
                  <a:path w="480" h="293" extrusionOk="0">
                    <a:moveTo>
                      <a:pt x="317" y="113"/>
                    </a:moveTo>
                    <a:lnTo>
                      <a:pt x="317" y="113"/>
                    </a:lnTo>
                    <a:lnTo>
                      <a:pt x="307" y="132"/>
                    </a:lnTo>
                    <a:lnTo>
                      <a:pt x="307" y="170"/>
                    </a:lnTo>
                    <a:lnTo>
                      <a:pt x="317" y="180"/>
                    </a:lnTo>
                    <a:lnTo>
                      <a:pt x="317" y="189"/>
                    </a:lnTo>
                    <a:lnTo>
                      <a:pt x="338" y="227"/>
                    </a:lnTo>
                    <a:lnTo>
                      <a:pt x="369" y="236"/>
                    </a:lnTo>
                    <a:lnTo>
                      <a:pt x="400" y="227"/>
                    </a:lnTo>
                    <a:lnTo>
                      <a:pt x="419" y="227"/>
                    </a:lnTo>
                    <a:lnTo>
                      <a:pt x="409" y="227"/>
                    </a:lnTo>
                    <a:lnTo>
                      <a:pt x="419" y="218"/>
                    </a:lnTo>
                    <a:lnTo>
                      <a:pt x="430" y="189"/>
                    </a:lnTo>
                    <a:lnTo>
                      <a:pt x="440" y="189"/>
                    </a:lnTo>
                    <a:lnTo>
                      <a:pt x="471" y="180"/>
                    </a:lnTo>
                    <a:lnTo>
                      <a:pt x="480" y="189"/>
                    </a:lnTo>
                    <a:lnTo>
                      <a:pt x="471" y="227"/>
                    </a:lnTo>
                    <a:lnTo>
                      <a:pt x="471" y="236"/>
                    </a:lnTo>
                    <a:lnTo>
                      <a:pt x="461" y="227"/>
                    </a:lnTo>
                    <a:lnTo>
                      <a:pt x="449" y="236"/>
                    </a:lnTo>
                    <a:lnTo>
                      <a:pt x="419" y="236"/>
                    </a:lnTo>
                    <a:lnTo>
                      <a:pt x="409" y="246"/>
                    </a:lnTo>
                    <a:lnTo>
                      <a:pt x="430" y="265"/>
                    </a:lnTo>
                    <a:lnTo>
                      <a:pt x="409" y="265"/>
                    </a:lnTo>
                    <a:lnTo>
                      <a:pt x="400" y="293"/>
                    </a:lnTo>
                    <a:lnTo>
                      <a:pt x="369" y="265"/>
                    </a:lnTo>
                    <a:lnTo>
                      <a:pt x="348" y="265"/>
                    </a:lnTo>
                    <a:lnTo>
                      <a:pt x="338" y="274"/>
                    </a:lnTo>
                    <a:lnTo>
                      <a:pt x="307" y="265"/>
                    </a:lnTo>
                    <a:lnTo>
                      <a:pt x="255" y="246"/>
                    </a:lnTo>
                    <a:lnTo>
                      <a:pt x="246" y="236"/>
                    </a:lnTo>
                    <a:lnTo>
                      <a:pt x="215" y="236"/>
                    </a:lnTo>
                    <a:lnTo>
                      <a:pt x="194" y="218"/>
                    </a:lnTo>
                    <a:lnTo>
                      <a:pt x="184" y="199"/>
                    </a:lnTo>
                    <a:lnTo>
                      <a:pt x="194" y="189"/>
                    </a:lnTo>
                    <a:lnTo>
                      <a:pt x="184" y="170"/>
                    </a:lnTo>
                    <a:lnTo>
                      <a:pt x="144" y="125"/>
                    </a:lnTo>
                    <a:lnTo>
                      <a:pt x="123" y="113"/>
                    </a:lnTo>
                    <a:lnTo>
                      <a:pt x="123" y="104"/>
                    </a:lnTo>
                    <a:lnTo>
                      <a:pt x="102" y="85"/>
                    </a:lnTo>
                    <a:lnTo>
                      <a:pt x="102" y="75"/>
                    </a:lnTo>
                    <a:lnTo>
                      <a:pt x="92" y="75"/>
                    </a:lnTo>
                    <a:lnTo>
                      <a:pt x="80" y="57"/>
                    </a:lnTo>
                    <a:lnTo>
                      <a:pt x="61" y="19"/>
                    </a:lnTo>
                    <a:lnTo>
                      <a:pt x="50" y="19"/>
                    </a:lnTo>
                    <a:lnTo>
                      <a:pt x="31" y="12"/>
                    </a:lnTo>
                    <a:lnTo>
                      <a:pt x="40" y="40"/>
                    </a:lnTo>
                    <a:lnTo>
                      <a:pt x="92" y="104"/>
                    </a:lnTo>
                    <a:lnTo>
                      <a:pt x="102" y="142"/>
                    </a:lnTo>
                    <a:lnTo>
                      <a:pt x="111" y="142"/>
                    </a:lnTo>
                    <a:lnTo>
                      <a:pt x="123" y="154"/>
                    </a:lnTo>
                    <a:lnTo>
                      <a:pt x="111" y="161"/>
                    </a:lnTo>
                    <a:lnTo>
                      <a:pt x="102" y="154"/>
                    </a:lnTo>
                    <a:lnTo>
                      <a:pt x="71" y="132"/>
                    </a:lnTo>
                    <a:lnTo>
                      <a:pt x="80" y="125"/>
                    </a:lnTo>
                    <a:lnTo>
                      <a:pt x="71" y="104"/>
                    </a:lnTo>
                    <a:lnTo>
                      <a:pt x="40" y="97"/>
                    </a:lnTo>
                    <a:lnTo>
                      <a:pt x="31" y="75"/>
                    </a:lnTo>
                    <a:lnTo>
                      <a:pt x="40" y="85"/>
                    </a:lnTo>
                    <a:lnTo>
                      <a:pt x="50" y="68"/>
                    </a:lnTo>
                    <a:lnTo>
                      <a:pt x="19" y="47"/>
                    </a:lnTo>
                    <a:lnTo>
                      <a:pt x="0" y="0"/>
                    </a:lnTo>
                    <a:lnTo>
                      <a:pt x="31" y="0"/>
                    </a:lnTo>
                    <a:lnTo>
                      <a:pt x="92" y="19"/>
                    </a:lnTo>
                    <a:lnTo>
                      <a:pt x="175" y="12"/>
                    </a:lnTo>
                    <a:lnTo>
                      <a:pt x="194" y="28"/>
                    </a:lnTo>
                    <a:lnTo>
                      <a:pt x="194" y="47"/>
                    </a:lnTo>
                    <a:lnTo>
                      <a:pt x="215" y="57"/>
                    </a:lnTo>
                    <a:lnTo>
                      <a:pt x="225" y="57"/>
                    </a:lnTo>
                    <a:lnTo>
                      <a:pt x="236" y="47"/>
                    </a:lnTo>
                    <a:lnTo>
                      <a:pt x="246" y="47"/>
                    </a:lnTo>
                    <a:lnTo>
                      <a:pt x="286" y="104"/>
                    </a:lnTo>
                    <a:lnTo>
                      <a:pt x="317" y="113"/>
                    </a:lnTo>
                    <a:lnTo>
                      <a:pt x="317" y="113"/>
                    </a:lnTo>
                    <a:lnTo>
                      <a:pt x="317" y="113"/>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92" name="Google Shape;1492;p206"/>
              <p:cNvSpPr/>
              <p:nvPr/>
            </p:nvSpPr>
            <p:spPr>
              <a:xfrm>
                <a:off x="2268" y="2814"/>
                <a:ext cx="61" cy="67"/>
              </a:xfrm>
              <a:custGeom>
                <a:avLst/>
                <a:gdLst/>
                <a:ahLst/>
                <a:cxnLst/>
                <a:rect l="l" t="t" r="r" b="b"/>
                <a:pathLst>
                  <a:path w="61" h="67" extrusionOk="0">
                    <a:moveTo>
                      <a:pt x="49" y="29"/>
                    </a:moveTo>
                    <a:lnTo>
                      <a:pt x="49" y="29"/>
                    </a:lnTo>
                    <a:lnTo>
                      <a:pt x="61" y="38"/>
                    </a:lnTo>
                    <a:lnTo>
                      <a:pt x="40" y="57"/>
                    </a:lnTo>
                    <a:lnTo>
                      <a:pt x="30" y="67"/>
                    </a:lnTo>
                    <a:lnTo>
                      <a:pt x="0" y="57"/>
                    </a:lnTo>
                    <a:lnTo>
                      <a:pt x="9" y="29"/>
                    </a:lnTo>
                    <a:lnTo>
                      <a:pt x="30" y="29"/>
                    </a:lnTo>
                    <a:lnTo>
                      <a:pt x="9" y="10"/>
                    </a:lnTo>
                    <a:lnTo>
                      <a:pt x="19" y="0"/>
                    </a:lnTo>
                    <a:lnTo>
                      <a:pt x="49" y="0"/>
                    </a:lnTo>
                    <a:lnTo>
                      <a:pt x="49" y="2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93" name="Google Shape;1493;p206"/>
              <p:cNvSpPr/>
              <p:nvPr/>
            </p:nvSpPr>
            <p:spPr>
              <a:xfrm>
                <a:off x="2268" y="2814"/>
                <a:ext cx="61" cy="67"/>
              </a:xfrm>
              <a:custGeom>
                <a:avLst/>
                <a:gdLst/>
                <a:ahLst/>
                <a:cxnLst/>
                <a:rect l="l" t="t" r="r" b="b"/>
                <a:pathLst>
                  <a:path w="61" h="67" extrusionOk="0">
                    <a:moveTo>
                      <a:pt x="49" y="29"/>
                    </a:moveTo>
                    <a:lnTo>
                      <a:pt x="49" y="29"/>
                    </a:lnTo>
                    <a:lnTo>
                      <a:pt x="61" y="38"/>
                    </a:lnTo>
                    <a:lnTo>
                      <a:pt x="40" y="57"/>
                    </a:lnTo>
                    <a:lnTo>
                      <a:pt x="30" y="67"/>
                    </a:lnTo>
                    <a:lnTo>
                      <a:pt x="0" y="57"/>
                    </a:lnTo>
                    <a:lnTo>
                      <a:pt x="9" y="29"/>
                    </a:lnTo>
                    <a:lnTo>
                      <a:pt x="30" y="29"/>
                    </a:lnTo>
                    <a:lnTo>
                      <a:pt x="9" y="10"/>
                    </a:lnTo>
                    <a:lnTo>
                      <a:pt x="19" y="0"/>
                    </a:lnTo>
                    <a:lnTo>
                      <a:pt x="49" y="0"/>
                    </a:lnTo>
                    <a:lnTo>
                      <a:pt x="49" y="2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94" name="Google Shape;1494;p206"/>
              <p:cNvSpPr/>
              <p:nvPr/>
            </p:nvSpPr>
            <p:spPr>
              <a:xfrm>
                <a:off x="2268" y="2814"/>
                <a:ext cx="61" cy="67"/>
              </a:xfrm>
              <a:custGeom>
                <a:avLst/>
                <a:gdLst/>
                <a:ahLst/>
                <a:cxnLst/>
                <a:rect l="l" t="t" r="r" b="b"/>
                <a:pathLst>
                  <a:path w="61" h="67" extrusionOk="0">
                    <a:moveTo>
                      <a:pt x="49" y="29"/>
                    </a:moveTo>
                    <a:lnTo>
                      <a:pt x="49" y="29"/>
                    </a:lnTo>
                    <a:lnTo>
                      <a:pt x="61" y="38"/>
                    </a:lnTo>
                    <a:lnTo>
                      <a:pt x="40" y="57"/>
                    </a:lnTo>
                    <a:lnTo>
                      <a:pt x="30" y="67"/>
                    </a:lnTo>
                    <a:lnTo>
                      <a:pt x="0" y="57"/>
                    </a:lnTo>
                    <a:lnTo>
                      <a:pt x="9" y="29"/>
                    </a:lnTo>
                    <a:lnTo>
                      <a:pt x="30" y="29"/>
                    </a:lnTo>
                    <a:lnTo>
                      <a:pt x="9" y="10"/>
                    </a:lnTo>
                    <a:lnTo>
                      <a:pt x="19" y="0"/>
                    </a:lnTo>
                    <a:lnTo>
                      <a:pt x="49" y="0"/>
                    </a:lnTo>
                    <a:lnTo>
                      <a:pt x="49" y="2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95" name="Google Shape;1495;p206"/>
              <p:cNvSpPr/>
              <p:nvPr/>
            </p:nvSpPr>
            <p:spPr>
              <a:xfrm>
                <a:off x="2310" y="2852"/>
                <a:ext cx="100" cy="38"/>
              </a:xfrm>
              <a:custGeom>
                <a:avLst/>
                <a:gdLst/>
                <a:ahLst/>
                <a:cxnLst/>
                <a:rect l="l" t="t" r="r" b="b"/>
                <a:pathLst>
                  <a:path w="100" h="38" extrusionOk="0">
                    <a:moveTo>
                      <a:pt x="19" y="0"/>
                    </a:moveTo>
                    <a:lnTo>
                      <a:pt x="19" y="0"/>
                    </a:lnTo>
                    <a:lnTo>
                      <a:pt x="71" y="0"/>
                    </a:lnTo>
                    <a:lnTo>
                      <a:pt x="100" y="10"/>
                    </a:lnTo>
                    <a:lnTo>
                      <a:pt x="81" y="22"/>
                    </a:lnTo>
                    <a:lnTo>
                      <a:pt x="40" y="38"/>
                    </a:lnTo>
                    <a:lnTo>
                      <a:pt x="31" y="38"/>
                    </a:lnTo>
                    <a:lnTo>
                      <a:pt x="31" y="31"/>
                    </a:lnTo>
                    <a:lnTo>
                      <a:pt x="0" y="22"/>
                    </a:lnTo>
                    <a:lnTo>
                      <a:pt x="19" y="0"/>
                    </a:lnTo>
                    <a:lnTo>
                      <a:pt x="19" y="0"/>
                    </a:lnTo>
                    <a:lnTo>
                      <a:pt x="19"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96" name="Google Shape;1496;p206"/>
              <p:cNvSpPr/>
              <p:nvPr/>
            </p:nvSpPr>
            <p:spPr>
              <a:xfrm>
                <a:off x="2310" y="2852"/>
                <a:ext cx="100" cy="38"/>
              </a:xfrm>
              <a:custGeom>
                <a:avLst/>
                <a:gdLst/>
                <a:ahLst/>
                <a:cxnLst/>
                <a:rect l="l" t="t" r="r" b="b"/>
                <a:pathLst>
                  <a:path w="100" h="38" extrusionOk="0">
                    <a:moveTo>
                      <a:pt x="19" y="0"/>
                    </a:moveTo>
                    <a:lnTo>
                      <a:pt x="19" y="0"/>
                    </a:lnTo>
                    <a:lnTo>
                      <a:pt x="71" y="0"/>
                    </a:lnTo>
                    <a:lnTo>
                      <a:pt x="100" y="10"/>
                    </a:lnTo>
                    <a:lnTo>
                      <a:pt x="81" y="22"/>
                    </a:lnTo>
                    <a:lnTo>
                      <a:pt x="40" y="38"/>
                    </a:lnTo>
                    <a:lnTo>
                      <a:pt x="31" y="38"/>
                    </a:lnTo>
                    <a:lnTo>
                      <a:pt x="31" y="31"/>
                    </a:lnTo>
                    <a:lnTo>
                      <a:pt x="0" y="22"/>
                    </a:lnTo>
                    <a:lnTo>
                      <a:pt x="19" y="0"/>
                    </a:lnTo>
                    <a:lnTo>
                      <a:pt x="19" y="0"/>
                    </a:lnTo>
                    <a:lnTo>
                      <a:pt x="19"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97" name="Google Shape;1497;p206"/>
              <p:cNvSpPr/>
              <p:nvPr/>
            </p:nvSpPr>
            <p:spPr>
              <a:xfrm>
                <a:off x="2298" y="2871"/>
                <a:ext cx="43" cy="19"/>
              </a:xfrm>
              <a:custGeom>
                <a:avLst/>
                <a:gdLst/>
                <a:ahLst/>
                <a:cxnLst/>
                <a:rect l="l" t="t" r="r" b="b"/>
                <a:pathLst>
                  <a:path w="43" h="19" extrusionOk="0">
                    <a:moveTo>
                      <a:pt x="12" y="0"/>
                    </a:moveTo>
                    <a:lnTo>
                      <a:pt x="12" y="0"/>
                    </a:lnTo>
                    <a:lnTo>
                      <a:pt x="0" y="10"/>
                    </a:lnTo>
                    <a:lnTo>
                      <a:pt x="12" y="19"/>
                    </a:lnTo>
                    <a:lnTo>
                      <a:pt x="43" y="19"/>
                    </a:lnTo>
                    <a:lnTo>
                      <a:pt x="43" y="10"/>
                    </a:lnTo>
                    <a:lnTo>
                      <a:pt x="12"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98" name="Google Shape;1498;p206"/>
              <p:cNvSpPr/>
              <p:nvPr/>
            </p:nvSpPr>
            <p:spPr>
              <a:xfrm>
                <a:off x="2298" y="2871"/>
                <a:ext cx="43" cy="19"/>
              </a:xfrm>
              <a:custGeom>
                <a:avLst/>
                <a:gdLst/>
                <a:ahLst/>
                <a:cxnLst/>
                <a:rect l="l" t="t" r="r" b="b"/>
                <a:pathLst>
                  <a:path w="43" h="19" extrusionOk="0">
                    <a:moveTo>
                      <a:pt x="12" y="0"/>
                    </a:moveTo>
                    <a:lnTo>
                      <a:pt x="12" y="0"/>
                    </a:lnTo>
                    <a:lnTo>
                      <a:pt x="0" y="10"/>
                    </a:lnTo>
                    <a:lnTo>
                      <a:pt x="12" y="19"/>
                    </a:lnTo>
                    <a:lnTo>
                      <a:pt x="43" y="19"/>
                    </a:lnTo>
                    <a:lnTo>
                      <a:pt x="43" y="10"/>
                    </a:lnTo>
                    <a:lnTo>
                      <a:pt x="12"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499" name="Google Shape;1499;p206"/>
              <p:cNvSpPr/>
              <p:nvPr/>
            </p:nvSpPr>
            <p:spPr>
              <a:xfrm>
                <a:off x="2298" y="2871"/>
                <a:ext cx="43" cy="19"/>
              </a:xfrm>
              <a:custGeom>
                <a:avLst/>
                <a:gdLst/>
                <a:ahLst/>
                <a:cxnLst/>
                <a:rect l="l" t="t" r="r" b="b"/>
                <a:pathLst>
                  <a:path w="43" h="19" extrusionOk="0">
                    <a:moveTo>
                      <a:pt x="12" y="0"/>
                    </a:moveTo>
                    <a:lnTo>
                      <a:pt x="12" y="0"/>
                    </a:lnTo>
                    <a:lnTo>
                      <a:pt x="0" y="10"/>
                    </a:lnTo>
                    <a:lnTo>
                      <a:pt x="12" y="19"/>
                    </a:lnTo>
                    <a:lnTo>
                      <a:pt x="43" y="19"/>
                    </a:lnTo>
                    <a:lnTo>
                      <a:pt x="43" y="10"/>
                    </a:lnTo>
                    <a:lnTo>
                      <a:pt x="12"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00" name="Google Shape;1500;p206"/>
              <p:cNvSpPr/>
              <p:nvPr/>
            </p:nvSpPr>
            <p:spPr>
              <a:xfrm>
                <a:off x="2348" y="2862"/>
                <a:ext cx="62" cy="66"/>
              </a:xfrm>
              <a:custGeom>
                <a:avLst/>
                <a:gdLst/>
                <a:ahLst/>
                <a:cxnLst/>
                <a:rect l="l" t="t" r="r" b="b"/>
                <a:pathLst>
                  <a:path w="62" h="66" extrusionOk="0">
                    <a:moveTo>
                      <a:pt x="62" y="0"/>
                    </a:moveTo>
                    <a:lnTo>
                      <a:pt x="62" y="0"/>
                    </a:lnTo>
                    <a:lnTo>
                      <a:pt x="62" y="12"/>
                    </a:lnTo>
                    <a:lnTo>
                      <a:pt x="52" y="57"/>
                    </a:lnTo>
                    <a:lnTo>
                      <a:pt x="62" y="66"/>
                    </a:lnTo>
                    <a:lnTo>
                      <a:pt x="52" y="66"/>
                    </a:lnTo>
                    <a:lnTo>
                      <a:pt x="21" y="57"/>
                    </a:lnTo>
                    <a:lnTo>
                      <a:pt x="0" y="40"/>
                    </a:lnTo>
                    <a:lnTo>
                      <a:pt x="0" y="28"/>
                    </a:lnTo>
                    <a:lnTo>
                      <a:pt x="43" y="12"/>
                    </a:lnTo>
                    <a:lnTo>
                      <a:pt x="62" y="0"/>
                    </a:lnTo>
                    <a:lnTo>
                      <a:pt x="62" y="0"/>
                    </a:lnTo>
                    <a:lnTo>
                      <a:pt x="62"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01" name="Google Shape;1501;p206"/>
              <p:cNvSpPr/>
              <p:nvPr/>
            </p:nvSpPr>
            <p:spPr>
              <a:xfrm>
                <a:off x="2348" y="2862"/>
                <a:ext cx="62" cy="66"/>
              </a:xfrm>
              <a:custGeom>
                <a:avLst/>
                <a:gdLst/>
                <a:ahLst/>
                <a:cxnLst/>
                <a:rect l="l" t="t" r="r" b="b"/>
                <a:pathLst>
                  <a:path w="62" h="66" extrusionOk="0">
                    <a:moveTo>
                      <a:pt x="62" y="0"/>
                    </a:moveTo>
                    <a:lnTo>
                      <a:pt x="62" y="0"/>
                    </a:lnTo>
                    <a:lnTo>
                      <a:pt x="62" y="12"/>
                    </a:lnTo>
                    <a:lnTo>
                      <a:pt x="52" y="57"/>
                    </a:lnTo>
                    <a:lnTo>
                      <a:pt x="62" y="66"/>
                    </a:lnTo>
                    <a:lnTo>
                      <a:pt x="52" y="66"/>
                    </a:lnTo>
                    <a:lnTo>
                      <a:pt x="21" y="57"/>
                    </a:lnTo>
                    <a:lnTo>
                      <a:pt x="0" y="40"/>
                    </a:lnTo>
                    <a:lnTo>
                      <a:pt x="0" y="28"/>
                    </a:lnTo>
                    <a:lnTo>
                      <a:pt x="43" y="12"/>
                    </a:lnTo>
                    <a:lnTo>
                      <a:pt x="62" y="0"/>
                    </a:lnTo>
                    <a:lnTo>
                      <a:pt x="62" y="0"/>
                    </a:lnTo>
                    <a:lnTo>
                      <a:pt x="62"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02" name="Google Shape;1502;p206"/>
              <p:cNvSpPr/>
              <p:nvPr/>
            </p:nvSpPr>
            <p:spPr>
              <a:xfrm>
                <a:off x="2372" y="2919"/>
                <a:ext cx="52" cy="47"/>
              </a:xfrm>
              <a:custGeom>
                <a:avLst/>
                <a:gdLst/>
                <a:ahLst/>
                <a:cxnLst/>
                <a:rect l="l" t="t" r="r" b="b"/>
                <a:pathLst>
                  <a:path w="52" h="47" extrusionOk="0">
                    <a:moveTo>
                      <a:pt x="52" y="47"/>
                    </a:moveTo>
                    <a:lnTo>
                      <a:pt x="52" y="47"/>
                    </a:lnTo>
                    <a:lnTo>
                      <a:pt x="52" y="28"/>
                    </a:lnTo>
                    <a:lnTo>
                      <a:pt x="40" y="21"/>
                    </a:lnTo>
                    <a:lnTo>
                      <a:pt x="40" y="11"/>
                    </a:lnTo>
                    <a:lnTo>
                      <a:pt x="30" y="11"/>
                    </a:lnTo>
                    <a:lnTo>
                      <a:pt x="0" y="0"/>
                    </a:lnTo>
                    <a:lnTo>
                      <a:pt x="0" y="21"/>
                    </a:lnTo>
                    <a:lnTo>
                      <a:pt x="9" y="28"/>
                    </a:lnTo>
                    <a:lnTo>
                      <a:pt x="21" y="21"/>
                    </a:lnTo>
                    <a:lnTo>
                      <a:pt x="30" y="40"/>
                    </a:lnTo>
                    <a:lnTo>
                      <a:pt x="52" y="47"/>
                    </a:lnTo>
                    <a:lnTo>
                      <a:pt x="52" y="47"/>
                    </a:lnTo>
                    <a:lnTo>
                      <a:pt x="52" y="4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03" name="Google Shape;1503;p206"/>
              <p:cNvSpPr/>
              <p:nvPr/>
            </p:nvSpPr>
            <p:spPr>
              <a:xfrm>
                <a:off x="2372" y="2919"/>
                <a:ext cx="52" cy="47"/>
              </a:xfrm>
              <a:custGeom>
                <a:avLst/>
                <a:gdLst/>
                <a:ahLst/>
                <a:cxnLst/>
                <a:rect l="l" t="t" r="r" b="b"/>
                <a:pathLst>
                  <a:path w="52" h="47" extrusionOk="0">
                    <a:moveTo>
                      <a:pt x="52" y="47"/>
                    </a:moveTo>
                    <a:lnTo>
                      <a:pt x="52" y="47"/>
                    </a:lnTo>
                    <a:lnTo>
                      <a:pt x="52" y="28"/>
                    </a:lnTo>
                    <a:lnTo>
                      <a:pt x="40" y="21"/>
                    </a:lnTo>
                    <a:lnTo>
                      <a:pt x="40" y="11"/>
                    </a:lnTo>
                    <a:lnTo>
                      <a:pt x="30" y="11"/>
                    </a:lnTo>
                    <a:lnTo>
                      <a:pt x="0" y="0"/>
                    </a:lnTo>
                    <a:lnTo>
                      <a:pt x="0" y="21"/>
                    </a:lnTo>
                    <a:lnTo>
                      <a:pt x="9" y="28"/>
                    </a:lnTo>
                    <a:lnTo>
                      <a:pt x="21" y="21"/>
                    </a:lnTo>
                    <a:lnTo>
                      <a:pt x="30" y="40"/>
                    </a:lnTo>
                    <a:lnTo>
                      <a:pt x="52" y="47"/>
                    </a:lnTo>
                    <a:lnTo>
                      <a:pt x="52" y="47"/>
                    </a:lnTo>
                    <a:lnTo>
                      <a:pt x="52" y="47"/>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04" name="Google Shape;1504;p206"/>
              <p:cNvSpPr/>
              <p:nvPr/>
            </p:nvSpPr>
            <p:spPr>
              <a:xfrm>
                <a:off x="2424" y="2947"/>
                <a:ext cx="47" cy="38"/>
              </a:xfrm>
              <a:custGeom>
                <a:avLst/>
                <a:gdLst/>
                <a:ahLst/>
                <a:cxnLst/>
                <a:rect l="l" t="t" r="r" b="b"/>
                <a:pathLst>
                  <a:path w="47" h="38" extrusionOk="0">
                    <a:moveTo>
                      <a:pt x="0" y="19"/>
                    </a:moveTo>
                    <a:lnTo>
                      <a:pt x="0" y="19"/>
                    </a:lnTo>
                    <a:lnTo>
                      <a:pt x="28" y="28"/>
                    </a:lnTo>
                    <a:lnTo>
                      <a:pt x="28" y="38"/>
                    </a:lnTo>
                    <a:lnTo>
                      <a:pt x="40" y="28"/>
                    </a:lnTo>
                    <a:lnTo>
                      <a:pt x="28" y="19"/>
                    </a:lnTo>
                    <a:lnTo>
                      <a:pt x="47" y="12"/>
                    </a:lnTo>
                    <a:lnTo>
                      <a:pt x="40" y="0"/>
                    </a:lnTo>
                    <a:lnTo>
                      <a:pt x="19" y="12"/>
                    </a:lnTo>
                    <a:lnTo>
                      <a:pt x="9" y="12"/>
                    </a:lnTo>
                    <a:lnTo>
                      <a:pt x="0" y="0"/>
                    </a:lnTo>
                    <a:lnTo>
                      <a:pt x="0" y="1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05" name="Google Shape;1505;p206"/>
              <p:cNvSpPr/>
              <p:nvPr/>
            </p:nvSpPr>
            <p:spPr>
              <a:xfrm>
                <a:off x="2424" y="2947"/>
                <a:ext cx="47" cy="38"/>
              </a:xfrm>
              <a:custGeom>
                <a:avLst/>
                <a:gdLst/>
                <a:ahLst/>
                <a:cxnLst/>
                <a:rect l="l" t="t" r="r" b="b"/>
                <a:pathLst>
                  <a:path w="47" h="38" extrusionOk="0">
                    <a:moveTo>
                      <a:pt x="0" y="19"/>
                    </a:moveTo>
                    <a:lnTo>
                      <a:pt x="0" y="19"/>
                    </a:lnTo>
                    <a:lnTo>
                      <a:pt x="28" y="28"/>
                    </a:lnTo>
                    <a:lnTo>
                      <a:pt x="28" y="38"/>
                    </a:lnTo>
                    <a:lnTo>
                      <a:pt x="40" y="28"/>
                    </a:lnTo>
                    <a:lnTo>
                      <a:pt x="28" y="19"/>
                    </a:lnTo>
                    <a:lnTo>
                      <a:pt x="47" y="12"/>
                    </a:lnTo>
                    <a:lnTo>
                      <a:pt x="40" y="0"/>
                    </a:lnTo>
                    <a:lnTo>
                      <a:pt x="19" y="12"/>
                    </a:lnTo>
                    <a:lnTo>
                      <a:pt x="9" y="12"/>
                    </a:lnTo>
                    <a:lnTo>
                      <a:pt x="0" y="0"/>
                    </a:lnTo>
                    <a:lnTo>
                      <a:pt x="0" y="1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grpSp>
        <p:grpSp>
          <p:nvGrpSpPr>
            <p:cNvPr id="1506" name="Google Shape;1506;p206"/>
            <p:cNvGrpSpPr/>
            <p:nvPr/>
          </p:nvGrpSpPr>
          <p:grpSpPr>
            <a:xfrm>
              <a:off x="3452537" y="1999676"/>
              <a:ext cx="7005638" cy="4281488"/>
              <a:chOff x="2424" y="1190"/>
              <a:chExt cx="4413" cy="2697"/>
            </a:xfrm>
          </p:grpSpPr>
          <p:sp>
            <p:nvSpPr>
              <p:cNvPr id="1507" name="Google Shape;1507;p206"/>
              <p:cNvSpPr/>
              <p:nvPr/>
            </p:nvSpPr>
            <p:spPr>
              <a:xfrm>
                <a:off x="2424" y="2947"/>
                <a:ext cx="47" cy="38"/>
              </a:xfrm>
              <a:custGeom>
                <a:avLst/>
                <a:gdLst/>
                <a:ahLst/>
                <a:cxnLst/>
                <a:rect l="l" t="t" r="r" b="b"/>
                <a:pathLst>
                  <a:path w="47" h="38" extrusionOk="0">
                    <a:moveTo>
                      <a:pt x="0" y="19"/>
                    </a:moveTo>
                    <a:lnTo>
                      <a:pt x="0" y="19"/>
                    </a:lnTo>
                    <a:lnTo>
                      <a:pt x="28" y="28"/>
                    </a:lnTo>
                    <a:lnTo>
                      <a:pt x="28" y="38"/>
                    </a:lnTo>
                    <a:lnTo>
                      <a:pt x="40" y="28"/>
                    </a:lnTo>
                    <a:lnTo>
                      <a:pt x="28" y="19"/>
                    </a:lnTo>
                    <a:lnTo>
                      <a:pt x="47" y="12"/>
                    </a:lnTo>
                    <a:lnTo>
                      <a:pt x="40" y="0"/>
                    </a:lnTo>
                    <a:lnTo>
                      <a:pt x="19" y="12"/>
                    </a:lnTo>
                    <a:lnTo>
                      <a:pt x="9" y="12"/>
                    </a:lnTo>
                    <a:lnTo>
                      <a:pt x="0" y="0"/>
                    </a:lnTo>
                    <a:lnTo>
                      <a:pt x="0" y="1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08" name="Google Shape;1508;p206"/>
              <p:cNvSpPr/>
              <p:nvPr/>
            </p:nvSpPr>
            <p:spPr>
              <a:xfrm>
                <a:off x="2473" y="2947"/>
                <a:ext cx="41" cy="38"/>
              </a:xfrm>
              <a:custGeom>
                <a:avLst/>
                <a:gdLst/>
                <a:ahLst/>
                <a:cxnLst/>
                <a:rect l="l" t="t" r="r" b="b"/>
                <a:pathLst>
                  <a:path w="41" h="38" extrusionOk="0">
                    <a:moveTo>
                      <a:pt x="31" y="12"/>
                    </a:moveTo>
                    <a:lnTo>
                      <a:pt x="31" y="12"/>
                    </a:lnTo>
                    <a:lnTo>
                      <a:pt x="41" y="19"/>
                    </a:lnTo>
                    <a:lnTo>
                      <a:pt x="31" y="28"/>
                    </a:lnTo>
                    <a:lnTo>
                      <a:pt x="31" y="38"/>
                    </a:lnTo>
                    <a:lnTo>
                      <a:pt x="22" y="19"/>
                    </a:lnTo>
                    <a:lnTo>
                      <a:pt x="0" y="12"/>
                    </a:lnTo>
                    <a:lnTo>
                      <a:pt x="0" y="0"/>
                    </a:lnTo>
                    <a:lnTo>
                      <a:pt x="10" y="0"/>
                    </a:lnTo>
                    <a:lnTo>
                      <a:pt x="22" y="0"/>
                    </a:lnTo>
                    <a:lnTo>
                      <a:pt x="31"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09" name="Google Shape;1509;p206"/>
              <p:cNvSpPr/>
              <p:nvPr/>
            </p:nvSpPr>
            <p:spPr>
              <a:xfrm>
                <a:off x="2473" y="2947"/>
                <a:ext cx="41" cy="38"/>
              </a:xfrm>
              <a:custGeom>
                <a:avLst/>
                <a:gdLst/>
                <a:ahLst/>
                <a:cxnLst/>
                <a:rect l="l" t="t" r="r" b="b"/>
                <a:pathLst>
                  <a:path w="41" h="38" extrusionOk="0">
                    <a:moveTo>
                      <a:pt x="31" y="12"/>
                    </a:moveTo>
                    <a:lnTo>
                      <a:pt x="31" y="12"/>
                    </a:lnTo>
                    <a:lnTo>
                      <a:pt x="41" y="19"/>
                    </a:lnTo>
                    <a:lnTo>
                      <a:pt x="31" y="28"/>
                    </a:lnTo>
                    <a:lnTo>
                      <a:pt x="31" y="38"/>
                    </a:lnTo>
                    <a:lnTo>
                      <a:pt x="22" y="19"/>
                    </a:lnTo>
                    <a:lnTo>
                      <a:pt x="0" y="12"/>
                    </a:lnTo>
                    <a:lnTo>
                      <a:pt x="0" y="0"/>
                    </a:lnTo>
                    <a:lnTo>
                      <a:pt x="10" y="0"/>
                    </a:lnTo>
                    <a:lnTo>
                      <a:pt x="22" y="0"/>
                    </a:lnTo>
                    <a:lnTo>
                      <a:pt x="31"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10" name="Google Shape;1510;p206"/>
              <p:cNvSpPr/>
              <p:nvPr/>
            </p:nvSpPr>
            <p:spPr>
              <a:xfrm>
                <a:off x="2473" y="2947"/>
                <a:ext cx="41" cy="38"/>
              </a:xfrm>
              <a:custGeom>
                <a:avLst/>
                <a:gdLst/>
                <a:ahLst/>
                <a:cxnLst/>
                <a:rect l="l" t="t" r="r" b="b"/>
                <a:pathLst>
                  <a:path w="41" h="38" extrusionOk="0">
                    <a:moveTo>
                      <a:pt x="31" y="12"/>
                    </a:moveTo>
                    <a:lnTo>
                      <a:pt x="31" y="12"/>
                    </a:lnTo>
                    <a:lnTo>
                      <a:pt x="41" y="19"/>
                    </a:lnTo>
                    <a:lnTo>
                      <a:pt x="31" y="28"/>
                    </a:lnTo>
                    <a:lnTo>
                      <a:pt x="31" y="38"/>
                    </a:lnTo>
                    <a:lnTo>
                      <a:pt x="22" y="19"/>
                    </a:lnTo>
                    <a:lnTo>
                      <a:pt x="0" y="12"/>
                    </a:lnTo>
                    <a:lnTo>
                      <a:pt x="0" y="0"/>
                    </a:lnTo>
                    <a:lnTo>
                      <a:pt x="10" y="0"/>
                    </a:lnTo>
                    <a:lnTo>
                      <a:pt x="22" y="0"/>
                    </a:lnTo>
                    <a:lnTo>
                      <a:pt x="31"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11" name="Google Shape;1511;p206"/>
              <p:cNvSpPr/>
              <p:nvPr/>
            </p:nvSpPr>
            <p:spPr>
              <a:xfrm>
                <a:off x="2462" y="2947"/>
                <a:ext cx="11" cy="10"/>
              </a:xfrm>
              <a:custGeom>
                <a:avLst/>
                <a:gdLst/>
                <a:ahLst/>
                <a:cxnLst/>
                <a:rect l="l" t="t" r="r" b="b"/>
                <a:pathLst>
                  <a:path w="11" h="10" extrusionOk="0">
                    <a:moveTo>
                      <a:pt x="11" y="10"/>
                    </a:moveTo>
                    <a:lnTo>
                      <a:pt x="11" y="10"/>
                    </a:lnTo>
                    <a:lnTo>
                      <a:pt x="11" y="0"/>
                    </a:lnTo>
                    <a:lnTo>
                      <a:pt x="0" y="0"/>
                    </a:lnTo>
                    <a:lnTo>
                      <a:pt x="11" y="1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12" name="Google Shape;1512;p206"/>
              <p:cNvSpPr/>
              <p:nvPr/>
            </p:nvSpPr>
            <p:spPr>
              <a:xfrm>
                <a:off x="2462" y="2947"/>
                <a:ext cx="11" cy="10"/>
              </a:xfrm>
              <a:custGeom>
                <a:avLst/>
                <a:gdLst/>
                <a:ahLst/>
                <a:cxnLst/>
                <a:rect l="l" t="t" r="r" b="b"/>
                <a:pathLst>
                  <a:path w="11" h="10" extrusionOk="0">
                    <a:moveTo>
                      <a:pt x="11" y="10"/>
                    </a:moveTo>
                    <a:lnTo>
                      <a:pt x="11" y="10"/>
                    </a:lnTo>
                    <a:lnTo>
                      <a:pt x="11" y="0"/>
                    </a:lnTo>
                    <a:lnTo>
                      <a:pt x="0" y="0"/>
                    </a:lnTo>
                    <a:lnTo>
                      <a:pt x="11" y="1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13" name="Google Shape;1513;p206"/>
              <p:cNvSpPr/>
              <p:nvPr/>
            </p:nvSpPr>
            <p:spPr>
              <a:xfrm>
                <a:off x="2462" y="2947"/>
                <a:ext cx="11" cy="10"/>
              </a:xfrm>
              <a:custGeom>
                <a:avLst/>
                <a:gdLst/>
                <a:ahLst/>
                <a:cxnLst/>
                <a:rect l="l" t="t" r="r" b="b"/>
                <a:pathLst>
                  <a:path w="11" h="10" extrusionOk="0">
                    <a:moveTo>
                      <a:pt x="11" y="10"/>
                    </a:moveTo>
                    <a:lnTo>
                      <a:pt x="11" y="10"/>
                    </a:lnTo>
                    <a:lnTo>
                      <a:pt x="11" y="0"/>
                    </a:lnTo>
                    <a:lnTo>
                      <a:pt x="0" y="0"/>
                    </a:lnTo>
                    <a:lnTo>
                      <a:pt x="11" y="1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14" name="Google Shape;1514;p206"/>
              <p:cNvSpPr/>
              <p:nvPr/>
            </p:nvSpPr>
            <p:spPr>
              <a:xfrm>
                <a:off x="5874" y="3091"/>
                <a:ext cx="164" cy="135"/>
              </a:xfrm>
              <a:custGeom>
                <a:avLst/>
                <a:gdLst/>
                <a:ahLst/>
                <a:cxnLst/>
                <a:rect l="l" t="t" r="r" b="b"/>
                <a:pathLst>
                  <a:path w="164" h="135" extrusionOk="0">
                    <a:moveTo>
                      <a:pt x="164" y="41"/>
                    </a:moveTo>
                    <a:lnTo>
                      <a:pt x="164" y="41"/>
                    </a:lnTo>
                    <a:lnTo>
                      <a:pt x="164" y="79"/>
                    </a:lnTo>
                    <a:lnTo>
                      <a:pt x="164" y="135"/>
                    </a:lnTo>
                    <a:lnTo>
                      <a:pt x="142" y="114"/>
                    </a:lnTo>
                    <a:lnTo>
                      <a:pt x="112" y="126"/>
                    </a:lnTo>
                    <a:lnTo>
                      <a:pt x="123" y="107"/>
                    </a:lnTo>
                    <a:lnTo>
                      <a:pt x="112" y="86"/>
                    </a:lnTo>
                    <a:lnTo>
                      <a:pt x="41" y="50"/>
                    </a:lnTo>
                    <a:lnTo>
                      <a:pt x="31" y="57"/>
                    </a:lnTo>
                    <a:lnTo>
                      <a:pt x="31" y="50"/>
                    </a:lnTo>
                    <a:lnTo>
                      <a:pt x="22" y="41"/>
                    </a:lnTo>
                    <a:lnTo>
                      <a:pt x="41" y="41"/>
                    </a:lnTo>
                    <a:lnTo>
                      <a:pt x="50" y="29"/>
                    </a:lnTo>
                    <a:lnTo>
                      <a:pt x="22" y="29"/>
                    </a:lnTo>
                    <a:lnTo>
                      <a:pt x="12" y="22"/>
                    </a:lnTo>
                    <a:lnTo>
                      <a:pt x="0" y="22"/>
                    </a:lnTo>
                    <a:lnTo>
                      <a:pt x="22" y="0"/>
                    </a:lnTo>
                    <a:lnTo>
                      <a:pt x="31" y="0"/>
                    </a:lnTo>
                    <a:lnTo>
                      <a:pt x="50" y="12"/>
                    </a:lnTo>
                    <a:lnTo>
                      <a:pt x="50" y="29"/>
                    </a:lnTo>
                    <a:lnTo>
                      <a:pt x="71" y="50"/>
                    </a:lnTo>
                    <a:lnTo>
                      <a:pt x="93" y="29"/>
                    </a:lnTo>
                    <a:lnTo>
                      <a:pt x="112" y="22"/>
                    </a:lnTo>
                    <a:lnTo>
                      <a:pt x="164" y="41"/>
                    </a:lnTo>
                    <a:lnTo>
                      <a:pt x="164" y="41"/>
                    </a:lnTo>
                    <a:lnTo>
                      <a:pt x="164" y="4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15" name="Google Shape;1515;p206"/>
              <p:cNvSpPr/>
              <p:nvPr/>
            </p:nvSpPr>
            <p:spPr>
              <a:xfrm>
                <a:off x="5874" y="3091"/>
                <a:ext cx="164" cy="135"/>
              </a:xfrm>
              <a:custGeom>
                <a:avLst/>
                <a:gdLst/>
                <a:ahLst/>
                <a:cxnLst/>
                <a:rect l="l" t="t" r="r" b="b"/>
                <a:pathLst>
                  <a:path w="164" h="135" extrusionOk="0">
                    <a:moveTo>
                      <a:pt x="164" y="41"/>
                    </a:moveTo>
                    <a:lnTo>
                      <a:pt x="164" y="41"/>
                    </a:lnTo>
                    <a:lnTo>
                      <a:pt x="164" y="79"/>
                    </a:lnTo>
                    <a:lnTo>
                      <a:pt x="164" y="135"/>
                    </a:lnTo>
                    <a:lnTo>
                      <a:pt x="142" y="114"/>
                    </a:lnTo>
                    <a:lnTo>
                      <a:pt x="112" y="126"/>
                    </a:lnTo>
                    <a:lnTo>
                      <a:pt x="123" y="107"/>
                    </a:lnTo>
                    <a:lnTo>
                      <a:pt x="112" y="86"/>
                    </a:lnTo>
                    <a:lnTo>
                      <a:pt x="41" y="50"/>
                    </a:lnTo>
                    <a:lnTo>
                      <a:pt x="31" y="57"/>
                    </a:lnTo>
                    <a:lnTo>
                      <a:pt x="31" y="50"/>
                    </a:lnTo>
                    <a:lnTo>
                      <a:pt x="22" y="41"/>
                    </a:lnTo>
                    <a:lnTo>
                      <a:pt x="41" y="41"/>
                    </a:lnTo>
                    <a:lnTo>
                      <a:pt x="50" y="29"/>
                    </a:lnTo>
                    <a:lnTo>
                      <a:pt x="22" y="29"/>
                    </a:lnTo>
                    <a:lnTo>
                      <a:pt x="12" y="22"/>
                    </a:lnTo>
                    <a:lnTo>
                      <a:pt x="0" y="22"/>
                    </a:lnTo>
                    <a:lnTo>
                      <a:pt x="22" y="0"/>
                    </a:lnTo>
                    <a:lnTo>
                      <a:pt x="31" y="0"/>
                    </a:lnTo>
                    <a:lnTo>
                      <a:pt x="50" y="12"/>
                    </a:lnTo>
                    <a:lnTo>
                      <a:pt x="50" y="29"/>
                    </a:lnTo>
                    <a:lnTo>
                      <a:pt x="71" y="50"/>
                    </a:lnTo>
                    <a:lnTo>
                      <a:pt x="93" y="29"/>
                    </a:lnTo>
                    <a:lnTo>
                      <a:pt x="112" y="22"/>
                    </a:lnTo>
                    <a:lnTo>
                      <a:pt x="164" y="41"/>
                    </a:lnTo>
                    <a:lnTo>
                      <a:pt x="164" y="41"/>
                    </a:lnTo>
                    <a:lnTo>
                      <a:pt x="164" y="4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16" name="Google Shape;1516;p206"/>
              <p:cNvSpPr/>
              <p:nvPr/>
            </p:nvSpPr>
            <p:spPr>
              <a:xfrm>
                <a:off x="6038" y="3129"/>
                <a:ext cx="156" cy="126"/>
              </a:xfrm>
              <a:custGeom>
                <a:avLst/>
                <a:gdLst/>
                <a:ahLst/>
                <a:cxnLst/>
                <a:rect l="l" t="t" r="r" b="b"/>
                <a:pathLst>
                  <a:path w="156" h="126" extrusionOk="0">
                    <a:moveTo>
                      <a:pt x="0" y="97"/>
                    </a:moveTo>
                    <a:lnTo>
                      <a:pt x="0" y="97"/>
                    </a:lnTo>
                    <a:lnTo>
                      <a:pt x="0" y="38"/>
                    </a:lnTo>
                    <a:lnTo>
                      <a:pt x="0" y="0"/>
                    </a:lnTo>
                    <a:lnTo>
                      <a:pt x="40" y="10"/>
                    </a:lnTo>
                    <a:lnTo>
                      <a:pt x="71" y="29"/>
                    </a:lnTo>
                    <a:lnTo>
                      <a:pt x="71" y="38"/>
                    </a:lnTo>
                    <a:lnTo>
                      <a:pt x="113" y="57"/>
                    </a:lnTo>
                    <a:lnTo>
                      <a:pt x="92" y="67"/>
                    </a:lnTo>
                    <a:lnTo>
                      <a:pt x="104" y="67"/>
                    </a:lnTo>
                    <a:lnTo>
                      <a:pt x="113" y="76"/>
                    </a:lnTo>
                    <a:lnTo>
                      <a:pt x="125" y="97"/>
                    </a:lnTo>
                    <a:lnTo>
                      <a:pt x="134" y="97"/>
                    </a:lnTo>
                    <a:lnTo>
                      <a:pt x="134" y="104"/>
                    </a:lnTo>
                    <a:lnTo>
                      <a:pt x="156" y="116"/>
                    </a:lnTo>
                    <a:lnTo>
                      <a:pt x="156" y="126"/>
                    </a:lnTo>
                    <a:lnTo>
                      <a:pt x="104" y="116"/>
                    </a:lnTo>
                    <a:lnTo>
                      <a:pt x="82" y="76"/>
                    </a:lnTo>
                    <a:lnTo>
                      <a:pt x="61" y="76"/>
                    </a:lnTo>
                    <a:lnTo>
                      <a:pt x="52" y="76"/>
                    </a:lnTo>
                    <a:lnTo>
                      <a:pt x="30" y="88"/>
                    </a:lnTo>
                    <a:lnTo>
                      <a:pt x="40" y="97"/>
                    </a:lnTo>
                    <a:lnTo>
                      <a:pt x="19" y="97"/>
                    </a:lnTo>
                    <a:lnTo>
                      <a:pt x="0" y="97"/>
                    </a:lnTo>
                    <a:lnTo>
                      <a:pt x="0" y="97"/>
                    </a:lnTo>
                    <a:lnTo>
                      <a:pt x="0" y="9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17" name="Google Shape;1517;p206"/>
              <p:cNvSpPr/>
              <p:nvPr/>
            </p:nvSpPr>
            <p:spPr>
              <a:xfrm>
                <a:off x="6038" y="3129"/>
                <a:ext cx="156" cy="126"/>
              </a:xfrm>
              <a:custGeom>
                <a:avLst/>
                <a:gdLst/>
                <a:ahLst/>
                <a:cxnLst/>
                <a:rect l="l" t="t" r="r" b="b"/>
                <a:pathLst>
                  <a:path w="156" h="126" extrusionOk="0">
                    <a:moveTo>
                      <a:pt x="0" y="97"/>
                    </a:moveTo>
                    <a:lnTo>
                      <a:pt x="0" y="97"/>
                    </a:lnTo>
                    <a:lnTo>
                      <a:pt x="0" y="38"/>
                    </a:lnTo>
                    <a:lnTo>
                      <a:pt x="0" y="0"/>
                    </a:lnTo>
                    <a:lnTo>
                      <a:pt x="40" y="10"/>
                    </a:lnTo>
                    <a:lnTo>
                      <a:pt x="71" y="29"/>
                    </a:lnTo>
                    <a:lnTo>
                      <a:pt x="71" y="38"/>
                    </a:lnTo>
                    <a:lnTo>
                      <a:pt x="113" y="57"/>
                    </a:lnTo>
                    <a:lnTo>
                      <a:pt x="92" y="67"/>
                    </a:lnTo>
                    <a:lnTo>
                      <a:pt x="104" y="67"/>
                    </a:lnTo>
                    <a:lnTo>
                      <a:pt x="113" y="76"/>
                    </a:lnTo>
                    <a:lnTo>
                      <a:pt x="125" y="97"/>
                    </a:lnTo>
                    <a:lnTo>
                      <a:pt x="134" y="97"/>
                    </a:lnTo>
                    <a:lnTo>
                      <a:pt x="134" y="104"/>
                    </a:lnTo>
                    <a:lnTo>
                      <a:pt x="156" y="116"/>
                    </a:lnTo>
                    <a:lnTo>
                      <a:pt x="156" y="126"/>
                    </a:lnTo>
                    <a:lnTo>
                      <a:pt x="104" y="116"/>
                    </a:lnTo>
                    <a:lnTo>
                      <a:pt x="82" y="76"/>
                    </a:lnTo>
                    <a:lnTo>
                      <a:pt x="61" y="76"/>
                    </a:lnTo>
                    <a:lnTo>
                      <a:pt x="52" y="76"/>
                    </a:lnTo>
                    <a:lnTo>
                      <a:pt x="30" y="88"/>
                    </a:lnTo>
                    <a:lnTo>
                      <a:pt x="40" y="97"/>
                    </a:lnTo>
                    <a:lnTo>
                      <a:pt x="19" y="97"/>
                    </a:lnTo>
                    <a:lnTo>
                      <a:pt x="0" y="97"/>
                    </a:lnTo>
                    <a:lnTo>
                      <a:pt x="0" y="97"/>
                    </a:lnTo>
                    <a:lnTo>
                      <a:pt x="0" y="97"/>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18" name="Google Shape;1518;p206"/>
              <p:cNvSpPr/>
              <p:nvPr/>
            </p:nvSpPr>
            <p:spPr>
              <a:xfrm>
                <a:off x="5586" y="3255"/>
                <a:ext cx="657" cy="471"/>
              </a:xfrm>
              <a:custGeom>
                <a:avLst/>
                <a:gdLst/>
                <a:ahLst/>
                <a:cxnLst/>
                <a:rect l="l" t="t" r="r" b="b"/>
                <a:pathLst>
                  <a:path w="657" h="471" extrusionOk="0">
                    <a:moveTo>
                      <a:pt x="33" y="376"/>
                    </a:moveTo>
                    <a:lnTo>
                      <a:pt x="33" y="376"/>
                    </a:lnTo>
                    <a:lnTo>
                      <a:pt x="64" y="395"/>
                    </a:lnTo>
                    <a:lnTo>
                      <a:pt x="83" y="395"/>
                    </a:lnTo>
                    <a:lnTo>
                      <a:pt x="113" y="367"/>
                    </a:lnTo>
                    <a:lnTo>
                      <a:pt x="165" y="367"/>
                    </a:lnTo>
                    <a:lnTo>
                      <a:pt x="175" y="357"/>
                    </a:lnTo>
                    <a:lnTo>
                      <a:pt x="218" y="338"/>
                    </a:lnTo>
                    <a:lnTo>
                      <a:pt x="298" y="329"/>
                    </a:lnTo>
                    <a:lnTo>
                      <a:pt x="341" y="348"/>
                    </a:lnTo>
                    <a:lnTo>
                      <a:pt x="341" y="357"/>
                    </a:lnTo>
                    <a:lnTo>
                      <a:pt x="350" y="357"/>
                    </a:lnTo>
                    <a:lnTo>
                      <a:pt x="371" y="395"/>
                    </a:lnTo>
                    <a:lnTo>
                      <a:pt x="402" y="348"/>
                    </a:lnTo>
                    <a:lnTo>
                      <a:pt x="402" y="367"/>
                    </a:lnTo>
                    <a:lnTo>
                      <a:pt x="390" y="395"/>
                    </a:lnTo>
                    <a:lnTo>
                      <a:pt x="402" y="395"/>
                    </a:lnTo>
                    <a:lnTo>
                      <a:pt x="402" y="376"/>
                    </a:lnTo>
                    <a:lnTo>
                      <a:pt x="411" y="395"/>
                    </a:lnTo>
                    <a:lnTo>
                      <a:pt x="402" y="405"/>
                    </a:lnTo>
                    <a:lnTo>
                      <a:pt x="421" y="405"/>
                    </a:lnTo>
                    <a:lnTo>
                      <a:pt x="433" y="424"/>
                    </a:lnTo>
                    <a:lnTo>
                      <a:pt x="433" y="433"/>
                    </a:lnTo>
                    <a:lnTo>
                      <a:pt x="442" y="443"/>
                    </a:lnTo>
                    <a:lnTo>
                      <a:pt x="463" y="452"/>
                    </a:lnTo>
                    <a:lnTo>
                      <a:pt x="482" y="452"/>
                    </a:lnTo>
                    <a:lnTo>
                      <a:pt x="494" y="461"/>
                    </a:lnTo>
                    <a:lnTo>
                      <a:pt x="513" y="443"/>
                    </a:lnTo>
                    <a:lnTo>
                      <a:pt x="513" y="452"/>
                    </a:lnTo>
                    <a:lnTo>
                      <a:pt x="525" y="452"/>
                    </a:lnTo>
                    <a:lnTo>
                      <a:pt x="525" y="461"/>
                    </a:lnTo>
                    <a:lnTo>
                      <a:pt x="544" y="471"/>
                    </a:lnTo>
                    <a:lnTo>
                      <a:pt x="565" y="443"/>
                    </a:lnTo>
                    <a:lnTo>
                      <a:pt x="596" y="443"/>
                    </a:lnTo>
                    <a:lnTo>
                      <a:pt x="605" y="405"/>
                    </a:lnTo>
                    <a:lnTo>
                      <a:pt x="648" y="319"/>
                    </a:lnTo>
                    <a:lnTo>
                      <a:pt x="657" y="282"/>
                    </a:lnTo>
                    <a:lnTo>
                      <a:pt x="648" y="234"/>
                    </a:lnTo>
                    <a:lnTo>
                      <a:pt x="627" y="206"/>
                    </a:lnTo>
                    <a:lnTo>
                      <a:pt x="615" y="196"/>
                    </a:lnTo>
                    <a:lnTo>
                      <a:pt x="605" y="177"/>
                    </a:lnTo>
                    <a:lnTo>
                      <a:pt x="596" y="168"/>
                    </a:lnTo>
                    <a:lnTo>
                      <a:pt x="596" y="177"/>
                    </a:lnTo>
                    <a:lnTo>
                      <a:pt x="575" y="149"/>
                    </a:lnTo>
                    <a:lnTo>
                      <a:pt x="544" y="121"/>
                    </a:lnTo>
                    <a:lnTo>
                      <a:pt x="534" y="92"/>
                    </a:lnTo>
                    <a:lnTo>
                      <a:pt x="525" y="85"/>
                    </a:lnTo>
                    <a:lnTo>
                      <a:pt x="525" y="64"/>
                    </a:lnTo>
                    <a:lnTo>
                      <a:pt x="513" y="57"/>
                    </a:lnTo>
                    <a:lnTo>
                      <a:pt x="494" y="57"/>
                    </a:lnTo>
                    <a:lnTo>
                      <a:pt x="482" y="0"/>
                    </a:lnTo>
                    <a:lnTo>
                      <a:pt x="473" y="0"/>
                    </a:lnTo>
                    <a:lnTo>
                      <a:pt x="463" y="19"/>
                    </a:lnTo>
                    <a:lnTo>
                      <a:pt x="463" y="64"/>
                    </a:lnTo>
                    <a:lnTo>
                      <a:pt x="452" y="104"/>
                    </a:lnTo>
                    <a:lnTo>
                      <a:pt x="433" y="104"/>
                    </a:lnTo>
                    <a:lnTo>
                      <a:pt x="390" y="76"/>
                    </a:lnTo>
                    <a:lnTo>
                      <a:pt x="381" y="76"/>
                    </a:lnTo>
                    <a:lnTo>
                      <a:pt x="381" y="64"/>
                    </a:lnTo>
                    <a:lnTo>
                      <a:pt x="359" y="64"/>
                    </a:lnTo>
                    <a:lnTo>
                      <a:pt x="371" y="35"/>
                    </a:lnTo>
                    <a:lnTo>
                      <a:pt x="381" y="35"/>
                    </a:lnTo>
                    <a:lnTo>
                      <a:pt x="390" y="19"/>
                    </a:lnTo>
                    <a:lnTo>
                      <a:pt x="381" y="19"/>
                    </a:lnTo>
                    <a:lnTo>
                      <a:pt x="371" y="28"/>
                    </a:lnTo>
                    <a:lnTo>
                      <a:pt x="371" y="19"/>
                    </a:lnTo>
                    <a:lnTo>
                      <a:pt x="359" y="19"/>
                    </a:lnTo>
                    <a:lnTo>
                      <a:pt x="307" y="7"/>
                    </a:lnTo>
                    <a:lnTo>
                      <a:pt x="319" y="19"/>
                    </a:lnTo>
                    <a:lnTo>
                      <a:pt x="307" y="19"/>
                    </a:lnTo>
                    <a:lnTo>
                      <a:pt x="288" y="19"/>
                    </a:lnTo>
                    <a:lnTo>
                      <a:pt x="277" y="28"/>
                    </a:lnTo>
                    <a:lnTo>
                      <a:pt x="277" y="35"/>
                    </a:lnTo>
                    <a:lnTo>
                      <a:pt x="267" y="35"/>
                    </a:lnTo>
                    <a:lnTo>
                      <a:pt x="267" y="57"/>
                    </a:lnTo>
                    <a:lnTo>
                      <a:pt x="267" y="64"/>
                    </a:lnTo>
                    <a:lnTo>
                      <a:pt x="246" y="57"/>
                    </a:lnTo>
                    <a:lnTo>
                      <a:pt x="246" y="64"/>
                    </a:lnTo>
                    <a:lnTo>
                      <a:pt x="246" y="57"/>
                    </a:lnTo>
                    <a:lnTo>
                      <a:pt x="236" y="47"/>
                    </a:lnTo>
                    <a:lnTo>
                      <a:pt x="227" y="47"/>
                    </a:lnTo>
                    <a:lnTo>
                      <a:pt x="206" y="57"/>
                    </a:lnTo>
                    <a:lnTo>
                      <a:pt x="196" y="57"/>
                    </a:lnTo>
                    <a:lnTo>
                      <a:pt x="187" y="85"/>
                    </a:lnTo>
                    <a:lnTo>
                      <a:pt x="175" y="85"/>
                    </a:lnTo>
                    <a:lnTo>
                      <a:pt x="165" y="85"/>
                    </a:lnTo>
                    <a:lnTo>
                      <a:pt x="175" y="92"/>
                    </a:lnTo>
                    <a:lnTo>
                      <a:pt x="165" y="104"/>
                    </a:lnTo>
                    <a:lnTo>
                      <a:pt x="165" y="85"/>
                    </a:lnTo>
                    <a:lnTo>
                      <a:pt x="144" y="104"/>
                    </a:lnTo>
                    <a:lnTo>
                      <a:pt x="156" y="113"/>
                    </a:lnTo>
                    <a:lnTo>
                      <a:pt x="125" y="132"/>
                    </a:lnTo>
                    <a:lnTo>
                      <a:pt x="52" y="149"/>
                    </a:lnTo>
                    <a:lnTo>
                      <a:pt x="21" y="177"/>
                    </a:lnTo>
                    <a:lnTo>
                      <a:pt x="12" y="168"/>
                    </a:lnTo>
                    <a:lnTo>
                      <a:pt x="12" y="177"/>
                    </a:lnTo>
                    <a:lnTo>
                      <a:pt x="12" y="196"/>
                    </a:lnTo>
                    <a:lnTo>
                      <a:pt x="0" y="196"/>
                    </a:lnTo>
                    <a:lnTo>
                      <a:pt x="21" y="244"/>
                    </a:lnTo>
                    <a:lnTo>
                      <a:pt x="12" y="225"/>
                    </a:lnTo>
                    <a:lnTo>
                      <a:pt x="12" y="244"/>
                    </a:lnTo>
                    <a:lnTo>
                      <a:pt x="0" y="234"/>
                    </a:lnTo>
                    <a:lnTo>
                      <a:pt x="33" y="291"/>
                    </a:lnTo>
                    <a:lnTo>
                      <a:pt x="42" y="329"/>
                    </a:lnTo>
                    <a:lnTo>
                      <a:pt x="42" y="357"/>
                    </a:lnTo>
                    <a:lnTo>
                      <a:pt x="33" y="367"/>
                    </a:lnTo>
                    <a:lnTo>
                      <a:pt x="33" y="376"/>
                    </a:lnTo>
                    <a:close/>
                  </a:path>
                </a:pathLst>
              </a:custGeom>
              <a:solidFill>
                <a:srgbClr val="FF53A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19" name="Google Shape;1519;p206"/>
              <p:cNvSpPr/>
              <p:nvPr/>
            </p:nvSpPr>
            <p:spPr>
              <a:xfrm>
                <a:off x="5586" y="3255"/>
                <a:ext cx="657" cy="471"/>
              </a:xfrm>
              <a:custGeom>
                <a:avLst/>
                <a:gdLst/>
                <a:ahLst/>
                <a:cxnLst/>
                <a:rect l="l" t="t" r="r" b="b"/>
                <a:pathLst>
                  <a:path w="657" h="471" extrusionOk="0">
                    <a:moveTo>
                      <a:pt x="33" y="376"/>
                    </a:moveTo>
                    <a:lnTo>
                      <a:pt x="33" y="376"/>
                    </a:lnTo>
                    <a:lnTo>
                      <a:pt x="64" y="395"/>
                    </a:lnTo>
                    <a:lnTo>
                      <a:pt x="83" y="395"/>
                    </a:lnTo>
                    <a:lnTo>
                      <a:pt x="113" y="367"/>
                    </a:lnTo>
                    <a:lnTo>
                      <a:pt x="165" y="367"/>
                    </a:lnTo>
                    <a:lnTo>
                      <a:pt x="175" y="357"/>
                    </a:lnTo>
                    <a:lnTo>
                      <a:pt x="218" y="338"/>
                    </a:lnTo>
                    <a:lnTo>
                      <a:pt x="298" y="329"/>
                    </a:lnTo>
                    <a:lnTo>
                      <a:pt x="341" y="348"/>
                    </a:lnTo>
                    <a:lnTo>
                      <a:pt x="341" y="357"/>
                    </a:lnTo>
                    <a:lnTo>
                      <a:pt x="350" y="357"/>
                    </a:lnTo>
                    <a:lnTo>
                      <a:pt x="371" y="395"/>
                    </a:lnTo>
                    <a:lnTo>
                      <a:pt x="402" y="348"/>
                    </a:lnTo>
                    <a:lnTo>
                      <a:pt x="402" y="367"/>
                    </a:lnTo>
                    <a:lnTo>
                      <a:pt x="390" y="395"/>
                    </a:lnTo>
                    <a:lnTo>
                      <a:pt x="402" y="395"/>
                    </a:lnTo>
                    <a:lnTo>
                      <a:pt x="402" y="376"/>
                    </a:lnTo>
                    <a:lnTo>
                      <a:pt x="411" y="395"/>
                    </a:lnTo>
                    <a:lnTo>
                      <a:pt x="402" y="405"/>
                    </a:lnTo>
                    <a:lnTo>
                      <a:pt x="421" y="405"/>
                    </a:lnTo>
                    <a:lnTo>
                      <a:pt x="433" y="424"/>
                    </a:lnTo>
                    <a:lnTo>
                      <a:pt x="433" y="433"/>
                    </a:lnTo>
                    <a:lnTo>
                      <a:pt x="442" y="443"/>
                    </a:lnTo>
                    <a:lnTo>
                      <a:pt x="463" y="452"/>
                    </a:lnTo>
                    <a:lnTo>
                      <a:pt x="482" y="452"/>
                    </a:lnTo>
                    <a:lnTo>
                      <a:pt x="494" y="461"/>
                    </a:lnTo>
                    <a:lnTo>
                      <a:pt x="513" y="443"/>
                    </a:lnTo>
                    <a:lnTo>
                      <a:pt x="513" y="452"/>
                    </a:lnTo>
                    <a:lnTo>
                      <a:pt x="525" y="452"/>
                    </a:lnTo>
                    <a:lnTo>
                      <a:pt x="525" y="461"/>
                    </a:lnTo>
                    <a:lnTo>
                      <a:pt x="544" y="471"/>
                    </a:lnTo>
                    <a:lnTo>
                      <a:pt x="565" y="443"/>
                    </a:lnTo>
                    <a:lnTo>
                      <a:pt x="596" y="443"/>
                    </a:lnTo>
                    <a:lnTo>
                      <a:pt x="605" y="405"/>
                    </a:lnTo>
                    <a:lnTo>
                      <a:pt x="648" y="319"/>
                    </a:lnTo>
                    <a:lnTo>
                      <a:pt x="657" y="282"/>
                    </a:lnTo>
                    <a:lnTo>
                      <a:pt x="648" y="234"/>
                    </a:lnTo>
                    <a:lnTo>
                      <a:pt x="627" y="206"/>
                    </a:lnTo>
                    <a:lnTo>
                      <a:pt x="615" y="196"/>
                    </a:lnTo>
                    <a:lnTo>
                      <a:pt x="605" y="177"/>
                    </a:lnTo>
                    <a:lnTo>
                      <a:pt x="596" y="168"/>
                    </a:lnTo>
                    <a:lnTo>
                      <a:pt x="596" y="177"/>
                    </a:lnTo>
                    <a:lnTo>
                      <a:pt x="575" y="149"/>
                    </a:lnTo>
                    <a:lnTo>
                      <a:pt x="544" y="121"/>
                    </a:lnTo>
                    <a:lnTo>
                      <a:pt x="534" y="92"/>
                    </a:lnTo>
                    <a:lnTo>
                      <a:pt x="525" y="85"/>
                    </a:lnTo>
                    <a:lnTo>
                      <a:pt x="525" y="64"/>
                    </a:lnTo>
                    <a:lnTo>
                      <a:pt x="513" y="57"/>
                    </a:lnTo>
                    <a:lnTo>
                      <a:pt x="494" y="57"/>
                    </a:lnTo>
                    <a:lnTo>
                      <a:pt x="482" y="0"/>
                    </a:lnTo>
                    <a:lnTo>
                      <a:pt x="473" y="0"/>
                    </a:lnTo>
                    <a:lnTo>
                      <a:pt x="463" y="19"/>
                    </a:lnTo>
                    <a:lnTo>
                      <a:pt x="463" y="64"/>
                    </a:lnTo>
                    <a:lnTo>
                      <a:pt x="452" y="104"/>
                    </a:lnTo>
                    <a:lnTo>
                      <a:pt x="433" y="104"/>
                    </a:lnTo>
                    <a:lnTo>
                      <a:pt x="390" y="76"/>
                    </a:lnTo>
                    <a:lnTo>
                      <a:pt x="381" y="76"/>
                    </a:lnTo>
                    <a:lnTo>
                      <a:pt x="381" y="64"/>
                    </a:lnTo>
                    <a:lnTo>
                      <a:pt x="359" y="64"/>
                    </a:lnTo>
                    <a:lnTo>
                      <a:pt x="371" y="35"/>
                    </a:lnTo>
                    <a:lnTo>
                      <a:pt x="381" y="35"/>
                    </a:lnTo>
                    <a:lnTo>
                      <a:pt x="390" y="19"/>
                    </a:lnTo>
                    <a:lnTo>
                      <a:pt x="381" y="19"/>
                    </a:lnTo>
                    <a:lnTo>
                      <a:pt x="371" y="28"/>
                    </a:lnTo>
                    <a:lnTo>
                      <a:pt x="371" y="19"/>
                    </a:lnTo>
                    <a:lnTo>
                      <a:pt x="359" y="19"/>
                    </a:lnTo>
                    <a:lnTo>
                      <a:pt x="307" y="7"/>
                    </a:lnTo>
                    <a:lnTo>
                      <a:pt x="319" y="19"/>
                    </a:lnTo>
                    <a:lnTo>
                      <a:pt x="307" y="19"/>
                    </a:lnTo>
                    <a:lnTo>
                      <a:pt x="288" y="19"/>
                    </a:lnTo>
                    <a:lnTo>
                      <a:pt x="277" y="28"/>
                    </a:lnTo>
                    <a:lnTo>
                      <a:pt x="277" y="35"/>
                    </a:lnTo>
                    <a:lnTo>
                      <a:pt x="267" y="35"/>
                    </a:lnTo>
                    <a:lnTo>
                      <a:pt x="267" y="57"/>
                    </a:lnTo>
                    <a:lnTo>
                      <a:pt x="267" y="64"/>
                    </a:lnTo>
                    <a:lnTo>
                      <a:pt x="246" y="57"/>
                    </a:lnTo>
                    <a:lnTo>
                      <a:pt x="246" y="64"/>
                    </a:lnTo>
                    <a:lnTo>
                      <a:pt x="246" y="57"/>
                    </a:lnTo>
                    <a:lnTo>
                      <a:pt x="236" y="47"/>
                    </a:lnTo>
                    <a:lnTo>
                      <a:pt x="227" y="47"/>
                    </a:lnTo>
                    <a:lnTo>
                      <a:pt x="206" y="57"/>
                    </a:lnTo>
                    <a:lnTo>
                      <a:pt x="196" y="57"/>
                    </a:lnTo>
                    <a:lnTo>
                      <a:pt x="187" y="85"/>
                    </a:lnTo>
                    <a:lnTo>
                      <a:pt x="175" y="85"/>
                    </a:lnTo>
                    <a:lnTo>
                      <a:pt x="165" y="85"/>
                    </a:lnTo>
                    <a:lnTo>
                      <a:pt x="175" y="92"/>
                    </a:lnTo>
                    <a:lnTo>
                      <a:pt x="165" y="104"/>
                    </a:lnTo>
                    <a:lnTo>
                      <a:pt x="165" y="85"/>
                    </a:lnTo>
                    <a:lnTo>
                      <a:pt x="144" y="104"/>
                    </a:lnTo>
                    <a:lnTo>
                      <a:pt x="156" y="113"/>
                    </a:lnTo>
                    <a:lnTo>
                      <a:pt x="125" y="132"/>
                    </a:lnTo>
                    <a:lnTo>
                      <a:pt x="52" y="149"/>
                    </a:lnTo>
                    <a:lnTo>
                      <a:pt x="21" y="177"/>
                    </a:lnTo>
                    <a:lnTo>
                      <a:pt x="12" y="168"/>
                    </a:lnTo>
                    <a:lnTo>
                      <a:pt x="12" y="177"/>
                    </a:lnTo>
                    <a:lnTo>
                      <a:pt x="12" y="196"/>
                    </a:lnTo>
                    <a:lnTo>
                      <a:pt x="0" y="196"/>
                    </a:lnTo>
                    <a:lnTo>
                      <a:pt x="21" y="244"/>
                    </a:lnTo>
                    <a:lnTo>
                      <a:pt x="12" y="225"/>
                    </a:lnTo>
                    <a:lnTo>
                      <a:pt x="12" y="244"/>
                    </a:lnTo>
                    <a:lnTo>
                      <a:pt x="0" y="234"/>
                    </a:lnTo>
                    <a:lnTo>
                      <a:pt x="33" y="291"/>
                    </a:lnTo>
                    <a:lnTo>
                      <a:pt x="42" y="329"/>
                    </a:lnTo>
                    <a:lnTo>
                      <a:pt x="42" y="357"/>
                    </a:lnTo>
                    <a:lnTo>
                      <a:pt x="33" y="367"/>
                    </a:lnTo>
                    <a:lnTo>
                      <a:pt x="33" y="376"/>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20" name="Google Shape;1520;p206"/>
              <p:cNvSpPr/>
              <p:nvPr/>
            </p:nvSpPr>
            <p:spPr>
              <a:xfrm>
                <a:off x="5586" y="3255"/>
                <a:ext cx="657" cy="471"/>
              </a:xfrm>
              <a:custGeom>
                <a:avLst/>
                <a:gdLst/>
                <a:ahLst/>
                <a:cxnLst/>
                <a:rect l="l" t="t" r="r" b="b"/>
                <a:pathLst>
                  <a:path w="657" h="471" extrusionOk="0">
                    <a:moveTo>
                      <a:pt x="33" y="376"/>
                    </a:moveTo>
                    <a:lnTo>
                      <a:pt x="33" y="376"/>
                    </a:lnTo>
                    <a:lnTo>
                      <a:pt x="64" y="395"/>
                    </a:lnTo>
                    <a:lnTo>
                      <a:pt x="83" y="395"/>
                    </a:lnTo>
                    <a:lnTo>
                      <a:pt x="113" y="367"/>
                    </a:lnTo>
                    <a:lnTo>
                      <a:pt x="165" y="367"/>
                    </a:lnTo>
                    <a:lnTo>
                      <a:pt x="175" y="357"/>
                    </a:lnTo>
                    <a:lnTo>
                      <a:pt x="218" y="338"/>
                    </a:lnTo>
                    <a:lnTo>
                      <a:pt x="298" y="329"/>
                    </a:lnTo>
                    <a:lnTo>
                      <a:pt x="341" y="348"/>
                    </a:lnTo>
                    <a:lnTo>
                      <a:pt x="341" y="357"/>
                    </a:lnTo>
                    <a:lnTo>
                      <a:pt x="350" y="357"/>
                    </a:lnTo>
                    <a:lnTo>
                      <a:pt x="371" y="395"/>
                    </a:lnTo>
                    <a:lnTo>
                      <a:pt x="402" y="348"/>
                    </a:lnTo>
                    <a:lnTo>
                      <a:pt x="402" y="367"/>
                    </a:lnTo>
                    <a:lnTo>
                      <a:pt x="390" y="395"/>
                    </a:lnTo>
                    <a:lnTo>
                      <a:pt x="402" y="395"/>
                    </a:lnTo>
                    <a:lnTo>
                      <a:pt x="402" y="376"/>
                    </a:lnTo>
                    <a:lnTo>
                      <a:pt x="411" y="395"/>
                    </a:lnTo>
                    <a:lnTo>
                      <a:pt x="402" y="405"/>
                    </a:lnTo>
                    <a:lnTo>
                      <a:pt x="421" y="405"/>
                    </a:lnTo>
                    <a:lnTo>
                      <a:pt x="433" y="424"/>
                    </a:lnTo>
                    <a:lnTo>
                      <a:pt x="433" y="433"/>
                    </a:lnTo>
                    <a:lnTo>
                      <a:pt x="442" y="443"/>
                    </a:lnTo>
                    <a:lnTo>
                      <a:pt x="463" y="452"/>
                    </a:lnTo>
                    <a:lnTo>
                      <a:pt x="482" y="452"/>
                    </a:lnTo>
                    <a:lnTo>
                      <a:pt x="494" y="461"/>
                    </a:lnTo>
                    <a:lnTo>
                      <a:pt x="513" y="443"/>
                    </a:lnTo>
                    <a:lnTo>
                      <a:pt x="513" y="452"/>
                    </a:lnTo>
                    <a:lnTo>
                      <a:pt x="525" y="452"/>
                    </a:lnTo>
                    <a:lnTo>
                      <a:pt x="525" y="461"/>
                    </a:lnTo>
                    <a:lnTo>
                      <a:pt x="544" y="471"/>
                    </a:lnTo>
                    <a:lnTo>
                      <a:pt x="565" y="443"/>
                    </a:lnTo>
                    <a:lnTo>
                      <a:pt x="596" y="443"/>
                    </a:lnTo>
                    <a:lnTo>
                      <a:pt x="605" y="405"/>
                    </a:lnTo>
                    <a:lnTo>
                      <a:pt x="648" y="319"/>
                    </a:lnTo>
                    <a:lnTo>
                      <a:pt x="657" y="282"/>
                    </a:lnTo>
                    <a:lnTo>
                      <a:pt x="648" y="234"/>
                    </a:lnTo>
                    <a:lnTo>
                      <a:pt x="627" y="206"/>
                    </a:lnTo>
                    <a:lnTo>
                      <a:pt x="615" y="196"/>
                    </a:lnTo>
                    <a:lnTo>
                      <a:pt x="605" y="177"/>
                    </a:lnTo>
                    <a:lnTo>
                      <a:pt x="596" y="168"/>
                    </a:lnTo>
                    <a:lnTo>
                      <a:pt x="596" y="177"/>
                    </a:lnTo>
                    <a:lnTo>
                      <a:pt x="575" y="149"/>
                    </a:lnTo>
                    <a:lnTo>
                      <a:pt x="544" y="121"/>
                    </a:lnTo>
                    <a:lnTo>
                      <a:pt x="534" y="92"/>
                    </a:lnTo>
                    <a:lnTo>
                      <a:pt x="525" y="85"/>
                    </a:lnTo>
                    <a:lnTo>
                      <a:pt x="525" y="64"/>
                    </a:lnTo>
                    <a:lnTo>
                      <a:pt x="513" y="57"/>
                    </a:lnTo>
                    <a:lnTo>
                      <a:pt x="494" y="57"/>
                    </a:lnTo>
                    <a:lnTo>
                      <a:pt x="482" y="0"/>
                    </a:lnTo>
                    <a:lnTo>
                      <a:pt x="473" y="0"/>
                    </a:lnTo>
                    <a:lnTo>
                      <a:pt x="463" y="19"/>
                    </a:lnTo>
                    <a:lnTo>
                      <a:pt x="463" y="64"/>
                    </a:lnTo>
                    <a:lnTo>
                      <a:pt x="452" y="104"/>
                    </a:lnTo>
                    <a:lnTo>
                      <a:pt x="433" y="104"/>
                    </a:lnTo>
                    <a:lnTo>
                      <a:pt x="390" y="76"/>
                    </a:lnTo>
                    <a:lnTo>
                      <a:pt x="381" y="76"/>
                    </a:lnTo>
                    <a:lnTo>
                      <a:pt x="381" y="64"/>
                    </a:lnTo>
                    <a:lnTo>
                      <a:pt x="359" y="64"/>
                    </a:lnTo>
                    <a:lnTo>
                      <a:pt x="371" y="35"/>
                    </a:lnTo>
                    <a:lnTo>
                      <a:pt x="381" y="35"/>
                    </a:lnTo>
                    <a:lnTo>
                      <a:pt x="390" y="19"/>
                    </a:lnTo>
                    <a:lnTo>
                      <a:pt x="381" y="19"/>
                    </a:lnTo>
                    <a:lnTo>
                      <a:pt x="371" y="28"/>
                    </a:lnTo>
                    <a:lnTo>
                      <a:pt x="371" y="19"/>
                    </a:lnTo>
                    <a:lnTo>
                      <a:pt x="359" y="19"/>
                    </a:lnTo>
                    <a:lnTo>
                      <a:pt x="307" y="7"/>
                    </a:lnTo>
                    <a:lnTo>
                      <a:pt x="319" y="19"/>
                    </a:lnTo>
                    <a:lnTo>
                      <a:pt x="307" y="19"/>
                    </a:lnTo>
                    <a:lnTo>
                      <a:pt x="288" y="19"/>
                    </a:lnTo>
                    <a:lnTo>
                      <a:pt x="277" y="28"/>
                    </a:lnTo>
                    <a:lnTo>
                      <a:pt x="277" y="35"/>
                    </a:lnTo>
                    <a:lnTo>
                      <a:pt x="267" y="35"/>
                    </a:lnTo>
                    <a:lnTo>
                      <a:pt x="267" y="57"/>
                    </a:lnTo>
                    <a:lnTo>
                      <a:pt x="267" y="64"/>
                    </a:lnTo>
                    <a:lnTo>
                      <a:pt x="246" y="57"/>
                    </a:lnTo>
                    <a:lnTo>
                      <a:pt x="246" y="64"/>
                    </a:lnTo>
                    <a:lnTo>
                      <a:pt x="246" y="57"/>
                    </a:lnTo>
                    <a:lnTo>
                      <a:pt x="236" y="47"/>
                    </a:lnTo>
                    <a:lnTo>
                      <a:pt x="227" y="47"/>
                    </a:lnTo>
                    <a:lnTo>
                      <a:pt x="206" y="57"/>
                    </a:lnTo>
                    <a:lnTo>
                      <a:pt x="196" y="57"/>
                    </a:lnTo>
                    <a:lnTo>
                      <a:pt x="187" y="85"/>
                    </a:lnTo>
                    <a:lnTo>
                      <a:pt x="175" y="85"/>
                    </a:lnTo>
                    <a:lnTo>
                      <a:pt x="165" y="85"/>
                    </a:lnTo>
                    <a:lnTo>
                      <a:pt x="175" y="92"/>
                    </a:lnTo>
                    <a:lnTo>
                      <a:pt x="165" y="104"/>
                    </a:lnTo>
                    <a:lnTo>
                      <a:pt x="165" y="85"/>
                    </a:lnTo>
                    <a:lnTo>
                      <a:pt x="144" y="104"/>
                    </a:lnTo>
                    <a:lnTo>
                      <a:pt x="156" y="113"/>
                    </a:lnTo>
                    <a:lnTo>
                      <a:pt x="125" y="132"/>
                    </a:lnTo>
                    <a:lnTo>
                      <a:pt x="52" y="149"/>
                    </a:lnTo>
                    <a:lnTo>
                      <a:pt x="21" y="177"/>
                    </a:lnTo>
                    <a:lnTo>
                      <a:pt x="12" y="168"/>
                    </a:lnTo>
                    <a:lnTo>
                      <a:pt x="12" y="177"/>
                    </a:lnTo>
                    <a:lnTo>
                      <a:pt x="12" y="196"/>
                    </a:lnTo>
                    <a:lnTo>
                      <a:pt x="0" y="196"/>
                    </a:lnTo>
                    <a:lnTo>
                      <a:pt x="21" y="244"/>
                    </a:lnTo>
                    <a:lnTo>
                      <a:pt x="12" y="225"/>
                    </a:lnTo>
                    <a:lnTo>
                      <a:pt x="12" y="244"/>
                    </a:lnTo>
                    <a:lnTo>
                      <a:pt x="0" y="234"/>
                    </a:lnTo>
                    <a:lnTo>
                      <a:pt x="33" y="291"/>
                    </a:lnTo>
                    <a:lnTo>
                      <a:pt x="42" y="329"/>
                    </a:lnTo>
                    <a:lnTo>
                      <a:pt x="42" y="357"/>
                    </a:lnTo>
                    <a:lnTo>
                      <a:pt x="33" y="367"/>
                    </a:lnTo>
                    <a:lnTo>
                      <a:pt x="33" y="376"/>
                    </a:lnTo>
                  </a:path>
                </a:pathLst>
              </a:custGeom>
              <a:solidFill>
                <a:srgbClr val="BFBFBF"/>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21" name="Google Shape;1521;p206"/>
              <p:cNvSpPr/>
              <p:nvPr/>
            </p:nvSpPr>
            <p:spPr>
              <a:xfrm>
                <a:off x="5863" y="3262"/>
                <a:ext cx="21" cy="9"/>
              </a:xfrm>
              <a:custGeom>
                <a:avLst/>
                <a:gdLst/>
                <a:ahLst/>
                <a:cxnLst/>
                <a:rect l="l" t="t" r="r" b="b"/>
                <a:pathLst>
                  <a:path w="21" h="9" extrusionOk="0">
                    <a:moveTo>
                      <a:pt x="0" y="9"/>
                    </a:moveTo>
                    <a:lnTo>
                      <a:pt x="0" y="9"/>
                    </a:lnTo>
                    <a:lnTo>
                      <a:pt x="11" y="9"/>
                    </a:lnTo>
                    <a:lnTo>
                      <a:pt x="21" y="0"/>
                    </a:lnTo>
                    <a:lnTo>
                      <a:pt x="0" y="0"/>
                    </a:lnTo>
                    <a:lnTo>
                      <a:pt x="0" y="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22" name="Google Shape;1522;p206"/>
              <p:cNvSpPr/>
              <p:nvPr/>
            </p:nvSpPr>
            <p:spPr>
              <a:xfrm>
                <a:off x="5863" y="3262"/>
                <a:ext cx="21" cy="9"/>
              </a:xfrm>
              <a:custGeom>
                <a:avLst/>
                <a:gdLst/>
                <a:ahLst/>
                <a:cxnLst/>
                <a:rect l="l" t="t" r="r" b="b"/>
                <a:pathLst>
                  <a:path w="21" h="9" extrusionOk="0">
                    <a:moveTo>
                      <a:pt x="0" y="9"/>
                    </a:moveTo>
                    <a:lnTo>
                      <a:pt x="0" y="9"/>
                    </a:lnTo>
                    <a:lnTo>
                      <a:pt x="11" y="9"/>
                    </a:lnTo>
                    <a:lnTo>
                      <a:pt x="21" y="0"/>
                    </a:lnTo>
                    <a:lnTo>
                      <a:pt x="0" y="0"/>
                    </a:lnTo>
                    <a:lnTo>
                      <a:pt x="0" y="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23" name="Google Shape;1523;p206"/>
              <p:cNvSpPr/>
              <p:nvPr/>
            </p:nvSpPr>
            <p:spPr>
              <a:xfrm>
                <a:off x="5863" y="3262"/>
                <a:ext cx="21" cy="9"/>
              </a:xfrm>
              <a:custGeom>
                <a:avLst/>
                <a:gdLst/>
                <a:ahLst/>
                <a:cxnLst/>
                <a:rect l="l" t="t" r="r" b="b"/>
                <a:pathLst>
                  <a:path w="21" h="9" extrusionOk="0">
                    <a:moveTo>
                      <a:pt x="0" y="9"/>
                    </a:moveTo>
                    <a:lnTo>
                      <a:pt x="0" y="9"/>
                    </a:lnTo>
                    <a:lnTo>
                      <a:pt x="11" y="9"/>
                    </a:lnTo>
                    <a:lnTo>
                      <a:pt x="21" y="0"/>
                    </a:lnTo>
                    <a:lnTo>
                      <a:pt x="0" y="0"/>
                    </a:lnTo>
                    <a:lnTo>
                      <a:pt x="0" y="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24" name="Google Shape;1524;p206"/>
              <p:cNvSpPr/>
              <p:nvPr/>
            </p:nvSpPr>
            <p:spPr>
              <a:xfrm>
                <a:off x="5967" y="3660"/>
                <a:ext cx="19" cy="9"/>
              </a:xfrm>
              <a:custGeom>
                <a:avLst/>
                <a:gdLst/>
                <a:ahLst/>
                <a:cxnLst/>
                <a:rect l="l" t="t" r="r" b="b"/>
                <a:pathLst>
                  <a:path w="19" h="9" extrusionOk="0">
                    <a:moveTo>
                      <a:pt x="0" y="0"/>
                    </a:moveTo>
                    <a:lnTo>
                      <a:pt x="0" y="0"/>
                    </a:lnTo>
                    <a:lnTo>
                      <a:pt x="19" y="9"/>
                    </a:lnTo>
                    <a:lnTo>
                      <a:pt x="19" y="0"/>
                    </a:lnTo>
                    <a:lnTo>
                      <a:pt x="9"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25" name="Google Shape;1525;p206"/>
              <p:cNvSpPr/>
              <p:nvPr/>
            </p:nvSpPr>
            <p:spPr>
              <a:xfrm>
                <a:off x="5967" y="3660"/>
                <a:ext cx="19" cy="9"/>
              </a:xfrm>
              <a:custGeom>
                <a:avLst/>
                <a:gdLst/>
                <a:ahLst/>
                <a:cxnLst/>
                <a:rect l="l" t="t" r="r" b="b"/>
                <a:pathLst>
                  <a:path w="19" h="9" extrusionOk="0">
                    <a:moveTo>
                      <a:pt x="0" y="0"/>
                    </a:moveTo>
                    <a:lnTo>
                      <a:pt x="0" y="0"/>
                    </a:lnTo>
                    <a:lnTo>
                      <a:pt x="19" y="9"/>
                    </a:lnTo>
                    <a:lnTo>
                      <a:pt x="19" y="0"/>
                    </a:lnTo>
                    <a:lnTo>
                      <a:pt x="9"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26" name="Google Shape;1526;p206"/>
              <p:cNvSpPr/>
              <p:nvPr/>
            </p:nvSpPr>
            <p:spPr>
              <a:xfrm>
                <a:off x="5967" y="3660"/>
                <a:ext cx="19" cy="9"/>
              </a:xfrm>
              <a:custGeom>
                <a:avLst/>
                <a:gdLst/>
                <a:ahLst/>
                <a:cxnLst/>
                <a:rect l="l" t="t" r="r" b="b"/>
                <a:pathLst>
                  <a:path w="19" h="9" extrusionOk="0">
                    <a:moveTo>
                      <a:pt x="0" y="0"/>
                    </a:moveTo>
                    <a:lnTo>
                      <a:pt x="0" y="0"/>
                    </a:lnTo>
                    <a:lnTo>
                      <a:pt x="19" y="9"/>
                    </a:lnTo>
                    <a:lnTo>
                      <a:pt x="19" y="0"/>
                    </a:lnTo>
                    <a:lnTo>
                      <a:pt x="9"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27" name="Google Shape;1527;p206"/>
              <p:cNvSpPr/>
              <p:nvPr/>
            </p:nvSpPr>
            <p:spPr>
              <a:xfrm>
                <a:off x="6097" y="3754"/>
                <a:ext cx="64" cy="57"/>
              </a:xfrm>
              <a:custGeom>
                <a:avLst/>
                <a:gdLst/>
                <a:ahLst/>
                <a:cxnLst/>
                <a:rect l="l" t="t" r="r" b="b"/>
                <a:pathLst>
                  <a:path w="64" h="57" extrusionOk="0">
                    <a:moveTo>
                      <a:pt x="0" y="0"/>
                    </a:moveTo>
                    <a:lnTo>
                      <a:pt x="0" y="0"/>
                    </a:lnTo>
                    <a:lnTo>
                      <a:pt x="12" y="48"/>
                    </a:lnTo>
                    <a:lnTo>
                      <a:pt x="33" y="57"/>
                    </a:lnTo>
                    <a:lnTo>
                      <a:pt x="42" y="38"/>
                    </a:lnTo>
                    <a:lnTo>
                      <a:pt x="52" y="48"/>
                    </a:lnTo>
                    <a:lnTo>
                      <a:pt x="64" y="0"/>
                    </a:lnTo>
                    <a:lnTo>
                      <a:pt x="52" y="0"/>
                    </a:lnTo>
                    <a:lnTo>
                      <a:pt x="21" y="10"/>
                    </a:lnTo>
                    <a:lnTo>
                      <a:pt x="0" y="0"/>
                    </a:lnTo>
                    <a:lnTo>
                      <a:pt x="0"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28" name="Google Shape;1528;p206"/>
              <p:cNvSpPr/>
              <p:nvPr/>
            </p:nvSpPr>
            <p:spPr>
              <a:xfrm>
                <a:off x="6097" y="3754"/>
                <a:ext cx="64" cy="57"/>
              </a:xfrm>
              <a:custGeom>
                <a:avLst/>
                <a:gdLst/>
                <a:ahLst/>
                <a:cxnLst/>
                <a:rect l="l" t="t" r="r" b="b"/>
                <a:pathLst>
                  <a:path w="64" h="57" extrusionOk="0">
                    <a:moveTo>
                      <a:pt x="0" y="0"/>
                    </a:moveTo>
                    <a:lnTo>
                      <a:pt x="0" y="0"/>
                    </a:lnTo>
                    <a:lnTo>
                      <a:pt x="12" y="48"/>
                    </a:lnTo>
                    <a:lnTo>
                      <a:pt x="33" y="57"/>
                    </a:lnTo>
                    <a:lnTo>
                      <a:pt x="42" y="38"/>
                    </a:lnTo>
                    <a:lnTo>
                      <a:pt x="52" y="48"/>
                    </a:lnTo>
                    <a:lnTo>
                      <a:pt x="64" y="0"/>
                    </a:lnTo>
                    <a:lnTo>
                      <a:pt x="52" y="0"/>
                    </a:lnTo>
                    <a:lnTo>
                      <a:pt x="21" y="10"/>
                    </a:lnTo>
                    <a:lnTo>
                      <a:pt x="0" y="0"/>
                    </a:lnTo>
                    <a:lnTo>
                      <a:pt x="0" y="0"/>
                    </a:lnTo>
                    <a:lnTo>
                      <a:pt x="0"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29" name="Google Shape;1529;p206"/>
              <p:cNvSpPr/>
              <p:nvPr/>
            </p:nvSpPr>
            <p:spPr>
              <a:xfrm>
                <a:off x="6549" y="3641"/>
                <a:ext cx="92" cy="132"/>
              </a:xfrm>
              <a:custGeom>
                <a:avLst/>
                <a:gdLst/>
                <a:ahLst/>
                <a:cxnLst/>
                <a:rect l="l" t="t" r="r" b="b"/>
                <a:pathLst>
                  <a:path w="92" h="132" extrusionOk="0">
                    <a:moveTo>
                      <a:pt x="18" y="85"/>
                    </a:moveTo>
                    <a:lnTo>
                      <a:pt x="18" y="85"/>
                    </a:lnTo>
                    <a:lnTo>
                      <a:pt x="40" y="94"/>
                    </a:lnTo>
                    <a:lnTo>
                      <a:pt x="30" y="123"/>
                    </a:lnTo>
                    <a:lnTo>
                      <a:pt x="40" y="132"/>
                    </a:lnTo>
                    <a:lnTo>
                      <a:pt x="49" y="123"/>
                    </a:lnTo>
                    <a:lnTo>
                      <a:pt x="70" y="85"/>
                    </a:lnTo>
                    <a:lnTo>
                      <a:pt x="82" y="85"/>
                    </a:lnTo>
                    <a:lnTo>
                      <a:pt x="92" y="75"/>
                    </a:lnTo>
                    <a:lnTo>
                      <a:pt x="92" y="57"/>
                    </a:lnTo>
                    <a:lnTo>
                      <a:pt x="82" y="47"/>
                    </a:lnTo>
                    <a:lnTo>
                      <a:pt x="70" y="57"/>
                    </a:lnTo>
                    <a:lnTo>
                      <a:pt x="49" y="57"/>
                    </a:lnTo>
                    <a:lnTo>
                      <a:pt x="49" y="38"/>
                    </a:lnTo>
                    <a:lnTo>
                      <a:pt x="40" y="38"/>
                    </a:lnTo>
                    <a:lnTo>
                      <a:pt x="40" y="47"/>
                    </a:lnTo>
                    <a:lnTo>
                      <a:pt x="30" y="38"/>
                    </a:lnTo>
                    <a:lnTo>
                      <a:pt x="30" y="9"/>
                    </a:lnTo>
                    <a:lnTo>
                      <a:pt x="0" y="0"/>
                    </a:lnTo>
                    <a:lnTo>
                      <a:pt x="30" y="38"/>
                    </a:lnTo>
                    <a:lnTo>
                      <a:pt x="30" y="75"/>
                    </a:lnTo>
                    <a:lnTo>
                      <a:pt x="18" y="85"/>
                    </a:lnTo>
                    <a:lnTo>
                      <a:pt x="18" y="85"/>
                    </a:lnTo>
                    <a:lnTo>
                      <a:pt x="18" y="8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30" name="Google Shape;1530;p206"/>
              <p:cNvSpPr/>
              <p:nvPr/>
            </p:nvSpPr>
            <p:spPr>
              <a:xfrm>
                <a:off x="6549" y="3641"/>
                <a:ext cx="92" cy="132"/>
              </a:xfrm>
              <a:custGeom>
                <a:avLst/>
                <a:gdLst/>
                <a:ahLst/>
                <a:cxnLst/>
                <a:rect l="l" t="t" r="r" b="b"/>
                <a:pathLst>
                  <a:path w="92" h="132" extrusionOk="0">
                    <a:moveTo>
                      <a:pt x="18" y="85"/>
                    </a:moveTo>
                    <a:lnTo>
                      <a:pt x="18" y="85"/>
                    </a:lnTo>
                    <a:lnTo>
                      <a:pt x="40" y="94"/>
                    </a:lnTo>
                    <a:lnTo>
                      <a:pt x="30" y="123"/>
                    </a:lnTo>
                    <a:lnTo>
                      <a:pt x="40" y="132"/>
                    </a:lnTo>
                    <a:lnTo>
                      <a:pt x="49" y="123"/>
                    </a:lnTo>
                    <a:lnTo>
                      <a:pt x="70" y="85"/>
                    </a:lnTo>
                    <a:lnTo>
                      <a:pt x="82" y="85"/>
                    </a:lnTo>
                    <a:lnTo>
                      <a:pt x="92" y="75"/>
                    </a:lnTo>
                    <a:lnTo>
                      <a:pt x="92" y="57"/>
                    </a:lnTo>
                    <a:lnTo>
                      <a:pt x="82" y="47"/>
                    </a:lnTo>
                    <a:lnTo>
                      <a:pt x="70" y="57"/>
                    </a:lnTo>
                    <a:lnTo>
                      <a:pt x="49" y="57"/>
                    </a:lnTo>
                    <a:lnTo>
                      <a:pt x="49" y="38"/>
                    </a:lnTo>
                    <a:lnTo>
                      <a:pt x="40" y="38"/>
                    </a:lnTo>
                    <a:lnTo>
                      <a:pt x="40" y="47"/>
                    </a:lnTo>
                    <a:lnTo>
                      <a:pt x="30" y="38"/>
                    </a:lnTo>
                    <a:lnTo>
                      <a:pt x="30" y="9"/>
                    </a:lnTo>
                    <a:lnTo>
                      <a:pt x="0" y="0"/>
                    </a:lnTo>
                    <a:lnTo>
                      <a:pt x="30" y="38"/>
                    </a:lnTo>
                    <a:lnTo>
                      <a:pt x="30" y="75"/>
                    </a:lnTo>
                    <a:lnTo>
                      <a:pt x="18" y="85"/>
                    </a:lnTo>
                    <a:lnTo>
                      <a:pt x="18" y="85"/>
                    </a:lnTo>
                    <a:lnTo>
                      <a:pt x="18" y="85"/>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31" name="Google Shape;1531;p206"/>
              <p:cNvSpPr/>
              <p:nvPr/>
            </p:nvSpPr>
            <p:spPr>
              <a:xfrm>
                <a:off x="6447" y="3754"/>
                <a:ext cx="132" cy="126"/>
              </a:xfrm>
              <a:custGeom>
                <a:avLst/>
                <a:gdLst/>
                <a:ahLst/>
                <a:cxnLst/>
                <a:rect l="l" t="t" r="r" b="b"/>
                <a:pathLst>
                  <a:path w="132" h="126" extrusionOk="0">
                    <a:moveTo>
                      <a:pt x="0" y="105"/>
                    </a:moveTo>
                    <a:lnTo>
                      <a:pt x="0" y="105"/>
                    </a:lnTo>
                    <a:lnTo>
                      <a:pt x="9" y="116"/>
                    </a:lnTo>
                    <a:lnTo>
                      <a:pt x="19" y="116"/>
                    </a:lnTo>
                    <a:lnTo>
                      <a:pt x="40" y="126"/>
                    </a:lnTo>
                    <a:lnTo>
                      <a:pt x="61" y="116"/>
                    </a:lnTo>
                    <a:lnTo>
                      <a:pt x="71" y="95"/>
                    </a:lnTo>
                    <a:lnTo>
                      <a:pt x="80" y="76"/>
                    </a:lnTo>
                    <a:lnTo>
                      <a:pt x="102" y="60"/>
                    </a:lnTo>
                    <a:lnTo>
                      <a:pt x="111" y="60"/>
                    </a:lnTo>
                    <a:lnTo>
                      <a:pt x="102" y="48"/>
                    </a:lnTo>
                    <a:lnTo>
                      <a:pt x="132" y="19"/>
                    </a:lnTo>
                    <a:lnTo>
                      <a:pt x="132" y="10"/>
                    </a:lnTo>
                    <a:lnTo>
                      <a:pt x="120" y="10"/>
                    </a:lnTo>
                    <a:lnTo>
                      <a:pt x="120" y="0"/>
                    </a:lnTo>
                    <a:lnTo>
                      <a:pt x="111" y="10"/>
                    </a:lnTo>
                    <a:lnTo>
                      <a:pt x="111" y="0"/>
                    </a:lnTo>
                    <a:lnTo>
                      <a:pt x="102" y="0"/>
                    </a:lnTo>
                    <a:lnTo>
                      <a:pt x="90" y="0"/>
                    </a:lnTo>
                    <a:lnTo>
                      <a:pt x="90" y="19"/>
                    </a:lnTo>
                    <a:lnTo>
                      <a:pt x="80" y="19"/>
                    </a:lnTo>
                    <a:lnTo>
                      <a:pt x="71" y="38"/>
                    </a:lnTo>
                    <a:lnTo>
                      <a:pt x="31" y="67"/>
                    </a:lnTo>
                    <a:lnTo>
                      <a:pt x="0" y="105"/>
                    </a:lnTo>
                    <a:lnTo>
                      <a:pt x="0" y="105"/>
                    </a:lnTo>
                    <a:lnTo>
                      <a:pt x="0" y="10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32" name="Google Shape;1532;p206"/>
              <p:cNvSpPr/>
              <p:nvPr/>
            </p:nvSpPr>
            <p:spPr>
              <a:xfrm>
                <a:off x="6447" y="3754"/>
                <a:ext cx="132" cy="126"/>
              </a:xfrm>
              <a:custGeom>
                <a:avLst/>
                <a:gdLst/>
                <a:ahLst/>
                <a:cxnLst/>
                <a:rect l="l" t="t" r="r" b="b"/>
                <a:pathLst>
                  <a:path w="132" h="126" extrusionOk="0">
                    <a:moveTo>
                      <a:pt x="0" y="105"/>
                    </a:moveTo>
                    <a:lnTo>
                      <a:pt x="0" y="105"/>
                    </a:lnTo>
                    <a:lnTo>
                      <a:pt x="9" y="116"/>
                    </a:lnTo>
                    <a:lnTo>
                      <a:pt x="19" y="116"/>
                    </a:lnTo>
                    <a:lnTo>
                      <a:pt x="40" y="126"/>
                    </a:lnTo>
                    <a:lnTo>
                      <a:pt x="61" y="116"/>
                    </a:lnTo>
                    <a:lnTo>
                      <a:pt x="71" y="95"/>
                    </a:lnTo>
                    <a:lnTo>
                      <a:pt x="80" y="76"/>
                    </a:lnTo>
                    <a:lnTo>
                      <a:pt x="102" y="60"/>
                    </a:lnTo>
                    <a:lnTo>
                      <a:pt x="111" y="60"/>
                    </a:lnTo>
                    <a:lnTo>
                      <a:pt x="102" y="48"/>
                    </a:lnTo>
                    <a:lnTo>
                      <a:pt x="132" y="19"/>
                    </a:lnTo>
                    <a:lnTo>
                      <a:pt x="132" y="10"/>
                    </a:lnTo>
                    <a:lnTo>
                      <a:pt x="120" y="10"/>
                    </a:lnTo>
                    <a:lnTo>
                      <a:pt x="120" y="0"/>
                    </a:lnTo>
                    <a:lnTo>
                      <a:pt x="111" y="10"/>
                    </a:lnTo>
                    <a:lnTo>
                      <a:pt x="111" y="0"/>
                    </a:lnTo>
                    <a:lnTo>
                      <a:pt x="102" y="0"/>
                    </a:lnTo>
                    <a:lnTo>
                      <a:pt x="90" y="0"/>
                    </a:lnTo>
                    <a:lnTo>
                      <a:pt x="90" y="19"/>
                    </a:lnTo>
                    <a:lnTo>
                      <a:pt x="80" y="19"/>
                    </a:lnTo>
                    <a:lnTo>
                      <a:pt x="71" y="38"/>
                    </a:lnTo>
                    <a:lnTo>
                      <a:pt x="31" y="67"/>
                    </a:lnTo>
                    <a:lnTo>
                      <a:pt x="0" y="105"/>
                    </a:lnTo>
                    <a:lnTo>
                      <a:pt x="0" y="105"/>
                    </a:lnTo>
                    <a:lnTo>
                      <a:pt x="0" y="105"/>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33" name="Google Shape;1533;p206"/>
              <p:cNvSpPr/>
              <p:nvPr/>
            </p:nvSpPr>
            <p:spPr>
              <a:xfrm>
                <a:off x="6466" y="3880"/>
                <a:ext cx="12" cy="7"/>
              </a:xfrm>
              <a:custGeom>
                <a:avLst/>
                <a:gdLst/>
                <a:ahLst/>
                <a:cxnLst/>
                <a:rect l="l" t="t" r="r" b="b"/>
                <a:pathLst>
                  <a:path w="12" h="7" extrusionOk="0">
                    <a:moveTo>
                      <a:pt x="0" y="7"/>
                    </a:moveTo>
                    <a:lnTo>
                      <a:pt x="0" y="7"/>
                    </a:lnTo>
                    <a:lnTo>
                      <a:pt x="12" y="7"/>
                    </a:lnTo>
                    <a:lnTo>
                      <a:pt x="12" y="0"/>
                    </a:lnTo>
                    <a:lnTo>
                      <a:pt x="0" y="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34" name="Google Shape;1534;p206"/>
              <p:cNvSpPr/>
              <p:nvPr/>
            </p:nvSpPr>
            <p:spPr>
              <a:xfrm>
                <a:off x="6466" y="3880"/>
                <a:ext cx="12" cy="7"/>
              </a:xfrm>
              <a:custGeom>
                <a:avLst/>
                <a:gdLst/>
                <a:ahLst/>
                <a:cxnLst/>
                <a:rect l="l" t="t" r="r" b="b"/>
                <a:pathLst>
                  <a:path w="12" h="7" extrusionOk="0">
                    <a:moveTo>
                      <a:pt x="0" y="7"/>
                    </a:moveTo>
                    <a:lnTo>
                      <a:pt x="0" y="7"/>
                    </a:lnTo>
                    <a:lnTo>
                      <a:pt x="12" y="7"/>
                    </a:lnTo>
                    <a:lnTo>
                      <a:pt x="12" y="0"/>
                    </a:lnTo>
                    <a:lnTo>
                      <a:pt x="0" y="7"/>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35" name="Google Shape;1535;p206"/>
              <p:cNvSpPr/>
              <p:nvPr/>
            </p:nvSpPr>
            <p:spPr>
              <a:xfrm>
                <a:off x="6466" y="3880"/>
                <a:ext cx="12" cy="7"/>
              </a:xfrm>
              <a:custGeom>
                <a:avLst/>
                <a:gdLst/>
                <a:ahLst/>
                <a:cxnLst/>
                <a:rect l="l" t="t" r="r" b="b"/>
                <a:pathLst>
                  <a:path w="12" h="7" extrusionOk="0">
                    <a:moveTo>
                      <a:pt x="0" y="7"/>
                    </a:moveTo>
                    <a:lnTo>
                      <a:pt x="0" y="7"/>
                    </a:lnTo>
                    <a:lnTo>
                      <a:pt x="12" y="7"/>
                    </a:lnTo>
                    <a:lnTo>
                      <a:pt x="12" y="0"/>
                    </a:lnTo>
                    <a:lnTo>
                      <a:pt x="0" y="7"/>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36" name="Google Shape;1536;p206"/>
              <p:cNvSpPr/>
              <p:nvPr/>
            </p:nvSpPr>
            <p:spPr>
              <a:xfrm>
                <a:off x="5638" y="3215"/>
                <a:ext cx="123" cy="11"/>
              </a:xfrm>
              <a:custGeom>
                <a:avLst/>
                <a:gdLst/>
                <a:ahLst/>
                <a:cxnLst/>
                <a:rect l="l" t="t" r="r" b="b"/>
                <a:pathLst>
                  <a:path w="123" h="11" extrusionOk="0">
                    <a:moveTo>
                      <a:pt x="0" y="11"/>
                    </a:moveTo>
                    <a:lnTo>
                      <a:pt x="0" y="11"/>
                    </a:lnTo>
                    <a:lnTo>
                      <a:pt x="9" y="11"/>
                    </a:lnTo>
                    <a:lnTo>
                      <a:pt x="52" y="0"/>
                    </a:lnTo>
                    <a:lnTo>
                      <a:pt x="92" y="11"/>
                    </a:lnTo>
                    <a:lnTo>
                      <a:pt x="123" y="0"/>
                    </a:lnTo>
                    <a:lnTo>
                      <a:pt x="102" y="0"/>
                    </a:lnTo>
                    <a:lnTo>
                      <a:pt x="71" y="0"/>
                    </a:lnTo>
                    <a:lnTo>
                      <a:pt x="52" y="0"/>
                    </a:lnTo>
                    <a:lnTo>
                      <a:pt x="21" y="0"/>
                    </a:lnTo>
                    <a:lnTo>
                      <a:pt x="31" y="0"/>
                    </a:lnTo>
                    <a:lnTo>
                      <a:pt x="0" y="0"/>
                    </a:lnTo>
                    <a:lnTo>
                      <a:pt x="0" y="1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37" name="Google Shape;1537;p206"/>
              <p:cNvSpPr/>
              <p:nvPr/>
            </p:nvSpPr>
            <p:spPr>
              <a:xfrm>
                <a:off x="5638" y="3215"/>
                <a:ext cx="123" cy="11"/>
              </a:xfrm>
              <a:custGeom>
                <a:avLst/>
                <a:gdLst/>
                <a:ahLst/>
                <a:cxnLst/>
                <a:rect l="l" t="t" r="r" b="b"/>
                <a:pathLst>
                  <a:path w="123" h="11" extrusionOk="0">
                    <a:moveTo>
                      <a:pt x="0" y="11"/>
                    </a:moveTo>
                    <a:lnTo>
                      <a:pt x="0" y="11"/>
                    </a:lnTo>
                    <a:lnTo>
                      <a:pt x="9" y="11"/>
                    </a:lnTo>
                    <a:lnTo>
                      <a:pt x="52" y="0"/>
                    </a:lnTo>
                    <a:lnTo>
                      <a:pt x="92" y="11"/>
                    </a:lnTo>
                    <a:lnTo>
                      <a:pt x="123" y="0"/>
                    </a:lnTo>
                    <a:lnTo>
                      <a:pt x="102" y="0"/>
                    </a:lnTo>
                    <a:lnTo>
                      <a:pt x="71" y="0"/>
                    </a:lnTo>
                    <a:lnTo>
                      <a:pt x="52" y="0"/>
                    </a:lnTo>
                    <a:lnTo>
                      <a:pt x="21" y="0"/>
                    </a:lnTo>
                    <a:lnTo>
                      <a:pt x="31" y="0"/>
                    </a:lnTo>
                    <a:lnTo>
                      <a:pt x="0" y="0"/>
                    </a:lnTo>
                    <a:lnTo>
                      <a:pt x="0" y="11"/>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38" name="Google Shape;1538;p206"/>
              <p:cNvSpPr/>
              <p:nvPr/>
            </p:nvSpPr>
            <p:spPr>
              <a:xfrm>
                <a:off x="5638" y="3215"/>
                <a:ext cx="123" cy="11"/>
              </a:xfrm>
              <a:custGeom>
                <a:avLst/>
                <a:gdLst/>
                <a:ahLst/>
                <a:cxnLst/>
                <a:rect l="l" t="t" r="r" b="b"/>
                <a:pathLst>
                  <a:path w="123" h="11" extrusionOk="0">
                    <a:moveTo>
                      <a:pt x="0" y="11"/>
                    </a:moveTo>
                    <a:lnTo>
                      <a:pt x="0" y="11"/>
                    </a:lnTo>
                    <a:lnTo>
                      <a:pt x="9" y="11"/>
                    </a:lnTo>
                    <a:lnTo>
                      <a:pt x="52" y="0"/>
                    </a:lnTo>
                    <a:lnTo>
                      <a:pt x="92" y="11"/>
                    </a:lnTo>
                    <a:lnTo>
                      <a:pt x="123" y="0"/>
                    </a:lnTo>
                    <a:lnTo>
                      <a:pt x="102" y="0"/>
                    </a:lnTo>
                    <a:lnTo>
                      <a:pt x="71" y="0"/>
                    </a:lnTo>
                    <a:lnTo>
                      <a:pt x="52" y="0"/>
                    </a:lnTo>
                    <a:lnTo>
                      <a:pt x="21" y="0"/>
                    </a:lnTo>
                    <a:lnTo>
                      <a:pt x="31" y="0"/>
                    </a:lnTo>
                    <a:lnTo>
                      <a:pt x="0" y="0"/>
                    </a:lnTo>
                    <a:lnTo>
                      <a:pt x="0" y="11"/>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39" name="Google Shape;1539;p206"/>
              <p:cNvSpPr/>
              <p:nvPr/>
            </p:nvSpPr>
            <p:spPr>
              <a:xfrm>
                <a:off x="5681" y="3233"/>
                <a:ext cx="30" cy="10"/>
              </a:xfrm>
              <a:custGeom>
                <a:avLst/>
                <a:gdLst/>
                <a:ahLst/>
                <a:cxnLst/>
                <a:rect l="l" t="t" r="r" b="b"/>
                <a:pathLst>
                  <a:path w="30" h="10" extrusionOk="0">
                    <a:moveTo>
                      <a:pt x="0" y="0"/>
                    </a:moveTo>
                    <a:lnTo>
                      <a:pt x="0" y="0"/>
                    </a:lnTo>
                    <a:lnTo>
                      <a:pt x="21" y="10"/>
                    </a:lnTo>
                    <a:lnTo>
                      <a:pt x="30" y="10"/>
                    </a:lnTo>
                    <a:lnTo>
                      <a:pt x="21"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40" name="Google Shape;1540;p206"/>
              <p:cNvSpPr/>
              <p:nvPr/>
            </p:nvSpPr>
            <p:spPr>
              <a:xfrm>
                <a:off x="5681" y="3233"/>
                <a:ext cx="30" cy="10"/>
              </a:xfrm>
              <a:custGeom>
                <a:avLst/>
                <a:gdLst/>
                <a:ahLst/>
                <a:cxnLst/>
                <a:rect l="l" t="t" r="r" b="b"/>
                <a:pathLst>
                  <a:path w="30" h="10" extrusionOk="0">
                    <a:moveTo>
                      <a:pt x="0" y="0"/>
                    </a:moveTo>
                    <a:lnTo>
                      <a:pt x="0" y="0"/>
                    </a:lnTo>
                    <a:lnTo>
                      <a:pt x="21" y="10"/>
                    </a:lnTo>
                    <a:lnTo>
                      <a:pt x="30" y="10"/>
                    </a:lnTo>
                    <a:lnTo>
                      <a:pt x="21"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41" name="Google Shape;1541;p206"/>
              <p:cNvSpPr/>
              <p:nvPr/>
            </p:nvSpPr>
            <p:spPr>
              <a:xfrm>
                <a:off x="5681" y="3233"/>
                <a:ext cx="30" cy="10"/>
              </a:xfrm>
              <a:custGeom>
                <a:avLst/>
                <a:gdLst/>
                <a:ahLst/>
                <a:cxnLst/>
                <a:rect l="l" t="t" r="r" b="b"/>
                <a:pathLst>
                  <a:path w="30" h="10" extrusionOk="0">
                    <a:moveTo>
                      <a:pt x="0" y="0"/>
                    </a:moveTo>
                    <a:lnTo>
                      <a:pt x="0" y="0"/>
                    </a:lnTo>
                    <a:lnTo>
                      <a:pt x="21" y="10"/>
                    </a:lnTo>
                    <a:lnTo>
                      <a:pt x="30" y="10"/>
                    </a:lnTo>
                    <a:lnTo>
                      <a:pt x="21"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42" name="Google Shape;1542;p206"/>
              <p:cNvSpPr/>
              <p:nvPr/>
            </p:nvSpPr>
            <p:spPr>
              <a:xfrm>
                <a:off x="5751" y="3215"/>
                <a:ext cx="62" cy="28"/>
              </a:xfrm>
              <a:custGeom>
                <a:avLst/>
                <a:gdLst/>
                <a:ahLst/>
                <a:cxnLst/>
                <a:rect l="l" t="t" r="r" b="b"/>
                <a:pathLst>
                  <a:path w="62" h="28" extrusionOk="0">
                    <a:moveTo>
                      <a:pt x="0" y="28"/>
                    </a:moveTo>
                    <a:lnTo>
                      <a:pt x="0" y="28"/>
                    </a:lnTo>
                    <a:lnTo>
                      <a:pt x="22" y="28"/>
                    </a:lnTo>
                    <a:lnTo>
                      <a:pt x="62" y="0"/>
                    </a:lnTo>
                    <a:lnTo>
                      <a:pt x="31" y="0"/>
                    </a:lnTo>
                    <a:lnTo>
                      <a:pt x="10" y="18"/>
                    </a:lnTo>
                    <a:lnTo>
                      <a:pt x="0"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43" name="Google Shape;1543;p206"/>
              <p:cNvSpPr/>
              <p:nvPr/>
            </p:nvSpPr>
            <p:spPr>
              <a:xfrm>
                <a:off x="5751" y="3215"/>
                <a:ext cx="62" cy="28"/>
              </a:xfrm>
              <a:custGeom>
                <a:avLst/>
                <a:gdLst/>
                <a:ahLst/>
                <a:cxnLst/>
                <a:rect l="l" t="t" r="r" b="b"/>
                <a:pathLst>
                  <a:path w="62" h="28" extrusionOk="0">
                    <a:moveTo>
                      <a:pt x="0" y="28"/>
                    </a:moveTo>
                    <a:lnTo>
                      <a:pt x="0" y="28"/>
                    </a:lnTo>
                    <a:lnTo>
                      <a:pt x="22" y="28"/>
                    </a:lnTo>
                    <a:lnTo>
                      <a:pt x="62" y="0"/>
                    </a:lnTo>
                    <a:lnTo>
                      <a:pt x="31" y="0"/>
                    </a:lnTo>
                    <a:lnTo>
                      <a:pt x="10" y="18"/>
                    </a:lnTo>
                    <a:lnTo>
                      <a:pt x="0" y="2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44" name="Google Shape;1544;p206"/>
              <p:cNvSpPr/>
              <p:nvPr/>
            </p:nvSpPr>
            <p:spPr>
              <a:xfrm>
                <a:off x="5751" y="3215"/>
                <a:ext cx="62" cy="28"/>
              </a:xfrm>
              <a:custGeom>
                <a:avLst/>
                <a:gdLst/>
                <a:ahLst/>
                <a:cxnLst/>
                <a:rect l="l" t="t" r="r" b="b"/>
                <a:pathLst>
                  <a:path w="62" h="28" extrusionOk="0">
                    <a:moveTo>
                      <a:pt x="0" y="28"/>
                    </a:moveTo>
                    <a:lnTo>
                      <a:pt x="0" y="28"/>
                    </a:lnTo>
                    <a:lnTo>
                      <a:pt x="22" y="28"/>
                    </a:lnTo>
                    <a:lnTo>
                      <a:pt x="62" y="0"/>
                    </a:lnTo>
                    <a:lnTo>
                      <a:pt x="31" y="0"/>
                    </a:lnTo>
                    <a:lnTo>
                      <a:pt x="10" y="18"/>
                    </a:lnTo>
                    <a:lnTo>
                      <a:pt x="0" y="2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45" name="Google Shape;1545;p206"/>
              <p:cNvSpPr/>
              <p:nvPr/>
            </p:nvSpPr>
            <p:spPr>
              <a:xfrm>
                <a:off x="5924" y="3170"/>
                <a:ext cx="14" cy="28"/>
              </a:xfrm>
              <a:custGeom>
                <a:avLst/>
                <a:gdLst/>
                <a:ahLst/>
                <a:cxnLst/>
                <a:rect l="l" t="t" r="r" b="b"/>
                <a:pathLst>
                  <a:path w="14" h="28" extrusionOk="0">
                    <a:moveTo>
                      <a:pt x="0" y="28"/>
                    </a:moveTo>
                    <a:lnTo>
                      <a:pt x="0" y="28"/>
                    </a:lnTo>
                    <a:lnTo>
                      <a:pt x="14" y="7"/>
                    </a:lnTo>
                    <a:lnTo>
                      <a:pt x="14" y="0"/>
                    </a:lnTo>
                    <a:lnTo>
                      <a:pt x="0"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46" name="Google Shape;1546;p206"/>
              <p:cNvSpPr/>
              <p:nvPr/>
            </p:nvSpPr>
            <p:spPr>
              <a:xfrm>
                <a:off x="5924" y="3170"/>
                <a:ext cx="14" cy="28"/>
              </a:xfrm>
              <a:custGeom>
                <a:avLst/>
                <a:gdLst/>
                <a:ahLst/>
                <a:cxnLst/>
                <a:rect l="l" t="t" r="r" b="b"/>
                <a:pathLst>
                  <a:path w="14" h="28" extrusionOk="0">
                    <a:moveTo>
                      <a:pt x="0" y="28"/>
                    </a:moveTo>
                    <a:lnTo>
                      <a:pt x="0" y="28"/>
                    </a:lnTo>
                    <a:lnTo>
                      <a:pt x="14" y="7"/>
                    </a:lnTo>
                    <a:lnTo>
                      <a:pt x="14" y="0"/>
                    </a:lnTo>
                    <a:lnTo>
                      <a:pt x="0" y="2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47" name="Google Shape;1547;p206"/>
              <p:cNvSpPr/>
              <p:nvPr/>
            </p:nvSpPr>
            <p:spPr>
              <a:xfrm>
                <a:off x="5924" y="3170"/>
                <a:ext cx="14" cy="28"/>
              </a:xfrm>
              <a:custGeom>
                <a:avLst/>
                <a:gdLst/>
                <a:ahLst/>
                <a:cxnLst/>
                <a:rect l="l" t="t" r="r" b="b"/>
                <a:pathLst>
                  <a:path w="14" h="28" extrusionOk="0">
                    <a:moveTo>
                      <a:pt x="0" y="28"/>
                    </a:moveTo>
                    <a:lnTo>
                      <a:pt x="0" y="28"/>
                    </a:lnTo>
                    <a:lnTo>
                      <a:pt x="14" y="7"/>
                    </a:lnTo>
                    <a:lnTo>
                      <a:pt x="14" y="0"/>
                    </a:lnTo>
                    <a:lnTo>
                      <a:pt x="0" y="2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48" name="Google Shape;1548;p206"/>
              <p:cNvSpPr/>
              <p:nvPr/>
            </p:nvSpPr>
            <p:spPr>
              <a:xfrm>
                <a:off x="5681" y="3063"/>
                <a:ext cx="101" cy="114"/>
              </a:xfrm>
              <a:custGeom>
                <a:avLst/>
                <a:gdLst/>
                <a:ahLst/>
                <a:cxnLst/>
                <a:rect l="l" t="t" r="r" b="b"/>
                <a:pathLst>
                  <a:path w="101" h="114" extrusionOk="0">
                    <a:moveTo>
                      <a:pt x="0" y="69"/>
                    </a:moveTo>
                    <a:lnTo>
                      <a:pt x="0" y="69"/>
                    </a:lnTo>
                    <a:lnTo>
                      <a:pt x="0" y="78"/>
                    </a:lnTo>
                    <a:lnTo>
                      <a:pt x="9" y="78"/>
                    </a:lnTo>
                    <a:lnTo>
                      <a:pt x="9" y="85"/>
                    </a:lnTo>
                    <a:lnTo>
                      <a:pt x="9" y="114"/>
                    </a:lnTo>
                    <a:lnTo>
                      <a:pt x="18" y="107"/>
                    </a:lnTo>
                    <a:lnTo>
                      <a:pt x="18" y="78"/>
                    </a:lnTo>
                    <a:lnTo>
                      <a:pt x="30" y="69"/>
                    </a:lnTo>
                    <a:lnTo>
                      <a:pt x="40" y="69"/>
                    </a:lnTo>
                    <a:lnTo>
                      <a:pt x="30" y="78"/>
                    </a:lnTo>
                    <a:lnTo>
                      <a:pt x="40" y="85"/>
                    </a:lnTo>
                    <a:lnTo>
                      <a:pt x="40" y="97"/>
                    </a:lnTo>
                    <a:lnTo>
                      <a:pt x="61" y="97"/>
                    </a:lnTo>
                    <a:lnTo>
                      <a:pt x="61" y="114"/>
                    </a:lnTo>
                    <a:lnTo>
                      <a:pt x="70" y="107"/>
                    </a:lnTo>
                    <a:lnTo>
                      <a:pt x="70" y="97"/>
                    </a:lnTo>
                    <a:lnTo>
                      <a:pt x="49" y="78"/>
                    </a:lnTo>
                    <a:lnTo>
                      <a:pt x="61" y="78"/>
                    </a:lnTo>
                    <a:lnTo>
                      <a:pt x="40" y="57"/>
                    </a:lnTo>
                    <a:lnTo>
                      <a:pt x="61" y="40"/>
                    </a:lnTo>
                    <a:lnTo>
                      <a:pt x="70" y="40"/>
                    </a:lnTo>
                    <a:lnTo>
                      <a:pt x="30" y="50"/>
                    </a:lnTo>
                    <a:lnTo>
                      <a:pt x="18" y="40"/>
                    </a:lnTo>
                    <a:lnTo>
                      <a:pt x="18" y="28"/>
                    </a:lnTo>
                    <a:lnTo>
                      <a:pt x="30" y="21"/>
                    </a:lnTo>
                    <a:lnTo>
                      <a:pt x="92" y="21"/>
                    </a:lnTo>
                    <a:lnTo>
                      <a:pt x="101" y="0"/>
                    </a:lnTo>
                    <a:lnTo>
                      <a:pt x="80" y="12"/>
                    </a:lnTo>
                    <a:lnTo>
                      <a:pt x="61" y="21"/>
                    </a:lnTo>
                    <a:lnTo>
                      <a:pt x="30" y="12"/>
                    </a:lnTo>
                    <a:lnTo>
                      <a:pt x="30" y="21"/>
                    </a:lnTo>
                    <a:lnTo>
                      <a:pt x="18" y="21"/>
                    </a:lnTo>
                    <a:lnTo>
                      <a:pt x="18" y="40"/>
                    </a:lnTo>
                    <a:lnTo>
                      <a:pt x="0" y="6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49" name="Google Shape;1549;p206"/>
              <p:cNvSpPr/>
              <p:nvPr/>
            </p:nvSpPr>
            <p:spPr>
              <a:xfrm>
                <a:off x="5681" y="3063"/>
                <a:ext cx="101" cy="114"/>
              </a:xfrm>
              <a:custGeom>
                <a:avLst/>
                <a:gdLst/>
                <a:ahLst/>
                <a:cxnLst/>
                <a:rect l="l" t="t" r="r" b="b"/>
                <a:pathLst>
                  <a:path w="101" h="114" extrusionOk="0">
                    <a:moveTo>
                      <a:pt x="0" y="69"/>
                    </a:moveTo>
                    <a:lnTo>
                      <a:pt x="0" y="69"/>
                    </a:lnTo>
                    <a:lnTo>
                      <a:pt x="0" y="78"/>
                    </a:lnTo>
                    <a:lnTo>
                      <a:pt x="9" y="78"/>
                    </a:lnTo>
                    <a:lnTo>
                      <a:pt x="9" y="85"/>
                    </a:lnTo>
                    <a:lnTo>
                      <a:pt x="9" y="114"/>
                    </a:lnTo>
                    <a:lnTo>
                      <a:pt x="18" y="107"/>
                    </a:lnTo>
                    <a:lnTo>
                      <a:pt x="18" y="78"/>
                    </a:lnTo>
                    <a:lnTo>
                      <a:pt x="30" y="69"/>
                    </a:lnTo>
                    <a:lnTo>
                      <a:pt x="40" y="69"/>
                    </a:lnTo>
                    <a:lnTo>
                      <a:pt x="30" y="78"/>
                    </a:lnTo>
                    <a:lnTo>
                      <a:pt x="40" y="85"/>
                    </a:lnTo>
                    <a:lnTo>
                      <a:pt x="40" y="97"/>
                    </a:lnTo>
                    <a:lnTo>
                      <a:pt x="61" y="97"/>
                    </a:lnTo>
                    <a:lnTo>
                      <a:pt x="61" y="114"/>
                    </a:lnTo>
                    <a:lnTo>
                      <a:pt x="70" y="107"/>
                    </a:lnTo>
                    <a:lnTo>
                      <a:pt x="70" y="97"/>
                    </a:lnTo>
                    <a:lnTo>
                      <a:pt x="49" y="78"/>
                    </a:lnTo>
                    <a:lnTo>
                      <a:pt x="61" y="78"/>
                    </a:lnTo>
                    <a:lnTo>
                      <a:pt x="40" y="57"/>
                    </a:lnTo>
                    <a:lnTo>
                      <a:pt x="61" y="40"/>
                    </a:lnTo>
                    <a:lnTo>
                      <a:pt x="70" y="40"/>
                    </a:lnTo>
                    <a:lnTo>
                      <a:pt x="30" y="50"/>
                    </a:lnTo>
                    <a:lnTo>
                      <a:pt x="18" y="40"/>
                    </a:lnTo>
                    <a:lnTo>
                      <a:pt x="18" y="28"/>
                    </a:lnTo>
                    <a:lnTo>
                      <a:pt x="30" y="21"/>
                    </a:lnTo>
                    <a:lnTo>
                      <a:pt x="92" y="21"/>
                    </a:lnTo>
                    <a:lnTo>
                      <a:pt x="101" y="0"/>
                    </a:lnTo>
                    <a:lnTo>
                      <a:pt x="80" y="12"/>
                    </a:lnTo>
                    <a:lnTo>
                      <a:pt x="61" y="21"/>
                    </a:lnTo>
                    <a:lnTo>
                      <a:pt x="30" y="12"/>
                    </a:lnTo>
                    <a:lnTo>
                      <a:pt x="30" y="21"/>
                    </a:lnTo>
                    <a:lnTo>
                      <a:pt x="18" y="21"/>
                    </a:lnTo>
                    <a:lnTo>
                      <a:pt x="18" y="40"/>
                    </a:lnTo>
                    <a:lnTo>
                      <a:pt x="0" y="6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50" name="Google Shape;1550;p206"/>
              <p:cNvSpPr/>
              <p:nvPr/>
            </p:nvSpPr>
            <p:spPr>
              <a:xfrm>
                <a:off x="5681" y="3063"/>
                <a:ext cx="101" cy="114"/>
              </a:xfrm>
              <a:custGeom>
                <a:avLst/>
                <a:gdLst/>
                <a:ahLst/>
                <a:cxnLst/>
                <a:rect l="l" t="t" r="r" b="b"/>
                <a:pathLst>
                  <a:path w="101" h="114" extrusionOk="0">
                    <a:moveTo>
                      <a:pt x="0" y="69"/>
                    </a:moveTo>
                    <a:lnTo>
                      <a:pt x="0" y="69"/>
                    </a:lnTo>
                    <a:lnTo>
                      <a:pt x="0" y="78"/>
                    </a:lnTo>
                    <a:lnTo>
                      <a:pt x="9" y="78"/>
                    </a:lnTo>
                    <a:lnTo>
                      <a:pt x="9" y="85"/>
                    </a:lnTo>
                    <a:lnTo>
                      <a:pt x="9" y="114"/>
                    </a:lnTo>
                    <a:lnTo>
                      <a:pt x="18" y="107"/>
                    </a:lnTo>
                    <a:lnTo>
                      <a:pt x="18" y="78"/>
                    </a:lnTo>
                    <a:lnTo>
                      <a:pt x="30" y="69"/>
                    </a:lnTo>
                    <a:lnTo>
                      <a:pt x="40" y="69"/>
                    </a:lnTo>
                    <a:lnTo>
                      <a:pt x="30" y="78"/>
                    </a:lnTo>
                    <a:lnTo>
                      <a:pt x="40" y="85"/>
                    </a:lnTo>
                    <a:lnTo>
                      <a:pt x="40" y="97"/>
                    </a:lnTo>
                    <a:lnTo>
                      <a:pt x="61" y="97"/>
                    </a:lnTo>
                    <a:lnTo>
                      <a:pt x="61" y="114"/>
                    </a:lnTo>
                    <a:lnTo>
                      <a:pt x="70" y="107"/>
                    </a:lnTo>
                    <a:lnTo>
                      <a:pt x="70" y="97"/>
                    </a:lnTo>
                    <a:lnTo>
                      <a:pt x="49" y="78"/>
                    </a:lnTo>
                    <a:lnTo>
                      <a:pt x="61" y="78"/>
                    </a:lnTo>
                    <a:lnTo>
                      <a:pt x="40" y="57"/>
                    </a:lnTo>
                    <a:lnTo>
                      <a:pt x="61" y="40"/>
                    </a:lnTo>
                    <a:lnTo>
                      <a:pt x="70" y="40"/>
                    </a:lnTo>
                    <a:lnTo>
                      <a:pt x="30" y="50"/>
                    </a:lnTo>
                    <a:lnTo>
                      <a:pt x="18" y="40"/>
                    </a:lnTo>
                    <a:lnTo>
                      <a:pt x="18" y="28"/>
                    </a:lnTo>
                    <a:lnTo>
                      <a:pt x="30" y="21"/>
                    </a:lnTo>
                    <a:lnTo>
                      <a:pt x="92" y="21"/>
                    </a:lnTo>
                    <a:lnTo>
                      <a:pt x="101" y="0"/>
                    </a:lnTo>
                    <a:lnTo>
                      <a:pt x="80" y="12"/>
                    </a:lnTo>
                    <a:lnTo>
                      <a:pt x="61" y="21"/>
                    </a:lnTo>
                    <a:lnTo>
                      <a:pt x="30" y="12"/>
                    </a:lnTo>
                    <a:lnTo>
                      <a:pt x="30" y="21"/>
                    </a:lnTo>
                    <a:lnTo>
                      <a:pt x="18" y="21"/>
                    </a:lnTo>
                    <a:lnTo>
                      <a:pt x="18" y="40"/>
                    </a:lnTo>
                    <a:lnTo>
                      <a:pt x="0" y="6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51" name="Google Shape;1551;p206"/>
              <p:cNvSpPr/>
              <p:nvPr/>
            </p:nvSpPr>
            <p:spPr>
              <a:xfrm>
                <a:off x="5813" y="3056"/>
                <a:ext cx="19" cy="45"/>
              </a:xfrm>
              <a:custGeom>
                <a:avLst/>
                <a:gdLst/>
                <a:ahLst/>
                <a:cxnLst/>
                <a:rect l="l" t="t" r="r" b="b"/>
                <a:pathLst>
                  <a:path w="19" h="45" extrusionOk="0">
                    <a:moveTo>
                      <a:pt x="0" y="19"/>
                    </a:moveTo>
                    <a:lnTo>
                      <a:pt x="0" y="19"/>
                    </a:lnTo>
                    <a:lnTo>
                      <a:pt x="9" y="35"/>
                    </a:lnTo>
                    <a:lnTo>
                      <a:pt x="19" y="45"/>
                    </a:lnTo>
                    <a:lnTo>
                      <a:pt x="9" y="35"/>
                    </a:lnTo>
                    <a:lnTo>
                      <a:pt x="9" y="26"/>
                    </a:lnTo>
                    <a:lnTo>
                      <a:pt x="19" y="26"/>
                    </a:lnTo>
                    <a:lnTo>
                      <a:pt x="19" y="19"/>
                    </a:lnTo>
                    <a:lnTo>
                      <a:pt x="19" y="7"/>
                    </a:lnTo>
                    <a:lnTo>
                      <a:pt x="19" y="19"/>
                    </a:lnTo>
                    <a:lnTo>
                      <a:pt x="9" y="0"/>
                    </a:lnTo>
                    <a:lnTo>
                      <a:pt x="0" y="1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52" name="Google Shape;1552;p206"/>
              <p:cNvSpPr/>
              <p:nvPr/>
            </p:nvSpPr>
            <p:spPr>
              <a:xfrm>
                <a:off x="5813" y="3056"/>
                <a:ext cx="19" cy="45"/>
              </a:xfrm>
              <a:custGeom>
                <a:avLst/>
                <a:gdLst/>
                <a:ahLst/>
                <a:cxnLst/>
                <a:rect l="l" t="t" r="r" b="b"/>
                <a:pathLst>
                  <a:path w="19" h="45" extrusionOk="0">
                    <a:moveTo>
                      <a:pt x="0" y="19"/>
                    </a:moveTo>
                    <a:lnTo>
                      <a:pt x="0" y="19"/>
                    </a:lnTo>
                    <a:lnTo>
                      <a:pt x="9" y="35"/>
                    </a:lnTo>
                    <a:lnTo>
                      <a:pt x="19" y="45"/>
                    </a:lnTo>
                    <a:lnTo>
                      <a:pt x="9" y="35"/>
                    </a:lnTo>
                    <a:lnTo>
                      <a:pt x="9" y="26"/>
                    </a:lnTo>
                    <a:lnTo>
                      <a:pt x="19" y="26"/>
                    </a:lnTo>
                    <a:lnTo>
                      <a:pt x="19" y="19"/>
                    </a:lnTo>
                    <a:lnTo>
                      <a:pt x="19" y="7"/>
                    </a:lnTo>
                    <a:lnTo>
                      <a:pt x="19" y="19"/>
                    </a:lnTo>
                    <a:lnTo>
                      <a:pt x="9" y="0"/>
                    </a:lnTo>
                    <a:lnTo>
                      <a:pt x="0" y="1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53" name="Google Shape;1553;p206"/>
              <p:cNvSpPr/>
              <p:nvPr/>
            </p:nvSpPr>
            <p:spPr>
              <a:xfrm>
                <a:off x="5813" y="3056"/>
                <a:ext cx="19" cy="45"/>
              </a:xfrm>
              <a:custGeom>
                <a:avLst/>
                <a:gdLst/>
                <a:ahLst/>
                <a:cxnLst/>
                <a:rect l="l" t="t" r="r" b="b"/>
                <a:pathLst>
                  <a:path w="19" h="45" extrusionOk="0">
                    <a:moveTo>
                      <a:pt x="0" y="19"/>
                    </a:moveTo>
                    <a:lnTo>
                      <a:pt x="0" y="19"/>
                    </a:lnTo>
                    <a:lnTo>
                      <a:pt x="9" y="35"/>
                    </a:lnTo>
                    <a:lnTo>
                      <a:pt x="19" y="45"/>
                    </a:lnTo>
                    <a:lnTo>
                      <a:pt x="9" y="35"/>
                    </a:lnTo>
                    <a:lnTo>
                      <a:pt x="9" y="26"/>
                    </a:lnTo>
                    <a:lnTo>
                      <a:pt x="19" y="26"/>
                    </a:lnTo>
                    <a:lnTo>
                      <a:pt x="19" y="19"/>
                    </a:lnTo>
                    <a:lnTo>
                      <a:pt x="19" y="7"/>
                    </a:lnTo>
                    <a:lnTo>
                      <a:pt x="19" y="19"/>
                    </a:lnTo>
                    <a:lnTo>
                      <a:pt x="9" y="0"/>
                    </a:lnTo>
                    <a:lnTo>
                      <a:pt x="0" y="1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54" name="Google Shape;1554;p206"/>
              <p:cNvSpPr/>
              <p:nvPr/>
            </p:nvSpPr>
            <p:spPr>
              <a:xfrm>
                <a:off x="5792" y="3141"/>
                <a:ext cx="21" cy="7"/>
              </a:xfrm>
              <a:custGeom>
                <a:avLst/>
                <a:gdLst/>
                <a:ahLst/>
                <a:cxnLst/>
                <a:rect l="l" t="t" r="r" b="b"/>
                <a:pathLst>
                  <a:path w="21" h="7" extrusionOk="0">
                    <a:moveTo>
                      <a:pt x="0" y="0"/>
                    </a:moveTo>
                    <a:lnTo>
                      <a:pt x="0" y="0"/>
                    </a:lnTo>
                    <a:lnTo>
                      <a:pt x="21" y="7"/>
                    </a:lnTo>
                    <a:lnTo>
                      <a:pt x="21"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55" name="Google Shape;1555;p206"/>
              <p:cNvSpPr/>
              <p:nvPr/>
            </p:nvSpPr>
            <p:spPr>
              <a:xfrm>
                <a:off x="5792" y="3141"/>
                <a:ext cx="21" cy="7"/>
              </a:xfrm>
              <a:custGeom>
                <a:avLst/>
                <a:gdLst/>
                <a:ahLst/>
                <a:cxnLst/>
                <a:rect l="l" t="t" r="r" b="b"/>
                <a:pathLst>
                  <a:path w="21" h="7" extrusionOk="0">
                    <a:moveTo>
                      <a:pt x="0" y="0"/>
                    </a:moveTo>
                    <a:lnTo>
                      <a:pt x="0" y="0"/>
                    </a:lnTo>
                    <a:lnTo>
                      <a:pt x="21" y="7"/>
                    </a:lnTo>
                    <a:lnTo>
                      <a:pt x="21"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56" name="Google Shape;1556;p206"/>
              <p:cNvSpPr/>
              <p:nvPr/>
            </p:nvSpPr>
            <p:spPr>
              <a:xfrm>
                <a:off x="5792" y="3141"/>
                <a:ext cx="21" cy="7"/>
              </a:xfrm>
              <a:custGeom>
                <a:avLst/>
                <a:gdLst/>
                <a:ahLst/>
                <a:cxnLst/>
                <a:rect l="l" t="t" r="r" b="b"/>
                <a:pathLst>
                  <a:path w="21" h="7" extrusionOk="0">
                    <a:moveTo>
                      <a:pt x="0" y="0"/>
                    </a:moveTo>
                    <a:lnTo>
                      <a:pt x="0" y="0"/>
                    </a:lnTo>
                    <a:lnTo>
                      <a:pt x="21" y="7"/>
                    </a:lnTo>
                    <a:lnTo>
                      <a:pt x="21"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57" name="Google Shape;1557;p206"/>
              <p:cNvSpPr/>
              <p:nvPr/>
            </p:nvSpPr>
            <p:spPr>
              <a:xfrm>
                <a:off x="5825" y="3129"/>
                <a:ext cx="49" cy="19"/>
              </a:xfrm>
              <a:custGeom>
                <a:avLst/>
                <a:gdLst/>
                <a:ahLst/>
                <a:cxnLst/>
                <a:rect l="l" t="t" r="r" b="b"/>
                <a:pathLst>
                  <a:path w="49" h="19" extrusionOk="0">
                    <a:moveTo>
                      <a:pt x="0" y="12"/>
                    </a:moveTo>
                    <a:lnTo>
                      <a:pt x="0" y="12"/>
                    </a:lnTo>
                    <a:lnTo>
                      <a:pt x="49" y="19"/>
                    </a:lnTo>
                    <a:lnTo>
                      <a:pt x="40" y="12"/>
                    </a:lnTo>
                    <a:lnTo>
                      <a:pt x="28" y="0"/>
                    </a:lnTo>
                    <a:lnTo>
                      <a:pt x="9"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58" name="Google Shape;1558;p206"/>
              <p:cNvSpPr/>
              <p:nvPr/>
            </p:nvSpPr>
            <p:spPr>
              <a:xfrm>
                <a:off x="5825" y="3129"/>
                <a:ext cx="49" cy="19"/>
              </a:xfrm>
              <a:custGeom>
                <a:avLst/>
                <a:gdLst/>
                <a:ahLst/>
                <a:cxnLst/>
                <a:rect l="l" t="t" r="r" b="b"/>
                <a:pathLst>
                  <a:path w="49" h="19" extrusionOk="0">
                    <a:moveTo>
                      <a:pt x="0" y="12"/>
                    </a:moveTo>
                    <a:lnTo>
                      <a:pt x="0" y="12"/>
                    </a:lnTo>
                    <a:lnTo>
                      <a:pt x="49" y="19"/>
                    </a:lnTo>
                    <a:lnTo>
                      <a:pt x="40" y="12"/>
                    </a:lnTo>
                    <a:lnTo>
                      <a:pt x="28" y="0"/>
                    </a:lnTo>
                    <a:lnTo>
                      <a:pt x="9"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59" name="Google Shape;1559;p206"/>
              <p:cNvSpPr/>
              <p:nvPr/>
            </p:nvSpPr>
            <p:spPr>
              <a:xfrm>
                <a:off x="5825" y="3129"/>
                <a:ext cx="49" cy="19"/>
              </a:xfrm>
              <a:custGeom>
                <a:avLst/>
                <a:gdLst/>
                <a:ahLst/>
                <a:cxnLst/>
                <a:rect l="l" t="t" r="r" b="b"/>
                <a:pathLst>
                  <a:path w="49" h="19" extrusionOk="0">
                    <a:moveTo>
                      <a:pt x="0" y="12"/>
                    </a:moveTo>
                    <a:lnTo>
                      <a:pt x="0" y="12"/>
                    </a:lnTo>
                    <a:lnTo>
                      <a:pt x="49" y="19"/>
                    </a:lnTo>
                    <a:lnTo>
                      <a:pt x="40" y="12"/>
                    </a:lnTo>
                    <a:lnTo>
                      <a:pt x="28" y="0"/>
                    </a:lnTo>
                    <a:lnTo>
                      <a:pt x="9"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60" name="Google Shape;1560;p206"/>
              <p:cNvSpPr/>
              <p:nvPr/>
            </p:nvSpPr>
            <p:spPr>
              <a:xfrm>
                <a:off x="5813" y="3113"/>
                <a:ext cx="19" cy="0"/>
              </a:xfrm>
              <a:custGeom>
                <a:avLst/>
                <a:gdLst/>
                <a:ahLst/>
                <a:cxnLst/>
                <a:rect l="l" t="t" r="r" b="b"/>
                <a:pathLst>
                  <a:path w="19" h="120000" extrusionOk="0">
                    <a:moveTo>
                      <a:pt x="0" y="0"/>
                    </a:moveTo>
                    <a:lnTo>
                      <a:pt x="0" y="0"/>
                    </a:lnTo>
                    <a:lnTo>
                      <a:pt x="19" y="0"/>
                    </a:lnTo>
                    <a:lnTo>
                      <a:pt x="9"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61" name="Google Shape;1561;p206"/>
              <p:cNvSpPr/>
              <p:nvPr/>
            </p:nvSpPr>
            <p:spPr>
              <a:xfrm>
                <a:off x="5945" y="3101"/>
                <a:ext cx="10" cy="12"/>
              </a:xfrm>
              <a:custGeom>
                <a:avLst/>
                <a:gdLst/>
                <a:ahLst/>
                <a:cxnLst/>
                <a:rect l="l" t="t" r="r" b="b"/>
                <a:pathLst>
                  <a:path w="10" h="12" extrusionOk="0">
                    <a:moveTo>
                      <a:pt x="0" y="0"/>
                    </a:moveTo>
                    <a:lnTo>
                      <a:pt x="0" y="0"/>
                    </a:lnTo>
                    <a:lnTo>
                      <a:pt x="10" y="12"/>
                    </a:lnTo>
                    <a:lnTo>
                      <a:pt x="10"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62" name="Google Shape;1562;p206"/>
              <p:cNvSpPr/>
              <p:nvPr/>
            </p:nvSpPr>
            <p:spPr>
              <a:xfrm>
                <a:off x="5945" y="3101"/>
                <a:ext cx="10" cy="12"/>
              </a:xfrm>
              <a:custGeom>
                <a:avLst/>
                <a:gdLst/>
                <a:ahLst/>
                <a:cxnLst/>
                <a:rect l="l" t="t" r="r" b="b"/>
                <a:pathLst>
                  <a:path w="10" h="12" extrusionOk="0">
                    <a:moveTo>
                      <a:pt x="0" y="0"/>
                    </a:moveTo>
                    <a:lnTo>
                      <a:pt x="0" y="0"/>
                    </a:lnTo>
                    <a:lnTo>
                      <a:pt x="10" y="12"/>
                    </a:lnTo>
                    <a:lnTo>
                      <a:pt x="10"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63" name="Google Shape;1563;p206"/>
              <p:cNvSpPr/>
              <p:nvPr/>
            </p:nvSpPr>
            <p:spPr>
              <a:xfrm>
                <a:off x="5945" y="3101"/>
                <a:ext cx="10" cy="12"/>
              </a:xfrm>
              <a:custGeom>
                <a:avLst/>
                <a:gdLst/>
                <a:ahLst/>
                <a:cxnLst/>
                <a:rect l="l" t="t" r="r" b="b"/>
                <a:pathLst>
                  <a:path w="10" h="12" extrusionOk="0">
                    <a:moveTo>
                      <a:pt x="0" y="0"/>
                    </a:moveTo>
                    <a:lnTo>
                      <a:pt x="0" y="0"/>
                    </a:lnTo>
                    <a:lnTo>
                      <a:pt x="10" y="12"/>
                    </a:lnTo>
                    <a:lnTo>
                      <a:pt x="10"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64" name="Google Shape;1564;p206"/>
              <p:cNvSpPr/>
              <p:nvPr/>
            </p:nvSpPr>
            <p:spPr>
              <a:xfrm>
                <a:off x="6149" y="3148"/>
                <a:ext cx="73" cy="38"/>
              </a:xfrm>
              <a:custGeom>
                <a:avLst/>
                <a:gdLst/>
                <a:ahLst/>
                <a:cxnLst/>
                <a:rect l="l" t="t" r="r" b="b"/>
                <a:pathLst>
                  <a:path w="73" h="38" extrusionOk="0">
                    <a:moveTo>
                      <a:pt x="0" y="19"/>
                    </a:moveTo>
                    <a:lnTo>
                      <a:pt x="0" y="19"/>
                    </a:lnTo>
                    <a:lnTo>
                      <a:pt x="21" y="38"/>
                    </a:lnTo>
                    <a:lnTo>
                      <a:pt x="42" y="38"/>
                    </a:lnTo>
                    <a:lnTo>
                      <a:pt x="64" y="29"/>
                    </a:lnTo>
                    <a:lnTo>
                      <a:pt x="73" y="12"/>
                    </a:lnTo>
                    <a:lnTo>
                      <a:pt x="73" y="0"/>
                    </a:lnTo>
                    <a:lnTo>
                      <a:pt x="64" y="0"/>
                    </a:lnTo>
                    <a:lnTo>
                      <a:pt x="64" y="19"/>
                    </a:lnTo>
                    <a:lnTo>
                      <a:pt x="52" y="19"/>
                    </a:lnTo>
                    <a:lnTo>
                      <a:pt x="42" y="19"/>
                    </a:lnTo>
                    <a:lnTo>
                      <a:pt x="0" y="1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65" name="Google Shape;1565;p206"/>
              <p:cNvSpPr/>
              <p:nvPr/>
            </p:nvSpPr>
            <p:spPr>
              <a:xfrm>
                <a:off x="6149" y="3148"/>
                <a:ext cx="73" cy="38"/>
              </a:xfrm>
              <a:custGeom>
                <a:avLst/>
                <a:gdLst/>
                <a:ahLst/>
                <a:cxnLst/>
                <a:rect l="l" t="t" r="r" b="b"/>
                <a:pathLst>
                  <a:path w="73" h="38" extrusionOk="0">
                    <a:moveTo>
                      <a:pt x="0" y="19"/>
                    </a:moveTo>
                    <a:lnTo>
                      <a:pt x="0" y="19"/>
                    </a:lnTo>
                    <a:lnTo>
                      <a:pt x="21" y="38"/>
                    </a:lnTo>
                    <a:lnTo>
                      <a:pt x="42" y="38"/>
                    </a:lnTo>
                    <a:lnTo>
                      <a:pt x="64" y="29"/>
                    </a:lnTo>
                    <a:lnTo>
                      <a:pt x="73" y="12"/>
                    </a:lnTo>
                    <a:lnTo>
                      <a:pt x="73" y="0"/>
                    </a:lnTo>
                    <a:lnTo>
                      <a:pt x="64" y="0"/>
                    </a:lnTo>
                    <a:lnTo>
                      <a:pt x="64" y="19"/>
                    </a:lnTo>
                    <a:lnTo>
                      <a:pt x="52" y="19"/>
                    </a:lnTo>
                    <a:lnTo>
                      <a:pt x="42" y="19"/>
                    </a:lnTo>
                    <a:lnTo>
                      <a:pt x="0" y="1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66" name="Google Shape;1566;p206"/>
              <p:cNvSpPr/>
              <p:nvPr/>
            </p:nvSpPr>
            <p:spPr>
              <a:xfrm>
                <a:off x="6149" y="3148"/>
                <a:ext cx="73" cy="38"/>
              </a:xfrm>
              <a:custGeom>
                <a:avLst/>
                <a:gdLst/>
                <a:ahLst/>
                <a:cxnLst/>
                <a:rect l="l" t="t" r="r" b="b"/>
                <a:pathLst>
                  <a:path w="73" h="38" extrusionOk="0">
                    <a:moveTo>
                      <a:pt x="0" y="19"/>
                    </a:moveTo>
                    <a:lnTo>
                      <a:pt x="0" y="19"/>
                    </a:lnTo>
                    <a:lnTo>
                      <a:pt x="21" y="38"/>
                    </a:lnTo>
                    <a:lnTo>
                      <a:pt x="42" y="38"/>
                    </a:lnTo>
                    <a:lnTo>
                      <a:pt x="64" y="29"/>
                    </a:lnTo>
                    <a:lnTo>
                      <a:pt x="73" y="12"/>
                    </a:lnTo>
                    <a:lnTo>
                      <a:pt x="73" y="0"/>
                    </a:lnTo>
                    <a:lnTo>
                      <a:pt x="64" y="0"/>
                    </a:lnTo>
                    <a:lnTo>
                      <a:pt x="64" y="19"/>
                    </a:lnTo>
                    <a:lnTo>
                      <a:pt x="52" y="19"/>
                    </a:lnTo>
                    <a:lnTo>
                      <a:pt x="42" y="19"/>
                    </a:lnTo>
                    <a:lnTo>
                      <a:pt x="0" y="1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67" name="Google Shape;1567;p206"/>
              <p:cNvSpPr/>
              <p:nvPr/>
            </p:nvSpPr>
            <p:spPr>
              <a:xfrm>
                <a:off x="6201" y="3141"/>
                <a:ext cx="31" cy="17"/>
              </a:xfrm>
              <a:custGeom>
                <a:avLst/>
                <a:gdLst/>
                <a:ahLst/>
                <a:cxnLst/>
                <a:rect l="l" t="t" r="r" b="b"/>
                <a:pathLst>
                  <a:path w="31" h="17" extrusionOk="0">
                    <a:moveTo>
                      <a:pt x="0" y="0"/>
                    </a:moveTo>
                    <a:lnTo>
                      <a:pt x="0" y="0"/>
                    </a:lnTo>
                    <a:lnTo>
                      <a:pt x="21" y="7"/>
                    </a:lnTo>
                    <a:lnTo>
                      <a:pt x="31" y="17"/>
                    </a:lnTo>
                    <a:lnTo>
                      <a:pt x="31" y="7"/>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68" name="Google Shape;1568;p206"/>
              <p:cNvSpPr/>
              <p:nvPr/>
            </p:nvSpPr>
            <p:spPr>
              <a:xfrm>
                <a:off x="6201" y="3141"/>
                <a:ext cx="31" cy="17"/>
              </a:xfrm>
              <a:custGeom>
                <a:avLst/>
                <a:gdLst/>
                <a:ahLst/>
                <a:cxnLst/>
                <a:rect l="l" t="t" r="r" b="b"/>
                <a:pathLst>
                  <a:path w="31" h="17" extrusionOk="0">
                    <a:moveTo>
                      <a:pt x="0" y="0"/>
                    </a:moveTo>
                    <a:lnTo>
                      <a:pt x="0" y="0"/>
                    </a:lnTo>
                    <a:lnTo>
                      <a:pt x="21" y="7"/>
                    </a:lnTo>
                    <a:lnTo>
                      <a:pt x="31" y="17"/>
                    </a:lnTo>
                    <a:lnTo>
                      <a:pt x="31" y="7"/>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69" name="Google Shape;1569;p206"/>
              <p:cNvSpPr/>
              <p:nvPr/>
            </p:nvSpPr>
            <p:spPr>
              <a:xfrm>
                <a:off x="6201" y="3141"/>
                <a:ext cx="31" cy="17"/>
              </a:xfrm>
              <a:custGeom>
                <a:avLst/>
                <a:gdLst/>
                <a:ahLst/>
                <a:cxnLst/>
                <a:rect l="l" t="t" r="r" b="b"/>
                <a:pathLst>
                  <a:path w="31" h="17" extrusionOk="0">
                    <a:moveTo>
                      <a:pt x="0" y="0"/>
                    </a:moveTo>
                    <a:lnTo>
                      <a:pt x="0" y="0"/>
                    </a:lnTo>
                    <a:lnTo>
                      <a:pt x="21" y="7"/>
                    </a:lnTo>
                    <a:lnTo>
                      <a:pt x="31" y="17"/>
                    </a:lnTo>
                    <a:lnTo>
                      <a:pt x="31" y="7"/>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70" name="Google Shape;1570;p206"/>
              <p:cNvSpPr/>
              <p:nvPr/>
            </p:nvSpPr>
            <p:spPr>
              <a:xfrm>
                <a:off x="6262" y="3170"/>
                <a:ext cx="22" cy="28"/>
              </a:xfrm>
              <a:custGeom>
                <a:avLst/>
                <a:gdLst/>
                <a:ahLst/>
                <a:cxnLst/>
                <a:rect l="l" t="t" r="r" b="b"/>
                <a:pathLst>
                  <a:path w="22" h="28" extrusionOk="0">
                    <a:moveTo>
                      <a:pt x="0" y="0"/>
                    </a:moveTo>
                    <a:lnTo>
                      <a:pt x="0" y="0"/>
                    </a:lnTo>
                    <a:lnTo>
                      <a:pt x="12" y="28"/>
                    </a:lnTo>
                    <a:lnTo>
                      <a:pt x="22" y="19"/>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71" name="Google Shape;1571;p206"/>
              <p:cNvSpPr/>
              <p:nvPr/>
            </p:nvSpPr>
            <p:spPr>
              <a:xfrm>
                <a:off x="6262" y="3170"/>
                <a:ext cx="22" cy="28"/>
              </a:xfrm>
              <a:custGeom>
                <a:avLst/>
                <a:gdLst/>
                <a:ahLst/>
                <a:cxnLst/>
                <a:rect l="l" t="t" r="r" b="b"/>
                <a:pathLst>
                  <a:path w="22" h="28" extrusionOk="0">
                    <a:moveTo>
                      <a:pt x="0" y="0"/>
                    </a:moveTo>
                    <a:lnTo>
                      <a:pt x="0" y="0"/>
                    </a:lnTo>
                    <a:lnTo>
                      <a:pt x="12" y="28"/>
                    </a:lnTo>
                    <a:lnTo>
                      <a:pt x="22" y="19"/>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72" name="Google Shape;1572;p206"/>
              <p:cNvSpPr/>
              <p:nvPr/>
            </p:nvSpPr>
            <p:spPr>
              <a:xfrm>
                <a:off x="6262" y="3170"/>
                <a:ext cx="22" cy="28"/>
              </a:xfrm>
              <a:custGeom>
                <a:avLst/>
                <a:gdLst/>
                <a:ahLst/>
                <a:cxnLst/>
                <a:rect l="l" t="t" r="r" b="b"/>
                <a:pathLst>
                  <a:path w="22" h="28" extrusionOk="0">
                    <a:moveTo>
                      <a:pt x="0" y="0"/>
                    </a:moveTo>
                    <a:lnTo>
                      <a:pt x="0" y="0"/>
                    </a:lnTo>
                    <a:lnTo>
                      <a:pt x="12" y="28"/>
                    </a:lnTo>
                    <a:lnTo>
                      <a:pt x="22" y="19"/>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73" name="Google Shape;1573;p206"/>
              <p:cNvSpPr/>
              <p:nvPr/>
            </p:nvSpPr>
            <p:spPr>
              <a:xfrm>
                <a:off x="6336" y="3226"/>
                <a:ext cx="19" cy="7"/>
              </a:xfrm>
              <a:custGeom>
                <a:avLst/>
                <a:gdLst/>
                <a:ahLst/>
                <a:cxnLst/>
                <a:rect l="l" t="t" r="r" b="b"/>
                <a:pathLst>
                  <a:path w="19" h="7" extrusionOk="0">
                    <a:moveTo>
                      <a:pt x="0" y="0"/>
                    </a:moveTo>
                    <a:lnTo>
                      <a:pt x="0" y="0"/>
                    </a:lnTo>
                    <a:lnTo>
                      <a:pt x="0" y="7"/>
                    </a:lnTo>
                    <a:lnTo>
                      <a:pt x="19" y="7"/>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74" name="Google Shape;1574;p206"/>
              <p:cNvSpPr/>
              <p:nvPr/>
            </p:nvSpPr>
            <p:spPr>
              <a:xfrm>
                <a:off x="6336" y="3226"/>
                <a:ext cx="19" cy="7"/>
              </a:xfrm>
              <a:custGeom>
                <a:avLst/>
                <a:gdLst/>
                <a:ahLst/>
                <a:cxnLst/>
                <a:rect l="l" t="t" r="r" b="b"/>
                <a:pathLst>
                  <a:path w="19" h="7" extrusionOk="0">
                    <a:moveTo>
                      <a:pt x="0" y="0"/>
                    </a:moveTo>
                    <a:lnTo>
                      <a:pt x="0" y="0"/>
                    </a:lnTo>
                    <a:lnTo>
                      <a:pt x="0" y="7"/>
                    </a:lnTo>
                    <a:lnTo>
                      <a:pt x="19" y="7"/>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75" name="Google Shape;1575;p206"/>
              <p:cNvSpPr/>
              <p:nvPr/>
            </p:nvSpPr>
            <p:spPr>
              <a:xfrm>
                <a:off x="6336" y="3226"/>
                <a:ext cx="19" cy="7"/>
              </a:xfrm>
              <a:custGeom>
                <a:avLst/>
                <a:gdLst/>
                <a:ahLst/>
                <a:cxnLst/>
                <a:rect l="l" t="t" r="r" b="b"/>
                <a:pathLst>
                  <a:path w="19" h="7" extrusionOk="0">
                    <a:moveTo>
                      <a:pt x="0" y="0"/>
                    </a:moveTo>
                    <a:lnTo>
                      <a:pt x="0" y="0"/>
                    </a:lnTo>
                    <a:lnTo>
                      <a:pt x="0" y="7"/>
                    </a:lnTo>
                    <a:lnTo>
                      <a:pt x="19" y="7"/>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76" name="Google Shape;1576;p206"/>
              <p:cNvSpPr/>
              <p:nvPr/>
            </p:nvSpPr>
            <p:spPr>
              <a:xfrm>
                <a:off x="6456" y="3312"/>
                <a:ext cx="12" cy="16"/>
              </a:xfrm>
              <a:custGeom>
                <a:avLst/>
                <a:gdLst/>
                <a:ahLst/>
                <a:cxnLst/>
                <a:rect l="l" t="t" r="r" b="b"/>
                <a:pathLst>
                  <a:path w="12" h="16" extrusionOk="0">
                    <a:moveTo>
                      <a:pt x="0" y="0"/>
                    </a:moveTo>
                    <a:lnTo>
                      <a:pt x="0" y="0"/>
                    </a:lnTo>
                    <a:lnTo>
                      <a:pt x="0" y="16"/>
                    </a:lnTo>
                    <a:lnTo>
                      <a:pt x="12" y="7"/>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77" name="Google Shape;1577;p206"/>
              <p:cNvSpPr/>
              <p:nvPr/>
            </p:nvSpPr>
            <p:spPr>
              <a:xfrm>
                <a:off x="6456" y="3312"/>
                <a:ext cx="12" cy="16"/>
              </a:xfrm>
              <a:custGeom>
                <a:avLst/>
                <a:gdLst/>
                <a:ahLst/>
                <a:cxnLst/>
                <a:rect l="l" t="t" r="r" b="b"/>
                <a:pathLst>
                  <a:path w="12" h="16" extrusionOk="0">
                    <a:moveTo>
                      <a:pt x="0" y="0"/>
                    </a:moveTo>
                    <a:lnTo>
                      <a:pt x="0" y="0"/>
                    </a:lnTo>
                    <a:lnTo>
                      <a:pt x="0" y="16"/>
                    </a:lnTo>
                    <a:lnTo>
                      <a:pt x="12" y="7"/>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78" name="Google Shape;1578;p206"/>
              <p:cNvSpPr/>
              <p:nvPr/>
            </p:nvSpPr>
            <p:spPr>
              <a:xfrm>
                <a:off x="6456" y="3312"/>
                <a:ext cx="12" cy="16"/>
              </a:xfrm>
              <a:custGeom>
                <a:avLst/>
                <a:gdLst/>
                <a:ahLst/>
                <a:cxnLst/>
                <a:rect l="l" t="t" r="r" b="b"/>
                <a:pathLst>
                  <a:path w="12" h="16" extrusionOk="0">
                    <a:moveTo>
                      <a:pt x="0" y="0"/>
                    </a:moveTo>
                    <a:lnTo>
                      <a:pt x="0" y="0"/>
                    </a:lnTo>
                    <a:lnTo>
                      <a:pt x="0" y="16"/>
                    </a:lnTo>
                    <a:lnTo>
                      <a:pt x="12" y="7"/>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79" name="Google Shape;1579;p206"/>
              <p:cNvSpPr/>
              <p:nvPr/>
            </p:nvSpPr>
            <p:spPr>
              <a:xfrm>
                <a:off x="6418" y="3397"/>
                <a:ext cx="38" cy="35"/>
              </a:xfrm>
              <a:custGeom>
                <a:avLst/>
                <a:gdLst/>
                <a:ahLst/>
                <a:cxnLst/>
                <a:rect l="l" t="t" r="r" b="b"/>
                <a:pathLst>
                  <a:path w="38" h="35" extrusionOk="0">
                    <a:moveTo>
                      <a:pt x="0" y="0"/>
                    </a:moveTo>
                    <a:lnTo>
                      <a:pt x="0" y="0"/>
                    </a:lnTo>
                    <a:lnTo>
                      <a:pt x="10" y="16"/>
                    </a:lnTo>
                    <a:lnTo>
                      <a:pt x="29" y="35"/>
                    </a:lnTo>
                    <a:lnTo>
                      <a:pt x="38" y="35"/>
                    </a:lnTo>
                    <a:lnTo>
                      <a:pt x="10" y="7"/>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80" name="Google Shape;1580;p206"/>
              <p:cNvSpPr/>
              <p:nvPr/>
            </p:nvSpPr>
            <p:spPr>
              <a:xfrm>
                <a:off x="6418" y="3397"/>
                <a:ext cx="38" cy="35"/>
              </a:xfrm>
              <a:custGeom>
                <a:avLst/>
                <a:gdLst/>
                <a:ahLst/>
                <a:cxnLst/>
                <a:rect l="l" t="t" r="r" b="b"/>
                <a:pathLst>
                  <a:path w="38" h="35" extrusionOk="0">
                    <a:moveTo>
                      <a:pt x="0" y="0"/>
                    </a:moveTo>
                    <a:lnTo>
                      <a:pt x="0" y="0"/>
                    </a:lnTo>
                    <a:lnTo>
                      <a:pt x="10" y="16"/>
                    </a:lnTo>
                    <a:lnTo>
                      <a:pt x="29" y="35"/>
                    </a:lnTo>
                    <a:lnTo>
                      <a:pt x="38" y="35"/>
                    </a:lnTo>
                    <a:lnTo>
                      <a:pt x="10" y="7"/>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81" name="Google Shape;1581;p206"/>
              <p:cNvSpPr/>
              <p:nvPr/>
            </p:nvSpPr>
            <p:spPr>
              <a:xfrm>
                <a:off x="6418" y="3397"/>
                <a:ext cx="38" cy="35"/>
              </a:xfrm>
              <a:custGeom>
                <a:avLst/>
                <a:gdLst/>
                <a:ahLst/>
                <a:cxnLst/>
                <a:rect l="l" t="t" r="r" b="b"/>
                <a:pathLst>
                  <a:path w="38" h="35" extrusionOk="0">
                    <a:moveTo>
                      <a:pt x="0" y="0"/>
                    </a:moveTo>
                    <a:lnTo>
                      <a:pt x="0" y="0"/>
                    </a:lnTo>
                    <a:lnTo>
                      <a:pt x="10" y="16"/>
                    </a:lnTo>
                    <a:lnTo>
                      <a:pt x="29" y="35"/>
                    </a:lnTo>
                    <a:lnTo>
                      <a:pt x="38" y="35"/>
                    </a:lnTo>
                    <a:lnTo>
                      <a:pt x="10" y="7"/>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82" name="Google Shape;1582;p206"/>
              <p:cNvSpPr/>
              <p:nvPr/>
            </p:nvSpPr>
            <p:spPr>
              <a:xfrm>
                <a:off x="6622" y="3347"/>
                <a:ext cx="21" cy="21"/>
              </a:xfrm>
              <a:custGeom>
                <a:avLst/>
                <a:gdLst/>
                <a:ahLst/>
                <a:cxnLst/>
                <a:rect l="l" t="t" r="r" b="b"/>
                <a:pathLst>
                  <a:path w="21" h="21" extrusionOk="0">
                    <a:moveTo>
                      <a:pt x="0" y="21"/>
                    </a:moveTo>
                    <a:lnTo>
                      <a:pt x="0" y="21"/>
                    </a:lnTo>
                    <a:lnTo>
                      <a:pt x="21" y="21"/>
                    </a:lnTo>
                    <a:lnTo>
                      <a:pt x="21" y="12"/>
                    </a:lnTo>
                    <a:lnTo>
                      <a:pt x="9" y="0"/>
                    </a:lnTo>
                    <a:lnTo>
                      <a:pt x="0" y="2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83" name="Google Shape;1583;p206"/>
              <p:cNvSpPr/>
              <p:nvPr/>
            </p:nvSpPr>
            <p:spPr>
              <a:xfrm>
                <a:off x="6622" y="3347"/>
                <a:ext cx="21" cy="21"/>
              </a:xfrm>
              <a:custGeom>
                <a:avLst/>
                <a:gdLst/>
                <a:ahLst/>
                <a:cxnLst/>
                <a:rect l="l" t="t" r="r" b="b"/>
                <a:pathLst>
                  <a:path w="21" h="21" extrusionOk="0">
                    <a:moveTo>
                      <a:pt x="0" y="21"/>
                    </a:moveTo>
                    <a:lnTo>
                      <a:pt x="0" y="21"/>
                    </a:lnTo>
                    <a:lnTo>
                      <a:pt x="21" y="21"/>
                    </a:lnTo>
                    <a:lnTo>
                      <a:pt x="21" y="12"/>
                    </a:lnTo>
                    <a:lnTo>
                      <a:pt x="9" y="0"/>
                    </a:lnTo>
                    <a:lnTo>
                      <a:pt x="0" y="21"/>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84" name="Google Shape;1584;p206"/>
              <p:cNvSpPr/>
              <p:nvPr/>
            </p:nvSpPr>
            <p:spPr>
              <a:xfrm>
                <a:off x="6622" y="3347"/>
                <a:ext cx="21" cy="21"/>
              </a:xfrm>
              <a:custGeom>
                <a:avLst/>
                <a:gdLst/>
                <a:ahLst/>
                <a:cxnLst/>
                <a:rect l="l" t="t" r="r" b="b"/>
                <a:pathLst>
                  <a:path w="21" h="21" extrusionOk="0">
                    <a:moveTo>
                      <a:pt x="0" y="21"/>
                    </a:moveTo>
                    <a:lnTo>
                      <a:pt x="0" y="21"/>
                    </a:lnTo>
                    <a:lnTo>
                      <a:pt x="21" y="21"/>
                    </a:lnTo>
                    <a:lnTo>
                      <a:pt x="21" y="12"/>
                    </a:lnTo>
                    <a:lnTo>
                      <a:pt x="9" y="0"/>
                    </a:lnTo>
                    <a:lnTo>
                      <a:pt x="0" y="21"/>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85" name="Google Shape;1585;p206"/>
              <p:cNvSpPr/>
              <p:nvPr/>
            </p:nvSpPr>
            <p:spPr>
              <a:xfrm>
                <a:off x="6643" y="3340"/>
                <a:ext cx="19" cy="7"/>
              </a:xfrm>
              <a:custGeom>
                <a:avLst/>
                <a:gdLst/>
                <a:ahLst/>
                <a:cxnLst/>
                <a:rect l="l" t="t" r="r" b="b"/>
                <a:pathLst>
                  <a:path w="19" h="7" extrusionOk="0">
                    <a:moveTo>
                      <a:pt x="0" y="0"/>
                    </a:moveTo>
                    <a:lnTo>
                      <a:pt x="0" y="0"/>
                    </a:lnTo>
                    <a:lnTo>
                      <a:pt x="10" y="7"/>
                    </a:lnTo>
                    <a:lnTo>
                      <a:pt x="19"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86" name="Google Shape;1586;p206"/>
              <p:cNvSpPr/>
              <p:nvPr/>
            </p:nvSpPr>
            <p:spPr>
              <a:xfrm>
                <a:off x="6643" y="3340"/>
                <a:ext cx="19" cy="7"/>
              </a:xfrm>
              <a:custGeom>
                <a:avLst/>
                <a:gdLst/>
                <a:ahLst/>
                <a:cxnLst/>
                <a:rect l="l" t="t" r="r" b="b"/>
                <a:pathLst>
                  <a:path w="19" h="7" extrusionOk="0">
                    <a:moveTo>
                      <a:pt x="0" y="0"/>
                    </a:moveTo>
                    <a:lnTo>
                      <a:pt x="0" y="0"/>
                    </a:lnTo>
                    <a:lnTo>
                      <a:pt x="10" y="7"/>
                    </a:lnTo>
                    <a:lnTo>
                      <a:pt x="19"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87" name="Google Shape;1587;p206"/>
              <p:cNvSpPr/>
              <p:nvPr/>
            </p:nvSpPr>
            <p:spPr>
              <a:xfrm>
                <a:off x="6643" y="3340"/>
                <a:ext cx="19" cy="7"/>
              </a:xfrm>
              <a:custGeom>
                <a:avLst/>
                <a:gdLst/>
                <a:ahLst/>
                <a:cxnLst/>
                <a:rect l="l" t="t" r="r" b="b"/>
                <a:pathLst>
                  <a:path w="19" h="7" extrusionOk="0">
                    <a:moveTo>
                      <a:pt x="0" y="0"/>
                    </a:moveTo>
                    <a:lnTo>
                      <a:pt x="0" y="0"/>
                    </a:lnTo>
                    <a:lnTo>
                      <a:pt x="10" y="7"/>
                    </a:lnTo>
                    <a:lnTo>
                      <a:pt x="19"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cxnSp>
            <p:nvCxnSpPr>
              <p:cNvPr id="1588" name="Google Shape;1588;p206"/>
              <p:cNvCxnSpPr/>
              <p:nvPr/>
            </p:nvCxnSpPr>
            <p:spPr>
              <a:xfrm rot="10800000" flipH="1">
                <a:off x="5882" y="3203"/>
                <a:ext cx="7" cy="28"/>
              </a:xfrm>
              <a:prstGeom prst="straightConnector1">
                <a:avLst/>
              </a:prstGeom>
              <a:noFill/>
              <a:ln w="12700" cap="rnd" cmpd="sng">
                <a:solidFill>
                  <a:srgbClr val="FFFFFF"/>
                </a:solidFill>
                <a:prstDash val="solid"/>
                <a:round/>
                <a:headEnd type="none" w="sm" len="sm"/>
                <a:tailEnd type="none" w="sm" len="sm"/>
              </a:ln>
            </p:spPr>
          </p:cxnSp>
          <p:cxnSp>
            <p:nvCxnSpPr>
              <p:cNvPr id="1589" name="Google Shape;1589;p206"/>
              <p:cNvCxnSpPr/>
              <p:nvPr/>
            </p:nvCxnSpPr>
            <p:spPr>
              <a:xfrm>
                <a:off x="6288" y="3203"/>
                <a:ext cx="22" cy="7"/>
              </a:xfrm>
              <a:prstGeom prst="straightConnector1">
                <a:avLst/>
              </a:prstGeom>
              <a:noFill/>
              <a:ln w="12700" cap="rnd" cmpd="sng">
                <a:solidFill>
                  <a:srgbClr val="FFFFFF"/>
                </a:solidFill>
                <a:prstDash val="solid"/>
                <a:round/>
                <a:headEnd type="none" w="sm" len="sm"/>
                <a:tailEnd type="none" w="sm" len="sm"/>
              </a:ln>
            </p:spPr>
          </p:cxnSp>
          <p:cxnSp>
            <p:nvCxnSpPr>
              <p:cNvPr id="1590" name="Google Shape;1590;p206"/>
              <p:cNvCxnSpPr/>
              <p:nvPr/>
            </p:nvCxnSpPr>
            <p:spPr>
              <a:xfrm>
                <a:off x="6310" y="3219"/>
                <a:ext cx="9" cy="12"/>
              </a:xfrm>
              <a:prstGeom prst="straightConnector1">
                <a:avLst/>
              </a:prstGeom>
              <a:noFill/>
              <a:ln w="12700" cap="rnd" cmpd="sng">
                <a:solidFill>
                  <a:srgbClr val="FFFFFF"/>
                </a:solidFill>
                <a:prstDash val="solid"/>
                <a:round/>
                <a:headEnd type="none" w="sm" len="sm"/>
                <a:tailEnd type="none" w="sm" len="sm"/>
              </a:ln>
            </p:spPr>
          </p:cxnSp>
          <p:cxnSp>
            <p:nvCxnSpPr>
              <p:cNvPr id="1591" name="Google Shape;1591;p206"/>
              <p:cNvCxnSpPr/>
              <p:nvPr/>
            </p:nvCxnSpPr>
            <p:spPr>
              <a:xfrm>
                <a:off x="6362" y="3231"/>
                <a:ext cx="9" cy="17"/>
              </a:xfrm>
              <a:prstGeom prst="straightConnector1">
                <a:avLst/>
              </a:prstGeom>
              <a:noFill/>
              <a:ln w="12700" cap="rnd" cmpd="sng">
                <a:solidFill>
                  <a:srgbClr val="FFFFFF"/>
                </a:solidFill>
                <a:prstDash val="solid"/>
                <a:round/>
                <a:headEnd type="none" w="sm" len="sm"/>
                <a:tailEnd type="none" w="sm" len="sm"/>
              </a:ln>
            </p:spPr>
          </p:cxnSp>
          <p:cxnSp>
            <p:nvCxnSpPr>
              <p:cNvPr id="1592" name="Google Shape;1592;p206"/>
              <p:cNvCxnSpPr/>
              <p:nvPr/>
            </p:nvCxnSpPr>
            <p:spPr>
              <a:xfrm>
                <a:off x="6371" y="3260"/>
                <a:ext cx="21" cy="7"/>
              </a:xfrm>
              <a:prstGeom prst="straightConnector1">
                <a:avLst/>
              </a:prstGeom>
              <a:noFill/>
              <a:ln w="12700" cap="rnd" cmpd="sng">
                <a:solidFill>
                  <a:srgbClr val="FFFFFF"/>
                </a:solidFill>
                <a:prstDash val="solid"/>
                <a:round/>
                <a:headEnd type="none" w="sm" len="sm"/>
                <a:tailEnd type="none" w="sm" len="sm"/>
              </a:ln>
            </p:spPr>
          </p:cxnSp>
          <p:sp>
            <p:nvSpPr>
              <p:cNvPr id="1593" name="Google Shape;1593;p206"/>
              <p:cNvSpPr/>
              <p:nvPr/>
            </p:nvSpPr>
            <p:spPr>
              <a:xfrm>
                <a:off x="5524" y="2987"/>
                <a:ext cx="166" cy="86"/>
              </a:xfrm>
              <a:custGeom>
                <a:avLst/>
                <a:gdLst/>
                <a:ahLst/>
                <a:cxnLst/>
                <a:rect l="l" t="t" r="r" b="b"/>
                <a:pathLst>
                  <a:path w="166" h="86" extrusionOk="0">
                    <a:moveTo>
                      <a:pt x="95" y="29"/>
                    </a:moveTo>
                    <a:lnTo>
                      <a:pt x="95" y="29"/>
                    </a:lnTo>
                    <a:lnTo>
                      <a:pt x="104" y="29"/>
                    </a:lnTo>
                    <a:lnTo>
                      <a:pt x="95" y="38"/>
                    </a:lnTo>
                    <a:lnTo>
                      <a:pt x="83" y="38"/>
                    </a:lnTo>
                    <a:lnTo>
                      <a:pt x="74" y="38"/>
                    </a:lnTo>
                    <a:lnTo>
                      <a:pt x="52" y="57"/>
                    </a:lnTo>
                    <a:lnTo>
                      <a:pt x="31" y="57"/>
                    </a:lnTo>
                    <a:lnTo>
                      <a:pt x="31" y="76"/>
                    </a:lnTo>
                    <a:lnTo>
                      <a:pt x="0" y="76"/>
                    </a:lnTo>
                    <a:lnTo>
                      <a:pt x="22" y="86"/>
                    </a:lnTo>
                    <a:lnTo>
                      <a:pt x="43" y="86"/>
                    </a:lnTo>
                    <a:lnTo>
                      <a:pt x="52" y="76"/>
                    </a:lnTo>
                    <a:lnTo>
                      <a:pt x="74" y="86"/>
                    </a:lnTo>
                    <a:lnTo>
                      <a:pt x="83" y="76"/>
                    </a:lnTo>
                    <a:lnTo>
                      <a:pt x="114" y="38"/>
                    </a:lnTo>
                    <a:lnTo>
                      <a:pt x="145" y="38"/>
                    </a:lnTo>
                    <a:lnTo>
                      <a:pt x="157" y="38"/>
                    </a:lnTo>
                    <a:lnTo>
                      <a:pt x="145" y="29"/>
                    </a:lnTo>
                    <a:lnTo>
                      <a:pt x="166" y="29"/>
                    </a:lnTo>
                    <a:lnTo>
                      <a:pt x="135" y="19"/>
                    </a:lnTo>
                    <a:lnTo>
                      <a:pt x="135" y="10"/>
                    </a:lnTo>
                    <a:lnTo>
                      <a:pt x="126" y="0"/>
                    </a:lnTo>
                    <a:lnTo>
                      <a:pt x="104" y="19"/>
                    </a:lnTo>
                    <a:lnTo>
                      <a:pt x="95" y="2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94" name="Google Shape;1594;p206"/>
              <p:cNvSpPr/>
              <p:nvPr/>
            </p:nvSpPr>
            <p:spPr>
              <a:xfrm>
                <a:off x="5524" y="2987"/>
                <a:ext cx="166" cy="86"/>
              </a:xfrm>
              <a:custGeom>
                <a:avLst/>
                <a:gdLst/>
                <a:ahLst/>
                <a:cxnLst/>
                <a:rect l="l" t="t" r="r" b="b"/>
                <a:pathLst>
                  <a:path w="166" h="86" extrusionOk="0">
                    <a:moveTo>
                      <a:pt x="95" y="29"/>
                    </a:moveTo>
                    <a:lnTo>
                      <a:pt x="95" y="29"/>
                    </a:lnTo>
                    <a:lnTo>
                      <a:pt x="104" y="29"/>
                    </a:lnTo>
                    <a:lnTo>
                      <a:pt x="95" y="38"/>
                    </a:lnTo>
                    <a:lnTo>
                      <a:pt x="83" y="38"/>
                    </a:lnTo>
                    <a:lnTo>
                      <a:pt x="74" y="38"/>
                    </a:lnTo>
                    <a:lnTo>
                      <a:pt x="52" y="57"/>
                    </a:lnTo>
                    <a:lnTo>
                      <a:pt x="31" y="57"/>
                    </a:lnTo>
                    <a:lnTo>
                      <a:pt x="31" y="76"/>
                    </a:lnTo>
                    <a:lnTo>
                      <a:pt x="0" y="76"/>
                    </a:lnTo>
                    <a:lnTo>
                      <a:pt x="22" y="86"/>
                    </a:lnTo>
                    <a:lnTo>
                      <a:pt x="43" y="86"/>
                    </a:lnTo>
                    <a:lnTo>
                      <a:pt x="52" y="76"/>
                    </a:lnTo>
                    <a:lnTo>
                      <a:pt x="74" y="86"/>
                    </a:lnTo>
                    <a:lnTo>
                      <a:pt x="83" y="76"/>
                    </a:lnTo>
                    <a:lnTo>
                      <a:pt x="114" y="38"/>
                    </a:lnTo>
                    <a:lnTo>
                      <a:pt x="145" y="38"/>
                    </a:lnTo>
                    <a:lnTo>
                      <a:pt x="157" y="38"/>
                    </a:lnTo>
                    <a:lnTo>
                      <a:pt x="145" y="29"/>
                    </a:lnTo>
                    <a:lnTo>
                      <a:pt x="166" y="29"/>
                    </a:lnTo>
                    <a:lnTo>
                      <a:pt x="135" y="19"/>
                    </a:lnTo>
                    <a:lnTo>
                      <a:pt x="135" y="10"/>
                    </a:lnTo>
                    <a:lnTo>
                      <a:pt x="126" y="0"/>
                    </a:lnTo>
                    <a:lnTo>
                      <a:pt x="104" y="19"/>
                    </a:lnTo>
                    <a:lnTo>
                      <a:pt x="95" y="2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95" name="Google Shape;1595;p206"/>
              <p:cNvSpPr/>
              <p:nvPr/>
            </p:nvSpPr>
            <p:spPr>
              <a:xfrm>
                <a:off x="5524" y="2987"/>
                <a:ext cx="166" cy="86"/>
              </a:xfrm>
              <a:custGeom>
                <a:avLst/>
                <a:gdLst/>
                <a:ahLst/>
                <a:cxnLst/>
                <a:rect l="l" t="t" r="r" b="b"/>
                <a:pathLst>
                  <a:path w="166" h="86" extrusionOk="0">
                    <a:moveTo>
                      <a:pt x="95" y="29"/>
                    </a:moveTo>
                    <a:lnTo>
                      <a:pt x="95" y="29"/>
                    </a:lnTo>
                    <a:lnTo>
                      <a:pt x="104" y="29"/>
                    </a:lnTo>
                    <a:lnTo>
                      <a:pt x="95" y="38"/>
                    </a:lnTo>
                    <a:lnTo>
                      <a:pt x="83" y="38"/>
                    </a:lnTo>
                    <a:lnTo>
                      <a:pt x="74" y="38"/>
                    </a:lnTo>
                    <a:lnTo>
                      <a:pt x="52" y="57"/>
                    </a:lnTo>
                    <a:lnTo>
                      <a:pt x="31" y="57"/>
                    </a:lnTo>
                    <a:lnTo>
                      <a:pt x="31" y="76"/>
                    </a:lnTo>
                    <a:lnTo>
                      <a:pt x="0" y="76"/>
                    </a:lnTo>
                    <a:lnTo>
                      <a:pt x="22" y="86"/>
                    </a:lnTo>
                    <a:lnTo>
                      <a:pt x="43" y="86"/>
                    </a:lnTo>
                    <a:lnTo>
                      <a:pt x="52" y="76"/>
                    </a:lnTo>
                    <a:lnTo>
                      <a:pt x="74" y="86"/>
                    </a:lnTo>
                    <a:lnTo>
                      <a:pt x="83" y="76"/>
                    </a:lnTo>
                    <a:lnTo>
                      <a:pt x="114" y="38"/>
                    </a:lnTo>
                    <a:lnTo>
                      <a:pt x="145" y="38"/>
                    </a:lnTo>
                    <a:lnTo>
                      <a:pt x="157" y="38"/>
                    </a:lnTo>
                    <a:lnTo>
                      <a:pt x="145" y="29"/>
                    </a:lnTo>
                    <a:lnTo>
                      <a:pt x="166" y="29"/>
                    </a:lnTo>
                    <a:lnTo>
                      <a:pt x="135" y="19"/>
                    </a:lnTo>
                    <a:lnTo>
                      <a:pt x="135" y="10"/>
                    </a:lnTo>
                    <a:lnTo>
                      <a:pt x="126" y="0"/>
                    </a:lnTo>
                    <a:lnTo>
                      <a:pt x="104" y="19"/>
                    </a:lnTo>
                    <a:lnTo>
                      <a:pt x="95" y="2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96" name="Google Shape;1596;p206"/>
              <p:cNvSpPr/>
              <p:nvPr/>
            </p:nvSpPr>
            <p:spPr>
              <a:xfrm>
                <a:off x="5598" y="3016"/>
                <a:ext cx="30" cy="12"/>
              </a:xfrm>
              <a:custGeom>
                <a:avLst/>
                <a:gdLst/>
                <a:ahLst/>
                <a:cxnLst/>
                <a:rect l="l" t="t" r="r" b="b"/>
                <a:pathLst>
                  <a:path w="30" h="12" extrusionOk="0">
                    <a:moveTo>
                      <a:pt x="0" y="12"/>
                    </a:moveTo>
                    <a:lnTo>
                      <a:pt x="0" y="12"/>
                    </a:lnTo>
                    <a:lnTo>
                      <a:pt x="9" y="12"/>
                    </a:lnTo>
                    <a:lnTo>
                      <a:pt x="21" y="12"/>
                    </a:lnTo>
                    <a:lnTo>
                      <a:pt x="30" y="0"/>
                    </a:lnTo>
                    <a:lnTo>
                      <a:pt x="21"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97" name="Google Shape;1597;p206"/>
              <p:cNvSpPr/>
              <p:nvPr/>
            </p:nvSpPr>
            <p:spPr>
              <a:xfrm>
                <a:off x="5598" y="3016"/>
                <a:ext cx="30" cy="12"/>
              </a:xfrm>
              <a:custGeom>
                <a:avLst/>
                <a:gdLst/>
                <a:ahLst/>
                <a:cxnLst/>
                <a:rect l="l" t="t" r="r" b="b"/>
                <a:pathLst>
                  <a:path w="30" h="12" extrusionOk="0">
                    <a:moveTo>
                      <a:pt x="0" y="12"/>
                    </a:moveTo>
                    <a:lnTo>
                      <a:pt x="0" y="12"/>
                    </a:lnTo>
                    <a:lnTo>
                      <a:pt x="9" y="12"/>
                    </a:lnTo>
                    <a:lnTo>
                      <a:pt x="21" y="12"/>
                    </a:lnTo>
                    <a:lnTo>
                      <a:pt x="30" y="0"/>
                    </a:lnTo>
                    <a:lnTo>
                      <a:pt x="21"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98" name="Google Shape;1598;p206"/>
              <p:cNvSpPr/>
              <p:nvPr/>
            </p:nvSpPr>
            <p:spPr>
              <a:xfrm>
                <a:off x="5598" y="3016"/>
                <a:ext cx="30" cy="12"/>
              </a:xfrm>
              <a:custGeom>
                <a:avLst/>
                <a:gdLst/>
                <a:ahLst/>
                <a:cxnLst/>
                <a:rect l="l" t="t" r="r" b="b"/>
                <a:pathLst>
                  <a:path w="30" h="12" extrusionOk="0">
                    <a:moveTo>
                      <a:pt x="0" y="12"/>
                    </a:moveTo>
                    <a:lnTo>
                      <a:pt x="0" y="12"/>
                    </a:lnTo>
                    <a:lnTo>
                      <a:pt x="9" y="12"/>
                    </a:lnTo>
                    <a:lnTo>
                      <a:pt x="21" y="12"/>
                    </a:lnTo>
                    <a:lnTo>
                      <a:pt x="30" y="0"/>
                    </a:lnTo>
                    <a:lnTo>
                      <a:pt x="21"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599" name="Google Shape;1599;p206"/>
              <p:cNvSpPr/>
              <p:nvPr/>
            </p:nvSpPr>
            <p:spPr>
              <a:xfrm>
                <a:off x="5515" y="3028"/>
                <a:ext cx="166" cy="120"/>
              </a:xfrm>
              <a:custGeom>
                <a:avLst/>
                <a:gdLst/>
                <a:ahLst/>
                <a:cxnLst/>
                <a:rect l="l" t="t" r="r" b="b"/>
                <a:pathLst>
                  <a:path w="166" h="120" extrusionOk="0">
                    <a:moveTo>
                      <a:pt x="9" y="35"/>
                    </a:moveTo>
                    <a:lnTo>
                      <a:pt x="9" y="35"/>
                    </a:lnTo>
                    <a:lnTo>
                      <a:pt x="31" y="47"/>
                    </a:lnTo>
                    <a:lnTo>
                      <a:pt x="52" y="47"/>
                    </a:lnTo>
                    <a:lnTo>
                      <a:pt x="61" y="35"/>
                    </a:lnTo>
                    <a:lnTo>
                      <a:pt x="83" y="47"/>
                    </a:lnTo>
                    <a:lnTo>
                      <a:pt x="92" y="35"/>
                    </a:lnTo>
                    <a:lnTo>
                      <a:pt x="123" y="0"/>
                    </a:lnTo>
                    <a:lnTo>
                      <a:pt x="154" y="0"/>
                    </a:lnTo>
                    <a:lnTo>
                      <a:pt x="144" y="18"/>
                    </a:lnTo>
                    <a:lnTo>
                      <a:pt x="154" y="28"/>
                    </a:lnTo>
                    <a:lnTo>
                      <a:pt x="144" y="35"/>
                    </a:lnTo>
                    <a:lnTo>
                      <a:pt x="166" y="47"/>
                    </a:lnTo>
                    <a:lnTo>
                      <a:pt x="154" y="56"/>
                    </a:lnTo>
                    <a:lnTo>
                      <a:pt x="132" y="75"/>
                    </a:lnTo>
                    <a:lnTo>
                      <a:pt x="123" y="92"/>
                    </a:lnTo>
                    <a:lnTo>
                      <a:pt x="132" y="92"/>
                    </a:lnTo>
                    <a:lnTo>
                      <a:pt x="123" y="113"/>
                    </a:lnTo>
                    <a:lnTo>
                      <a:pt x="102" y="120"/>
                    </a:lnTo>
                    <a:lnTo>
                      <a:pt x="92" y="113"/>
                    </a:lnTo>
                    <a:lnTo>
                      <a:pt x="71" y="113"/>
                    </a:lnTo>
                    <a:lnTo>
                      <a:pt x="52" y="113"/>
                    </a:lnTo>
                    <a:lnTo>
                      <a:pt x="52" y="104"/>
                    </a:lnTo>
                    <a:lnTo>
                      <a:pt x="31" y="104"/>
                    </a:lnTo>
                    <a:lnTo>
                      <a:pt x="21" y="85"/>
                    </a:lnTo>
                    <a:lnTo>
                      <a:pt x="9" y="63"/>
                    </a:lnTo>
                    <a:lnTo>
                      <a:pt x="0" y="47"/>
                    </a:lnTo>
                    <a:lnTo>
                      <a:pt x="9" y="3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00" name="Google Shape;1600;p206"/>
              <p:cNvSpPr/>
              <p:nvPr/>
            </p:nvSpPr>
            <p:spPr>
              <a:xfrm>
                <a:off x="5515" y="3028"/>
                <a:ext cx="166" cy="120"/>
              </a:xfrm>
              <a:custGeom>
                <a:avLst/>
                <a:gdLst/>
                <a:ahLst/>
                <a:cxnLst/>
                <a:rect l="l" t="t" r="r" b="b"/>
                <a:pathLst>
                  <a:path w="166" h="120" extrusionOk="0">
                    <a:moveTo>
                      <a:pt x="9" y="35"/>
                    </a:moveTo>
                    <a:lnTo>
                      <a:pt x="9" y="35"/>
                    </a:lnTo>
                    <a:lnTo>
                      <a:pt x="31" y="47"/>
                    </a:lnTo>
                    <a:lnTo>
                      <a:pt x="52" y="47"/>
                    </a:lnTo>
                    <a:lnTo>
                      <a:pt x="61" y="35"/>
                    </a:lnTo>
                    <a:lnTo>
                      <a:pt x="83" y="47"/>
                    </a:lnTo>
                    <a:lnTo>
                      <a:pt x="92" y="35"/>
                    </a:lnTo>
                    <a:lnTo>
                      <a:pt x="123" y="0"/>
                    </a:lnTo>
                    <a:lnTo>
                      <a:pt x="154" y="0"/>
                    </a:lnTo>
                    <a:lnTo>
                      <a:pt x="144" y="18"/>
                    </a:lnTo>
                    <a:lnTo>
                      <a:pt x="154" y="28"/>
                    </a:lnTo>
                    <a:lnTo>
                      <a:pt x="144" y="35"/>
                    </a:lnTo>
                    <a:lnTo>
                      <a:pt x="166" y="47"/>
                    </a:lnTo>
                    <a:lnTo>
                      <a:pt x="154" y="56"/>
                    </a:lnTo>
                    <a:lnTo>
                      <a:pt x="132" y="75"/>
                    </a:lnTo>
                    <a:lnTo>
                      <a:pt x="123" y="92"/>
                    </a:lnTo>
                    <a:lnTo>
                      <a:pt x="132" y="92"/>
                    </a:lnTo>
                    <a:lnTo>
                      <a:pt x="123" y="113"/>
                    </a:lnTo>
                    <a:lnTo>
                      <a:pt x="102" y="120"/>
                    </a:lnTo>
                    <a:lnTo>
                      <a:pt x="92" y="113"/>
                    </a:lnTo>
                    <a:lnTo>
                      <a:pt x="71" y="113"/>
                    </a:lnTo>
                    <a:lnTo>
                      <a:pt x="52" y="113"/>
                    </a:lnTo>
                    <a:lnTo>
                      <a:pt x="52" y="104"/>
                    </a:lnTo>
                    <a:lnTo>
                      <a:pt x="31" y="104"/>
                    </a:lnTo>
                    <a:lnTo>
                      <a:pt x="21" y="85"/>
                    </a:lnTo>
                    <a:lnTo>
                      <a:pt x="9" y="63"/>
                    </a:lnTo>
                    <a:lnTo>
                      <a:pt x="0" y="47"/>
                    </a:lnTo>
                    <a:lnTo>
                      <a:pt x="9" y="35"/>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01" name="Google Shape;1601;p206"/>
              <p:cNvSpPr/>
              <p:nvPr/>
            </p:nvSpPr>
            <p:spPr>
              <a:xfrm>
                <a:off x="5515" y="3028"/>
                <a:ext cx="166" cy="120"/>
              </a:xfrm>
              <a:custGeom>
                <a:avLst/>
                <a:gdLst/>
                <a:ahLst/>
                <a:cxnLst/>
                <a:rect l="l" t="t" r="r" b="b"/>
                <a:pathLst>
                  <a:path w="166" h="120" extrusionOk="0">
                    <a:moveTo>
                      <a:pt x="9" y="35"/>
                    </a:moveTo>
                    <a:lnTo>
                      <a:pt x="9" y="35"/>
                    </a:lnTo>
                    <a:lnTo>
                      <a:pt x="31" y="47"/>
                    </a:lnTo>
                    <a:lnTo>
                      <a:pt x="52" y="47"/>
                    </a:lnTo>
                    <a:lnTo>
                      <a:pt x="61" y="35"/>
                    </a:lnTo>
                    <a:lnTo>
                      <a:pt x="83" y="47"/>
                    </a:lnTo>
                    <a:lnTo>
                      <a:pt x="92" y="35"/>
                    </a:lnTo>
                    <a:lnTo>
                      <a:pt x="123" y="0"/>
                    </a:lnTo>
                    <a:lnTo>
                      <a:pt x="154" y="0"/>
                    </a:lnTo>
                    <a:lnTo>
                      <a:pt x="144" y="18"/>
                    </a:lnTo>
                    <a:lnTo>
                      <a:pt x="154" y="28"/>
                    </a:lnTo>
                    <a:lnTo>
                      <a:pt x="144" y="35"/>
                    </a:lnTo>
                    <a:lnTo>
                      <a:pt x="166" y="47"/>
                    </a:lnTo>
                    <a:lnTo>
                      <a:pt x="154" y="56"/>
                    </a:lnTo>
                    <a:lnTo>
                      <a:pt x="132" y="75"/>
                    </a:lnTo>
                    <a:lnTo>
                      <a:pt x="123" y="92"/>
                    </a:lnTo>
                    <a:lnTo>
                      <a:pt x="132" y="92"/>
                    </a:lnTo>
                    <a:lnTo>
                      <a:pt x="123" y="113"/>
                    </a:lnTo>
                    <a:lnTo>
                      <a:pt x="102" y="120"/>
                    </a:lnTo>
                    <a:lnTo>
                      <a:pt x="92" y="113"/>
                    </a:lnTo>
                    <a:lnTo>
                      <a:pt x="71" y="113"/>
                    </a:lnTo>
                    <a:lnTo>
                      <a:pt x="52" y="113"/>
                    </a:lnTo>
                    <a:lnTo>
                      <a:pt x="52" y="104"/>
                    </a:lnTo>
                    <a:lnTo>
                      <a:pt x="31" y="104"/>
                    </a:lnTo>
                    <a:lnTo>
                      <a:pt x="21" y="85"/>
                    </a:lnTo>
                    <a:lnTo>
                      <a:pt x="9" y="63"/>
                    </a:lnTo>
                    <a:lnTo>
                      <a:pt x="0" y="47"/>
                    </a:lnTo>
                    <a:lnTo>
                      <a:pt x="9" y="35"/>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02" name="Google Shape;1602;p206"/>
              <p:cNvSpPr/>
              <p:nvPr/>
            </p:nvSpPr>
            <p:spPr>
              <a:xfrm>
                <a:off x="5330" y="3063"/>
                <a:ext cx="12" cy="21"/>
              </a:xfrm>
              <a:custGeom>
                <a:avLst/>
                <a:gdLst/>
                <a:ahLst/>
                <a:cxnLst/>
                <a:rect l="l" t="t" r="r" b="b"/>
                <a:pathLst>
                  <a:path w="12" h="21" extrusionOk="0">
                    <a:moveTo>
                      <a:pt x="0" y="12"/>
                    </a:moveTo>
                    <a:lnTo>
                      <a:pt x="0" y="12"/>
                    </a:lnTo>
                    <a:lnTo>
                      <a:pt x="12" y="21"/>
                    </a:lnTo>
                    <a:lnTo>
                      <a:pt x="0"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03" name="Google Shape;1603;p206"/>
              <p:cNvSpPr/>
              <p:nvPr/>
            </p:nvSpPr>
            <p:spPr>
              <a:xfrm>
                <a:off x="5330" y="3063"/>
                <a:ext cx="12" cy="21"/>
              </a:xfrm>
              <a:custGeom>
                <a:avLst/>
                <a:gdLst/>
                <a:ahLst/>
                <a:cxnLst/>
                <a:rect l="l" t="t" r="r" b="b"/>
                <a:pathLst>
                  <a:path w="12" h="21" extrusionOk="0">
                    <a:moveTo>
                      <a:pt x="0" y="12"/>
                    </a:moveTo>
                    <a:lnTo>
                      <a:pt x="0" y="12"/>
                    </a:lnTo>
                    <a:lnTo>
                      <a:pt x="12" y="21"/>
                    </a:lnTo>
                    <a:lnTo>
                      <a:pt x="0"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04" name="Google Shape;1604;p206"/>
              <p:cNvSpPr/>
              <p:nvPr/>
            </p:nvSpPr>
            <p:spPr>
              <a:xfrm>
                <a:off x="5330" y="3063"/>
                <a:ext cx="12" cy="21"/>
              </a:xfrm>
              <a:custGeom>
                <a:avLst/>
                <a:gdLst/>
                <a:ahLst/>
                <a:cxnLst/>
                <a:rect l="l" t="t" r="r" b="b"/>
                <a:pathLst>
                  <a:path w="12" h="21" extrusionOk="0">
                    <a:moveTo>
                      <a:pt x="0" y="12"/>
                    </a:moveTo>
                    <a:lnTo>
                      <a:pt x="0" y="12"/>
                    </a:lnTo>
                    <a:lnTo>
                      <a:pt x="12" y="21"/>
                    </a:lnTo>
                    <a:lnTo>
                      <a:pt x="0"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05" name="Google Shape;1605;p206"/>
              <p:cNvSpPr/>
              <p:nvPr/>
            </p:nvSpPr>
            <p:spPr>
              <a:xfrm>
                <a:off x="5352" y="3101"/>
                <a:ext cx="9" cy="19"/>
              </a:xfrm>
              <a:custGeom>
                <a:avLst/>
                <a:gdLst/>
                <a:ahLst/>
                <a:cxnLst/>
                <a:rect l="l" t="t" r="r" b="b"/>
                <a:pathLst>
                  <a:path w="9" h="19" extrusionOk="0">
                    <a:moveTo>
                      <a:pt x="0" y="0"/>
                    </a:moveTo>
                    <a:lnTo>
                      <a:pt x="0" y="0"/>
                    </a:lnTo>
                    <a:lnTo>
                      <a:pt x="9" y="19"/>
                    </a:lnTo>
                    <a:lnTo>
                      <a:pt x="9" y="9"/>
                    </a:lnTo>
                    <a:lnTo>
                      <a:pt x="9"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06" name="Google Shape;1606;p206"/>
              <p:cNvSpPr/>
              <p:nvPr/>
            </p:nvSpPr>
            <p:spPr>
              <a:xfrm>
                <a:off x="5352" y="3101"/>
                <a:ext cx="9" cy="19"/>
              </a:xfrm>
              <a:custGeom>
                <a:avLst/>
                <a:gdLst/>
                <a:ahLst/>
                <a:cxnLst/>
                <a:rect l="l" t="t" r="r" b="b"/>
                <a:pathLst>
                  <a:path w="9" h="19" extrusionOk="0">
                    <a:moveTo>
                      <a:pt x="0" y="0"/>
                    </a:moveTo>
                    <a:lnTo>
                      <a:pt x="0" y="0"/>
                    </a:lnTo>
                    <a:lnTo>
                      <a:pt x="9" y="19"/>
                    </a:lnTo>
                    <a:lnTo>
                      <a:pt x="9" y="9"/>
                    </a:lnTo>
                    <a:lnTo>
                      <a:pt x="9"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07" name="Google Shape;1607;p206"/>
              <p:cNvSpPr/>
              <p:nvPr/>
            </p:nvSpPr>
            <p:spPr>
              <a:xfrm>
                <a:off x="5352" y="3101"/>
                <a:ext cx="9" cy="19"/>
              </a:xfrm>
              <a:custGeom>
                <a:avLst/>
                <a:gdLst/>
                <a:ahLst/>
                <a:cxnLst/>
                <a:rect l="l" t="t" r="r" b="b"/>
                <a:pathLst>
                  <a:path w="9" h="19" extrusionOk="0">
                    <a:moveTo>
                      <a:pt x="0" y="0"/>
                    </a:moveTo>
                    <a:lnTo>
                      <a:pt x="0" y="0"/>
                    </a:lnTo>
                    <a:lnTo>
                      <a:pt x="9" y="19"/>
                    </a:lnTo>
                    <a:lnTo>
                      <a:pt x="9" y="9"/>
                    </a:lnTo>
                    <a:lnTo>
                      <a:pt x="9"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08" name="Google Shape;1608;p206"/>
              <p:cNvSpPr/>
              <p:nvPr/>
            </p:nvSpPr>
            <p:spPr>
              <a:xfrm>
                <a:off x="5044" y="2942"/>
                <a:ext cx="43" cy="57"/>
              </a:xfrm>
              <a:custGeom>
                <a:avLst/>
                <a:gdLst/>
                <a:ahLst/>
                <a:cxnLst/>
                <a:rect l="l" t="t" r="r" b="b"/>
                <a:pathLst>
                  <a:path w="43" h="57" extrusionOk="0">
                    <a:moveTo>
                      <a:pt x="0" y="29"/>
                    </a:moveTo>
                    <a:lnTo>
                      <a:pt x="0" y="29"/>
                    </a:lnTo>
                    <a:lnTo>
                      <a:pt x="10" y="57"/>
                    </a:lnTo>
                    <a:lnTo>
                      <a:pt x="33" y="57"/>
                    </a:lnTo>
                    <a:lnTo>
                      <a:pt x="43" y="36"/>
                    </a:lnTo>
                    <a:lnTo>
                      <a:pt x="22" y="7"/>
                    </a:lnTo>
                    <a:lnTo>
                      <a:pt x="10" y="0"/>
                    </a:lnTo>
                    <a:lnTo>
                      <a:pt x="0" y="2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09" name="Google Shape;1609;p206"/>
              <p:cNvSpPr/>
              <p:nvPr/>
            </p:nvSpPr>
            <p:spPr>
              <a:xfrm>
                <a:off x="5044" y="2942"/>
                <a:ext cx="43" cy="57"/>
              </a:xfrm>
              <a:custGeom>
                <a:avLst/>
                <a:gdLst/>
                <a:ahLst/>
                <a:cxnLst/>
                <a:rect l="l" t="t" r="r" b="b"/>
                <a:pathLst>
                  <a:path w="43" h="57" extrusionOk="0">
                    <a:moveTo>
                      <a:pt x="0" y="29"/>
                    </a:moveTo>
                    <a:lnTo>
                      <a:pt x="0" y="29"/>
                    </a:lnTo>
                    <a:lnTo>
                      <a:pt x="10" y="57"/>
                    </a:lnTo>
                    <a:lnTo>
                      <a:pt x="33" y="57"/>
                    </a:lnTo>
                    <a:lnTo>
                      <a:pt x="43" y="36"/>
                    </a:lnTo>
                    <a:lnTo>
                      <a:pt x="22" y="7"/>
                    </a:lnTo>
                    <a:lnTo>
                      <a:pt x="10" y="0"/>
                    </a:lnTo>
                    <a:lnTo>
                      <a:pt x="0" y="2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10" name="Google Shape;1610;p206"/>
              <p:cNvSpPr/>
              <p:nvPr/>
            </p:nvSpPr>
            <p:spPr>
              <a:xfrm>
                <a:off x="5044" y="2942"/>
                <a:ext cx="43" cy="57"/>
              </a:xfrm>
              <a:custGeom>
                <a:avLst/>
                <a:gdLst/>
                <a:ahLst/>
                <a:cxnLst/>
                <a:rect l="l" t="t" r="r" b="b"/>
                <a:pathLst>
                  <a:path w="43" h="57" extrusionOk="0">
                    <a:moveTo>
                      <a:pt x="0" y="29"/>
                    </a:moveTo>
                    <a:lnTo>
                      <a:pt x="0" y="29"/>
                    </a:lnTo>
                    <a:lnTo>
                      <a:pt x="10" y="57"/>
                    </a:lnTo>
                    <a:lnTo>
                      <a:pt x="33" y="57"/>
                    </a:lnTo>
                    <a:lnTo>
                      <a:pt x="43" y="36"/>
                    </a:lnTo>
                    <a:lnTo>
                      <a:pt x="22" y="7"/>
                    </a:lnTo>
                    <a:lnTo>
                      <a:pt x="10" y="0"/>
                    </a:lnTo>
                    <a:lnTo>
                      <a:pt x="0" y="2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11" name="Google Shape;1611;p206"/>
              <p:cNvSpPr/>
              <p:nvPr/>
            </p:nvSpPr>
            <p:spPr>
              <a:xfrm>
                <a:off x="5515" y="2788"/>
                <a:ext cx="40" cy="29"/>
              </a:xfrm>
              <a:custGeom>
                <a:avLst/>
                <a:gdLst/>
                <a:ahLst/>
                <a:cxnLst/>
                <a:rect l="l" t="t" r="r" b="b"/>
                <a:pathLst>
                  <a:path w="40" h="29" extrusionOk="0">
                    <a:moveTo>
                      <a:pt x="0" y="10"/>
                    </a:moveTo>
                    <a:lnTo>
                      <a:pt x="0" y="10"/>
                    </a:lnTo>
                    <a:lnTo>
                      <a:pt x="0" y="19"/>
                    </a:lnTo>
                    <a:lnTo>
                      <a:pt x="21" y="29"/>
                    </a:lnTo>
                    <a:lnTo>
                      <a:pt x="31" y="19"/>
                    </a:lnTo>
                    <a:lnTo>
                      <a:pt x="40" y="0"/>
                    </a:lnTo>
                    <a:lnTo>
                      <a:pt x="9" y="0"/>
                    </a:lnTo>
                    <a:lnTo>
                      <a:pt x="0" y="1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12" name="Google Shape;1612;p206"/>
              <p:cNvSpPr/>
              <p:nvPr/>
            </p:nvSpPr>
            <p:spPr>
              <a:xfrm>
                <a:off x="5515" y="2788"/>
                <a:ext cx="40" cy="29"/>
              </a:xfrm>
              <a:custGeom>
                <a:avLst/>
                <a:gdLst/>
                <a:ahLst/>
                <a:cxnLst/>
                <a:rect l="l" t="t" r="r" b="b"/>
                <a:pathLst>
                  <a:path w="40" h="29" extrusionOk="0">
                    <a:moveTo>
                      <a:pt x="0" y="10"/>
                    </a:moveTo>
                    <a:lnTo>
                      <a:pt x="0" y="10"/>
                    </a:lnTo>
                    <a:lnTo>
                      <a:pt x="0" y="19"/>
                    </a:lnTo>
                    <a:lnTo>
                      <a:pt x="21" y="29"/>
                    </a:lnTo>
                    <a:lnTo>
                      <a:pt x="31" y="19"/>
                    </a:lnTo>
                    <a:lnTo>
                      <a:pt x="40" y="0"/>
                    </a:lnTo>
                    <a:lnTo>
                      <a:pt x="9" y="0"/>
                    </a:lnTo>
                    <a:lnTo>
                      <a:pt x="0" y="1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13" name="Google Shape;1613;p206"/>
              <p:cNvSpPr/>
              <p:nvPr/>
            </p:nvSpPr>
            <p:spPr>
              <a:xfrm>
                <a:off x="5515" y="2788"/>
                <a:ext cx="40" cy="29"/>
              </a:xfrm>
              <a:custGeom>
                <a:avLst/>
                <a:gdLst/>
                <a:ahLst/>
                <a:cxnLst/>
                <a:rect l="l" t="t" r="r" b="b"/>
                <a:pathLst>
                  <a:path w="40" h="29" extrusionOk="0">
                    <a:moveTo>
                      <a:pt x="0" y="10"/>
                    </a:moveTo>
                    <a:lnTo>
                      <a:pt x="0" y="10"/>
                    </a:lnTo>
                    <a:lnTo>
                      <a:pt x="0" y="19"/>
                    </a:lnTo>
                    <a:lnTo>
                      <a:pt x="21" y="29"/>
                    </a:lnTo>
                    <a:lnTo>
                      <a:pt x="31" y="19"/>
                    </a:lnTo>
                    <a:lnTo>
                      <a:pt x="40" y="0"/>
                    </a:lnTo>
                    <a:lnTo>
                      <a:pt x="9" y="0"/>
                    </a:lnTo>
                    <a:lnTo>
                      <a:pt x="0" y="1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14" name="Google Shape;1614;p206"/>
              <p:cNvSpPr/>
              <p:nvPr/>
            </p:nvSpPr>
            <p:spPr>
              <a:xfrm>
                <a:off x="5699" y="2703"/>
                <a:ext cx="31" cy="48"/>
              </a:xfrm>
              <a:custGeom>
                <a:avLst/>
                <a:gdLst/>
                <a:ahLst/>
                <a:cxnLst/>
                <a:rect l="l" t="t" r="r" b="b"/>
                <a:pathLst>
                  <a:path w="31" h="48" extrusionOk="0">
                    <a:moveTo>
                      <a:pt x="0" y="31"/>
                    </a:moveTo>
                    <a:lnTo>
                      <a:pt x="0" y="31"/>
                    </a:lnTo>
                    <a:lnTo>
                      <a:pt x="0" y="38"/>
                    </a:lnTo>
                    <a:lnTo>
                      <a:pt x="10" y="48"/>
                    </a:lnTo>
                    <a:lnTo>
                      <a:pt x="31" y="0"/>
                    </a:lnTo>
                    <a:lnTo>
                      <a:pt x="19" y="0"/>
                    </a:lnTo>
                    <a:lnTo>
                      <a:pt x="0" y="3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15" name="Google Shape;1615;p206"/>
              <p:cNvSpPr/>
              <p:nvPr/>
            </p:nvSpPr>
            <p:spPr>
              <a:xfrm>
                <a:off x="5699" y="2703"/>
                <a:ext cx="31" cy="48"/>
              </a:xfrm>
              <a:custGeom>
                <a:avLst/>
                <a:gdLst/>
                <a:ahLst/>
                <a:cxnLst/>
                <a:rect l="l" t="t" r="r" b="b"/>
                <a:pathLst>
                  <a:path w="31" h="48" extrusionOk="0">
                    <a:moveTo>
                      <a:pt x="0" y="31"/>
                    </a:moveTo>
                    <a:lnTo>
                      <a:pt x="0" y="31"/>
                    </a:lnTo>
                    <a:lnTo>
                      <a:pt x="0" y="38"/>
                    </a:lnTo>
                    <a:lnTo>
                      <a:pt x="10" y="48"/>
                    </a:lnTo>
                    <a:lnTo>
                      <a:pt x="31" y="0"/>
                    </a:lnTo>
                    <a:lnTo>
                      <a:pt x="19" y="0"/>
                    </a:lnTo>
                    <a:lnTo>
                      <a:pt x="0" y="31"/>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16" name="Google Shape;1616;p206"/>
              <p:cNvSpPr/>
              <p:nvPr/>
            </p:nvSpPr>
            <p:spPr>
              <a:xfrm>
                <a:off x="5699" y="2703"/>
                <a:ext cx="31" cy="48"/>
              </a:xfrm>
              <a:custGeom>
                <a:avLst/>
                <a:gdLst/>
                <a:ahLst/>
                <a:cxnLst/>
                <a:rect l="l" t="t" r="r" b="b"/>
                <a:pathLst>
                  <a:path w="31" h="48" extrusionOk="0">
                    <a:moveTo>
                      <a:pt x="0" y="31"/>
                    </a:moveTo>
                    <a:lnTo>
                      <a:pt x="0" y="31"/>
                    </a:lnTo>
                    <a:lnTo>
                      <a:pt x="0" y="38"/>
                    </a:lnTo>
                    <a:lnTo>
                      <a:pt x="10" y="48"/>
                    </a:lnTo>
                    <a:lnTo>
                      <a:pt x="31" y="0"/>
                    </a:lnTo>
                    <a:lnTo>
                      <a:pt x="19" y="0"/>
                    </a:lnTo>
                    <a:lnTo>
                      <a:pt x="0" y="31"/>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17" name="Google Shape;1617;p206"/>
              <p:cNvSpPr/>
              <p:nvPr/>
            </p:nvSpPr>
            <p:spPr>
              <a:xfrm>
                <a:off x="5300" y="3006"/>
                <a:ext cx="175" cy="171"/>
              </a:xfrm>
              <a:custGeom>
                <a:avLst/>
                <a:gdLst/>
                <a:ahLst/>
                <a:cxnLst/>
                <a:rect l="l" t="t" r="r" b="b"/>
                <a:pathLst>
                  <a:path w="175" h="171" extrusionOk="0">
                    <a:moveTo>
                      <a:pt x="0" y="0"/>
                    </a:moveTo>
                    <a:lnTo>
                      <a:pt x="0" y="0"/>
                    </a:lnTo>
                    <a:lnTo>
                      <a:pt x="0" y="12"/>
                    </a:lnTo>
                    <a:lnTo>
                      <a:pt x="21" y="29"/>
                    </a:lnTo>
                    <a:lnTo>
                      <a:pt x="42" y="50"/>
                    </a:lnTo>
                    <a:lnTo>
                      <a:pt x="52" y="57"/>
                    </a:lnTo>
                    <a:lnTo>
                      <a:pt x="61" y="78"/>
                    </a:lnTo>
                    <a:lnTo>
                      <a:pt x="83" y="97"/>
                    </a:lnTo>
                    <a:lnTo>
                      <a:pt x="104" y="135"/>
                    </a:lnTo>
                    <a:lnTo>
                      <a:pt x="144" y="171"/>
                    </a:lnTo>
                    <a:lnTo>
                      <a:pt x="163" y="171"/>
                    </a:lnTo>
                    <a:lnTo>
                      <a:pt x="175" y="135"/>
                    </a:lnTo>
                    <a:lnTo>
                      <a:pt x="163" y="114"/>
                    </a:lnTo>
                    <a:lnTo>
                      <a:pt x="153" y="114"/>
                    </a:lnTo>
                    <a:lnTo>
                      <a:pt x="144" y="97"/>
                    </a:lnTo>
                    <a:lnTo>
                      <a:pt x="135" y="97"/>
                    </a:lnTo>
                    <a:lnTo>
                      <a:pt x="135" y="85"/>
                    </a:lnTo>
                    <a:lnTo>
                      <a:pt x="123" y="78"/>
                    </a:lnTo>
                    <a:lnTo>
                      <a:pt x="123" y="69"/>
                    </a:lnTo>
                    <a:lnTo>
                      <a:pt x="92" y="50"/>
                    </a:lnTo>
                    <a:lnTo>
                      <a:pt x="83" y="50"/>
                    </a:lnTo>
                    <a:lnTo>
                      <a:pt x="30" y="12"/>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18" name="Google Shape;1618;p206"/>
              <p:cNvSpPr/>
              <p:nvPr/>
            </p:nvSpPr>
            <p:spPr>
              <a:xfrm>
                <a:off x="5300" y="3006"/>
                <a:ext cx="175" cy="171"/>
              </a:xfrm>
              <a:custGeom>
                <a:avLst/>
                <a:gdLst/>
                <a:ahLst/>
                <a:cxnLst/>
                <a:rect l="l" t="t" r="r" b="b"/>
                <a:pathLst>
                  <a:path w="175" h="171" extrusionOk="0">
                    <a:moveTo>
                      <a:pt x="0" y="0"/>
                    </a:moveTo>
                    <a:lnTo>
                      <a:pt x="0" y="0"/>
                    </a:lnTo>
                    <a:lnTo>
                      <a:pt x="0" y="12"/>
                    </a:lnTo>
                    <a:lnTo>
                      <a:pt x="21" y="29"/>
                    </a:lnTo>
                    <a:lnTo>
                      <a:pt x="42" y="50"/>
                    </a:lnTo>
                    <a:lnTo>
                      <a:pt x="52" y="57"/>
                    </a:lnTo>
                    <a:lnTo>
                      <a:pt x="61" y="78"/>
                    </a:lnTo>
                    <a:lnTo>
                      <a:pt x="83" y="97"/>
                    </a:lnTo>
                    <a:lnTo>
                      <a:pt x="104" y="135"/>
                    </a:lnTo>
                    <a:lnTo>
                      <a:pt x="144" y="171"/>
                    </a:lnTo>
                    <a:lnTo>
                      <a:pt x="163" y="171"/>
                    </a:lnTo>
                    <a:lnTo>
                      <a:pt x="175" y="135"/>
                    </a:lnTo>
                    <a:lnTo>
                      <a:pt x="163" y="114"/>
                    </a:lnTo>
                    <a:lnTo>
                      <a:pt x="153" y="114"/>
                    </a:lnTo>
                    <a:lnTo>
                      <a:pt x="144" y="97"/>
                    </a:lnTo>
                    <a:lnTo>
                      <a:pt x="135" y="97"/>
                    </a:lnTo>
                    <a:lnTo>
                      <a:pt x="135" y="85"/>
                    </a:lnTo>
                    <a:lnTo>
                      <a:pt x="123" y="78"/>
                    </a:lnTo>
                    <a:lnTo>
                      <a:pt x="123" y="69"/>
                    </a:lnTo>
                    <a:lnTo>
                      <a:pt x="92" y="50"/>
                    </a:lnTo>
                    <a:lnTo>
                      <a:pt x="83" y="50"/>
                    </a:lnTo>
                    <a:lnTo>
                      <a:pt x="30" y="12"/>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19" name="Google Shape;1619;p206"/>
              <p:cNvSpPr/>
              <p:nvPr/>
            </p:nvSpPr>
            <p:spPr>
              <a:xfrm>
                <a:off x="5300" y="3006"/>
                <a:ext cx="175" cy="171"/>
              </a:xfrm>
              <a:custGeom>
                <a:avLst/>
                <a:gdLst/>
                <a:ahLst/>
                <a:cxnLst/>
                <a:rect l="l" t="t" r="r" b="b"/>
                <a:pathLst>
                  <a:path w="175" h="171" extrusionOk="0">
                    <a:moveTo>
                      <a:pt x="0" y="0"/>
                    </a:moveTo>
                    <a:lnTo>
                      <a:pt x="0" y="0"/>
                    </a:lnTo>
                    <a:lnTo>
                      <a:pt x="0" y="12"/>
                    </a:lnTo>
                    <a:lnTo>
                      <a:pt x="21" y="29"/>
                    </a:lnTo>
                    <a:lnTo>
                      <a:pt x="42" y="50"/>
                    </a:lnTo>
                    <a:lnTo>
                      <a:pt x="52" y="57"/>
                    </a:lnTo>
                    <a:lnTo>
                      <a:pt x="61" y="78"/>
                    </a:lnTo>
                    <a:lnTo>
                      <a:pt x="83" y="97"/>
                    </a:lnTo>
                    <a:lnTo>
                      <a:pt x="104" y="135"/>
                    </a:lnTo>
                    <a:lnTo>
                      <a:pt x="144" y="171"/>
                    </a:lnTo>
                    <a:lnTo>
                      <a:pt x="163" y="171"/>
                    </a:lnTo>
                    <a:lnTo>
                      <a:pt x="175" y="135"/>
                    </a:lnTo>
                    <a:lnTo>
                      <a:pt x="163" y="114"/>
                    </a:lnTo>
                    <a:lnTo>
                      <a:pt x="153" y="114"/>
                    </a:lnTo>
                    <a:lnTo>
                      <a:pt x="144" y="97"/>
                    </a:lnTo>
                    <a:lnTo>
                      <a:pt x="135" y="97"/>
                    </a:lnTo>
                    <a:lnTo>
                      <a:pt x="135" y="85"/>
                    </a:lnTo>
                    <a:lnTo>
                      <a:pt x="123" y="78"/>
                    </a:lnTo>
                    <a:lnTo>
                      <a:pt x="123" y="69"/>
                    </a:lnTo>
                    <a:lnTo>
                      <a:pt x="92" y="50"/>
                    </a:lnTo>
                    <a:lnTo>
                      <a:pt x="83" y="50"/>
                    </a:lnTo>
                    <a:lnTo>
                      <a:pt x="30" y="12"/>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20" name="Google Shape;1620;p206"/>
              <p:cNvSpPr/>
              <p:nvPr/>
            </p:nvSpPr>
            <p:spPr>
              <a:xfrm>
                <a:off x="5463" y="3177"/>
                <a:ext cx="144" cy="38"/>
              </a:xfrm>
              <a:custGeom>
                <a:avLst/>
                <a:gdLst/>
                <a:ahLst/>
                <a:cxnLst/>
                <a:rect l="l" t="t" r="r" b="b"/>
                <a:pathLst>
                  <a:path w="144" h="38" extrusionOk="0">
                    <a:moveTo>
                      <a:pt x="0" y="12"/>
                    </a:moveTo>
                    <a:lnTo>
                      <a:pt x="0" y="12"/>
                    </a:lnTo>
                    <a:lnTo>
                      <a:pt x="43" y="28"/>
                    </a:lnTo>
                    <a:lnTo>
                      <a:pt x="144" y="38"/>
                    </a:lnTo>
                    <a:lnTo>
                      <a:pt x="144" y="28"/>
                    </a:lnTo>
                    <a:lnTo>
                      <a:pt x="123" y="28"/>
                    </a:lnTo>
                    <a:lnTo>
                      <a:pt x="113" y="19"/>
                    </a:lnTo>
                    <a:lnTo>
                      <a:pt x="83" y="12"/>
                    </a:lnTo>
                    <a:lnTo>
                      <a:pt x="83" y="19"/>
                    </a:lnTo>
                    <a:lnTo>
                      <a:pt x="61" y="12"/>
                    </a:lnTo>
                    <a:lnTo>
                      <a:pt x="31" y="0"/>
                    </a:lnTo>
                    <a:lnTo>
                      <a:pt x="12" y="0"/>
                    </a:lnTo>
                    <a:lnTo>
                      <a:pt x="0" y="12"/>
                    </a:lnTo>
                    <a:lnTo>
                      <a:pt x="0" y="12"/>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21" name="Google Shape;1621;p206"/>
              <p:cNvSpPr/>
              <p:nvPr/>
            </p:nvSpPr>
            <p:spPr>
              <a:xfrm>
                <a:off x="5463" y="3177"/>
                <a:ext cx="144" cy="38"/>
              </a:xfrm>
              <a:custGeom>
                <a:avLst/>
                <a:gdLst/>
                <a:ahLst/>
                <a:cxnLst/>
                <a:rect l="l" t="t" r="r" b="b"/>
                <a:pathLst>
                  <a:path w="144" h="38" extrusionOk="0">
                    <a:moveTo>
                      <a:pt x="0" y="12"/>
                    </a:moveTo>
                    <a:lnTo>
                      <a:pt x="0" y="12"/>
                    </a:lnTo>
                    <a:lnTo>
                      <a:pt x="43" y="28"/>
                    </a:lnTo>
                    <a:lnTo>
                      <a:pt x="144" y="38"/>
                    </a:lnTo>
                    <a:lnTo>
                      <a:pt x="144" y="28"/>
                    </a:lnTo>
                    <a:lnTo>
                      <a:pt x="123" y="28"/>
                    </a:lnTo>
                    <a:lnTo>
                      <a:pt x="113" y="19"/>
                    </a:lnTo>
                    <a:lnTo>
                      <a:pt x="83" y="12"/>
                    </a:lnTo>
                    <a:lnTo>
                      <a:pt x="83" y="19"/>
                    </a:lnTo>
                    <a:lnTo>
                      <a:pt x="61" y="12"/>
                    </a:lnTo>
                    <a:lnTo>
                      <a:pt x="31" y="0"/>
                    </a:lnTo>
                    <a:lnTo>
                      <a:pt x="12" y="0"/>
                    </a:lnTo>
                    <a:lnTo>
                      <a:pt x="0" y="12"/>
                    </a:lnTo>
                    <a:lnTo>
                      <a:pt x="0" y="12"/>
                    </a:lnTo>
                    <a:lnTo>
                      <a:pt x="0" y="1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22" name="Google Shape;1622;p206"/>
              <p:cNvSpPr/>
              <p:nvPr/>
            </p:nvSpPr>
            <p:spPr>
              <a:xfrm>
                <a:off x="5607" y="3215"/>
                <a:ext cx="21" cy="0"/>
              </a:xfrm>
              <a:custGeom>
                <a:avLst/>
                <a:gdLst/>
                <a:ahLst/>
                <a:cxnLst/>
                <a:rect l="l" t="t" r="r" b="b"/>
                <a:pathLst>
                  <a:path w="21" h="120000" extrusionOk="0">
                    <a:moveTo>
                      <a:pt x="0" y="0"/>
                    </a:moveTo>
                    <a:lnTo>
                      <a:pt x="0" y="0"/>
                    </a:lnTo>
                    <a:lnTo>
                      <a:pt x="10" y="0"/>
                    </a:lnTo>
                    <a:lnTo>
                      <a:pt x="21"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23" name="Google Shape;1623;p206"/>
              <p:cNvSpPr/>
              <p:nvPr/>
            </p:nvSpPr>
            <p:spPr>
              <a:xfrm>
                <a:off x="5463" y="3113"/>
                <a:ext cx="24" cy="28"/>
              </a:xfrm>
              <a:custGeom>
                <a:avLst/>
                <a:gdLst/>
                <a:ahLst/>
                <a:cxnLst/>
                <a:rect l="l" t="t" r="r" b="b"/>
                <a:pathLst>
                  <a:path w="24" h="28" extrusionOk="0">
                    <a:moveTo>
                      <a:pt x="0" y="7"/>
                    </a:moveTo>
                    <a:lnTo>
                      <a:pt x="0" y="7"/>
                    </a:lnTo>
                    <a:lnTo>
                      <a:pt x="12" y="19"/>
                    </a:lnTo>
                    <a:lnTo>
                      <a:pt x="24" y="28"/>
                    </a:lnTo>
                    <a:lnTo>
                      <a:pt x="24" y="19"/>
                    </a:lnTo>
                    <a:lnTo>
                      <a:pt x="12" y="0"/>
                    </a:lnTo>
                    <a:lnTo>
                      <a:pt x="0" y="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24" name="Google Shape;1624;p206"/>
              <p:cNvSpPr/>
              <p:nvPr/>
            </p:nvSpPr>
            <p:spPr>
              <a:xfrm>
                <a:off x="5463" y="3113"/>
                <a:ext cx="24" cy="28"/>
              </a:xfrm>
              <a:custGeom>
                <a:avLst/>
                <a:gdLst/>
                <a:ahLst/>
                <a:cxnLst/>
                <a:rect l="l" t="t" r="r" b="b"/>
                <a:pathLst>
                  <a:path w="24" h="28" extrusionOk="0">
                    <a:moveTo>
                      <a:pt x="0" y="7"/>
                    </a:moveTo>
                    <a:lnTo>
                      <a:pt x="0" y="7"/>
                    </a:lnTo>
                    <a:lnTo>
                      <a:pt x="12" y="19"/>
                    </a:lnTo>
                    <a:lnTo>
                      <a:pt x="24" y="28"/>
                    </a:lnTo>
                    <a:lnTo>
                      <a:pt x="24" y="19"/>
                    </a:lnTo>
                    <a:lnTo>
                      <a:pt x="12" y="0"/>
                    </a:lnTo>
                    <a:lnTo>
                      <a:pt x="0" y="7"/>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25" name="Google Shape;1625;p206"/>
              <p:cNvSpPr/>
              <p:nvPr/>
            </p:nvSpPr>
            <p:spPr>
              <a:xfrm>
                <a:off x="5463" y="3113"/>
                <a:ext cx="24" cy="28"/>
              </a:xfrm>
              <a:custGeom>
                <a:avLst/>
                <a:gdLst/>
                <a:ahLst/>
                <a:cxnLst/>
                <a:rect l="l" t="t" r="r" b="b"/>
                <a:pathLst>
                  <a:path w="24" h="28" extrusionOk="0">
                    <a:moveTo>
                      <a:pt x="0" y="7"/>
                    </a:moveTo>
                    <a:lnTo>
                      <a:pt x="0" y="7"/>
                    </a:lnTo>
                    <a:lnTo>
                      <a:pt x="12" y="19"/>
                    </a:lnTo>
                    <a:lnTo>
                      <a:pt x="24" y="28"/>
                    </a:lnTo>
                    <a:lnTo>
                      <a:pt x="24" y="19"/>
                    </a:lnTo>
                    <a:lnTo>
                      <a:pt x="12" y="0"/>
                    </a:lnTo>
                    <a:lnTo>
                      <a:pt x="0" y="7"/>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26" name="Google Shape;1626;p206"/>
              <p:cNvSpPr/>
              <p:nvPr/>
            </p:nvSpPr>
            <p:spPr>
              <a:xfrm>
                <a:off x="5494" y="3129"/>
                <a:ext cx="12" cy="12"/>
              </a:xfrm>
              <a:custGeom>
                <a:avLst/>
                <a:gdLst/>
                <a:ahLst/>
                <a:cxnLst/>
                <a:rect l="l" t="t" r="r" b="b"/>
                <a:pathLst>
                  <a:path w="12" h="12" extrusionOk="0">
                    <a:moveTo>
                      <a:pt x="0" y="12"/>
                    </a:moveTo>
                    <a:lnTo>
                      <a:pt x="0" y="12"/>
                    </a:lnTo>
                    <a:lnTo>
                      <a:pt x="12" y="12"/>
                    </a:lnTo>
                    <a:lnTo>
                      <a:pt x="12" y="0"/>
                    </a:lnTo>
                    <a:lnTo>
                      <a:pt x="0"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27" name="Google Shape;1627;p206"/>
              <p:cNvSpPr/>
              <p:nvPr/>
            </p:nvSpPr>
            <p:spPr>
              <a:xfrm>
                <a:off x="5494" y="3129"/>
                <a:ext cx="12" cy="12"/>
              </a:xfrm>
              <a:custGeom>
                <a:avLst/>
                <a:gdLst/>
                <a:ahLst/>
                <a:cxnLst/>
                <a:rect l="l" t="t" r="r" b="b"/>
                <a:pathLst>
                  <a:path w="12" h="12" extrusionOk="0">
                    <a:moveTo>
                      <a:pt x="0" y="12"/>
                    </a:moveTo>
                    <a:lnTo>
                      <a:pt x="0" y="12"/>
                    </a:lnTo>
                    <a:lnTo>
                      <a:pt x="12" y="12"/>
                    </a:lnTo>
                    <a:lnTo>
                      <a:pt x="12" y="0"/>
                    </a:lnTo>
                    <a:lnTo>
                      <a:pt x="0"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28" name="Google Shape;1628;p206"/>
              <p:cNvSpPr/>
              <p:nvPr/>
            </p:nvSpPr>
            <p:spPr>
              <a:xfrm>
                <a:off x="5494" y="3129"/>
                <a:ext cx="12" cy="12"/>
              </a:xfrm>
              <a:custGeom>
                <a:avLst/>
                <a:gdLst/>
                <a:ahLst/>
                <a:cxnLst/>
                <a:rect l="l" t="t" r="r" b="b"/>
                <a:pathLst>
                  <a:path w="12" h="12" extrusionOk="0">
                    <a:moveTo>
                      <a:pt x="0" y="12"/>
                    </a:moveTo>
                    <a:lnTo>
                      <a:pt x="0" y="12"/>
                    </a:lnTo>
                    <a:lnTo>
                      <a:pt x="12" y="12"/>
                    </a:lnTo>
                    <a:lnTo>
                      <a:pt x="12" y="0"/>
                    </a:lnTo>
                    <a:lnTo>
                      <a:pt x="0"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29" name="Google Shape;1629;p206"/>
              <p:cNvSpPr/>
              <p:nvPr/>
            </p:nvSpPr>
            <p:spPr>
              <a:xfrm>
                <a:off x="5699" y="2807"/>
                <a:ext cx="62" cy="86"/>
              </a:xfrm>
              <a:custGeom>
                <a:avLst/>
                <a:gdLst/>
                <a:ahLst/>
                <a:cxnLst/>
                <a:rect l="l" t="t" r="r" b="b"/>
                <a:pathLst>
                  <a:path w="62" h="86" extrusionOk="0">
                    <a:moveTo>
                      <a:pt x="0" y="41"/>
                    </a:moveTo>
                    <a:lnTo>
                      <a:pt x="0" y="41"/>
                    </a:lnTo>
                    <a:lnTo>
                      <a:pt x="0" y="57"/>
                    </a:lnTo>
                    <a:lnTo>
                      <a:pt x="10" y="69"/>
                    </a:lnTo>
                    <a:lnTo>
                      <a:pt x="10" y="78"/>
                    </a:lnTo>
                    <a:lnTo>
                      <a:pt x="19" y="78"/>
                    </a:lnTo>
                    <a:lnTo>
                      <a:pt x="31" y="78"/>
                    </a:lnTo>
                    <a:lnTo>
                      <a:pt x="41" y="86"/>
                    </a:lnTo>
                    <a:lnTo>
                      <a:pt x="41" y="78"/>
                    </a:lnTo>
                    <a:lnTo>
                      <a:pt x="50" y="86"/>
                    </a:lnTo>
                    <a:lnTo>
                      <a:pt x="62" y="86"/>
                    </a:lnTo>
                    <a:lnTo>
                      <a:pt x="50" y="78"/>
                    </a:lnTo>
                    <a:lnTo>
                      <a:pt x="62" y="78"/>
                    </a:lnTo>
                    <a:lnTo>
                      <a:pt x="41" y="69"/>
                    </a:lnTo>
                    <a:lnTo>
                      <a:pt x="31" y="78"/>
                    </a:lnTo>
                    <a:lnTo>
                      <a:pt x="19" y="57"/>
                    </a:lnTo>
                    <a:lnTo>
                      <a:pt x="41" y="31"/>
                    </a:lnTo>
                    <a:lnTo>
                      <a:pt x="31" y="22"/>
                    </a:lnTo>
                    <a:lnTo>
                      <a:pt x="41" y="0"/>
                    </a:lnTo>
                    <a:lnTo>
                      <a:pt x="31" y="12"/>
                    </a:lnTo>
                    <a:lnTo>
                      <a:pt x="10" y="0"/>
                    </a:lnTo>
                    <a:lnTo>
                      <a:pt x="0" y="4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30" name="Google Shape;1630;p206"/>
              <p:cNvSpPr/>
              <p:nvPr/>
            </p:nvSpPr>
            <p:spPr>
              <a:xfrm>
                <a:off x="5699" y="2807"/>
                <a:ext cx="62" cy="86"/>
              </a:xfrm>
              <a:custGeom>
                <a:avLst/>
                <a:gdLst/>
                <a:ahLst/>
                <a:cxnLst/>
                <a:rect l="l" t="t" r="r" b="b"/>
                <a:pathLst>
                  <a:path w="62" h="86" extrusionOk="0">
                    <a:moveTo>
                      <a:pt x="0" y="41"/>
                    </a:moveTo>
                    <a:lnTo>
                      <a:pt x="0" y="41"/>
                    </a:lnTo>
                    <a:lnTo>
                      <a:pt x="0" y="57"/>
                    </a:lnTo>
                    <a:lnTo>
                      <a:pt x="10" y="69"/>
                    </a:lnTo>
                    <a:lnTo>
                      <a:pt x="10" y="78"/>
                    </a:lnTo>
                    <a:lnTo>
                      <a:pt x="19" y="78"/>
                    </a:lnTo>
                    <a:lnTo>
                      <a:pt x="31" y="78"/>
                    </a:lnTo>
                    <a:lnTo>
                      <a:pt x="41" y="86"/>
                    </a:lnTo>
                    <a:lnTo>
                      <a:pt x="41" y="78"/>
                    </a:lnTo>
                    <a:lnTo>
                      <a:pt x="50" y="86"/>
                    </a:lnTo>
                    <a:lnTo>
                      <a:pt x="62" y="86"/>
                    </a:lnTo>
                    <a:lnTo>
                      <a:pt x="50" y="78"/>
                    </a:lnTo>
                    <a:lnTo>
                      <a:pt x="62" y="78"/>
                    </a:lnTo>
                    <a:lnTo>
                      <a:pt x="41" y="69"/>
                    </a:lnTo>
                    <a:lnTo>
                      <a:pt x="31" y="78"/>
                    </a:lnTo>
                    <a:lnTo>
                      <a:pt x="19" y="57"/>
                    </a:lnTo>
                    <a:lnTo>
                      <a:pt x="41" y="31"/>
                    </a:lnTo>
                    <a:lnTo>
                      <a:pt x="31" y="22"/>
                    </a:lnTo>
                    <a:lnTo>
                      <a:pt x="41" y="0"/>
                    </a:lnTo>
                    <a:lnTo>
                      <a:pt x="31" y="12"/>
                    </a:lnTo>
                    <a:lnTo>
                      <a:pt x="10" y="0"/>
                    </a:lnTo>
                    <a:lnTo>
                      <a:pt x="0" y="41"/>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31" name="Google Shape;1631;p206"/>
              <p:cNvSpPr/>
              <p:nvPr/>
            </p:nvSpPr>
            <p:spPr>
              <a:xfrm>
                <a:off x="5699" y="2807"/>
                <a:ext cx="62" cy="86"/>
              </a:xfrm>
              <a:custGeom>
                <a:avLst/>
                <a:gdLst/>
                <a:ahLst/>
                <a:cxnLst/>
                <a:rect l="l" t="t" r="r" b="b"/>
                <a:pathLst>
                  <a:path w="62" h="86" extrusionOk="0">
                    <a:moveTo>
                      <a:pt x="0" y="41"/>
                    </a:moveTo>
                    <a:lnTo>
                      <a:pt x="0" y="41"/>
                    </a:lnTo>
                    <a:lnTo>
                      <a:pt x="0" y="57"/>
                    </a:lnTo>
                    <a:lnTo>
                      <a:pt x="10" y="69"/>
                    </a:lnTo>
                    <a:lnTo>
                      <a:pt x="10" y="78"/>
                    </a:lnTo>
                    <a:lnTo>
                      <a:pt x="19" y="78"/>
                    </a:lnTo>
                    <a:lnTo>
                      <a:pt x="31" y="78"/>
                    </a:lnTo>
                    <a:lnTo>
                      <a:pt x="41" y="86"/>
                    </a:lnTo>
                    <a:lnTo>
                      <a:pt x="41" y="78"/>
                    </a:lnTo>
                    <a:lnTo>
                      <a:pt x="50" y="86"/>
                    </a:lnTo>
                    <a:lnTo>
                      <a:pt x="62" y="86"/>
                    </a:lnTo>
                    <a:lnTo>
                      <a:pt x="50" y="78"/>
                    </a:lnTo>
                    <a:lnTo>
                      <a:pt x="62" y="78"/>
                    </a:lnTo>
                    <a:lnTo>
                      <a:pt x="41" y="69"/>
                    </a:lnTo>
                    <a:lnTo>
                      <a:pt x="31" y="78"/>
                    </a:lnTo>
                    <a:lnTo>
                      <a:pt x="19" y="57"/>
                    </a:lnTo>
                    <a:lnTo>
                      <a:pt x="41" y="31"/>
                    </a:lnTo>
                    <a:lnTo>
                      <a:pt x="31" y="22"/>
                    </a:lnTo>
                    <a:lnTo>
                      <a:pt x="41" y="0"/>
                    </a:lnTo>
                    <a:lnTo>
                      <a:pt x="31" y="12"/>
                    </a:lnTo>
                    <a:lnTo>
                      <a:pt x="10" y="0"/>
                    </a:lnTo>
                    <a:lnTo>
                      <a:pt x="0" y="41"/>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32" name="Google Shape;1632;p206"/>
              <p:cNvSpPr/>
              <p:nvPr/>
            </p:nvSpPr>
            <p:spPr>
              <a:xfrm>
                <a:off x="5650" y="2921"/>
                <a:ext cx="40" cy="50"/>
              </a:xfrm>
              <a:custGeom>
                <a:avLst/>
                <a:gdLst/>
                <a:ahLst/>
                <a:cxnLst/>
                <a:rect l="l" t="t" r="r" b="b"/>
                <a:pathLst>
                  <a:path w="40" h="50" extrusionOk="0">
                    <a:moveTo>
                      <a:pt x="0" y="50"/>
                    </a:moveTo>
                    <a:lnTo>
                      <a:pt x="0" y="50"/>
                    </a:lnTo>
                    <a:lnTo>
                      <a:pt x="40" y="12"/>
                    </a:lnTo>
                    <a:lnTo>
                      <a:pt x="40" y="0"/>
                    </a:lnTo>
                    <a:lnTo>
                      <a:pt x="0" y="5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33" name="Google Shape;1633;p206"/>
              <p:cNvSpPr/>
              <p:nvPr/>
            </p:nvSpPr>
            <p:spPr>
              <a:xfrm>
                <a:off x="5650" y="2921"/>
                <a:ext cx="40" cy="50"/>
              </a:xfrm>
              <a:custGeom>
                <a:avLst/>
                <a:gdLst/>
                <a:ahLst/>
                <a:cxnLst/>
                <a:rect l="l" t="t" r="r" b="b"/>
                <a:pathLst>
                  <a:path w="40" h="50" extrusionOk="0">
                    <a:moveTo>
                      <a:pt x="0" y="50"/>
                    </a:moveTo>
                    <a:lnTo>
                      <a:pt x="0" y="50"/>
                    </a:lnTo>
                    <a:lnTo>
                      <a:pt x="40" y="12"/>
                    </a:lnTo>
                    <a:lnTo>
                      <a:pt x="40" y="0"/>
                    </a:lnTo>
                    <a:lnTo>
                      <a:pt x="0" y="5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34" name="Google Shape;1634;p206"/>
              <p:cNvSpPr/>
              <p:nvPr/>
            </p:nvSpPr>
            <p:spPr>
              <a:xfrm>
                <a:off x="5650" y="2921"/>
                <a:ext cx="40" cy="50"/>
              </a:xfrm>
              <a:custGeom>
                <a:avLst/>
                <a:gdLst/>
                <a:ahLst/>
                <a:cxnLst/>
                <a:rect l="l" t="t" r="r" b="b"/>
                <a:pathLst>
                  <a:path w="40" h="50" extrusionOk="0">
                    <a:moveTo>
                      <a:pt x="0" y="50"/>
                    </a:moveTo>
                    <a:lnTo>
                      <a:pt x="0" y="50"/>
                    </a:lnTo>
                    <a:lnTo>
                      <a:pt x="40" y="12"/>
                    </a:lnTo>
                    <a:lnTo>
                      <a:pt x="40" y="0"/>
                    </a:lnTo>
                    <a:lnTo>
                      <a:pt x="0" y="5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35" name="Google Shape;1635;p206"/>
              <p:cNvSpPr/>
              <p:nvPr/>
            </p:nvSpPr>
            <p:spPr>
              <a:xfrm>
                <a:off x="5699" y="2893"/>
                <a:ext cx="22" cy="21"/>
              </a:xfrm>
              <a:custGeom>
                <a:avLst/>
                <a:gdLst/>
                <a:ahLst/>
                <a:cxnLst/>
                <a:rect l="l" t="t" r="r" b="b"/>
                <a:pathLst>
                  <a:path w="22" h="21" extrusionOk="0">
                    <a:moveTo>
                      <a:pt x="0" y="0"/>
                    </a:moveTo>
                    <a:lnTo>
                      <a:pt x="0" y="0"/>
                    </a:lnTo>
                    <a:lnTo>
                      <a:pt x="22" y="21"/>
                    </a:lnTo>
                    <a:lnTo>
                      <a:pt x="22" y="11"/>
                    </a:lnTo>
                    <a:lnTo>
                      <a:pt x="22"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36" name="Google Shape;1636;p206"/>
              <p:cNvSpPr/>
              <p:nvPr/>
            </p:nvSpPr>
            <p:spPr>
              <a:xfrm>
                <a:off x="5699" y="2893"/>
                <a:ext cx="22" cy="21"/>
              </a:xfrm>
              <a:custGeom>
                <a:avLst/>
                <a:gdLst/>
                <a:ahLst/>
                <a:cxnLst/>
                <a:rect l="l" t="t" r="r" b="b"/>
                <a:pathLst>
                  <a:path w="22" h="21" extrusionOk="0">
                    <a:moveTo>
                      <a:pt x="0" y="0"/>
                    </a:moveTo>
                    <a:lnTo>
                      <a:pt x="0" y="0"/>
                    </a:lnTo>
                    <a:lnTo>
                      <a:pt x="22" y="21"/>
                    </a:lnTo>
                    <a:lnTo>
                      <a:pt x="22" y="11"/>
                    </a:lnTo>
                    <a:lnTo>
                      <a:pt x="22"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37" name="Google Shape;1637;p206"/>
              <p:cNvSpPr/>
              <p:nvPr/>
            </p:nvSpPr>
            <p:spPr>
              <a:xfrm>
                <a:off x="5699" y="2893"/>
                <a:ext cx="22" cy="21"/>
              </a:xfrm>
              <a:custGeom>
                <a:avLst/>
                <a:gdLst/>
                <a:ahLst/>
                <a:cxnLst/>
                <a:rect l="l" t="t" r="r" b="b"/>
                <a:pathLst>
                  <a:path w="22" h="21" extrusionOk="0">
                    <a:moveTo>
                      <a:pt x="0" y="0"/>
                    </a:moveTo>
                    <a:lnTo>
                      <a:pt x="0" y="0"/>
                    </a:lnTo>
                    <a:lnTo>
                      <a:pt x="22" y="21"/>
                    </a:lnTo>
                    <a:lnTo>
                      <a:pt x="22" y="11"/>
                    </a:lnTo>
                    <a:lnTo>
                      <a:pt x="22"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38" name="Google Shape;1638;p206"/>
              <p:cNvSpPr/>
              <p:nvPr/>
            </p:nvSpPr>
            <p:spPr>
              <a:xfrm>
                <a:off x="5730" y="2914"/>
                <a:ext cx="43" cy="45"/>
              </a:xfrm>
              <a:custGeom>
                <a:avLst/>
                <a:gdLst/>
                <a:ahLst/>
                <a:cxnLst/>
                <a:rect l="l" t="t" r="r" b="b"/>
                <a:pathLst>
                  <a:path w="43" h="45" extrusionOk="0">
                    <a:moveTo>
                      <a:pt x="0" y="19"/>
                    </a:moveTo>
                    <a:lnTo>
                      <a:pt x="0" y="19"/>
                    </a:lnTo>
                    <a:lnTo>
                      <a:pt x="12" y="19"/>
                    </a:lnTo>
                    <a:lnTo>
                      <a:pt x="12" y="26"/>
                    </a:lnTo>
                    <a:lnTo>
                      <a:pt x="21" y="45"/>
                    </a:lnTo>
                    <a:lnTo>
                      <a:pt x="21" y="35"/>
                    </a:lnTo>
                    <a:lnTo>
                      <a:pt x="21" y="26"/>
                    </a:lnTo>
                    <a:lnTo>
                      <a:pt x="43" y="35"/>
                    </a:lnTo>
                    <a:lnTo>
                      <a:pt x="43" y="26"/>
                    </a:lnTo>
                    <a:lnTo>
                      <a:pt x="31" y="26"/>
                    </a:lnTo>
                    <a:lnTo>
                      <a:pt x="31" y="7"/>
                    </a:lnTo>
                    <a:lnTo>
                      <a:pt x="21" y="19"/>
                    </a:lnTo>
                    <a:lnTo>
                      <a:pt x="21" y="7"/>
                    </a:lnTo>
                    <a:lnTo>
                      <a:pt x="12" y="0"/>
                    </a:lnTo>
                    <a:lnTo>
                      <a:pt x="0" y="0"/>
                    </a:lnTo>
                    <a:lnTo>
                      <a:pt x="0" y="1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39" name="Google Shape;1639;p206"/>
              <p:cNvSpPr/>
              <p:nvPr/>
            </p:nvSpPr>
            <p:spPr>
              <a:xfrm>
                <a:off x="5730" y="2914"/>
                <a:ext cx="43" cy="45"/>
              </a:xfrm>
              <a:custGeom>
                <a:avLst/>
                <a:gdLst/>
                <a:ahLst/>
                <a:cxnLst/>
                <a:rect l="l" t="t" r="r" b="b"/>
                <a:pathLst>
                  <a:path w="43" h="45" extrusionOk="0">
                    <a:moveTo>
                      <a:pt x="0" y="19"/>
                    </a:moveTo>
                    <a:lnTo>
                      <a:pt x="0" y="19"/>
                    </a:lnTo>
                    <a:lnTo>
                      <a:pt x="12" y="19"/>
                    </a:lnTo>
                    <a:lnTo>
                      <a:pt x="12" y="26"/>
                    </a:lnTo>
                    <a:lnTo>
                      <a:pt x="21" y="45"/>
                    </a:lnTo>
                    <a:lnTo>
                      <a:pt x="21" y="35"/>
                    </a:lnTo>
                    <a:lnTo>
                      <a:pt x="21" y="26"/>
                    </a:lnTo>
                    <a:lnTo>
                      <a:pt x="43" y="35"/>
                    </a:lnTo>
                    <a:lnTo>
                      <a:pt x="43" y="26"/>
                    </a:lnTo>
                    <a:lnTo>
                      <a:pt x="31" y="26"/>
                    </a:lnTo>
                    <a:lnTo>
                      <a:pt x="31" y="7"/>
                    </a:lnTo>
                    <a:lnTo>
                      <a:pt x="21" y="19"/>
                    </a:lnTo>
                    <a:lnTo>
                      <a:pt x="21" y="7"/>
                    </a:lnTo>
                    <a:lnTo>
                      <a:pt x="12" y="0"/>
                    </a:lnTo>
                    <a:lnTo>
                      <a:pt x="0" y="0"/>
                    </a:lnTo>
                    <a:lnTo>
                      <a:pt x="0" y="1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40" name="Google Shape;1640;p206"/>
              <p:cNvSpPr/>
              <p:nvPr/>
            </p:nvSpPr>
            <p:spPr>
              <a:xfrm>
                <a:off x="5730" y="2914"/>
                <a:ext cx="43" cy="45"/>
              </a:xfrm>
              <a:custGeom>
                <a:avLst/>
                <a:gdLst/>
                <a:ahLst/>
                <a:cxnLst/>
                <a:rect l="l" t="t" r="r" b="b"/>
                <a:pathLst>
                  <a:path w="43" h="45" extrusionOk="0">
                    <a:moveTo>
                      <a:pt x="0" y="19"/>
                    </a:moveTo>
                    <a:lnTo>
                      <a:pt x="0" y="19"/>
                    </a:lnTo>
                    <a:lnTo>
                      <a:pt x="12" y="19"/>
                    </a:lnTo>
                    <a:lnTo>
                      <a:pt x="12" y="26"/>
                    </a:lnTo>
                    <a:lnTo>
                      <a:pt x="21" y="45"/>
                    </a:lnTo>
                    <a:lnTo>
                      <a:pt x="21" y="35"/>
                    </a:lnTo>
                    <a:lnTo>
                      <a:pt x="21" y="26"/>
                    </a:lnTo>
                    <a:lnTo>
                      <a:pt x="43" y="35"/>
                    </a:lnTo>
                    <a:lnTo>
                      <a:pt x="43" y="26"/>
                    </a:lnTo>
                    <a:lnTo>
                      <a:pt x="31" y="26"/>
                    </a:lnTo>
                    <a:lnTo>
                      <a:pt x="31" y="7"/>
                    </a:lnTo>
                    <a:lnTo>
                      <a:pt x="21" y="19"/>
                    </a:lnTo>
                    <a:lnTo>
                      <a:pt x="21" y="7"/>
                    </a:lnTo>
                    <a:lnTo>
                      <a:pt x="12" y="0"/>
                    </a:lnTo>
                    <a:lnTo>
                      <a:pt x="0" y="0"/>
                    </a:lnTo>
                    <a:lnTo>
                      <a:pt x="0" y="1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41" name="Google Shape;1641;p206"/>
              <p:cNvSpPr/>
              <p:nvPr/>
            </p:nvSpPr>
            <p:spPr>
              <a:xfrm>
                <a:off x="5730" y="2942"/>
                <a:ext cx="74" cy="64"/>
              </a:xfrm>
              <a:custGeom>
                <a:avLst/>
                <a:gdLst/>
                <a:ahLst/>
                <a:cxnLst/>
                <a:rect l="l" t="t" r="r" b="b"/>
                <a:pathLst>
                  <a:path w="74" h="64" extrusionOk="0">
                    <a:moveTo>
                      <a:pt x="0" y="48"/>
                    </a:moveTo>
                    <a:lnTo>
                      <a:pt x="0" y="48"/>
                    </a:lnTo>
                    <a:lnTo>
                      <a:pt x="12" y="36"/>
                    </a:lnTo>
                    <a:lnTo>
                      <a:pt x="21" y="36"/>
                    </a:lnTo>
                    <a:lnTo>
                      <a:pt x="31" y="36"/>
                    </a:lnTo>
                    <a:lnTo>
                      <a:pt x="43" y="36"/>
                    </a:lnTo>
                    <a:lnTo>
                      <a:pt x="31" y="57"/>
                    </a:lnTo>
                    <a:lnTo>
                      <a:pt x="52" y="64"/>
                    </a:lnTo>
                    <a:lnTo>
                      <a:pt x="62" y="57"/>
                    </a:lnTo>
                    <a:lnTo>
                      <a:pt x="52" y="48"/>
                    </a:lnTo>
                    <a:lnTo>
                      <a:pt x="62" y="36"/>
                    </a:lnTo>
                    <a:lnTo>
                      <a:pt x="74" y="57"/>
                    </a:lnTo>
                    <a:lnTo>
                      <a:pt x="74" y="36"/>
                    </a:lnTo>
                    <a:lnTo>
                      <a:pt x="74" y="19"/>
                    </a:lnTo>
                    <a:lnTo>
                      <a:pt x="52" y="0"/>
                    </a:lnTo>
                    <a:lnTo>
                      <a:pt x="52" y="19"/>
                    </a:lnTo>
                    <a:lnTo>
                      <a:pt x="43" y="19"/>
                    </a:lnTo>
                    <a:lnTo>
                      <a:pt x="31" y="29"/>
                    </a:lnTo>
                    <a:lnTo>
                      <a:pt x="21" y="19"/>
                    </a:lnTo>
                    <a:lnTo>
                      <a:pt x="0" y="36"/>
                    </a:lnTo>
                    <a:lnTo>
                      <a:pt x="0" y="4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42" name="Google Shape;1642;p206"/>
              <p:cNvSpPr/>
              <p:nvPr/>
            </p:nvSpPr>
            <p:spPr>
              <a:xfrm>
                <a:off x="5730" y="2942"/>
                <a:ext cx="74" cy="64"/>
              </a:xfrm>
              <a:custGeom>
                <a:avLst/>
                <a:gdLst/>
                <a:ahLst/>
                <a:cxnLst/>
                <a:rect l="l" t="t" r="r" b="b"/>
                <a:pathLst>
                  <a:path w="74" h="64" extrusionOk="0">
                    <a:moveTo>
                      <a:pt x="0" y="48"/>
                    </a:moveTo>
                    <a:lnTo>
                      <a:pt x="0" y="48"/>
                    </a:lnTo>
                    <a:lnTo>
                      <a:pt x="12" y="36"/>
                    </a:lnTo>
                    <a:lnTo>
                      <a:pt x="21" y="36"/>
                    </a:lnTo>
                    <a:lnTo>
                      <a:pt x="31" y="36"/>
                    </a:lnTo>
                    <a:lnTo>
                      <a:pt x="43" y="36"/>
                    </a:lnTo>
                    <a:lnTo>
                      <a:pt x="31" y="57"/>
                    </a:lnTo>
                    <a:lnTo>
                      <a:pt x="52" y="64"/>
                    </a:lnTo>
                    <a:lnTo>
                      <a:pt x="62" y="57"/>
                    </a:lnTo>
                    <a:lnTo>
                      <a:pt x="52" y="48"/>
                    </a:lnTo>
                    <a:lnTo>
                      <a:pt x="62" y="36"/>
                    </a:lnTo>
                    <a:lnTo>
                      <a:pt x="74" y="57"/>
                    </a:lnTo>
                    <a:lnTo>
                      <a:pt x="74" y="36"/>
                    </a:lnTo>
                    <a:lnTo>
                      <a:pt x="74" y="19"/>
                    </a:lnTo>
                    <a:lnTo>
                      <a:pt x="52" y="0"/>
                    </a:lnTo>
                    <a:lnTo>
                      <a:pt x="52" y="19"/>
                    </a:lnTo>
                    <a:lnTo>
                      <a:pt x="43" y="19"/>
                    </a:lnTo>
                    <a:lnTo>
                      <a:pt x="31" y="29"/>
                    </a:lnTo>
                    <a:lnTo>
                      <a:pt x="21" y="19"/>
                    </a:lnTo>
                    <a:lnTo>
                      <a:pt x="0" y="36"/>
                    </a:lnTo>
                    <a:lnTo>
                      <a:pt x="0" y="4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43" name="Google Shape;1643;p206"/>
              <p:cNvSpPr/>
              <p:nvPr/>
            </p:nvSpPr>
            <p:spPr>
              <a:xfrm>
                <a:off x="5730" y="2942"/>
                <a:ext cx="74" cy="64"/>
              </a:xfrm>
              <a:custGeom>
                <a:avLst/>
                <a:gdLst/>
                <a:ahLst/>
                <a:cxnLst/>
                <a:rect l="l" t="t" r="r" b="b"/>
                <a:pathLst>
                  <a:path w="74" h="64" extrusionOk="0">
                    <a:moveTo>
                      <a:pt x="0" y="48"/>
                    </a:moveTo>
                    <a:lnTo>
                      <a:pt x="0" y="48"/>
                    </a:lnTo>
                    <a:lnTo>
                      <a:pt x="12" y="36"/>
                    </a:lnTo>
                    <a:lnTo>
                      <a:pt x="21" y="36"/>
                    </a:lnTo>
                    <a:lnTo>
                      <a:pt x="31" y="36"/>
                    </a:lnTo>
                    <a:lnTo>
                      <a:pt x="43" y="36"/>
                    </a:lnTo>
                    <a:lnTo>
                      <a:pt x="31" y="57"/>
                    </a:lnTo>
                    <a:lnTo>
                      <a:pt x="52" y="64"/>
                    </a:lnTo>
                    <a:lnTo>
                      <a:pt x="62" y="57"/>
                    </a:lnTo>
                    <a:lnTo>
                      <a:pt x="52" y="48"/>
                    </a:lnTo>
                    <a:lnTo>
                      <a:pt x="62" y="36"/>
                    </a:lnTo>
                    <a:lnTo>
                      <a:pt x="74" y="57"/>
                    </a:lnTo>
                    <a:lnTo>
                      <a:pt x="74" y="36"/>
                    </a:lnTo>
                    <a:lnTo>
                      <a:pt x="74" y="19"/>
                    </a:lnTo>
                    <a:lnTo>
                      <a:pt x="52" y="0"/>
                    </a:lnTo>
                    <a:lnTo>
                      <a:pt x="52" y="19"/>
                    </a:lnTo>
                    <a:lnTo>
                      <a:pt x="43" y="19"/>
                    </a:lnTo>
                    <a:lnTo>
                      <a:pt x="31" y="29"/>
                    </a:lnTo>
                    <a:lnTo>
                      <a:pt x="21" y="19"/>
                    </a:lnTo>
                    <a:lnTo>
                      <a:pt x="0" y="36"/>
                    </a:lnTo>
                    <a:lnTo>
                      <a:pt x="0" y="4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cxnSp>
            <p:nvCxnSpPr>
              <p:cNvPr id="1644" name="Google Shape;1644;p206"/>
              <p:cNvCxnSpPr/>
              <p:nvPr/>
            </p:nvCxnSpPr>
            <p:spPr>
              <a:xfrm>
                <a:off x="5264" y="2907"/>
                <a:ext cx="0" cy="12"/>
              </a:xfrm>
              <a:prstGeom prst="straightConnector1">
                <a:avLst/>
              </a:prstGeom>
              <a:noFill/>
              <a:ln w="12700" cap="rnd" cmpd="sng">
                <a:solidFill>
                  <a:srgbClr val="FFFFFF"/>
                </a:solidFill>
                <a:prstDash val="solid"/>
                <a:round/>
                <a:headEnd type="none" w="sm" len="sm"/>
                <a:tailEnd type="none" w="sm" len="sm"/>
              </a:ln>
            </p:spPr>
          </p:cxnSp>
          <p:cxnSp>
            <p:nvCxnSpPr>
              <p:cNvPr id="1645" name="Google Shape;1645;p206"/>
              <p:cNvCxnSpPr/>
              <p:nvPr/>
            </p:nvCxnSpPr>
            <p:spPr>
              <a:xfrm rot="10800000" flipH="1">
                <a:off x="5830" y="2680"/>
                <a:ext cx="7" cy="28"/>
              </a:xfrm>
              <a:prstGeom prst="straightConnector1">
                <a:avLst/>
              </a:prstGeom>
              <a:noFill/>
              <a:ln w="12700" cap="rnd" cmpd="sng">
                <a:solidFill>
                  <a:srgbClr val="FFFFFF"/>
                </a:solidFill>
                <a:prstDash val="solid"/>
                <a:round/>
                <a:headEnd type="none" w="sm" len="sm"/>
                <a:tailEnd type="none" w="sm" len="sm"/>
              </a:ln>
            </p:spPr>
          </p:cxnSp>
          <p:cxnSp>
            <p:nvCxnSpPr>
              <p:cNvPr id="1646" name="Google Shape;1646;p206"/>
              <p:cNvCxnSpPr/>
              <p:nvPr/>
            </p:nvCxnSpPr>
            <p:spPr>
              <a:xfrm rot="10800000">
                <a:off x="5853" y="2658"/>
                <a:ext cx="0" cy="17"/>
              </a:xfrm>
              <a:prstGeom prst="straightConnector1">
                <a:avLst/>
              </a:prstGeom>
              <a:noFill/>
              <a:ln w="12700" cap="rnd" cmpd="sng">
                <a:solidFill>
                  <a:srgbClr val="FFFFFF"/>
                </a:solidFill>
                <a:prstDash val="solid"/>
                <a:round/>
                <a:headEnd type="none" w="sm" len="sm"/>
                <a:tailEnd type="none" w="sm" len="sm"/>
              </a:ln>
            </p:spPr>
          </p:cxnSp>
          <p:sp>
            <p:nvSpPr>
              <p:cNvPr id="1647" name="Google Shape;1647;p206"/>
              <p:cNvSpPr/>
              <p:nvPr/>
            </p:nvSpPr>
            <p:spPr>
              <a:xfrm>
                <a:off x="5773" y="2902"/>
                <a:ext cx="19" cy="40"/>
              </a:xfrm>
              <a:custGeom>
                <a:avLst/>
                <a:gdLst/>
                <a:ahLst/>
                <a:cxnLst/>
                <a:rect l="l" t="t" r="r" b="b"/>
                <a:pathLst>
                  <a:path w="19" h="40" extrusionOk="0">
                    <a:moveTo>
                      <a:pt x="0" y="0"/>
                    </a:moveTo>
                    <a:lnTo>
                      <a:pt x="0" y="0"/>
                    </a:lnTo>
                    <a:lnTo>
                      <a:pt x="9" y="10"/>
                    </a:lnTo>
                    <a:lnTo>
                      <a:pt x="0" y="19"/>
                    </a:lnTo>
                    <a:lnTo>
                      <a:pt x="0" y="31"/>
                    </a:lnTo>
                    <a:lnTo>
                      <a:pt x="0" y="40"/>
                    </a:lnTo>
                    <a:lnTo>
                      <a:pt x="9" y="40"/>
                    </a:lnTo>
                    <a:lnTo>
                      <a:pt x="9" y="19"/>
                    </a:lnTo>
                    <a:lnTo>
                      <a:pt x="19" y="19"/>
                    </a:lnTo>
                    <a:lnTo>
                      <a:pt x="9" y="10"/>
                    </a:lnTo>
                    <a:lnTo>
                      <a:pt x="9"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48" name="Google Shape;1648;p206"/>
              <p:cNvSpPr/>
              <p:nvPr/>
            </p:nvSpPr>
            <p:spPr>
              <a:xfrm>
                <a:off x="5773" y="2902"/>
                <a:ext cx="19" cy="40"/>
              </a:xfrm>
              <a:custGeom>
                <a:avLst/>
                <a:gdLst/>
                <a:ahLst/>
                <a:cxnLst/>
                <a:rect l="l" t="t" r="r" b="b"/>
                <a:pathLst>
                  <a:path w="19" h="40" extrusionOk="0">
                    <a:moveTo>
                      <a:pt x="0" y="0"/>
                    </a:moveTo>
                    <a:lnTo>
                      <a:pt x="0" y="0"/>
                    </a:lnTo>
                    <a:lnTo>
                      <a:pt x="9" y="10"/>
                    </a:lnTo>
                    <a:lnTo>
                      <a:pt x="0" y="19"/>
                    </a:lnTo>
                    <a:lnTo>
                      <a:pt x="0" y="31"/>
                    </a:lnTo>
                    <a:lnTo>
                      <a:pt x="0" y="40"/>
                    </a:lnTo>
                    <a:lnTo>
                      <a:pt x="9" y="40"/>
                    </a:lnTo>
                    <a:lnTo>
                      <a:pt x="9" y="19"/>
                    </a:lnTo>
                    <a:lnTo>
                      <a:pt x="19" y="19"/>
                    </a:lnTo>
                    <a:lnTo>
                      <a:pt x="9" y="10"/>
                    </a:lnTo>
                    <a:lnTo>
                      <a:pt x="9"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49" name="Google Shape;1649;p206"/>
              <p:cNvSpPr/>
              <p:nvPr/>
            </p:nvSpPr>
            <p:spPr>
              <a:xfrm>
                <a:off x="5773" y="2902"/>
                <a:ext cx="19" cy="40"/>
              </a:xfrm>
              <a:custGeom>
                <a:avLst/>
                <a:gdLst/>
                <a:ahLst/>
                <a:cxnLst/>
                <a:rect l="l" t="t" r="r" b="b"/>
                <a:pathLst>
                  <a:path w="19" h="40" extrusionOk="0">
                    <a:moveTo>
                      <a:pt x="0" y="0"/>
                    </a:moveTo>
                    <a:lnTo>
                      <a:pt x="0" y="0"/>
                    </a:lnTo>
                    <a:lnTo>
                      <a:pt x="9" y="10"/>
                    </a:lnTo>
                    <a:lnTo>
                      <a:pt x="0" y="19"/>
                    </a:lnTo>
                    <a:lnTo>
                      <a:pt x="0" y="31"/>
                    </a:lnTo>
                    <a:lnTo>
                      <a:pt x="0" y="40"/>
                    </a:lnTo>
                    <a:lnTo>
                      <a:pt x="9" y="40"/>
                    </a:lnTo>
                    <a:lnTo>
                      <a:pt x="9" y="19"/>
                    </a:lnTo>
                    <a:lnTo>
                      <a:pt x="19" y="19"/>
                    </a:lnTo>
                    <a:lnTo>
                      <a:pt x="9" y="10"/>
                    </a:lnTo>
                    <a:lnTo>
                      <a:pt x="9"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50" name="Google Shape;1650;p206"/>
              <p:cNvSpPr/>
              <p:nvPr/>
            </p:nvSpPr>
            <p:spPr>
              <a:xfrm>
                <a:off x="5416" y="2874"/>
                <a:ext cx="78" cy="56"/>
              </a:xfrm>
              <a:custGeom>
                <a:avLst/>
                <a:gdLst/>
                <a:ahLst/>
                <a:cxnLst/>
                <a:rect l="l" t="t" r="r" b="b"/>
                <a:pathLst>
                  <a:path w="78" h="56" extrusionOk="0">
                    <a:moveTo>
                      <a:pt x="28" y="56"/>
                    </a:moveTo>
                    <a:lnTo>
                      <a:pt x="28" y="56"/>
                    </a:lnTo>
                    <a:lnTo>
                      <a:pt x="49" y="47"/>
                    </a:lnTo>
                    <a:lnTo>
                      <a:pt x="59" y="38"/>
                    </a:lnTo>
                    <a:lnTo>
                      <a:pt x="78" y="28"/>
                    </a:lnTo>
                    <a:lnTo>
                      <a:pt x="78" y="0"/>
                    </a:lnTo>
                    <a:lnTo>
                      <a:pt x="59" y="0"/>
                    </a:lnTo>
                    <a:lnTo>
                      <a:pt x="59" y="9"/>
                    </a:lnTo>
                    <a:lnTo>
                      <a:pt x="49" y="0"/>
                    </a:lnTo>
                    <a:lnTo>
                      <a:pt x="9" y="0"/>
                    </a:lnTo>
                    <a:lnTo>
                      <a:pt x="0" y="19"/>
                    </a:lnTo>
                    <a:lnTo>
                      <a:pt x="9" y="38"/>
                    </a:lnTo>
                    <a:lnTo>
                      <a:pt x="9" y="47"/>
                    </a:lnTo>
                    <a:lnTo>
                      <a:pt x="9" y="56"/>
                    </a:lnTo>
                    <a:lnTo>
                      <a:pt x="28" y="56"/>
                    </a:lnTo>
                    <a:lnTo>
                      <a:pt x="28" y="56"/>
                    </a:lnTo>
                    <a:lnTo>
                      <a:pt x="28" y="56"/>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51" name="Google Shape;1651;p206"/>
              <p:cNvSpPr/>
              <p:nvPr/>
            </p:nvSpPr>
            <p:spPr>
              <a:xfrm>
                <a:off x="5416" y="2874"/>
                <a:ext cx="78" cy="56"/>
              </a:xfrm>
              <a:custGeom>
                <a:avLst/>
                <a:gdLst/>
                <a:ahLst/>
                <a:cxnLst/>
                <a:rect l="l" t="t" r="r" b="b"/>
                <a:pathLst>
                  <a:path w="78" h="56" extrusionOk="0">
                    <a:moveTo>
                      <a:pt x="28" y="56"/>
                    </a:moveTo>
                    <a:lnTo>
                      <a:pt x="28" y="56"/>
                    </a:lnTo>
                    <a:lnTo>
                      <a:pt x="49" y="47"/>
                    </a:lnTo>
                    <a:lnTo>
                      <a:pt x="59" y="38"/>
                    </a:lnTo>
                    <a:lnTo>
                      <a:pt x="78" y="28"/>
                    </a:lnTo>
                    <a:lnTo>
                      <a:pt x="78" y="0"/>
                    </a:lnTo>
                    <a:lnTo>
                      <a:pt x="59" y="0"/>
                    </a:lnTo>
                    <a:lnTo>
                      <a:pt x="59" y="9"/>
                    </a:lnTo>
                    <a:lnTo>
                      <a:pt x="49" y="0"/>
                    </a:lnTo>
                    <a:lnTo>
                      <a:pt x="9" y="0"/>
                    </a:lnTo>
                    <a:lnTo>
                      <a:pt x="0" y="19"/>
                    </a:lnTo>
                    <a:lnTo>
                      <a:pt x="9" y="38"/>
                    </a:lnTo>
                    <a:lnTo>
                      <a:pt x="9" y="47"/>
                    </a:lnTo>
                    <a:lnTo>
                      <a:pt x="9" y="56"/>
                    </a:lnTo>
                    <a:lnTo>
                      <a:pt x="28" y="56"/>
                    </a:lnTo>
                    <a:lnTo>
                      <a:pt x="28" y="56"/>
                    </a:lnTo>
                    <a:lnTo>
                      <a:pt x="28" y="56"/>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52" name="Google Shape;1652;p206"/>
              <p:cNvSpPr/>
              <p:nvPr/>
            </p:nvSpPr>
            <p:spPr>
              <a:xfrm>
                <a:off x="5177" y="2687"/>
                <a:ext cx="83" cy="85"/>
              </a:xfrm>
              <a:custGeom>
                <a:avLst/>
                <a:gdLst/>
                <a:ahLst/>
                <a:cxnLst/>
                <a:rect l="l" t="t" r="r" b="b"/>
                <a:pathLst>
                  <a:path w="83" h="85" extrusionOk="0">
                    <a:moveTo>
                      <a:pt x="83" y="75"/>
                    </a:moveTo>
                    <a:lnTo>
                      <a:pt x="83" y="75"/>
                    </a:lnTo>
                    <a:lnTo>
                      <a:pt x="73" y="47"/>
                    </a:lnTo>
                    <a:lnTo>
                      <a:pt x="73" y="37"/>
                    </a:lnTo>
                    <a:lnTo>
                      <a:pt x="61" y="47"/>
                    </a:lnTo>
                    <a:lnTo>
                      <a:pt x="52" y="47"/>
                    </a:lnTo>
                    <a:lnTo>
                      <a:pt x="52" y="37"/>
                    </a:lnTo>
                    <a:lnTo>
                      <a:pt x="73" y="19"/>
                    </a:lnTo>
                    <a:lnTo>
                      <a:pt x="30" y="19"/>
                    </a:lnTo>
                    <a:lnTo>
                      <a:pt x="30" y="0"/>
                    </a:lnTo>
                    <a:lnTo>
                      <a:pt x="21" y="0"/>
                    </a:lnTo>
                    <a:lnTo>
                      <a:pt x="9" y="0"/>
                    </a:lnTo>
                    <a:lnTo>
                      <a:pt x="9" y="9"/>
                    </a:lnTo>
                    <a:lnTo>
                      <a:pt x="0" y="28"/>
                    </a:lnTo>
                    <a:lnTo>
                      <a:pt x="9" y="28"/>
                    </a:lnTo>
                    <a:lnTo>
                      <a:pt x="21" y="75"/>
                    </a:lnTo>
                    <a:lnTo>
                      <a:pt x="40" y="75"/>
                    </a:lnTo>
                    <a:lnTo>
                      <a:pt x="61" y="56"/>
                    </a:lnTo>
                    <a:lnTo>
                      <a:pt x="73" y="85"/>
                    </a:lnTo>
                    <a:lnTo>
                      <a:pt x="83" y="75"/>
                    </a:lnTo>
                    <a:lnTo>
                      <a:pt x="83" y="75"/>
                    </a:lnTo>
                    <a:lnTo>
                      <a:pt x="83" y="7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53" name="Google Shape;1653;p206"/>
              <p:cNvSpPr/>
              <p:nvPr/>
            </p:nvSpPr>
            <p:spPr>
              <a:xfrm>
                <a:off x="5177" y="2687"/>
                <a:ext cx="83" cy="85"/>
              </a:xfrm>
              <a:custGeom>
                <a:avLst/>
                <a:gdLst/>
                <a:ahLst/>
                <a:cxnLst/>
                <a:rect l="l" t="t" r="r" b="b"/>
                <a:pathLst>
                  <a:path w="83" h="85" extrusionOk="0">
                    <a:moveTo>
                      <a:pt x="83" y="75"/>
                    </a:moveTo>
                    <a:lnTo>
                      <a:pt x="83" y="75"/>
                    </a:lnTo>
                    <a:lnTo>
                      <a:pt x="73" y="47"/>
                    </a:lnTo>
                    <a:lnTo>
                      <a:pt x="73" y="37"/>
                    </a:lnTo>
                    <a:lnTo>
                      <a:pt x="61" y="47"/>
                    </a:lnTo>
                    <a:lnTo>
                      <a:pt x="52" y="47"/>
                    </a:lnTo>
                    <a:lnTo>
                      <a:pt x="52" y="37"/>
                    </a:lnTo>
                    <a:lnTo>
                      <a:pt x="73" y="19"/>
                    </a:lnTo>
                    <a:lnTo>
                      <a:pt x="30" y="19"/>
                    </a:lnTo>
                    <a:lnTo>
                      <a:pt x="30" y="0"/>
                    </a:lnTo>
                    <a:lnTo>
                      <a:pt x="21" y="0"/>
                    </a:lnTo>
                    <a:lnTo>
                      <a:pt x="9" y="0"/>
                    </a:lnTo>
                    <a:lnTo>
                      <a:pt x="9" y="9"/>
                    </a:lnTo>
                    <a:lnTo>
                      <a:pt x="0" y="28"/>
                    </a:lnTo>
                    <a:lnTo>
                      <a:pt x="9" y="28"/>
                    </a:lnTo>
                    <a:lnTo>
                      <a:pt x="21" y="75"/>
                    </a:lnTo>
                    <a:lnTo>
                      <a:pt x="40" y="75"/>
                    </a:lnTo>
                    <a:lnTo>
                      <a:pt x="61" y="56"/>
                    </a:lnTo>
                    <a:lnTo>
                      <a:pt x="73" y="85"/>
                    </a:lnTo>
                    <a:lnTo>
                      <a:pt x="83" y="75"/>
                    </a:lnTo>
                    <a:lnTo>
                      <a:pt x="83" y="75"/>
                    </a:lnTo>
                    <a:lnTo>
                      <a:pt x="83" y="75"/>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54" name="Google Shape;1654;p206"/>
              <p:cNvSpPr/>
              <p:nvPr/>
            </p:nvSpPr>
            <p:spPr>
              <a:xfrm>
                <a:off x="5250" y="2658"/>
                <a:ext cx="142" cy="291"/>
              </a:xfrm>
              <a:custGeom>
                <a:avLst/>
                <a:gdLst/>
                <a:ahLst/>
                <a:cxnLst/>
                <a:rect l="l" t="t" r="r" b="b"/>
                <a:pathLst>
                  <a:path w="142" h="291" extrusionOk="0">
                    <a:moveTo>
                      <a:pt x="102" y="291"/>
                    </a:moveTo>
                    <a:lnTo>
                      <a:pt x="102" y="291"/>
                    </a:lnTo>
                    <a:lnTo>
                      <a:pt x="121" y="256"/>
                    </a:lnTo>
                    <a:lnTo>
                      <a:pt x="111" y="227"/>
                    </a:lnTo>
                    <a:lnTo>
                      <a:pt x="102" y="206"/>
                    </a:lnTo>
                    <a:lnTo>
                      <a:pt x="102" y="190"/>
                    </a:lnTo>
                    <a:lnTo>
                      <a:pt x="92" y="161"/>
                    </a:lnTo>
                    <a:lnTo>
                      <a:pt x="92" y="142"/>
                    </a:lnTo>
                    <a:lnTo>
                      <a:pt x="130" y="123"/>
                    </a:lnTo>
                    <a:lnTo>
                      <a:pt x="142" y="104"/>
                    </a:lnTo>
                    <a:lnTo>
                      <a:pt x="130" y="104"/>
                    </a:lnTo>
                    <a:lnTo>
                      <a:pt x="111" y="95"/>
                    </a:lnTo>
                    <a:lnTo>
                      <a:pt x="111" y="85"/>
                    </a:lnTo>
                    <a:lnTo>
                      <a:pt x="111" y="76"/>
                    </a:lnTo>
                    <a:lnTo>
                      <a:pt x="102" y="66"/>
                    </a:lnTo>
                    <a:lnTo>
                      <a:pt x="92" y="66"/>
                    </a:lnTo>
                    <a:lnTo>
                      <a:pt x="102" y="19"/>
                    </a:lnTo>
                    <a:lnTo>
                      <a:pt x="92" y="0"/>
                    </a:lnTo>
                    <a:lnTo>
                      <a:pt x="80" y="0"/>
                    </a:lnTo>
                    <a:lnTo>
                      <a:pt x="80" y="19"/>
                    </a:lnTo>
                    <a:lnTo>
                      <a:pt x="62" y="19"/>
                    </a:lnTo>
                    <a:lnTo>
                      <a:pt x="50" y="29"/>
                    </a:lnTo>
                    <a:lnTo>
                      <a:pt x="31" y="66"/>
                    </a:lnTo>
                    <a:lnTo>
                      <a:pt x="19" y="76"/>
                    </a:lnTo>
                    <a:lnTo>
                      <a:pt x="10" y="95"/>
                    </a:lnTo>
                    <a:lnTo>
                      <a:pt x="10" y="104"/>
                    </a:lnTo>
                    <a:lnTo>
                      <a:pt x="0" y="114"/>
                    </a:lnTo>
                    <a:lnTo>
                      <a:pt x="19" y="133"/>
                    </a:lnTo>
                    <a:lnTo>
                      <a:pt x="31" y="152"/>
                    </a:lnTo>
                    <a:lnTo>
                      <a:pt x="40" y="180"/>
                    </a:lnTo>
                    <a:lnTo>
                      <a:pt x="31" y="190"/>
                    </a:lnTo>
                    <a:lnTo>
                      <a:pt x="50" y="199"/>
                    </a:lnTo>
                    <a:lnTo>
                      <a:pt x="71" y="180"/>
                    </a:lnTo>
                    <a:lnTo>
                      <a:pt x="80" y="190"/>
                    </a:lnTo>
                    <a:lnTo>
                      <a:pt x="102" y="246"/>
                    </a:lnTo>
                    <a:lnTo>
                      <a:pt x="102" y="291"/>
                    </a:lnTo>
                    <a:lnTo>
                      <a:pt x="102" y="291"/>
                    </a:lnTo>
                    <a:lnTo>
                      <a:pt x="102" y="29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55" name="Google Shape;1655;p206"/>
              <p:cNvSpPr/>
              <p:nvPr/>
            </p:nvSpPr>
            <p:spPr>
              <a:xfrm>
                <a:off x="5250" y="2658"/>
                <a:ext cx="142" cy="291"/>
              </a:xfrm>
              <a:custGeom>
                <a:avLst/>
                <a:gdLst/>
                <a:ahLst/>
                <a:cxnLst/>
                <a:rect l="l" t="t" r="r" b="b"/>
                <a:pathLst>
                  <a:path w="142" h="291" extrusionOk="0">
                    <a:moveTo>
                      <a:pt x="102" y="291"/>
                    </a:moveTo>
                    <a:lnTo>
                      <a:pt x="102" y="291"/>
                    </a:lnTo>
                    <a:lnTo>
                      <a:pt x="121" y="256"/>
                    </a:lnTo>
                    <a:lnTo>
                      <a:pt x="111" y="227"/>
                    </a:lnTo>
                    <a:lnTo>
                      <a:pt x="102" y="206"/>
                    </a:lnTo>
                    <a:lnTo>
                      <a:pt x="102" y="190"/>
                    </a:lnTo>
                    <a:lnTo>
                      <a:pt x="92" y="161"/>
                    </a:lnTo>
                    <a:lnTo>
                      <a:pt x="92" y="142"/>
                    </a:lnTo>
                    <a:lnTo>
                      <a:pt x="130" y="123"/>
                    </a:lnTo>
                    <a:lnTo>
                      <a:pt x="142" y="104"/>
                    </a:lnTo>
                    <a:lnTo>
                      <a:pt x="130" y="104"/>
                    </a:lnTo>
                    <a:lnTo>
                      <a:pt x="111" y="95"/>
                    </a:lnTo>
                    <a:lnTo>
                      <a:pt x="111" y="85"/>
                    </a:lnTo>
                    <a:lnTo>
                      <a:pt x="111" y="76"/>
                    </a:lnTo>
                    <a:lnTo>
                      <a:pt x="102" y="66"/>
                    </a:lnTo>
                    <a:lnTo>
                      <a:pt x="92" y="66"/>
                    </a:lnTo>
                    <a:lnTo>
                      <a:pt x="102" y="19"/>
                    </a:lnTo>
                    <a:lnTo>
                      <a:pt x="92" y="0"/>
                    </a:lnTo>
                    <a:lnTo>
                      <a:pt x="80" y="0"/>
                    </a:lnTo>
                    <a:lnTo>
                      <a:pt x="80" y="19"/>
                    </a:lnTo>
                    <a:lnTo>
                      <a:pt x="62" y="19"/>
                    </a:lnTo>
                    <a:lnTo>
                      <a:pt x="50" y="29"/>
                    </a:lnTo>
                    <a:lnTo>
                      <a:pt x="31" y="66"/>
                    </a:lnTo>
                    <a:lnTo>
                      <a:pt x="19" y="76"/>
                    </a:lnTo>
                    <a:lnTo>
                      <a:pt x="10" y="95"/>
                    </a:lnTo>
                    <a:lnTo>
                      <a:pt x="10" y="104"/>
                    </a:lnTo>
                    <a:lnTo>
                      <a:pt x="0" y="114"/>
                    </a:lnTo>
                    <a:lnTo>
                      <a:pt x="19" y="133"/>
                    </a:lnTo>
                    <a:lnTo>
                      <a:pt x="31" y="152"/>
                    </a:lnTo>
                    <a:lnTo>
                      <a:pt x="40" y="180"/>
                    </a:lnTo>
                    <a:lnTo>
                      <a:pt x="31" y="190"/>
                    </a:lnTo>
                    <a:lnTo>
                      <a:pt x="50" y="199"/>
                    </a:lnTo>
                    <a:lnTo>
                      <a:pt x="71" y="180"/>
                    </a:lnTo>
                    <a:lnTo>
                      <a:pt x="80" y="190"/>
                    </a:lnTo>
                    <a:lnTo>
                      <a:pt x="102" y="246"/>
                    </a:lnTo>
                    <a:lnTo>
                      <a:pt x="102" y="291"/>
                    </a:lnTo>
                    <a:lnTo>
                      <a:pt x="102" y="291"/>
                    </a:lnTo>
                    <a:lnTo>
                      <a:pt x="102" y="29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56" name="Google Shape;1656;p206"/>
              <p:cNvSpPr/>
              <p:nvPr/>
            </p:nvSpPr>
            <p:spPr>
              <a:xfrm>
                <a:off x="5383" y="2751"/>
                <a:ext cx="111" cy="134"/>
              </a:xfrm>
              <a:custGeom>
                <a:avLst/>
                <a:gdLst/>
                <a:ahLst/>
                <a:cxnLst/>
                <a:rect l="l" t="t" r="r" b="b"/>
                <a:pathLst>
                  <a:path w="111" h="134" extrusionOk="0">
                    <a:moveTo>
                      <a:pt x="111" y="125"/>
                    </a:moveTo>
                    <a:lnTo>
                      <a:pt x="111" y="125"/>
                    </a:lnTo>
                    <a:lnTo>
                      <a:pt x="111" y="106"/>
                    </a:lnTo>
                    <a:lnTo>
                      <a:pt x="92" y="87"/>
                    </a:lnTo>
                    <a:lnTo>
                      <a:pt x="92" y="78"/>
                    </a:lnTo>
                    <a:lnTo>
                      <a:pt x="52" y="49"/>
                    </a:lnTo>
                    <a:lnTo>
                      <a:pt x="70" y="40"/>
                    </a:lnTo>
                    <a:lnTo>
                      <a:pt x="61" y="28"/>
                    </a:lnTo>
                    <a:lnTo>
                      <a:pt x="40" y="18"/>
                    </a:lnTo>
                    <a:lnTo>
                      <a:pt x="30" y="0"/>
                    </a:lnTo>
                    <a:lnTo>
                      <a:pt x="21" y="0"/>
                    </a:lnTo>
                    <a:lnTo>
                      <a:pt x="21" y="18"/>
                    </a:lnTo>
                    <a:lnTo>
                      <a:pt x="9" y="18"/>
                    </a:lnTo>
                    <a:lnTo>
                      <a:pt x="9" y="11"/>
                    </a:lnTo>
                    <a:lnTo>
                      <a:pt x="0" y="28"/>
                    </a:lnTo>
                    <a:lnTo>
                      <a:pt x="0" y="40"/>
                    </a:lnTo>
                    <a:lnTo>
                      <a:pt x="9" y="49"/>
                    </a:lnTo>
                    <a:lnTo>
                      <a:pt x="9" y="78"/>
                    </a:lnTo>
                    <a:lnTo>
                      <a:pt x="30" y="68"/>
                    </a:lnTo>
                    <a:lnTo>
                      <a:pt x="52" y="59"/>
                    </a:lnTo>
                    <a:lnTo>
                      <a:pt x="61" y="78"/>
                    </a:lnTo>
                    <a:lnTo>
                      <a:pt x="70" y="97"/>
                    </a:lnTo>
                    <a:lnTo>
                      <a:pt x="80" y="106"/>
                    </a:lnTo>
                    <a:lnTo>
                      <a:pt x="80" y="125"/>
                    </a:lnTo>
                    <a:lnTo>
                      <a:pt x="92" y="134"/>
                    </a:lnTo>
                    <a:lnTo>
                      <a:pt x="92" y="125"/>
                    </a:lnTo>
                    <a:lnTo>
                      <a:pt x="111" y="125"/>
                    </a:lnTo>
                    <a:lnTo>
                      <a:pt x="111" y="125"/>
                    </a:lnTo>
                    <a:lnTo>
                      <a:pt x="111" y="12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57" name="Google Shape;1657;p206"/>
              <p:cNvSpPr/>
              <p:nvPr/>
            </p:nvSpPr>
            <p:spPr>
              <a:xfrm>
                <a:off x="5383" y="2751"/>
                <a:ext cx="111" cy="134"/>
              </a:xfrm>
              <a:custGeom>
                <a:avLst/>
                <a:gdLst/>
                <a:ahLst/>
                <a:cxnLst/>
                <a:rect l="l" t="t" r="r" b="b"/>
                <a:pathLst>
                  <a:path w="111" h="134" extrusionOk="0">
                    <a:moveTo>
                      <a:pt x="111" y="125"/>
                    </a:moveTo>
                    <a:lnTo>
                      <a:pt x="111" y="125"/>
                    </a:lnTo>
                    <a:lnTo>
                      <a:pt x="111" y="106"/>
                    </a:lnTo>
                    <a:lnTo>
                      <a:pt x="92" y="87"/>
                    </a:lnTo>
                    <a:lnTo>
                      <a:pt x="92" y="78"/>
                    </a:lnTo>
                    <a:lnTo>
                      <a:pt x="52" y="49"/>
                    </a:lnTo>
                    <a:lnTo>
                      <a:pt x="70" y="40"/>
                    </a:lnTo>
                    <a:lnTo>
                      <a:pt x="61" y="28"/>
                    </a:lnTo>
                    <a:lnTo>
                      <a:pt x="40" y="18"/>
                    </a:lnTo>
                    <a:lnTo>
                      <a:pt x="30" y="0"/>
                    </a:lnTo>
                    <a:lnTo>
                      <a:pt x="21" y="0"/>
                    </a:lnTo>
                    <a:lnTo>
                      <a:pt x="21" y="18"/>
                    </a:lnTo>
                    <a:lnTo>
                      <a:pt x="9" y="18"/>
                    </a:lnTo>
                    <a:lnTo>
                      <a:pt x="9" y="11"/>
                    </a:lnTo>
                    <a:lnTo>
                      <a:pt x="0" y="28"/>
                    </a:lnTo>
                    <a:lnTo>
                      <a:pt x="0" y="40"/>
                    </a:lnTo>
                    <a:lnTo>
                      <a:pt x="9" y="49"/>
                    </a:lnTo>
                    <a:lnTo>
                      <a:pt x="9" y="78"/>
                    </a:lnTo>
                    <a:lnTo>
                      <a:pt x="30" y="68"/>
                    </a:lnTo>
                    <a:lnTo>
                      <a:pt x="52" y="59"/>
                    </a:lnTo>
                    <a:lnTo>
                      <a:pt x="61" y="78"/>
                    </a:lnTo>
                    <a:lnTo>
                      <a:pt x="70" y="97"/>
                    </a:lnTo>
                    <a:lnTo>
                      <a:pt x="80" y="106"/>
                    </a:lnTo>
                    <a:lnTo>
                      <a:pt x="80" y="125"/>
                    </a:lnTo>
                    <a:lnTo>
                      <a:pt x="92" y="134"/>
                    </a:lnTo>
                    <a:lnTo>
                      <a:pt x="92" y="125"/>
                    </a:lnTo>
                    <a:lnTo>
                      <a:pt x="111" y="125"/>
                    </a:lnTo>
                    <a:lnTo>
                      <a:pt x="111" y="125"/>
                    </a:lnTo>
                    <a:lnTo>
                      <a:pt x="111" y="125"/>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58" name="Google Shape;1658;p206"/>
              <p:cNvSpPr/>
              <p:nvPr/>
            </p:nvSpPr>
            <p:spPr>
              <a:xfrm>
                <a:off x="5413" y="2743"/>
                <a:ext cx="111" cy="216"/>
              </a:xfrm>
              <a:custGeom>
                <a:avLst/>
                <a:gdLst/>
                <a:ahLst/>
                <a:cxnLst/>
                <a:rect l="l" t="t" r="r" b="b"/>
                <a:pathLst>
                  <a:path w="111" h="216" extrusionOk="0">
                    <a:moveTo>
                      <a:pt x="0" y="10"/>
                    </a:moveTo>
                    <a:lnTo>
                      <a:pt x="0" y="10"/>
                    </a:lnTo>
                    <a:lnTo>
                      <a:pt x="0" y="0"/>
                    </a:lnTo>
                    <a:lnTo>
                      <a:pt x="10" y="10"/>
                    </a:lnTo>
                    <a:lnTo>
                      <a:pt x="50" y="0"/>
                    </a:lnTo>
                    <a:lnTo>
                      <a:pt x="71" y="0"/>
                    </a:lnTo>
                    <a:lnTo>
                      <a:pt x="71" y="19"/>
                    </a:lnTo>
                    <a:lnTo>
                      <a:pt x="93" y="19"/>
                    </a:lnTo>
                    <a:lnTo>
                      <a:pt x="71" y="29"/>
                    </a:lnTo>
                    <a:lnTo>
                      <a:pt x="62" y="48"/>
                    </a:lnTo>
                    <a:lnTo>
                      <a:pt x="50" y="55"/>
                    </a:lnTo>
                    <a:lnTo>
                      <a:pt x="102" y="121"/>
                    </a:lnTo>
                    <a:lnTo>
                      <a:pt x="111" y="140"/>
                    </a:lnTo>
                    <a:lnTo>
                      <a:pt x="102" y="178"/>
                    </a:lnTo>
                    <a:lnTo>
                      <a:pt x="81" y="187"/>
                    </a:lnTo>
                    <a:lnTo>
                      <a:pt x="71" y="187"/>
                    </a:lnTo>
                    <a:lnTo>
                      <a:pt x="62" y="206"/>
                    </a:lnTo>
                    <a:lnTo>
                      <a:pt x="40" y="216"/>
                    </a:lnTo>
                    <a:lnTo>
                      <a:pt x="40" y="197"/>
                    </a:lnTo>
                    <a:lnTo>
                      <a:pt x="31" y="187"/>
                    </a:lnTo>
                    <a:lnTo>
                      <a:pt x="50" y="178"/>
                    </a:lnTo>
                    <a:lnTo>
                      <a:pt x="62" y="169"/>
                    </a:lnTo>
                    <a:lnTo>
                      <a:pt x="81" y="159"/>
                    </a:lnTo>
                    <a:lnTo>
                      <a:pt x="81" y="133"/>
                    </a:lnTo>
                    <a:lnTo>
                      <a:pt x="81" y="112"/>
                    </a:lnTo>
                    <a:lnTo>
                      <a:pt x="62" y="93"/>
                    </a:lnTo>
                    <a:lnTo>
                      <a:pt x="62" y="83"/>
                    </a:lnTo>
                    <a:lnTo>
                      <a:pt x="22" y="55"/>
                    </a:lnTo>
                    <a:lnTo>
                      <a:pt x="40" y="48"/>
                    </a:lnTo>
                    <a:lnTo>
                      <a:pt x="31" y="38"/>
                    </a:lnTo>
                    <a:lnTo>
                      <a:pt x="10" y="29"/>
                    </a:lnTo>
                    <a:lnTo>
                      <a:pt x="0" y="10"/>
                    </a:lnTo>
                    <a:lnTo>
                      <a:pt x="0" y="10"/>
                    </a:lnTo>
                    <a:lnTo>
                      <a:pt x="0" y="1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59" name="Google Shape;1659;p206"/>
              <p:cNvSpPr/>
              <p:nvPr/>
            </p:nvSpPr>
            <p:spPr>
              <a:xfrm>
                <a:off x="5413" y="2743"/>
                <a:ext cx="111" cy="216"/>
              </a:xfrm>
              <a:custGeom>
                <a:avLst/>
                <a:gdLst/>
                <a:ahLst/>
                <a:cxnLst/>
                <a:rect l="l" t="t" r="r" b="b"/>
                <a:pathLst>
                  <a:path w="111" h="216" extrusionOk="0">
                    <a:moveTo>
                      <a:pt x="0" y="10"/>
                    </a:moveTo>
                    <a:lnTo>
                      <a:pt x="0" y="10"/>
                    </a:lnTo>
                    <a:lnTo>
                      <a:pt x="0" y="0"/>
                    </a:lnTo>
                    <a:lnTo>
                      <a:pt x="10" y="10"/>
                    </a:lnTo>
                    <a:lnTo>
                      <a:pt x="50" y="0"/>
                    </a:lnTo>
                    <a:lnTo>
                      <a:pt x="71" y="0"/>
                    </a:lnTo>
                    <a:lnTo>
                      <a:pt x="71" y="19"/>
                    </a:lnTo>
                    <a:lnTo>
                      <a:pt x="93" y="19"/>
                    </a:lnTo>
                    <a:lnTo>
                      <a:pt x="71" y="29"/>
                    </a:lnTo>
                    <a:lnTo>
                      <a:pt x="62" y="48"/>
                    </a:lnTo>
                    <a:lnTo>
                      <a:pt x="50" y="55"/>
                    </a:lnTo>
                    <a:lnTo>
                      <a:pt x="102" y="121"/>
                    </a:lnTo>
                    <a:lnTo>
                      <a:pt x="111" y="140"/>
                    </a:lnTo>
                    <a:lnTo>
                      <a:pt x="102" y="178"/>
                    </a:lnTo>
                    <a:lnTo>
                      <a:pt x="81" y="187"/>
                    </a:lnTo>
                    <a:lnTo>
                      <a:pt x="71" y="187"/>
                    </a:lnTo>
                    <a:lnTo>
                      <a:pt x="62" y="206"/>
                    </a:lnTo>
                    <a:lnTo>
                      <a:pt x="40" y="216"/>
                    </a:lnTo>
                    <a:lnTo>
                      <a:pt x="40" y="197"/>
                    </a:lnTo>
                    <a:lnTo>
                      <a:pt x="31" y="187"/>
                    </a:lnTo>
                    <a:lnTo>
                      <a:pt x="50" y="178"/>
                    </a:lnTo>
                    <a:lnTo>
                      <a:pt x="62" y="169"/>
                    </a:lnTo>
                    <a:lnTo>
                      <a:pt x="81" y="159"/>
                    </a:lnTo>
                    <a:lnTo>
                      <a:pt x="81" y="133"/>
                    </a:lnTo>
                    <a:lnTo>
                      <a:pt x="81" y="112"/>
                    </a:lnTo>
                    <a:lnTo>
                      <a:pt x="62" y="93"/>
                    </a:lnTo>
                    <a:lnTo>
                      <a:pt x="62" y="83"/>
                    </a:lnTo>
                    <a:lnTo>
                      <a:pt x="22" y="55"/>
                    </a:lnTo>
                    <a:lnTo>
                      <a:pt x="40" y="48"/>
                    </a:lnTo>
                    <a:lnTo>
                      <a:pt x="31" y="38"/>
                    </a:lnTo>
                    <a:lnTo>
                      <a:pt x="10" y="29"/>
                    </a:lnTo>
                    <a:lnTo>
                      <a:pt x="0" y="10"/>
                    </a:lnTo>
                    <a:lnTo>
                      <a:pt x="0" y="10"/>
                    </a:lnTo>
                    <a:lnTo>
                      <a:pt x="0" y="1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60" name="Google Shape;1660;p206"/>
              <p:cNvSpPr/>
              <p:nvPr/>
            </p:nvSpPr>
            <p:spPr>
              <a:xfrm>
                <a:off x="5383" y="2987"/>
                <a:ext cx="61" cy="86"/>
              </a:xfrm>
              <a:custGeom>
                <a:avLst/>
                <a:gdLst/>
                <a:ahLst/>
                <a:cxnLst/>
                <a:rect l="l" t="t" r="r" b="b"/>
                <a:pathLst>
                  <a:path w="61" h="86" extrusionOk="0">
                    <a:moveTo>
                      <a:pt x="30" y="10"/>
                    </a:moveTo>
                    <a:lnTo>
                      <a:pt x="30" y="10"/>
                    </a:lnTo>
                    <a:lnTo>
                      <a:pt x="21" y="19"/>
                    </a:lnTo>
                    <a:lnTo>
                      <a:pt x="9" y="10"/>
                    </a:lnTo>
                    <a:lnTo>
                      <a:pt x="0" y="0"/>
                    </a:lnTo>
                    <a:lnTo>
                      <a:pt x="0" y="10"/>
                    </a:lnTo>
                    <a:lnTo>
                      <a:pt x="0" y="38"/>
                    </a:lnTo>
                    <a:lnTo>
                      <a:pt x="21" y="57"/>
                    </a:lnTo>
                    <a:lnTo>
                      <a:pt x="52" y="86"/>
                    </a:lnTo>
                    <a:lnTo>
                      <a:pt x="61" y="86"/>
                    </a:lnTo>
                    <a:lnTo>
                      <a:pt x="52" y="57"/>
                    </a:lnTo>
                    <a:lnTo>
                      <a:pt x="52" y="29"/>
                    </a:lnTo>
                    <a:lnTo>
                      <a:pt x="30" y="10"/>
                    </a:lnTo>
                    <a:lnTo>
                      <a:pt x="30" y="10"/>
                    </a:lnTo>
                    <a:lnTo>
                      <a:pt x="30" y="1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61" name="Google Shape;1661;p206"/>
              <p:cNvSpPr/>
              <p:nvPr/>
            </p:nvSpPr>
            <p:spPr>
              <a:xfrm>
                <a:off x="5383" y="2987"/>
                <a:ext cx="61" cy="86"/>
              </a:xfrm>
              <a:custGeom>
                <a:avLst/>
                <a:gdLst/>
                <a:ahLst/>
                <a:cxnLst/>
                <a:rect l="l" t="t" r="r" b="b"/>
                <a:pathLst>
                  <a:path w="61" h="86" extrusionOk="0">
                    <a:moveTo>
                      <a:pt x="30" y="10"/>
                    </a:moveTo>
                    <a:lnTo>
                      <a:pt x="30" y="10"/>
                    </a:lnTo>
                    <a:lnTo>
                      <a:pt x="21" y="19"/>
                    </a:lnTo>
                    <a:lnTo>
                      <a:pt x="9" y="10"/>
                    </a:lnTo>
                    <a:lnTo>
                      <a:pt x="0" y="0"/>
                    </a:lnTo>
                    <a:lnTo>
                      <a:pt x="0" y="10"/>
                    </a:lnTo>
                    <a:lnTo>
                      <a:pt x="0" y="38"/>
                    </a:lnTo>
                    <a:lnTo>
                      <a:pt x="21" y="57"/>
                    </a:lnTo>
                    <a:lnTo>
                      <a:pt x="52" y="86"/>
                    </a:lnTo>
                    <a:lnTo>
                      <a:pt x="61" y="86"/>
                    </a:lnTo>
                    <a:lnTo>
                      <a:pt x="52" y="57"/>
                    </a:lnTo>
                    <a:lnTo>
                      <a:pt x="52" y="29"/>
                    </a:lnTo>
                    <a:lnTo>
                      <a:pt x="30" y="10"/>
                    </a:lnTo>
                    <a:lnTo>
                      <a:pt x="30" y="10"/>
                    </a:lnTo>
                    <a:lnTo>
                      <a:pt x="30" y="1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62" name="Google Shape;1662;p206"/>
              <p:cNvSpPr/>
              <p:nvPr/>
            </p:nvSpPr>
            <p:spPr>
              <a:xfrm>
                <a:off x="5342" y="2779"/>
                <a:ext cx="121" cy="227"/>
              </a:xfrm>
              <a:custGeom>
                <a:avLst/>
                <a:gdLst/>
                <a:ahLst/>
                <a:cxnLst/>
                <a:rect l="l" t="t" r="r" b="b"/>
                <a:pathLst>
                  <a:path w="121" h="227" extrusionOk="0">
                    <a:moveTo>
                      <a:pt x="41" y="0"/>
                    </a:moveTo>
                    <a:lnTo>
                      <a:pt x="41" y="0"/>
                    </a:lnTo>
                    <a:lnTo>
                      <a:pt x="0" y="19"/>
                    </a:lnTo>
                    <a:lnTo>
                      <a:pt x="0" y="40"/>
                    </a:lnTo>
                    <a:lnTo>
                      <a:pt x="10" y="69"/>
                    </a:lnTo>
                    <a:lnTo>
                      <a:pt x="10" y="85"/>
                    </a:lnTo>
                    <a:lnTo>
                      <a:pt x="22" y="106"/>
                    </a:lnTo>
                    <a:lnTo>
                      <a:pt x="31" y="135"/>
                    </a:lnTo>
                    <a:lnTo>
                      <a:pt x="10" y="170"/>
                    </a:lnTo>
                    <a:lnTo>
                      <a:pt x="10" y="182"/>
                    </a:lnTo>
                    <a:lnTo>
                      <a:pt x="10" y="192"/>
                    </a:lnTo>
                    <a:lnTo>
                      <a:pt x="41" y="220"/>
                    </a:lnTo>
                    <a:lnTo>
                      <a:pt x="41" y="211"/>
                    </a:lnTo>
                    <a:lnTo>
                      <a:pt x="52" y="220"/>
                    </a:lnTo>
                    <a:lnTo>
                      <a:pt x="62" y="227"/>
                    </a:lnTo>
                    <a:lnTo>
                      <a:pt x="71" y="220"/>
                    </a:lnTo>
                    <a:lnTo>
                      <a:pt x="62" y="211"/>
                    </a:lnTo>
                    <a:lnTo>
                      <a:pt x="41" y="211"/>
                    </a:lnTo>
                    <a:lnTo>
                      <a:pt x="31" y="170"/>
                    </a:lnTo>
                    <a:lnTo>
                      <a:pt x="22" y="170"/>
                    </a:lnTo>
                    <a:lnTo>
                      <a:pt x="22" y="163"/>
                    </a:lnTo>
                    <a:lnTo>
                      <a:pt x="31" y="135"/>
                    </a:lnTo>
                    <a:lnTo>
                      <a:pt x="31" y="114"/>
                    </a:lnTo>
                    <a:lnTo>
                      <a:pt x="52" y="114"/>
                    </a:lnTo>
                    <a:lnTo>
                      <a:pt x="52" y="125"/>
                    </a:lnTo>
                    <a:lnTo>
                      <a:pt x="62" y="125"/>
                    </a:lnTo>
                    <a:lnTo>
                      <a:pt x="81" y="142"/>
                    </a:lnTo>
                    <a:lnTo>
                      <a:pt x="81" y="135"/>
                    </a:lnTo>
                    <a:lnTo>
                      <a:pt x="71" y="114"/>
                    </a:lnTo>
                    <a:lnTo>
                      <a:pt x="81" y="97"/>
                    </a:lnTo>
                    <a:lnTo>
                      <a:pt x="121" y="97"/>
                    </a:lnTo>
                    <a:lnTo>
                      <a:pt x="121" y="78"/>
                    </a:lnTo>
                    <a:lnTo>
                      <a:pt x="111" y="69"/>
                    </a:lnTo>
                    <a:lnTo>
                      <a:pt x="102" y="50"/>
                    </a:lnTo>
                    <a:lnTo>
                      <a:pt x="93" y="28"/>
                    </a:lnTo>
                    <a:lnTo>
                      <a:pt x="71" y="40"/>
                    </a:lnTo>
                    <a:lnTo>
                      <a:pt x="52" y="50"/>
                    </a:lnTo>
                    <a:lnTo>
                      <a:pt x="52" y="19"/>
                    </a:lnTo>
                    <a:lnTo>
                      <a:pt x="41" y="12"/>
                    </a:lnTo>
                    <a:lnTo>
                      <a:pt x="41" y="0"/>
                    </a:lnTo>
                    <a:lnTo>
                      <a:pt x="41" y="0"/>
                    </a:lnTo>
                    <a:lnTo>
                      <a:pt x="41"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63" name="Google Shape;1663;p206"/>
              <p:cNvSpPr/>
              <p:nvPr/>
            </p:nvSpPr>
            <p:spPr>
              <a:xfrm>
                <a:off x="5342" y="2779"/>
                <a:ext cx="121" cy="227"/>
              </a:xfrm>
              <a:custGeom>
                <a:avLst/>
                <a:gdLst/>
                <a:ahLst/>
                <a:cxnLst/>
                <a:rect l="l" t="t" r="r" b="b"/>
                <a:pathLst>
                  <a:path w="121" h="227" extrusionOk="0">
                    <a:moveTo>
                      <a:pt x="41" y="0"/>
                    </a:moveTo>
                    <a:lnTo>
                      <a:pt x="41" y="0"/>
                    </a:lnTo>
                    <a:lnTo>
                      <a:pt x="0" y="19"/>
                    </a:lnTo>
                    <a:lnTo>
                      <a:pt x="0" y="40"/>
                    </a:lnTo>
                    <a:lnTo>
                      <a:pt x="10" y="69"/>
                    </a:lnTo>
                    <a:lnTo>
                      <a:pt x="10" y="85"/>
                    </a:lnTo>
                    <a:lnTo>
                      <a:pt x="22" y="106"/>
                    </a:lnTo>
                    <a:lnTo>
                      <a:pt x="31" y="135"/>
                    </a:lnTo>
                    <a:lnTo>
                      <a:pt x="10" y="170"/>
                    </a:lnTo>
                    <a:lnTo>
                      <a:pt x="10" y="182"/>
                    </a:lnTo>
                    <a:lnTo>
                      <a:pt x="10" y="192"/>
                    </a:lnTo>
                    <a:lnTo>
                      <a:pt x="41" y="220"/>
                    </a:lnTo>
                    <a:lnTo>
                      <a:pt x="41" y="211"/>
                    </a:lnTo>
                    <a:lnTo>
                      <a:pt x="52" y="220"/>
                    </a:lnTo>
                    <a:lnTo>
                      <a:pt x="62" y="227"/>
                    </a:lnTo>
                    <a:lnTo>
                      <a:pt x="71" y="220"/>
                    </a:lnTo>
                    <a:lnTo>
                      <a:pt x="62" y="211"/>
                    </a:lnTo>
                    <a:lnTo>
                      <a:pt x="41" y="211"/>
                    </a:lnTo>
                    <a:lnTo>
                      <a:pt x="31" y="170"/>
                    </a:lnTo>
                    <a:lnTo>
                      <a:pt x="22" y="170"/>
                    </a:lnTo>
                    <a:lnTo>
                      <a:pt x="22" y="163"/>
                    </a:lnTo>
                    <a:lnTo>
                      <a:pt x="31" y="135"/>
                    </a:lnTo>
                    <a:lnTo>
                      <a:pt x="31" y="114"/>
                    </a:lnTo>
                    <a:lnTo>
                      <a:pt x="52" y="114"/>
                    </a:lnTo>
                    <a:lnTo>
                      <a:pt x="52" y="125"/>
                    </a:lnTo>
                    <a:lnTo>
                      <a:pt x="62" y="125"/>
                    </a:lnTo>
                    <a:lnTo>
                      <a:pt x="81" y="142"/>
                    </a:lnTo>
                    <a:lnTo>
                      <a:pt x="81" y="135"/>
                    </a:lnTo>
                    <a:lnTo>
                      <a:pt x="71" y="114"/>
                    </a:lnTo>
                    <a:lnTo>
                      <a:pt x="81" y="97"/>
                    </a:lnTo>
                    <a:lnTo>
                      <a:pt x="121" y="97"/>
                    </a:lnTo>
                    <a:lnTo>
                      <a:pt x="121" y="78"/>
                    </a:lnTo>
                    <a:lnTo>
                      <a:pt x="111" y="69"/>
                    </a:lnTo>
                    <a:lnTo>
                      <a:pt x="102" y="50"/>
                    </a:lnTo>
                    <a:lnTo>
                      <a:pt x="93" y="28"/>
                    </a:lnTo>
                    <a:lnTo>
                      <a:pt x="71" y="40"/>
                    </a:lnTo>
                    <a:lnTo>
                      <a:pt x="52" y="50"/>
                    </a:lnTo>
                    <a:lnTo>
                      <a:pt x="52" y="19"/>
                    </a:lnTo>
                    <a:lnTo>
                      <a:pt x="41" y="12"/>
                    </a:lnTo>
                    <a:lnTo>
                      <a:pt x="41" y="0"/>
                    </a:lnTo>
                    <a:lnTo>
                      <a:pt x="41" y="0"/>
                    </a:lnTo>
                    <a:lnTo>
                      <a:pt x="41"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64" name="Google Shape;1664;p206"/>
              <p:cNvSpPr/>
              <p:nvPr/>
            </p:nvSpPr>
            <p:spPr>
              <a:xfrm>
                <a:off x="5200" y="2658"/>
                <a:ext cx="48" cy="17"/>
              </a:xfrm>
              <a:custGeom>
                <a:avLst/>
                <a:gdLst/>
                <a:ahLst/>
                <a:cxnLst/>
                <a:rect l="l" t="t" r="r" b="b"/>
                <a:pathLst>
                  <a:path w="48" h="17" extrusionOk="0">
                    <a:moveTo>
                      <a:pt x="38" y="0"/>
                    </a:moveTo>
                    <a:lnTo>
                      <a:pt x="38" y="0"/>
                    </a:lnTo>
                    <a:lnTo>
                      <a:pt x="10" y="0"/>
                    </a:lnTo>
                    <a:lnTo>
                      <a:pt x="0" y="7"/>
                    </a:lnTo>
                    <a:lnTo>
                      <a:pt x="0" y="17"/>
                    </a:lnTo>
                    <a:lnTo>
                      <a:pt x="38" y="17"/>
                    </a:lnTo>
                    <a:lnTo>
                      <a:pt x="48" y="17"/>
                    </a:lnTo>
                    <a:lnTo>
                      <a:pt x="38" y="0"/>
                    </a:lnTo>
                    <a:lnTo>
                      <a:pt x="38" y="0"/>
                    </a:lnTo>
                    <a:lnTo>
                      <a:pt x="38"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65" name="Google Shape;1665;p206"/>
              <p:cNvSpPr/>
              <p:nvPr/>
            </p:nvSpPr>
            <p:spPr>
              <a:xfrm>
                <a:off x="5200" y="2658"/>
                <a:ext cx="48" cy="17"/>
              </a:xfrm>
              <a:custGeom>
                <a:avLst/>
                <a:gdLst/>
                <a:ahLst/>
                <a:cxnLst/>
                <a:rect l="l" t="t" r="r" b="b"/>
                <a:pathLst>
                  <a:path w="48" h="17" extrusionOk="0">
                    <a:moveTo>
                      <a:pt x="38" y="0"/>
                    </a:moveTo>
                    <a:lnTo>
                      <a:pt x="38" y="0"/>
                    </a:lnTo>
                    <a:lnTo>
                      <a:pt x="10" y="0"/>
                    </a:lnTo>
                    <a:lnTo>
                      <a:pt x="0" y="7"/>
                    </a:lnTo>
                    <a:lnTo>
                      <a:pt x="0" y="17"/>
                    </a:lnTo>
                    <a:lnTo>
                      <a:pt x="38" y="17"/>
                    </a:lnTo>
                    <a:lnTo>
                      <a:pt x="48" y="17"/>
                    </a:lnTo>
                    <a:lnTo>
                      <a:pt x="38" y="0"/>
                    </a:lnTo>
                    <a:lnTo>
                      <a:pt x="38" y="0"/>
                    </a:lnTo>
                    <a:lnTo>
                      <a:pt x="38"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66" name="Google Shape;1666;p206"/>
              <p:cNvSpPr/>
              <p:nvPr/>
            </p:nvSpPr>
            <p:spPr>
              <a:xfrm>
                <a:off x="5054" y="2620"/>
                <a:ext cx="125" cy="67"/>
              </a:xfrm>
              <a:custGeom>
                <a:avLst/>
                <a:gdLst/>
                <a:ahLst/>
                <a:cxnLst/>
                <a:rect l="l" t="t" r="r" b="b"/>
                <a:pathLst>
                  <a:path w="125" h="67" extrusionOk="0">
                    <a:moveTo>
                      <a:pt x="12" y="0"/>
                    </a:moveTo>
                    <a:lnTo>
                      <a:pt x="12" y="0"/>
                    </a:lnTo>
                    <a:lnTo>
                      <a:pt x="0" y="29"/>
                    </a:lnTo>
                    <a:lnTo>
                      <a:pt x="21" y="38"/>
                    </a:lnTo>
                    <a:lnTo>
                      <a:pt x="113" y="67"/>
                    </a:lnTo>
                    <a:lnTo>
                      <a:pt x="125" y="67"/>
                    </a:lnTo>
                    <a:lnTo>
                      <a:pt x="125" y="57"/>
                    </a:lnTo>
                    <a:lnTo>
                      <a:pt x="125" y="38"/>
                    </a:lnTo>
                    <a:lnTo>
                      <a:pt x="94" y="38"/>
                    </a:lnTo>
                    <a:lnTo>
                      <a:pt x="71" y="29"/>
                    </a:lnTo>
                    <a:lnTo>
                      <a:pt x="61" y="19"/>
                    </a:lnTo>
                    <a:lnTo>
                      <a:pt x="52" y="19"/>
                    </a:lnTo>
                    <a:lnTo>
                      <a:pt x="31" y="0"/>
                    </a:lnTo>
                    <a:lnTo>
                      <a:pt x="12" y="0"/>
                    </a:lnTo>
                    <a:lnTo>
                      <a:pt x="12" y="0"/>
                    </a:lnTo>
                    <a:lnTo>
                      <a:pt x="12"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67" name="Google Shape;1667;p206"/>
              <p:cNvSpPr/>
              <p:nvPr/>
            </p:nvSpPr>
            <p:spPr>
              <a:xfrm>
                <a:off x="5054" y="2620"/>
                <a:ext cx="125" cy="67"/>
              </a:xfrm>
              <a:custGeom>
                <a:avLst/>
                <a:gdLst/>
                <a:ahLst/>
                <a:cxnLst/>
                <a:rect l="l" t="t" r="r" b="b"/>
                <a:pathLst>
                  <a:path w="125" h="67" extrusionOk="0">
                    <a:moveTo>
                      <a:pt x="12" y="0"/>
                    </a:moveTo>
                    <a:lnTo>
                      <a:pt x="12" y="0"/>
                    </a:lnTo>
                    <a:lnTo>
                      <a:pt x="0" y="29"/>
                    </a:lnTo>
                    <a:lnTo>
                      <a:pt x="21" y="38"/>
                    </a:lnTo>
                    <a:lnTo>
                      <a:pt x="113" y="67"/>
                    </a:lnTo>
                    <a:lnTo>
                      <a:pt x="125" y="67"/>
                    </a:lnTo>
                    <a:lnTo>
                      <a:pt x="125" y="57"/>
                    </a:lnTo>
                    <a:lnTo>
                      <a:pt x="125" y="38"/>
                    </a:lnTo>
                    <a:lnTo>
                      <a:pt x="94" y="38"/>
                    </a:lnTo>
                    <a:lnTo>
                      <a:pt x="71" y="29"/>
                    </a:lnTo>
                    <a:lnTo>
                      <a:pt x="61" y="19"/>
                    </a:lnTo>
                    <a:lnTo>
                      <a:pt x="52" y="19"/>
                    </a:lnTo>
                    <a:lnTo>
                      <a:pt x="31" y="0"/>
                    </a:lnTo>
                    <a:lnTo>
                      <a:pt x="12" y="0"/>
                    </a:lnTo>
                    <a:lnTo>
                      <a:pt x="12" y="0"/>
                    </a:lnTo>
                    <a:lnTo>
                      <a:pt x="12"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68" name="Google Shape;1668;p206"/>
              <p:cNvSpPr/>
              <p:nvPr/>
            </p:nvSpPr>
            <p:spPr>
              <a:xfrm>
                <a:off x="5804" y="2466"/>
                <a:ext cx="49" cy="79"/>
              </a:xfrm>
              <a:custGeom>
                <a:avLst/>
                <a:gdLst/>
                <a:ahLst/>
                <a:cxnLst/>
                <a:rect l="l" t="t" r="r" b="b"/>
                <a:pathLst>
                  <a:path w="49" h="79" extrusionOk="0">
                    <a:moveTo>
                      <a:pt x="0" y="19"/>
                    </a:moveTo>
                    <a:lnTo>
                      <a:pt x="0" y="19"/>
                    </a:lnTo>
                    <a:lnTo>
                      <a:pt x="28" y="0"/>
                    </a:lnTo>
                    <a:lnTo>
                      <a:pt x="40" y="19"/>
                    </a:lnTo>
                    <a:lnTo>
                      <a:pt x="49" y="50"/>
                    </a:lnTo>
                    <a:lnTo>
                      <a:pt x="40" y="69"/>
                    </a:lnTo>
                    <a:lnTo>
                      <a:pt x="0" y="79"/>
                    </a:lnTo>
                    <a:lnTo>
                      <a:pt x="0" y="69"/>
                    </a:lnTo>
                    <a:lnTo>
                      <a:pt x="0" y="60"/>
                    </a:lnTo>
                    <a:lnTo>
                      <a:pt x="0" y="31"/>
                    </a:lnTo>
                    <a:lnTo>
                      <a:pt x="0" y="19"/>
                    </a:lnTo>
                    <a:lnTo>
                      <a:pt x="0" y="19"/>
                    </a:lnTo>
                    <a:lnTo>
                      <a:pt x="0" y="1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69" name="Google Shape;1669;p206"/>
              <p:cNvSpPr/>
              <p:nvPr/>
            </p:nvSpPr>
            <p:spPr>
              <a:xfrm>
                <a:off x="5804" y="2466"/>
                <a:ext cx="49" cy="79"/>
              </a:xfrm>
              <a:custGeom>
                <a:avLst/>
                <a:gdLst/>
                <a:ahLst/>
                <a:cxnLst/>
                <a:rect l="l" t="t" r="r" b="b"/>
                <a:pathLst>
                  <a:path w="49" h="79" extrusionOk="0">
                    <a:moveTo>
                      <a:pt x="0" y="19"/>
                    </a:moveTo>
                    <a:lnTo>
                      <a:pt x="0" y="19"/>
                    </a:lnTo>
                    <a:lnTo>
                      <a:pt x="28" y="0"/>
                    </a:lnTo>
                    <a:lnTo>
                      <a:pt x="40" y="19"/>
                    </a:lnTo>
                    <a:lnTo>
                      <a:pt x="49" y="50"/>
                    </a:lnTo>
                    <a:lnTo>
                      <a:pt x="40" y="69"/>
                    </a:lnTo>
                    <a:lnTo>
                      <a:pt x="0" y="79"/>
                    </a:lnTo>
                    <a:lnTo>
                      <a:pt x="0" y="69"/>
                    </a:lnTo>
                    <a:lnTo>
                      <a:pt x="0" y="60"/>
                    </a:lnTo>
                    <a:lnTo>
                      <a:pt x="0" y="31"/>
                    </a:lnTo>
                    <a:lnTo>
                      <a:pt x="0" y="19"/>
                    </a:lnTo>
                    <a:lnTo>
                      <a:pt x="0" y="19"/>
                    </a:lnTo>
                    <a:lnTo>
                      <a:pt x="0" y="1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70" name="Google Shape;1670;p206"/>
              <p:cNvSpPr/>
              <p:nvPr/>
            </p:nvSpPr>
            <p:spPr>
              <a:xfrm>
                <a:off x="5773" y="2393"/>
                <a:ext cx="101" cy="95"/>
              </a:xfrm>
              <a:custGeom>
                <a:avLst/>
                <a:gdLst/>
                <a:ahLst/>
                <a:cxnLst/>
                <a:rect l="l" t="t" r="r" b="b"/>
                <a:pathLst>
                  <a:path w="101" h="95" extrusionOk="0">
                    <a:moveTo>
                      <a:pt x="101" y="0"/>
                    </a:moveTo>
                    <a:lnTo>
                      <a:pt x="101" y="0"/>
                    </a:lnTo>
                    <a:lnTo>
                      <a:pt x="90" y="0"/>
                    </a:lnTo>
                    <a:lnTo>
                      <a:pt x="71" y="10"/>
                    </a:lnTo>
                    <a:lnTo>
                      <a:pt x="59" y="10"/>
                    </a:lnTo>
                    <a:lnTo>
                      <a:pt x="49" y="19"/>
                    </a:lnTo>
                    <a:lnTo>
                      <a:pt x="40" y="19"/>
                    </a:lnTo>
                    <a:lnTo>
                      <a:pt x="0" y="47"/>
                    </a:lnTo>
                    <a:lnTo>
                      <a:pt x="0" y="57"/>
                    </a:lnTo>
                    <a:lnTo>
                      <a:pt x="9" y="57"/>
                    </a:lnTo>
                    <a:lnTo>
                      <a:pt x="0" y="85"/>
                    </a:lnTo>
                    <a:lnTo>
                      <a:pt x="9" y="95"/>
                    </a:lnTo>
                    <a:lnTo>
                      <a:pt x="19" y="95"/>
                    </a:lnTo>
                    <a:lnTo>
                      <a:pt x="31" y="95"/>
                    </a:lnTo>
                    <a:lnTo>
                      <a:pt x="59" y="76"/>
                    </a:lnTo>
                    <a:lnTo>
                      <a:pt x="40" y="66"/>
                    </a:lnTo>
                    <a:lnTo>
                      <a:pt x="40" y="57"/>
                    </a:lnTo>
                    <a:lnTo>
                      <a:pt x="80" y="38"/>
                    </a:lnTo>
                    <a:lnTo>
                      <a:pt x="80" y="19"/>
                    </a:lnTo>
                    <a:lnTo>
                      <a:pt x="101"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71" name="Google Shape;1671;p206"/>
              <p:cNvSpPr/>
              <p:nvPr/>
            </p:nvSpPr>
            <p:spPr>
              <a:xfrm>
                <a:off x="5773" y="2393"/>
                <a:ext cx="101" cy="95"/>
              </a:xfrm>
              <a:custGeom>
                <a:avLst/>
                <a:gdLst/>
                <a:ahLst/>
                <a:cxnLst/>
                <a:rect l="l" t="t" r="r" b="b"/>
                <a:pathLst>
                  <a:path w="101" h="95" extrusionOk="0">
                    <a:moveTo>
                      <a:pt x="101" y="0"/>
                    </a:moveTo>
                    <a:lnTo>
                      <a:pt x="101" y="0"/>
                    </a:lnTo>
                    <a:lnTo>
                      <a:pt x="90" y="0"/>
                    </a:lnTo>
                    <a:lnTo>
                      <a:pt x="71" y="10"/>
                    </a:lnTo>
                    <a:lnTo>
                      <a:pt x="59" y="10"/>
                    </a:lnTo>
                    <a:lnTo>
                      <a:pt x="49" y="19"/>
                    </a:lnTo>
                    <a:lnTo>
                      <a:pt x="40" y="19"/>
                    </a:lnTo>
                    <a:lnTo>
                      <a:pt x="0" y="47"/>
                    </a:lnTo>
                    <a:lnTo>
                      <a:pt x="0" y="57"/>
                    </a:lnTo>
                    <a:lnTo>
                      <a:pt x="9" y="57"/>
                    </a:lnTo>
                    <a:lnTo>
                      <a:pt x="0" y="85"/>
                    </a:lnTo>
                    <a:lnTo>
                      <a:pt x="9" y="95"/>
                    </a:lnTo>
                    <a:lnTo>
                      <a:pt x="19" y="95"/>
                    </a:lnTo>
                    <a:lnTo>
                      <a:pt x="31" y="95"/>
                    </a:lnTo>
                    <a:lnTo>
                      <a:pt x="59" y="76"/>
                    </a:lnTo>
                    <a:lnTo>
                      <a:pt x="40" y="66"/>
                    </a:lnTo>
                    <a:lnTo>
                      <a:pt x="40" y="57"/>
                    </a:lnTo>
                    <a:lnTo>
                      <a:pt x="80" y="38"/>
                    </a:lnTo>
                    <a:lnTo>
                      <a:pt x="80" y="19"/>
                    </a:lnTo>
                    <a:lnTo>
                      <a:pt x="101"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72" name="Google Shape;1672;p206"/>
              <p:cNvSpPr/>
              <p:nvPr/>
            </p:nvSpPr>
            <p:spPr>
              <a:xfrm>
                <a:off x="5773" y="2393"/>
                <a:ext cx="101" cy="95"/>
              </a:xfrm>
              <a:custGeom>
                <a:avLst/>
                <a:gdLst/>
                <a:ahLst/>
                <a:cxnLst/>
                <a:rect l="l" t="t" r="r" b="b"/>
                <a:pathLst>
                  <a:path w="101" h="95" extrusionOk="0">
                    <a:moveTo>
                      <a:pt x="101" y="0"/>
                    </a:moveTo>
                    <a:lnTo>
                      <a:pt x="101" y="0"/>
                    </a:lnTo>
                    <a:lnTo>
                      <a:pt x="90" y="0"/>
                    </a:lnTo>
                    <a:lnTo>
                      <a:pt x="71" y="10"/>
                    </a:lnTo>
                    <a:lnTo>
                      <a:pt x="59" y="10"/>
                    </a:lnTo>
                    <a:lnTo>
                      <a:pt x="49" y="19"/>
                    </a:lnTo>
                    <a:lnTo>
                      <a:pt x="40" y="19"/>
                    </a:lnTo>
                    <a:lnTo>
                      <a:pt x="0" y="47"/>
                    </a:lnTo>
                    <a:lnTo>
                      <a:pt x="0" y="57"/>
                    </a:lnTo>
                    <a:lnTo>
                      <a:pt x="9" y="57"/>
                    </a:lnTo>
                    <a:lnTo>
                      <a:pt x="0" y="85"/>
                    </a:lnTo>
                    <a:lnTo>
                      <a:pt x="9" y="95"/>
                    </a:lnTo>
                    <a:lnTo>
                      <a:pt x="19" y="95"/>
                    </a:lnTo>
                    <a:lnTo>
                      <a:pt x="31" y="95"/>
                    </a:lnTo>
                    <a:lnTo>
                      <a:pt x="59" y="76"/>
                    </a:lnTo>
                    <a:lnTo>
                      <a:pt x="40" y="66"/>
                    </a:lnTo>
                    <a:lnTo>
                      <a:pt x="40" y="57"/>
                    </a:lnTo>
                    <a:lnTo>
                      <a:pt x="80" y="38"/>
                    </a:lnTo>
                    <a:lnTo>
                      <a:pt x="80" y="19"/>
                    </a:lnTo>
                    <a:lnTo>
                      <a:pt x="101"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73" name="Google Shape;1673;p206"/>
              <p:cNvSpPr/>
              <p:nvPr/>
            </p:nvSpPr>
            <p:spPr>
              <a:xfrm>
                <a:off x="5853" y="2552"/>
                <a:ext cx="40" cy="56"/>
              </a:xfrm>
              <a:custGeom>
                <a:avLst/>
                <a:gdLst/>
                <a:ahLst/>
                <a:cxnLst/>
                <a:rect l="l" t="t" r="r" b="b"/>
                <a:pathLst>
                  <a:path w="40" h="56" extrusionOk="0">
                    <a:moveTo>
                      <a:pt x="0" y="11"/>
                    </a:moveTo>
                    <a:lnTo>
                      <a:pt x="0" y="11"/>
                    </a:lnTo>
                    <a:lnTo>
                      <a:pt x="0" y="19"/>
                    </a:lnTo>
                    <a:lnTo>
                      <a:pt x="10" y="19"/>
                    </a:lnTo>
                    <a:lnTo>
                      <a:pt x="10" y="47"/>
                    </a:lnTo>
                    <a:lnTo>
                      <a:pt x="21" y="56"/>
                    </a:lnTo>
                    <a:lnTo>
                      <a:pt x="31" y="47"/>
                    </a:lnTo>
                    <a:lnTo>
                      <a:pt x="40" y="19"/>
                    </a:lnTo>
                    <a:lnTo>
                      <a:pt x="31" y="11"/>
                    </a:lnTo>
                    <a:lnTo>
                      <a:pt x="10" y="0"/>
                    </a:lnTo>
                    <a:lnTo>
                      <a:pt x="0" y="1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74" name="Google Shape;1674;p206"/>
              <p:cNvSpPr/>
              <p:nvPr/>
            </p:nvSpPr>
            <p:spPr>
              <a:xfrm>
                <a:off x="5853" y="2552"/>
                <a:ext cx="40" cy="56"/>
              </a:xfrm>
              <a:custGeom>
                <a:avLst/>
                <a:gdLst/>
                <a:ahLst/>
                <a:cxnLst/>
                <a:rect l="l" t="t" r="r" b="b"/>
                <a:pathLst>
                  <a:path w="40" h="56" extrusionOk="0">
                    <a:moveTo>
                      <a:pt x="0" y="11"/>
                    </a:moveTo>
                    <a:lnTo>
                      <a:pt x="0" y="11"/>
                    </a:lnTo>
                    <a:lnTo>
                      <a:pt x="0" y="19"/>
                    </a:lnTo>
                    <a:lnTo>
                      <a:pt x="10" y="19"/>
                    </a:lnTo>
                    <a:lnTo>
                      <a:pt x="10" y="47"/>
                    </a:lnTo>
                    <a:lnTo>
                      <a:pt x="21" y="56"/>
                    </a:lnTo>
                    <a:lnTo>
                      <a:pt x="31" y="47"/>
                    </a:lnTo>
                    <a:lnTo>
                      <a:pt x="40" y="19"/>
                    </a:lnTo>
                    <a:lnTo>
                      <a:pt x="31" y="11"/>
                    </a:lnTo>
                    <a:lnTo>
                      <a:pt x="10" y="0"/>
                    </a:lnTo>
                    <a:lnTo>
                      <a:pt x="0" y="11"/>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75" name="Google Shape;1675;p206"/>
              <p:cNvSpPr/>
              <p:nvPr/>
            </p:nvSpPr>
            <p:spPr>
              <a:xfrm>
                <a:off x="5853" y="2552"/>
                <a:ext cx="40" cy="56"/>
              </a:xfrm>
              <a:custGeom>
                <a:avLst/>
                <a:gdLst/>
                <a:ahLst/>
                <a:cxnLst/>
                <a:rect l="l" t="t" r="r" b="b"/>
                <a:pathLst>
                  <a:path w="40" h="56" extrusionOk="0">
                    <a:moveTo>
                      <a:pt x="0" y="11"/>
                    </a:moveTo>
                    <a:lnTo>
                      <a:pt x="0" y="11"/>
                    </a:lnTo>
                    <a:lnTo>
                      <a:pt x="0" y="19"/>
                    </a:lnTo>
                    <a:lnTo>
                      <a:pt x="10" y="19"/>
                    </a:lnTo>
                    <a:lnTo>
                      <a:pt x="10" y="47"/>
                    </a:lnTo>
                    <a:lnTo>
                      <a:pt x="21" y="56"/>
                    </a:lnTo>
                    <a:lnTo>
                      <a:pt x="31" y="47"/>
                    </a:lnTo>
                    <a:lnTo>
                      <a:pt x="40" y="19"/>
                    </a:lnTo>
                    <a:lnTo>
                      <a:pt x="31" y="11"/>
                    </a:lnTo>
                    <a:lnTo>
                      <a:pt x="10" y="0"/>
                    </a:lnTo>
                    <a:lnTo>
                      <a:pt x="0" y="11"/>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76" name="Google Shape;1676;p206"/>
              <p:cNvSpPr/>
              <p:nvPr/>
            </p:nvSpPr>
            <p:spPr>
              <a:xfrm>
                <a:off x="5893" y="2552"/>
                <a:ext cx="45" cy="21"/>
              </a:xfrm>
              <a:custGeom>
                <a:avLst/>
                <a:gdLst/>
                <a:ahLst/>
                <a:cxnLst/>
                <a:rect l="l" t="t" r="r" b="b"/>
                <a:pathLst>
                  <a:path w="45" h="21" extrusionOk="0">
                    <a:moveTo>
                      <a:pt x="0" y="11"/>
                    </a:moveTo>
                    <a:lnTo>
                      <a:pt x="0" y="11"/>
                    </a:lnTo>
                    <a:lnTo>
                      <a:pt x="0" y="21"/>
                    </a:lnTo>
                    <a:lnTo>
                      <a:pt x="12" y="21"/>
                    </a:lnTo>
                    <a:lnTo>
                      <a:pt x="22" y="11"/>
                    </a:lnTo>
                    <a:lnTo>
                      <a:pt x="34" y="11"/>
                    </a:lnTo>
                    <a:lnTo>
                      <a:pt x="45" y="0"/>
                    </a:lnTo>
                    <a:lnTo>
                      <a:pt x="22" y="0"/>
                    </a:lnTo>
                    <a:lnTo>
                      <a:pt x="0" y="1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77" name="Google Shape;1677;p206"/>
              <p:cNvSpPr/>
              <p:nvPr/>
            </p:nvSpPr>
            <p:spPr>
              <a:xfrm>
                <a:off x="5893" y="2552"/>
                <a:ext cx="45" cy="21"/>
              </a:xfrm>
              <a:custGeom>
                <a:avLst/>
                <a:gdLst/>
                <a:ahLst/>
                <a:cxnLst/>
                <a:rect l="l" t="t" r="r" b="b"/>
                <a:pathLst>
                  <a:path w="45" h="21" extrusionOk="0">
                    <a:moveTo>
                      <a:pt x="0" y="11"/>
                    </a:moveTo>
                    <a:lnTo>
                      <a:pt x="0" y="11"/>
                    </a:lnTo>
                    <a:lnTo>
                      <a:pt x="0" y="21"/>
                    </a:lnTo>
                    <a:lnTo>
                      <a:pt x="12" y="21"/>
                    </a:lnTo>
                    <a:lnTo>
                      <a:pt x="22" y="11"/>
                    </a:lnTo>
                    <a:lnTo>
                      <a:pt x="34" y="11"/>
                    </a:lnTo>
                    <a:lnTo>
                      <a:pt x="45" y="0"/>
                    </a:lnTo>
                    <a:lnTo>
                      <a:pt x="22" y="0"/>
                    </a:lnTo>
                    <a:lnTo>
                      <a:pt x="0" y="11"/>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78" name="Google Shape;1678;p206"/>
              <p:cNvSpPr/>
              <p:nvPr/>
            </p:nvSpPr>
            <p:spPr>
              <a:xfrm>
                <a:off x="5893" y="2552"/>
                <a:ext cx="45" cy="21"/>
              </a:xfrm>
              <a:custGeom>
                <a:avLst/>
                <a:gdLst/>
                <a:ahLst/>
                <a:cxnLst/>
                <a:rect l="l" t="t" r="r" b="b"/>
                <a:pathLst>
                  <a:path w="45" h="21" extrusionOk="0">
                    <a:moveTo>
                      <a:pt x="0" y="11"/>
                    </a:moveTo>
                    <a:lnTo>
                      <a:pt x="0" y="11"/>
                    </a:lnTo>
                    <a:lnTo>
                      <a:pt x="0" y="21"/>
                    </a:lnTo>
                    <a:lnTo>
                      <a:pt x="12" y="21"/>
                    </a:lnTo>
                    <a:lnTo>
                      <a:pt x="22" y="11"/>
                    </a:lnTo>
                    <a:lnTo>
                      <a:pt x="34" y="11"/>
                    </a:lnTo>
                    <a:lnTo>
                      <a:pt x="45" y="0"/>
                    </a:lnTo>
                    <a:lnTo>
                      <a:pt x="22" y="0"/>
                    </a:lnTo>
                    <a:lnTo>
                      <a:pt x="0" y="11"/>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79" name="Google Shape;1679;p206"/>
              <p:cNvSpPr/>
              <p:nvPr/>
            </p:nvSpPr>
            <p:spPr>
              <a:xfrm>
                <a:off x="5874" y="2410"/>
                <a:ext cx="175" cy="153"/>
              </a:xfrm>
              <a:custGeom>
                <a:avLst/>
                <a:gdLst/>
                <a:ahLst/>
                <a:cxnLst/>
                <a:rect l="l" t="t" r="r" b="b"/>
                <a:pathLst>
                  <a:path w="175" h="153" extrusionOk="0">
                    <a:moveTo>
                      <a:pt x="0" y="135"/>
                    </a:moveTo>
                    <a:lnTo>
                      <a:pt x="0" y="135"/>
                    </a:lnTo>
                    <a:lnTo>
                      <a:pt x="0" y="144"/>
                    </a:lnTo>
                    <a:lnTo>
                      <a:pt x="22" y="144"/>
                    </a:lnTo>
                    <a:lnTo>
                      <a:pt x="62" y="125"/>
                    </a:lnTo>
                    <a:lnTo>
                      <a:pt x="74" y="135"/>
                    </a:lnTo>
                    <a:lnTo>
                      <a:pt x="74" y="144"/>
                    </a:lnTo>
                    <a:lnTo>
                      <a:pt x="83" y="153"/>
                    </a:lnTo>
                    <a:lnTo>
                      <a:pt x="93" y="135"/>
                    </a:lnTo>
                    <a:lnTo>
                      <a:pt x="93" y="125"/>
                    </a:lnTo>
                    <a:lnTo>
                      <a:pt x="105" y="135"/>
                    </a:lnTo>
                    <a:lnTo>
                      <a:pt x="114" y="135"/>
                    </a:lnTo>
                    <a:lnTo>
                      <a:pt x="126" y="125"/>
                    </a:lnTo>
                    <a:lnTo>
                      <a:pt x="135" y="135"/>
                    </a:lnTo>
                    <a:lnTo>
                      <a:pt x="135" y="125"/>
                    </a:lnTo>
                    <a:lnTo>
                      <a:pt x="145" y="116"/>
                    </a:lnTo>
                    <a:lnTo>
                      <a:pt x="145" y="125"/>
                    </a:lnTo>
                    <a:lnTo>
                      <a:pt x="157" y="125"/>
                    </a:lnTo>
                    <a:lnTo>
                      <a:pt x="166" y="116"/>
                    </a:lnTo>
                    <a:lnTo>
                      <a:pt x="166" y="68"/>
                    </a:lnTo>
                    <a:lnTo>
                      <a:pt x="175" y="68"/>
                    </a:lnTo>
                    <a:lnTo>
                      <a:pt x="175" y="49"/>
                    </a:lnTo>
                    <a:lnTo>
                      <a:pt x="175" y="11"/>
                    </a:lnTo>
                    <a:lnTo>
                      <a:pt x="166" y="0"/>
                    </a:lnTo>
                    <a:lnTo>
                      <a:pt x="166" y="11"/>
                    </a:lnTo>
                    <a:lnTo>
                      <a:pt x="157" y="11"/>
                    </a:lnTo>
                    <a:lnTo>
                      <a:pt x="145" y="49"/>
                    </a:lnTo>
                    <a:lnTo>
                      <a:pt x="126" y="75"/>
                    </a:lnTo>
                    <a:lnTo>
                      <a:pt x="105" y="97"/>
                    </a:lnTo>
                    <a:lnTo>
                      <a:pt x="105" y="75"/>
                    </a:lnTo>
                    <a:lnTo>
                      <a:pt x="93" y="85"/>
                    </a:lnTo>
                    <a:lnTo>
                      <a:pt x="83" y="116"/>
                    </a:lnTo>
                    <a:lnTo>
                      <a:pt x="74" y="116"/>
                    </a:lnTo>
                    <a:lnTo>
                      <a:pt x="31" y="116"/>
                    </a:lnTo>
                    <a:lnTo>
                      <a:pt x="0" y="13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80" name="Google Shape;1680;p206"/>
              <p:cNvSpPr/>
              <p:nvPr/>
            </p:nvSpPr>
            <p:spPr>
              <a:xfrm>
                <a:off x="5874" y="2410"/>
                <a:ext cx="175" cy="153"/>
              </a:xfrm>
              <a:custGeom>
                <a:avLst/>
                <a:gdLst/>
                <a:ahLst/>
                <a:cxnLst/>
                <a:rect l="l" t="t" r="r" b="b"/>
                <a:pathLst>
                  <a:path w="175" h="153" extrusionOk="0">
                    <a:moveTo>
                      <a:pt x="0" y="135"/>
                    </a:moveTo>
                    <a:lnTo>
                      <a:pt x="0" y="135"/>
                    </a:lnTo>
                    <a:lnTo>
                      <a:pt x="0" y="144"/>
                    </a:lnTo>
                    <a:lnTo>
                      <a:pt x="22" y="144"/>
                    </a:lnTo>
                    <a:lnTo>
                      <a:pt x="62" y="125"/>
                    </a:lnTo>
                    <a:lnTo>
                      <a:pt x="74" y="135"/>
                    </a:lnTo>
                    <a:lnTo>
                      <a:pt x="74" y="144"/>
                    </a:lnTo>
                    <a:lnTo>
                      <a:pt x="83" y="153"/>
                    </a:lnTo>
                    <a:lnTo>
                      <a:pt x="93" y="135"/>
                    </a:lnTo>
                    <a:lnTo>
                      <a:pt x="93" y="125"/>
                    </a:lnTo>
                    <a:lnTo>
                      <a:pt x="105" y="135"/>
                    </a:lnTo>
                    <a:lnTo>
                      <a:pt x="114" y="135"/>
                    </a:lnTo>
                    <a:lnTo>
                      <a:pt x="126" y="125"/>
                    </a:lnTo>
                    <a:lnTo>
                      <a:pt x="135" y="135"/>
                    </a:lnTo>
                    <a:lnTo>
                      <a:pt x="135" y="125"/>
                    </a:lnTo>
                    <a:lnTo>
                      <a:pt x="145" y="116"/>
                    </a:lnTo>
                    <a:lnTo>
                      <a:pt x="145" y="125"/>
                    </a:lnTo>
                    <a:lnTo>
                      <a:pt x="157" y="125"/>
                    </a:lnTo>
                    <a:lnTo>
                      <a:pt x="166" y="116"/>
                    </a:lnTo>
                    <a:lnTo>
                      <a:pt x="166" y="68"/>
                    </a:lnTo>
                    <a:lnTo>
                      <a:pt x="175" y="68"/>
                    </a:lnTo>
                    <a:lnTo>
                      <a:pt x="175" y="49"/>
                    </a:lnTo>
                    <a:lnTo>
                      <a:pt x="175" y="11"/>
                    </a:lnTo>
                    <a:lnTo>
                      <a:pt x="166" y="0"/>
                    </a:lnTo>
                    <a:lnTo>
                      <a:pt x="166" y="11"/>
                    </a:lnTo>
                    <a:lnTo>
                      <a:pt x="157" y="11"/>
                    </a:lnTo>
                    <a:lnTo>
                      <a:pt x="145" y="49"/>
                    </a:lnTo>
                    <a:lnTo>
                      <a:pt x="126" y="75"/>
                    </a:lnTo>
                    <a:lnTo>
                      <a:pt x="105" y="97"/>
                    </a:lnTo>
                    <a:lnTo>
                      <a:pt x="105" y="75"/>
                    </a:lnTo>
                    <a:lnTo>
                      <a:pt x="93" y="85"/>
                    </a:lnTo>
                    <a:lnTo>
                      <a:pt x="83" y="116"/>
                    </a:lnTo>
                    <a:lnTo>
                      <a:pt x="74" y="116"/>
                    </a:lnTo>
                    <a:lnTo>
                      <a:pt x="31" y="116"/>
                    </a:lnTo>
                    <a:lnTo>
                      <a:pt x="0" y="135"/>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81" name="Google Shape;1681;p206"/>
              <p:cNvSpPr/>
              <p:nvPr/>
            </p:nvSpPr>
            <p:spPr>
              <a:xfrm>
                <a:off x="5874" y="2410"/>
                <a:ext cx="175" cy="153"/>
              </a:xfrm>
              <a:custGeom>
                <a:avLst/>
                <a:gdLst/>
                <a:ahLst/>
                <a:cxnLst/>
                <a:rect l="l" t="t" r="r" b="b"/>
                <a:pathLst>
                  <a:path w="175" h="153" extrusionOk="0">
                    <a:moveTo>
                      <a:pt x="0" y="135"/>
                    </a:moveTo>
                    <a:lnTo>
                      <a:pt x="0" y="135"/>
                    </a:lnTo>
                    <a:lnTo>
                      <a:pt x="0" y="144"/>
                    </a:lnTo>
                    <a:lnTo>
                      <a:pt x="22" y="144"/>
                    </a:lnTo>
                    <a:lnTo>
                      <a:pt x="62" y="125"/>
                    </a:lnTo>
                    <a:lnTo>
                      <a:pt x="74" y="135"/>
                    </a:lnTo>
                    <a:lnTo>
                      <a:pt x="74" y="144"/>
                    </a:lnTo>
                    <a:lnTo>
                      <a:pt x="83" y="153"/>
                    </a:lnTo>
                    <a:lnTo>
                      <a:pt x="93" y="135"/>
                    </a:lnTo>
                    <a:lnTo>
                      <a:pt x="93" y="125"/>
                    </a:lnTo>
                    <a:lnTo>
                      <a:pt x="105" y="135"/>
                    </a:lnTo>
                    <a:lnTo>
                      <a:pt x="114" y="135"/>
                    </a:lnTo>
                    <a:lnTo>
                      <a:pt x="126" y="125"/>
                    </a:lnTo>
                    <a:lnTo>
                      <a:pt x="135" y="135"/>
                    </a:lnTo>
                    <a:lnTo>
                      <a:pt x="135" y="125"/>
                    </a:lnTo>
                    <a:lnTo>
                      <a:pt x="145" y="116"/>
                    </a:lnTo>
                    <a:lnTo>
                      <a:pt x="145" y="125"/>
                    </a:lnTo>
                    <a:lnTo>
                      <a:pt x="157" y="125"/>
                    </a:lnTo>
                    <a:lnTo>
                      <a:pt x="166" y="116"/>
                    </a:lnTo>
                    <a:lnTo>
                      <a:pt x="166" y="68"/>
                    </a:lnTo>
                    <a:lnTo>
                      <a:pt x="175" y="68"/>
                    </a:lnTo>
                    <a:lnTo>
                      <a:pt x="175" y="49"/>
                    </a:lnTo>
                    <a:lnTo>
                      <a:pt x="175" y="11"/>
                    </a:lnTo>
                    <a:lnTo>
                      <a:pt x="166" y="0"/>
                    </a:lnTo>
                    <a:lnTo>
                      <a:pt x="166" y="11"/>
                    </a:lnTo>
                    <a:lnTo>
                      <a:pt x="157" y="11"/>
                    </a:lnTo>
                    <a:lnTo>
                      <a:pt x="145" y="49"/>
                    </a:lnTo>
                    <a:lnTo>
                      <a:pt x="126" y="75"/>
                    </a:lnTo>
                    <a:lnTo>
                      <a:pt x="105" y="97"/>
                    </a:lnTo>
                    <a:lnTo>
                      <a:pt x="105" y="75"/>
                    </a:lnTo>
                    <a:lnTo>
                      <a:pt x="93" y="85"/>
                    </a:lnTo>
                    <a:lnTo>
                      <a:pt x="83" y="116"/>
                    </a:lnTo>
                    <a:lnTo>
                      <a:pt x="74" y="116"/>
                    </a:lnTo>
                    <a:lnTo>
                      <a:pt x="31" y="116"/>
                    </a:lnTo>
                    <a:lnTo>
                      <a:pt x="0" y="135"/>
                    </a:lnTo>
                  </a:path>
                </a:pathLst>
              </a:custGeom>
              <a:solidFill>
                <a:srgbClr val="BFBFBF"/>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82" name="Google Shape;1682;p206"/>
              <p:cNvSpPr/>
              <p:nvPr/>
            </p:nvSpPr>
            <p:spPr>
              <a:xfrm>
                <a:off x="6019" y="2324"/>
                <a:ext cx="101" cy="86"/>
              </a:xfrm>
              <a:custGeom>
                <a:avLst/>
                <a:gdLst/>
                <a:ahLst/>
                <a:cxnLst/>
                <a:rect l="l" t="t" r="r" b="b"/>
                <a:pathLst>
                  <a:path w="101" h="86" extrusionOk="0">
                    <a:moveTo>
                      <a:pt x="0" y="69"/>
                    </a:moveTo>
                    <a:lnTo>
                      <a:pt x="0" y="69"/>
                    </a:lnTo>
                    <a:lnTo>
                      <a:pt x="0" y="86"/>
                    </a:lnTo>
                    <a:lnTo>
                      <a:pt x="19" y="79"/>
                    </a:lnTo>
                    <a:lnTo>
                      <a:pt x="9" y="79"/>
                    </a:lnTo>
                    <a:lnTo>
                      <a:pt x="9" y="69"/>
                    </a:lnTo>
                    <a:lnTo>
                      <a:pt x="19" y="69"/>
                    </a:lnTo>
                    <a:lnTo>
                      <a:pt x="30" y="69"/>
                    </a:lnTo>
                    <a:lnTo>
                      <a:pt x="61" y="79"/>
                    </a:lnTo>
                    <a:lnTo>
                      <a:pt x="71" y="57"/>
                    </a:lnTo>
                    <a:lnTo>
                      <a:pt x="80" y="57"/>
                    </a:lnTo>
                    <a:lnTo>
                      <a:pt x="101" y="50"/>
                    </a:lnTo>
                    <a:lnTo>
                      <a:pt x="92" y="50"/>
                    </a:lnTo>
                    <a:lnTo>
                      <a:pt x="80" y="41"/>
                    </a:lnTo>
                    <a:lnTo>
                      <a:pt x="92" y="29"/>
                    </a:lnTo>
                    <a:lnTo>
                      <a:pt x="80" y="41"/>
                    </a:lnTo>
                    <a:lnTo>
                      <a:pt x="61" y="29"/>
                    </a:lnTo>
                    <a:lnTo>
                      <a:pt x="30" y="0"/>
                    </a:lnTo>
                    <a:lnTo>
                      <a:pt x="30" y="12"/>
                    </a:lnTo>
                    <a:lnTo>
                      <a:pt x="30" y="22"/>
                    </a:lnTo>
                    <a:lnTo>
                      <a:pt x="19" y="57"/>
                    </a:lnTo>
                    <a:lnTo>
                      <a:pt x="9" y="50"/>
                    </a:lnTo>
                    <a:lnTo>
                      <a:pt x="9" y="57"/>
                    </a:lnTo>
                    <a:lnTo>
                      <a:pt x="0" y="69"/>
                    </a:lnTo>
                    <a:lnTo>
                      <a:pt x="0" y="69"/>
                    </a:lnTo>
                    <a:lnTo>
                      <a:pt x="0" y="6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83" name="Google Shape;1683;p206"/>
              <p:cNvSpPr/>
              <p:nvPr/>
            </p:nvSpPr>
            <p:spPr>
              <a:xfrm>
                <a:off x="6019" y="2324"/>
                <a:ext cx="101" cy="86"/>
              </a:xfrm>
              <a:custGeom>
                <a:avLst/>
                <a:gdLst/>
                <a:ahLst/>
                <a:cxnLst/>
                <a:rect l="l" t="t" r="r" b="b"/>
                <a:pathLst>
                  <a:path w="101" h="86" extrusionOk="0">
                    <a:moveTo>
                      <a:pt x="0" y="69"/>
                    </a:moveTo>
                    <a:lnTo>
                      <a:pt x="0" y="69"/>
                    </a:lnTo>
                    <a:lnTo>
                      <a:pt x="0" y="86"/>
                    </a:lnTo>
                    <a:lnTo>
                      <a:pt x="19" y="79"/>
                    </a:lnTo>
                    <a:lnTo>
                      <a:pt x="9" y="79"/>
                    </a:lnTo>
                    <a:lnTo>
                      <a:pt x="9" y="69"/>
                    </a:lnTo>
                    <a:lnTo>
                      <a:pt x="19" y="69"/>
                    </a:lnTo>
                    <a:lnTo>
                      <a:pt x="30" y="69"/>
                    </a:lnTo>
                    <a:lnTo>
                      <a:pt x="61" y="79"/>
                    </a:lnTo>
                    <a:lnTo>
                      <a:pt x="71" y="57"/>
                    </a:lnTo>
                    <a:lnTo>
                      <a:pt x="80" y="57"/>
                    </a:lnTo>
                    <a:lnTo>
                      <a:pt x="101" y="50"/>
                    </a:lnTo>
                    <a:lnTo>
                      <a:pt x="92" y="50"/>
                    </a:lnTo>
                    <a:lnTo>
                      <a:pt x="80" y="41"/>
                    </a:lnTo>
                    <a:lnTo>
                      <a:pt x="92" y="29"/>
                    </a:lnTo>
                    <a:lnTo>
                      <a:pt x="80" y="41"/>
                    </a:lnTo>
                    <a:lnTo>
                      <a:pt x="61" y="29"/>
                    </a:lnTo>
                    <a:lnTo>
                      <a:pt x="30" y="0"/>
                    </a:lnTo>
                    <a:lnTo>
                      <a:pt x="30" y="12"/>
                    </a:lnTo>
                    <a:lnTo>
                      <a:pt x="30" y="22"/>
                    </a:lnTo>
                    <a:lnTo>
                      <a:pt x="19" y="57"/>
                    </a:lnTo>
                    <a:lnTo>
                      <a:pt x="9" y="50"/>
                    </a:lnTo>
                    <a:lnTo>
                      <a:pt x="9" y="57"/>
                    </a:lnTo>
                    <a:lnTo>
                      <a:pt x="0" y="69"/>
                    </a:lnTo>
                    <a:lnTo>
                      <a:pt x="0" y="69"/>
                    </a:lnTo>
                    <a:lnTo>
                      <a:pt x="0" y="6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84" name="Google Shape;1684;p206"/>
              <p:cNvSpPr/>
              <p:nvPr/>
            </p:nvSpPr>
            <p:spPr>
              <a:xfrm>
                <a:off x="6262" y="2211"/>
                <a:ext cx="22" cy="21"/>
              </a:xfrm>
              <a:custGeom>
                <a:avLst/>
                <a:gdLst/>
                <a:ahLst/>
                <a:cxnLst/>
                <a:rect l="l" t="t" r="r" b="b"/>
                <a:pathLst>
                  <a:path w="22" h="21" extrusionOk="0">
                    <a:moveTo>
                      <a:pt x="0" y="12"/>
                    </a:moveTo>
                    <a:lnTo>
                      <a:pt x="0" y="12"/>
                    </a:lnTo>
                    <a:lnTo>
                      <a:pt x="0" y="21"/>
                    </a:lnTo>
                    <a:lnTo>
                      <a:pt x="12" y="12"/>
                    </a:lnTo>
                    <a:lnTo>
                      <a:pt x="22"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85" name="Google Shape;1685;p206"/>
              <p:cNvSpPr/>
              <p:nvPr/>
            </p:nvSpPr>
            <p:spPr>
              <a:xfrm>
                <a:off x="6262" y="2211"/>
                <a:ext cx="22" cy="21"/>
              </a:xfrm>
              <a:custGeom>
                <a:avLst/>
                <a:gdLst/>
                <a:ahLst/>
                <a:cxnLst/>
                <a:rect l="l" t="t" r="r" b="b"/>
                <a:pathLst>
                  <a:path w="22" h="21" extrusionOk="0">
                    <a:moveTo>
                      <a:pt x="0" y="12"/>
                    </a:moveTo>
                    <a:lnTo>
                      <a:pt x="0" y="12"/>
                    </a:lnTo>
                    <a:lnTo>
                      <a:pt x="0" y="21"/>
                    </a:lnTo>
                    <a:lnTo>
                      <a:pt x="12" y="12"/>
                    </a:lnTo>
                    <a:lnTo>
                      <a:pt x="22"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86" name="Google Shape;1686;p206"/>
              <p:cNvSpPr/>
              <p:nvPr/>
            </p:nvSpPr>
            <p:spPr>
              <a:xfrm>
                <a:off x="6262" y="2211"/>
                <a:ext cx="22" cy="21"/>
              </a:xfrm>
              <a:custGeom>
                <a:avLst/>
                <a:gdLst/>
                <a:ahLst/>
                <a:cxnLst/>
                <a:rect l="l" t="t" r="r" b="b"/>
                <a:pathLst>
                  <a:path w="22" h="21" extrusionOk="0">
                    <a:moveTo>
                      <a:pt x="0" y="12"/>
                    </a:moveTo>
                    <a:lnTo>
                      <a:pt x="0" y="12"/>
                    </a:lnTo>
                    <a:lnTo>
                      <a:pt x="0" y="21"/>
                    </a:lnTo>
                    <a:lnTo>
                      <a:pt x="12" y="12"/>
                    </a:lnTo>
                    <a:lnTo>
                      <a:pt x="22"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87" name="Google Shape;1687;p206"/>
              <p:cNvSpPr/>
              <p:nvPr/>
            </p:nvSpPr>
            <p:spPr>
              <a:xfrm>
                <a:off x="6049" y="2126"/>
                <a:ext cx="41" cy="198"/>
              </a:xfrm>
              <a:custGeom>
                <a:avLst/>
                <a:gdLst/>
                <a:ahLst/>
                <a:cxnLst/>
                <a:rect l="l" t="t" r="r" b="b"/>
                <a:pathLst>
                  <a:path w="41" h="198" extrusionOk="0">
                    <a:moveTo>
                      <a:pt x="0" y="21"/>
                    </a:moveTo>
                    <a:lnTo>
                      <a:pt x="0" y="21"/>
                    </a:lnTo>
                    <a:lnTo>
                      <a:pt x="0" y="68"/>
                    </a:lnTo>
                    <a:lnTo>
                      <a:pt x="10" y="78"/>
                    </a:lnTo>
                    <a:lnTo>
                      <a:pt x="0" y="134"/>
                    </a:lnTo>
                    <a:lnTo>
                      <a:pt x="10" y="153"/>
                    </a:lnTo>
                    <a:lnTo>
                      <a:pt x="0" y="182"/>
                    </a:lnTo>
                    <a:lnTo>
                      <a:pt x="10" y="198"/>
                    </a:lnTo>
                    <a:lnTo>
                      <a:pt x="10" y="182"/>
                    </a:lnTo>
                    <a:lnTo>
                      <a:pt x="31" y="191"/>
                    </a:lnTo>
                    <a:lnTo>
                      <a:pt x="31" y="182"/>
                    </a:lnTo>
                    <a:lnTo>
                      <a:pt x="10" y="153"/>
                    </a:lnTo>
                    <a:lnTo>
                      <a:pt x="19" y="125"/>
                    </a:lnTo>
                    <a:lnTo>
                      <a:pt x="31" y="125"/>
                    </a:lnTo>
                    <a:lnTo>
                      <a:pt x="41" y="125"/>
                    </a:lnTo>
                    <a:lnTo>
                      <a:pt x="19" y="56"/>
                    </a:lnTo>
                    <a:lnTo>
                      <a:pt x="19" y="11"/>
                    </a:lnTo>
                    <a:lnTo>
                      <a:pt x="19" y="0"/>
                    </a:lnTo>
                    <a:lnTo>
                      <a:pt x="10" y="0"/>
                    </a:lnTo>
                    <a:lnTo>
                      <a:pt x="10" y="11"/>
                    </a:lnTo>
                    <a:lnTo>
                      <a:pt x="0" y="2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88" name="Google Shape;1688;p206"/>
              <p:cNvSpPr/>
              <p:nvPr/>
            </p:nvSpPr>
            <p:spPr>
              <a:xfrm>
                <a:off x="6049" y="2126"/>
                <a:ext cx="41" cy="198"/>
              </a:xfrm>
              <a:custGeom>
                <a:avLst/>
                <a:gdLst/>
                <a:ahLst/>
                <a:cxnLst/>
                <a:rect l="l" t="t" r="r" b="b"/>
                <a:pathLst>
                  <a:path w="41" h="198" extrusionOk="0">
                    <a:moveTo>
                      <a:pt x="0" y="21"/>
                    </a:moveTo>
                    <a:lnTo>
                      <a:pt x="0" y="21"/>
                    </a:lnTo>
                    <a:lnTo>
                      <a:pt x="0" y="68"/>
                    </a:lnTo>
                    <a:lnTo>
                      <a:pt x="10" y="78"/>
                    </a:lnTo>
                    <a:lnTo>
                      <a:pt x="0" y="134"/>
                    </a:lnTo>
                    <a:lnTo>
                      <a:pt x="10" y="153"/>
                    </a:lnTo>
                    <a:lnTo>
                      <a:pt x="0" y="182"/>
                    </a:lnTo>
                    <a:lnTo>
                      <a:pt x="10" y="198"/>
                    </a:lnTo>
                    <a:lnTo>
                      <a:pt x="10" y="182"/>
                    </a:lnTo>
                    <a:lnTo>
                      <a:pt x="31" y="191"/>
                    </a:lnTo>
                    <a:lnTo>
                      <a:pt x="31" y="182"/>
                    </a:lnTo>
                    <a:lnTo>
                      <a:pt x="10" y="153"/>
                    </a:lnTo>
                    <a:lnTo>
                      <a:pt x="19" y="125"/>
                    </a:lnTo>
                    <a:lnTo>
                      <a:pt x="31" y="125"/>
                    </a:lnTo>
                    <a:lnTo>
                      <a:pt x="41" y="125"/>
                    </a:lnTo>
                    <a:lnTo>
                      <a:pt x="19" y="56"/>
                    </a:lnTo>
                    <a:lnTo>
                      <a:pt x="19" y="11"/>
                    </a:lnTo>
                    <a:lnTo>
                      <a:pt x="19" y="0"/>
                    </a:lnTo>
                    <a:lnTo>
                      <a:pt x="10" y="0"/>
                    </a:lnTo>
                    <a:lnTo>
                      <a:pt x="10" y="11"/>
                    </a:lnTo>
                    <a:lnTo>
                      <a:pt x="0" y="21"/>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89" name="Google Shape;1689;p206"/>
              <p:cNvSpPr/>
              <p:nvPr/>
            </p:nvSpPr>
            <p:spPr>
              <a:xfrm>
                <a:off x="6049" y="2126"/>
                <a:ext cx="41" cy="198"/>
              </a:xfrm>
              <a:custGeom>
                <a:avLst/>
                <a:gdLst/>
                <a:ahLst/>
                <a:cxnLst/>
                <a:rect l="l" t="t" r="r" b="b"/>
                <a:pathLst>
                  <a:path w="41" h="198" extrusionOk="0">
                    <a:moveTo>
                      <a:pt x="0" y="21"/>
                    </a:moveTo>
                    <a:lnTo>
                      <a:pt x="0" y="21"/>
                    </a:lnTo>
                    <a:lnTo>
                      <a:pt x="0" y="68"/>
                    </a:lnTo>
                    <a:lnTo>
                      <a:pt x="10" y="78"/>
                    </a:lnTo>
                    <a:lnTo>
                      <a:pt x="0" y="134"/>
                    </a:lnTo>
                    <a:lnTo>
                      <a:pt x="10" y="153"/>
                    </a:lnTo>
                    <a:lnTo>
                      <a:pt x="0" y="182"/>
                    </a:lnTo>
                    <a:lnTo>
                      <a:pt x="10" y="198"/>
                    </a:lnTo>
                    <a:lnTo>
                      <a:pt x="10" y="182"/>
                    </a:lnTo>
                    <a:lnTo>
                      <a:pt x="31" y="191"/>
                    </a:lnTo>
                    <a:lnTo>
                      <a:pt x="31" y="182"/>
                    </a:lnTo>
                    <a:lnTo>
                      <a:pt x="10" y="153"/>
                    </a:lnTo>
                    <a:lnTo>
                      <a:pt x="19" y="125"/>
                    </a:lnTo>
                    <a:lnTo>
                      <a:pt x="31" y="125"/>
                    </a:lnTo>
                    <a:lnTo>
                      <a:pt x="41" y="125"/>
                    </a:lnTo>
                    <a:lnTo>
                      <a:pt x="19" y="56"/>
                    </a:lnTo>
                    <a:lnTo>
                      <a:pt x="19" y="11"/>
                    </a:lnTo>
                    <a:lnTo>
                      <a:pt x="19" y="0"/>
                    </a:lnTo>
                    <a:lnTo>
                      <a:pt x="10" y="0"/>
                    </a:lnTo>
                    <a:lnTo>
                      <a:pt x="10" y="11"/>
                    </a:lnTo>
                    <a:lnTo>
                      <a:pt x="0" y="21"/>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cxnSp>
            <p:nvCxnSpPr>
              <p:cNvPr id="1690" name="Google Shape;1690;p206"/>
              <p:cNvCxnSpPr/>
              <p:nvPr/>
            </p:nvCxnSpPr>
            <p:spPr>
              <a:xfrm rot="10800000" flipH="1">
                <a:off x="6175" y="2322"/>
                <a:ext cx="21" cy="28"/>
              </a:xfrm>
              <a:prstGeom prst="straightConnector1">
                <a:avLst/>
              </a:prstGeom>
              <a:noFill/>
              <a:ln w="12700" cap="rnd" cmpd="sng">
                <a:solidFill>
                  <a:srgbClr val="FFFFFF"/>
                </a:solidFill>
                <a:prstDash val="solid"/>
                <a:round/>
                <a:headEnd type="none" w="sm" len="sm"/>
                <a:tailEnd type="none" w="sm" len="sm"/>
              </a:ln>
            </p:spPr>
          </p:cxnSp>
          <p:sp>
            <p:nvSpPr>
              <p:cNvPr id="1691" name="Google Shape;1691;p206"/>
              <p:cNvSpPr/>
              <p:nvPr/>
            </p:nvSpPr>
            <p:spPr>
              <a:xfrm>
                <a:off x="4952" y="2147"/>
                <a:ext cx="986" cy="632"/>
              </a:xfrm>
              <a:custGeom>
                <a:avLst/>
                <a:gdLst/>
                <a:ahLst/>
                <a:cxnLst/>
                <a:rect l="l" t="t" r="r" b="b"/>
                <a:pathLst>
                  <a:path w="417" h="267" extrusionOk="0">
                    <a:moveTo>
                      <a:pt x="87" y="48"/>
                    </a:moveTo>
                    <a:cubicBezTo>
                      <a:pt x="87" y="48"/>
                      <a:pt x="87" y="48"/>
                      <a:pt x="87" y="48"/>
                    </a:cubicBezTo>
                    <a:cubicBezTo>
                      <a:pt x="96" y="44"/>
                      <a:pt x="96" y="44"/>
                      <a:pt x="96" y="44"/>
                    </a:cubicBezTo>
                    <a:cubicBezTo>
                      <a:pt x="104" y="56"/>
                      <a:pt x="104" y="56"/>
                      <a:pt x="104" y="56"/>
                    </a:cubicBezTo>
                    <a:cubicBezTo>
                      <a:pt x="113" y="56"/>
                      <a:pt x="113" y="56"/>
                      <a:pt x="113" y="56"/>
                    </a:cubicBezTo>
                    <a:cubicBezTo>
                      <a:pt x="114" y="58"/>
                      <a:pt x="116" y="61"/>
                      <a:pt x="117" y="63"/>
                    </a:cubicBezTo>
                    <a:cubicBezTo>
                      <a:pt x="117" y="80"/>
                      <a:pt x="117" y="80"/>
                      <a:pt x="117" y="80"/>
                    </a:cubicBezTo>
                    <a:cubicBezTo>
                      <a:pt x="143" y="87"/>
                      <a:pt x="143" y="87"/>
                      <a:pt x="143" y="87"/>
                    </a:cubicBezTo>
                    <a:cubicBezTo>
                      <a:pt x="156" y="99"/>
                      <a:pt x="156" y="99"/>
                      <a:pt x="156" y="99"/>
                    </a:cubicBezTo>
                    <a:cubicBezTo>
                      <a:pt x="182" y="99"/>
                      <a:pt x="182" y="99"/>
                      <a:pt x="182" y="99"/>
                    </a:cubicBezTo>
                    <a:cubicBezTo>
                      <a:pt x="195" y="108"/>
                      <a:pt x="195" y="108"/>
                      <a:pt x="195" y="108"/>
                    </a:cubicBezTo>
                    <a:cubicBezTo>
                      <a:pt x="212" y="111"/>
                      <a:pt x="212" y="111"/>
                      <a:pt x="212" y="111"/>
                    </a:cubicBezTo>
                    <a:cubicBezTo>
                      <a:pt x="230" y="104"/>
                      <a:pt x="230" y="104"/>
                      <a:pt x="230" y="104"/>
                    </a:cubicBezTo>
                    <a:cubicBezTo>
                      <a:pt x="247" y="104"/>
                      <a:pt x="247" y="104"/>
                      <a:pt x="247" y="104"/>
                    </a:cubicBezTo>
                    <a:cubicBezTo>
                      <a:pt x="260" y="92"/>
                      <a:pt x="260" y="92"/>
                      <a:pt x="260" y="92"/>
                    </a:cubicBezTo>
                    <a:cubicBezTo>
                      <a:pt x="256" y="87"/>
                      <a:pt x="256" y="87"/>
                      <a:pt x="256" y="87"/>
                    </a:cubicBezTo>
                    <a:cubicBezTo>
                      <a:pt x="265" y="80"/>
                      <a:pt x="265" y="80"/>
                      <a:pt x="265" y="80"/>
                    </a:cubicBezTo>
                    <a:cubicBezTo>
                      <a:pt x="273" y="84"/>
                      <a:pt x="273" y="84"/>
                      <a:pt x="273" y="84"/>
                    </a:cubicBezTo>
                    <a:cubicBezTo>
                      <a:pt x="286" y="75"/>
                      <a:pt x="286" y="75"/>
                      <a:pt x="286" y="75"/>
                    </a:cubicBezTo>
                    <a:cubicBezTo>
                      <a:pt x="295" y="68"/>
                      <a:pt x="295" y="68"/>
                      <a:pt x="295" y="68"/>
                    </a:cubicBezTo>
                    <a:cubicBezTo>
                      <a:pt x="312" y="68"/>
                      <a:pt x="312" y="68"/>
                      <a:pt x="312" y="68"/>
                    </a:cubicBezTo>
                    <a:cubicBezTo>
                      <a:pt x="308" y="60"/>
                      <a:pt x="308" y="60"/>
                      <a:pt x="308" y="60"/>
                    </a:cubicBezTo>
                    <a:cubicBezTo>
                      <a:pt x="304" y="56"/>
                      <a:pt x="304" y="56"/>
                      <a:pt x="304" y="56"/>
                    </a:cubicBezTo>
                    <a:cubicBezTo>
                      <a:pt x="295" y="60"/>
                      <a:pt x="295" y="60"/>
                      <a:pt x="295" y="60"/>
                    </a:cubicBezTo>
                    <a:cubicBezTo>
                      <a:pt x="286" y="60"/>
                      <a:pt x="286" y="60"/>
                      <a:pt x="286" y="60"/>
                    </a:cubicBezTo>
                    <a:cubicBezTo>
                      <a:pt x="286" y="44"/>
                      <a:pt x="286" y="44"/>
                      <a:pt x="286" y="44"/>
                    </a:cubicBezTo>
                    <a:cubicBezTo>
                      <a:pt x="291" y="36"/>
                      <a:pt x="291" y="36"/>
                      <a:pt x="291" y="36"/>
                    </a:cubicBezTo>
                    <a:cubicBezTo>
                      <a:pt x="299" y="39"/>
                      <a:pt x="299" y="39"/>
                      <a:pt x="299" y="39"/>
                    </a:cubicBezTo>
                    <a:cubicBezTo>
                      <a:pt x="312" y="36"/>
                      <a:pt x="312" y="36"/>
                      <a:pt x="312" y="36"/>
                    </a:cubicBezTo>
                    <a:cubicBezTo>
                      <a:pt x="317" y="20"/>
                      <a:pt x="317" y="20"/>
                      <a:pt x="317" y="20"/>
                    </a:cubicBezTo>
                    <a:cubicBezTo>
                      <a:pt x="321" y="15"/>
                      <a:pt x="321" y="15"/>
                      <a:pt x="321" y="15"/>
                    </a:cubicBezTo>
                    <a:cubicBezTo>
                      <a:pt x="321" y="12"/>
                      <a:pt x="321" y="12"/>
                      <a:pt x="321" y="12"/>
                    </a:cubicBezTo>
                    <a:cubicBezTo>
                      <a:pt x="317" y="12"/>
                      <a:pt x="317" y="12"/>
                      <a:pt x="317" y="12"/>
                    </a:cubicBezTo>
                    <a:cubicBezTo>
                      <a:pt x="321" y="3"/>
                      <a:pt x="321" y="3"/>
                      <a:pt x="321" y="3"/>
                    </a:cubicBezTo>
                    <a:cubicBezTo>
                      <a:pt x="338" y="0"/>
                      <a:pt x="338" y="0"/>
                      <a:pt x="338" y="0"/>
                    </a:cubicBezTo>
                    <a:cubicBezTo>
                      <a:pt x="351" y="3"/>
                      <a:pt x="351" y="3"/>
                      <a:pt x="351" y="3"/>
                    </a:cubicBezTo>
                    <a:cubicBezTo>
                      <a:pt x="354" y="6"/>
                      <a:pt x="357" y="9"/>
                      <a:pt x="360" y="12"/>
                    </a:cubicBezTo>
                    <a:cubicBezTo>
                      <a:pt x="369" y="39"/>
                      <a:pt x="369" y="39"/>
                      <a:pt x="369" y="39"/>
                    </a:cubicBezTo>
                    <a:cubicBezTo>
                      <a:pt x="377" y="39"/>
                      <a:pt x="377" y="39"/>
                      <a:pt x="377" y="39"/>
                    </a:cubicBezTo>
                    <a:cubicBezTo>
                      <a:pt x="390" y="48"/>
                      <a:pt x="390" y="48"/>
                      <a:pt x="390" y="48"/>
                    </a:cubicBezTo>
                    <a:cubicBezTo>
                      <a:pt x="390" y="56"/>
                      <a:pt x="390" y="56"/>
                      <a:pt x="390" y="56"/>
                    </a:cubicBezTo>
                    <a:cubicBezTo>
                      <a:pt x="399" y="56"/>
                      <a:pt x="399" y="56"/>
                      <a:pt x="399" y="56"/>
                    </a:cubicBezTo>
                    <a:cubicBezTo>
                      <a:pt x="417" y="51"/>
                      <a:pt x="417" y="51"/>
                      <a:pt x="417" y="51"/>
                    </a:cubicBezTo>
                    <a:cubicBezTo>
                      <a:pt x="417" y="60"/>
                      <a:pt x="417" y="60"/>
                      <a:pt x="417" y="60"/>
                    </a:cubicBezTo>
                    <a:cubicBezTo>
                      <a:pt x="404" y="84"/>
                      <a:pt x="404" y="84"/>
                      <a:pt x="404" y="84"/>
                    </a:cubicBezTo>
                    <a:cubicBezTo>
                      <a:pt x="402" y="82"/>
                      <a:pt x="401" y="81"/>
                      <a:pt x="399" y="80"/>
                    </a:cubicBezTo>
                    <a:cubicBezTo>
                      <a:pt x="390" y="84"/>
                      <a:pt x="390" y="84"/>
                      <a:pt x="390" y="84"/>
                    </a:cubicBezTo>
                    <a:cubicBezTo>
                      <a:pt x="395" y="96"/>
                      <a:pt x="395" y="96"/>
                      <a:pt x="395" y="96"/>
                    </a:cubicBezTo>
                    <a:cubicBezTo>
                      <a:pt x="390" y="104"/>
                      <a:pt x="390" y="104"/>
                      <a:pt x="390" y="104"/>
                    </a:cubicBezTo>
                    <a:cubicBezTo>
                      <a:pt x="386" y="104"/>
                      <a:pt x="386" y="104"/>
                      <a:pt x="386" y="104"/>
                    </a:cubicBezTo>
                    <a:cubicBezTo>
                      <a:pt x="377" y="108"/>
                      <a:pt x="377" y="108"/>
                      <a:pt x="377" y="108"/>
                    </a:cubicBezTo>
                    <a:cubicBezTo>
                      <a:pt x="373" y="108"/>
                      <a:pt x="373" y="108"/>
                      <a:pt x="373" y="108"/>
                    </a:cubicBezTo>
                    <a:cubicBezTo>
                      <a:pt x="369" y="111"/>
                      <a:pt x="369" y="111"/>
                      <a:pt x="369" y="111"/>
                    </a:cubicBezTo>
                    <a:cubicBezTo>
                      <a:pt x="364" y="111"/>
                      <a:pt x="364" y="111"/>
                      <a:pt x="364" y="111"/>
                    </a:cubicBezTo>
                    <a:cubicBezTo>
                      <a:pt x="347" y="123"/>
                      <a:pt x="347" y="123"/>
                      <a:pt x="347" y="123"/>
                    </a:cubicBezTo>
                    <a:cubicBezTo>
                      <a:pt x="347" y="128"/>
                      <a:pt x="347" y="128"/>
                      <a:pt x="347" y="128"/>
                    </a:cubicBezTo>
                    <a:cubicBezTo>
                      <a:pt x="338" y="128"/>
                      <a:pt x="338" y="128"/>
                      <a:pt x="338" y="128"/>
                    </a:cubicBezTo>
                    <a:cubicBezTo>
                      <a:pt x="325" y="135"/>
                      <a:pt x="325" y="135"/>
                      <a:pt x="325" y="135"/>
                    </a:cubicBezTo>
                    <a:cubicBezTo>
                      <a:pt x="325" y="132"/>
                      <a:pt x="325" y="132"/>
                      <a:pt x="325" y="132"/>
                    </a:cubicBezTo>
                    <a:cubicBezTo>
                      <a:pt x="325" y="128"/>
                      <a:pt x="325" y="128"/>
                      <a:pt x="325" y="128"/>
                    </a:cubicBezTo>
                    <a:cubicBezTo>
                      <a:pt x="327" y="125"/>
                      <a:pt x="328" y="122"/>
                      <a:pt x="330" y="120"/>
                    </a:cubicBezTo>
                    <a:cubicBezTo>
                      <a:pt x="328" y="118"/>
                      <a:pt x="327" y="117"/>
                      <a:pt x="325" y="116"/>
                    </a:cubicBezTo>
                    <a:cubicBezTo>
                      <a:pt x="312" y="128"/>
                      <a:pt x="312" y="128"/>
                      <a:pt x="312" y="128"/>
                    </a:cubicBezTo>
                    <a:cubicBezTo>
                      <a:pt x="308" y="132"/>
                      <a:pt x="308" y="132"/>
                      <a:pt x="308" y="132"/>
                    </a:cubicBezTo>
                    <a:cubicBezTo>
                      <a:pt x="304" y="132"/>
                      <a:pt x="304" y="132"/>
                      <a:pt x="304" y="132"/>
                    </a:cubicBezTo>
                    <a:cubicBezTo>
                      <a:pt x="299" y="135"/>
                      <a:pt x="299" y="135"/>
                      <a:pt x="299" y="135"/>
                    </a:cubicBezTo>
                    <a:cubicBezTo>
                      <a:pt x="312" y="147"/>
                      <a:pt x="312" y="147"/>
                      <a:pt x="312" y="147"/>
                    </a:cubicBezTo>
                    <a:cubicBezTo>
                      <a:pt x="321" y="143"/>
                      <a:pt x="321" y="143"/>
                      <a:pt x="321" y="143"/>
                    </a:cubicBezTo>
                    <a:cubicBezTo>
                      <a:pt x="334" y="147"/>
                      <a:pt x="334" y="147"/>
                      <a:pt x="334" y="147"/>
                    </a:cubicBezTo>
                    <a:cubicBezTo>
                      <a:pt x="334" y="152"/>
                      <a:pt x="334" y="152"/>
                      <a:pt x="334" y="152"/>
                    </a:cubicBezTo>
                    <a:cubicBezTo>
                      <a:pt x="330" y="147"/>
                      <a:pt x="330" y="147"/>
                      <a:pt x="330" y="147"/>
                    </a:cubicBezTo>
                    <a:cubicBezTo>
                      <a:pt x="321" y="152"/>
                      <a:pt x="321" y="152"/>
                      <a:pt x="321" y="152"/>
                    </a:cubicBezTo>
                    <a:cubicBezTo>
                      <a:pt x="312" y="164"/>
                      <a:pt x="312" y="164"/>
                      <a:pt x="312" y="164"/>
                    </a:cubicBezTo>
                    <a:cubicBezTo>
                      <a:pt x="317" y="167"/>
                      <a:pt x="317" y="167"/>
                      <a:pt x="317" y="167"/>
                    </a:cubicBezTo>
                    <a:cubicBezTo>
                      <a:pt x="321" y="183"/>
                      <a:pt x="321" y="183"/>
                      <a:pt x="321" y="183"/>
                    </a:cubicBezTo>
                    <a:cubicBezTo>
                      <a:pt x="330" y="188"/>
                      <a:pt x="330" y="188"/>
                      <a:pt x="330" y="188"/>
                    </a:cubicBezTo>
                    <a:cubicBezTo>
                      <a:pt x="325" y="188"/>
                      <a:pt x="325" y="188"/>
                      <a:pt x="325" y="188"/>
                    </a:cubicBezTo>
                    <a:cubicBezTo>
                      <a:pt x="327" y="190"/>
                      <a:pt x="328" y="193"/>
                      <a:pt x="330" y="195"/>
                    </a:cubicBezTo>
                    <a:cubicBezTo>
                      <a:pt x="317" y="200"/>
                      <a:pt x="317" y="200"/>
                      <a:pt x="317" y="200"/>
                    </a:cubicBezTo>
                    <a:cubicBezTo>
                      <a:pt x="330" y="200"/>
                      <a:pt x="330" y="200"/>
                      <a:pt x="330" y="200"/>
                    </a:cubicBezTo>
                    <a:cubicBezTo>
                      <a:pt x="328" y="205"/>
                      <a:pt x="327" y="210"/>
                      <a:pt x="325" y="215"/>
                    </a:cubicBezTo>
                    <a:cubicBezTo>
                      <a:pt x="317" y="224"/>
                      <a:pt x="317" y="224"/>
                      <a:pt x="317" y="224"/>
                    </a:cubicBezTo>
                    <a:cubicBezTo>
                      <a:pt x="312" y="224"/>
                      <a:pt x="312" y="224"/>
                      <a:pt x="312" y="224"/>
                    </a:cubicBezTo>
                    <a:cubicBezTo>
                      <a:pt x="312" y="231"/>
                      <a:pt x="312" y="231"/>
                      <a:pt x="312" y="231"/>
                    </a:cubicBezTo>
                    <a:cubicBezTo>
                      <a:pt x="308" y="239"/>
                      <a:pt x="308" y="239"/>
                      <a:pt x="308" y="239"/>
                    </a:cubicBezTo>
                    <a:cubicBezTo>
                      <a:pt x="304" y="239"/>
                      <a:pt x="304" y="239"/>
                      <a:pt x="304" y="239"/>
                    </a:cubicBezTo>
                    <a:cubicBezTo>
                      <a:pt x="304" y="243"/>
                      <a:pt x="304" y="243"/>
                      <a:pt x="304" y="243"/>
                    </a:cubicBezTo>
                    <a:cubicBezTo>
                      <a:pt x="291" y="251"/>
                      <a:pt x="291" y="251"/>
                      <a:pt x="291" y="251"/>
                    </a:cubicBezTo>
                    <a:cubicBezTo>
                      <a:pt x="278" y="251"/>
                      <a:pt x="278" y="251"/>
                      <a:pt x="278" y="251"/>
                    </a:cubicBezTo>
                    <a:cubicBezTo>
                      <a:pt x="278" y="255"/>
                      <a:pt x="278" y="255"/>
                      <a:pt x="278" y="255"/>
                    </a:cubicBezTo>
                    <a:cubicBezTo>
                      <a:pt x="273" y="251"/>
                      <a:pt x="273" y="251"/>
                      <a:pt x="273" y="251"/>
                    </a:cubicBezTo>
                    <a:cubicBezTo>
                      <a:pt x="273" y="255"/>
                      <a:pt x="273" y="255"/>
                      <a:pt x="273" y="255"/>
                    </a:cubicBezTo>
                    <a:cubicBezTo>
                      <a:pt x="269" y="255"/>
                      <a:pt x="269" y="255"/>
                      <a:pt x="269" y="255"/>
                    </a:cubicBezTo>
                    <a:cubicBezTo>
                      <a:pt x="252" y="263"/>
                      <a:pt x="252" y="263"/>
                      <a:pt x="252" y="263"/>
                    </a:cubicBezTo>
                    <a:cubicBezTo>
                      <a:pt x="247" y="267"/>
                      <a:pt x="247" y="267"/>
                      <a:pt x="247" y="267"/>
                    </a:cubicBezTo>
                    <a:cubicBezTo>
                      <a:pt x="247" y="260"/>
                      <a:pt x="247" y="260"/>
                      <a:pt x="247" y="260"/>
                    </a:cubicBezTo>
                    <a:cubicBezTo>
                      <a:pt x="239" y="260"/>
                      <a:pt x="239" y="260"/>
                      <a:pt x="239" y="260"/>
                    </a:cubicBezTo>
                    <a:cubicBezTo>
                      <a:pt x="234" y="260"/>
                      <a:pt x="234" y="260"/>
                      <a:pt x="234" y="260"/>
                    </a:cubicBezTo>
                    <a:cubicBezTo>
                      <a:pt x="225" y="260"/>
                      <a:pt x="225" y="260"/>
                      <a:pt x="225" y="260"/>
                    </a:cubicBezTo>
                    <a:cubicBezTo>
                      <a:pt x="225" y="251"/>
                      <a:pt x="225" y="251"/>
                      <a:pt x="225" y="251"/>
                    </a:cubicBezTo>
                    <a:cubicBezTo>
                      <a:pt x="217" y="251"/>
                      <a:pt x="217" y="251"/>
                      <a:pt x="217" y="251"/>
                    </a:cubicBezTo>
                    <a:cubicBezTo>
                      <a:pt x="199" y="255"/>
                      <a:pt x="199" y="255"/>
                      <a:pt x="199" y="255"/>
                    </a:cubicBezTo>
                    <a:cubicBezTo>
                      <a:pt x="198" y="254"/>
                      <a:pt x="196" y="253"/>
                      <a:pt x="195" y="251"/>
                    </a:cubicBezTo>
                    <a:cubicBezTo>
                      <a:pt x="195" y="255"/>
                      <a:pt x="195" y="255"/>
                      <a:pt x="195" y="255"/>
                    </a:cubicBezTo>
                    <a:cubicBezTo>
                      <a:pt x="191" y="255"/>
                      <a:pt x="191" y="255"/>
                      <a:pt x="191" y="255"/>
                    </a:cubicBezTo>
                    <a:cubicBezTo>
                      <a:pt x="191" y="263"/>
                      <a:pt x="191" y="263"/>
                      <a:pt x="191" y="263"/>
                    </a:cubicBezTo>
                    <a:cubicBezTo>
                      <a:pt x="187" y="263"/>
                      <a:pt x="187" y="263"/>
                      <a:pt x="187" y="263"/>
                    </a:cubicBezTo>
                    <a:cubicBezTo>
                      <a:pt x="187" y="260"/>
                      <a:pt x="187" y="260"/>
                      <a:pt x="187" y="260"/>
                    </a:cubicBezTo>
                    <a:cubicBezTo>
                      <a:pt x="182" y="260"/>
                      <a:pt x="182" y="260"/>
                      <a:pt x="182" y="260"/>
                    </a:cubicBezTo>
                    <a:cubicBezTo>
                      <a:pt x="174" y="255"/>
                      <a:pt x="174" y="255"/>
                      <a:pt x="174" y="255"/>
                    </a:cubicBezTo>
                    <a:cubicBezTo>
                      <a:pt x="174" y="251"/>
                      <a:pt x="174" y="251"/>
                      <a:pt x="174" y="251"/>
                    </a:cubicBezTo>
                    <a:cubicBezTo>
                      <a:pt x="174" y="248"/>
                      <a:pt x="174" y="248"/>
                      <a:pt x="174" y="248"/>
                    </a:cubicBezTo>
                    <a:cubicBezTo>
                      <a:pt x="172" y="246"/>
                      <a:pt x="170" y="245"/>
                      <a:pt x="169" y="243"/>
                    </a:cubicBezTo>
                    <a:cubicBezTo>
                      <a:pt x="165" y="243"/>
                      <a:pt x="165" y="243"/>
                      <a:pt x="165" y="243"/>
                    </a:cubicBezTo>
                    <a:cubicBezTo>
                      <a:pt x="169" y="224"/>
                      <a:pt x="169" y="224"/>
                      <a:pt x="169" y="224"/>
                    </a:cubicBezTo>
                    <a:cubicBezTo>
                      <a:pt x="165" y="215"/>
                      <a:pt x="165" y="215"/>
                      <a:pt x="165" y="215"/>
                    </a:cubicBezTo>
                    <a:cubicBezTo>
                      <a:pt x="160" y="215"/>
                      <a:pt x="160" y="215"/>
                      <a:pt x="160" y="215"/>
                    </a:cubicBezTo>
                    <a:cubicBezTo>
                      <a:pt x="152" y="207"/>
                      <a:pt x="152" y="207"/>
                      <a:pt x="152" y="207"/>
                    </a:cubicBezTo>
                    <a:cubicBezTo>
                      <a:pt x="143" y="207"/>
                      <a:pt x="143" y="207"/>
                      <a:pt x="143" y="207"/>
                    </a:cubicBezTo>
                    <a:cubicBezTo>
                      <a:pt x="121" y="215"/>
                      <a:pt x="121" y="215"/>
                      <a:pt x="121" y="215"/>
                    </a:cubicBezTo>
                    <a:cubicBezTo>
                      <a:pt x="109" y="215"/>
                      <a:pt x="109" y="215"/>
                      <a:pt x="109" y="215"/>
                    </a:cubicBezTo>
                    <a:cubicBezTo>
                      <a:pt x="104" y="219"/>
                      <a:pt x="104" y="219"/>
                      <a:pt x="104" y="219"/>
                    </a:cubicBezTo>
                    <a:cubicBezTo>
                      <a:pt x="100" y="215"/>
                      <a:pt x="100" y="215"/>
                      <a:pt x="100" y="215"/>
                    </a:cubicBezTo>
                    <a:cubicBezTo>
                      <a:pt x="96" y="215"/>
                      <a:pt x="96" y="215"/>
                      <a:pt x="96" y="215"/>
                    </a:cubicBezTo>
                    <a:cubicBezTo>
                      <a:pt x="83" y="215"/>
                      <a:pt x="83" y="215"/>
                      <a:pt x="83" y="215"/>
                    </a:cubicBezTo>
                    <a:cubicBezTo>
                      <a:pt x="74" y="212"/>
                      <a:pt x="74" y="212"/>
                      <a:pt x="74" y="212"/>
                    </a:cubicBezTo>
                    <a:cubicBezTo>
                      <a:pt x="70" y="207"/>
                      <a:pt x="70" y="207"/>
                      <a:pt x="70" y="207"/>
                    </a:cubicBezTo>
                    <a:cubicBezTo>
                      <a:pt x="65" y="207"/>
                      <a:pt x="65" y="207"/>
                      <a:pt x="65" y="207"/>
                    </a:cubicBezTo>
                    <a:cubicBezTo>
                      <a:pt x="56" y="200"/>
                      <a:pt x="56" y="200"/>
                      <a:pt x="56" y="200"/>
                    </a:cubicBezTo>
                    <a:cubicBezTo>
                      <a:pt x="48" y="200"/>
                      <a:pt x="48" y="200"/>
                      <a:pt x="48" y="200"/>
                    </a:cubicBezTo>
                    <a:cubicBezTo>
                      <a:pt x="35" y="195"/>
                      <a:pt x="35" y="195"/>
                      <a:pt x="35" y="195"/>
                    </a:cubicBezTo>
                    <a:cubicBezTo>
                      <a:pt x="30" y="183"/>
                      <a:pt x="30" y="183"/>
                      <a:pt x="30" y="183"/>
                    </a:cubicBezTo>
                    <a:cubicBezTo>
                      <a:pt x="39" y="183"/>
                      <a:pt x="39" y="183"/>
                      <a:pt x="39" y="183"/>
                    </a:cubicBezTo>
                    <a:cubicBezTo>
                      <a:pt x="35" y="176"/>
                      <a:pt x="35" y="176"/>
                      <a:pt x="35" y="176"/>
                    </a:cubicBezTo>
                    <a:cubicBezTo>
                      <a:pt x="37" y="173"/>
                      <a:pt x="40" y="170"/>
                      <a:pt x="43" y="167"/>
                    </a:cubicBezTo>
                    <a:cubicBezTo>
                      <a:pt x="43" y="159"/>
                      <a:pt x="43" y="159"/>
                      <a:pt x="43" y="159"/>
                    </a:cubicBezTo>
                    <a:cubicBezTo>
                      <a:pt x="42" y="158"/>
                      <a:pt x="40" y="157"/>
                      <a:pt x="39" y="155"/>
                    </a:cubicBezTo>
                    <a:cubicBezTo>
                      <a:pt x="28" y="156"/>
                      <a:pt x="28" y="156"/>
                      <a:pt x="28" y="156"/>
                    </a:cubicBezTo>
                    <a:cubicBezTo>
                      <a:pt x="26" y="150"/>
                      <a:pt x="15" y="153"/>
                      <a:pt x="13" y="148"/>
                    </a:cubicBezTo>
                    <a:cubicBezTo>
                      <a:pt x="4" y="147"/>
                      <a:pt x="4" y="147"/>
                      <a:pt x="4" y="147"/>
                    </a:cubicBezTo>
                    <a:cubicBezTo>
                      <a:pt x="9" y="140"/>
                      <a:pt x="9" y="140"/>
                      <a:pt x="9" y="140"/>
                    </a:cubicBezTo>
                    <a:cubicBezTo>
                      <a:pt x="9" y="138"/>
                      <a:pt x="9" y="137"/>
                      <a:pt x="8" y="135"/>
                    </a:cubicBezTo>
                    <a:cubicBezTo>
                      <a:pt x="0" y="135"/>
                      <a:pt x="0" y="135"/>
                      <a:pt x="0" y="135"/>
                    </a:cubicBezTo>
                    <a:cubicBezTo>
                      <a:pt x="0" y="123"/>
                      <a:pt x="0" y="123"/>
                      <a:pt x="0" y="123"/>
                    </a:cubicBezTo>
                    <a:cubicBezTo>
                      <a:pt x="8" y="120"/>
                      <a:pt x="8" y="120"/>
                      <a:pt x="8" y="120"/>
                    </a:cubicBezTo>
                    <a:cubicBezTo>
                      <a:pt x="17" y="120"/>
                      <a:pt x="17" y="120"/>
                      <a:pt x="17" y="120"/>
                    </a:cubicBezTo>
                    <a:cubicBezTo>
                      <a:pt x="22" y="116"/>
                      <a:pt x="22" y="116"/>
                      <a:pt x="22" y="116"/>
                    </a:cubicBezTo>
                    <a:cubicBezTo>
                      <a:pt x="30" y="116"/>
                      <a:pt x="30" y="116"/>
                      <a:pt x="30" y="116"/>
                    </a:cubicBezTo>
                    <a:cubicBezTo>
                      <a:pt x="43" y="108"/>
                      <a:pt x="43" y="108"/>
                      <a:pt x="43" y="108"/>
                    </a:cubicBezTo>
                    <a:cubicBezTo>
                      <a:pt x="48" y="99"/>
                      <a:pt x="48" y="99"/>
                      <a:pt x="48" y="99"/>
                    </a:cubicBezTo>
                    <a:cubicBezTo>
                      <a:pt x="43" y="84"/>
                      <a:pt x="43" y="84"/>
                      <a:pt x="43" y="84"/>
                    </a:cubicBezTo>
                    <a:cubicBezTo>
                      <a:pt x="43" y="80"/>
                      <a:pt x="43" y="80"/>
                      <a:pt x="43" y="80"/>
                    </a:cubicBezTo>
                    <a:cubicBezTo>
                      <a:pt x="56" y="80"/>
                      <a:pt x="56" y="80"/>
                      <a:pt x="56" y="80"/>
                    </a:cubicBezTo>
                    <a:cubicBezTo>
                      <a:pt x="61" y="63"/>
                      <a:pt x="61" y="63"/>
                      <a:pt x="61" y="63"/>
                    </a:cubicBezTo>
                    <a:cubicBezTo>
                      <a:pt x="74" y="63"/>
                      <a:pt x="74" y="63"/>
                      <a:pt x="74" y="63"/>
                    </a:cubicBezTo>
                    <a:cubicBezTo>
                      <a:pt x="78" y="63"/>
                      <a:pt x="78" y="63"/>
                      <a:pt x="78" y="63"/>
                    </a:cubicBezTo>
                    <a:cubicBezTo>
                      <a:pt x="83" y="51"/>
                      <a:pt x="83" y="51"/>
                      <a:pt x="83" y="51"/>
                    </a:cubicBezTo>
                    <a:cubicBezTo>
                      <a:pt x="87" y="48"/>
                      <a:pt x="87" y="48"/>
                      <a:pt x="87" y="48"/>
                    </a:cubicBezTo>
                    <a:cubicBezTo>
                      <a:pt x="87" y="48"/>
                      <a:pt x="87" y="48"/>
                      <a:pt x="87" y="48"/>
                    </a:cubicBezTo>
                    <a:close/>
                  </a:path>
                </a:pathLst>
              </a:custGeom>
              <a:solidFill>
                <a:schemeClr val="accent2">
                  <a:lumMod val="500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92" name="Google Shape;1692;p206"/>
              <p:cNvSpPr/>
              <p:nvPr/>
            </p:nvSpPr>
            <p:spPr>
              <a:xfrm>
                <a:off x="4952" y="2147"/>
                <a:ext cx="986" cy="632"/>
              </a:xfrm>
              <a:custGeom>
                <a:avLst/>
                <a:gdLst/>
                <a:ahLst/>
                <a:cxnLst/>
                <a:rect l="l" t="t" r="r" b="b"/>
                <a:pathLst>
                  <a:path w="417" h="267" extrusionOk="0">
                    <a:moveTo>
                      <a:pt x="87" y="48"/>
                    </a:moveTo>
                    <a:cubicBezTo>
                      <a:pt x="87" y="48"/>
                      <a:pt x="87" y="48"/>
                      <a:pt x="87" y="48"/>
                    </a:cubicBezTo>
                    <a:cubicBezTo>
                      <a:pt x="96" y="44"/>
                      <a:pt x="96" y="44"/>
                      <a:pt x="96" y="44"/>
                    </a:cubicBezTo>
                    <a:cubicBezTo>
                      <a:pt x="104" y="56"/>
                      <a:pt x="104" y="56"/>
                      <a:pt x="104" y="56"/>
                    </a:cubicBezTo>
                    <a:cubicBezTo>
                      <a:pt x="113" y="56"/>
                      <a:pt x="113" y="56"/>
                      <a:pt x="113" y="56"/>
                    </a:cubicBezTo>
                    <a:cubicBezTo>
                      <a:pt x="114" y="58"/>
                      <a:pt x="116" y="61"/>
                      <a:pt x="117" y="63"/>
                    </a:cubicBezTo>
                    <a:cubicBezTo>
                      <a:pt x="117" y="80"/>
                      <a:pt x="117" y="80"/>
                      <a:pt x="117" y="80"/>
                    </a:cubicBezTo>
                    <a:cubicBezTo>
                      <a:pt x="143" y="87"/>
                      <a:pt x="143" y="87"/>
                      <a:pt x="143" y="87"/>
                    </a:cubicBezTo>
                    <a:cubicBezTo>
                      <a:pt x="156" y="99"/>
                      <a:pt x="156" y="99"/>
                      <a:pt x="156" y="99"/>
                    </a:cubicBezTo>
                    <a:cubicBezTo>
                      <a:pt x="182" y="99"/>
                      <a:pt x="182" y="99"/>
                      <a:pt x="182" y="99"/>
                    </a:cubicBezTo>
                    <a:cubicBezTo>
                      <a:pt x="195" y="108"/>
                      <a:pt x="195" y="108"/>
                      <a:pt x="195" y="108"/>
                    </a:cubicBezTo>
                    <a:cubicBezTo>
                      <a:pt x="212" y="111"/>
                      <a:pt x="212" y="111"/>
                      <a:pt x="212" y="111"/>
                    </a:cubicBezTo>
                    <a:cubicBezTo>
                      <a:pt x="230" y="104"/>
                      <a:pt x="230" y="104"/>
                      <a:pt x="230" y="104"/>
                    </a:cubicBezTo>
                    <a:cubicBezTo>
                      <a:pt x="247" y="104"/>
                      <a:pt x="247" y="104"/>
                      <a:pt x="247" y="104"/>
                    </a:cubicBezTo>
                    <a:cubicBezTo>
                      <a:pt x="260" y="92"/>
                      <a:pt x="260" y="92"/>
                      <a:pt x="260" y="92"/>
                    </a:cubicBezTo>
                    <a:cubicBezTo>
                      <a:pt x="256" y="87"/>
                      <a:pt x="256" y="87"/>
                      <a:pt x="256" y="87"/>
                    </a:cubicBezTo>
                    <a:cubicBezTo>
                      <a:pt x="265" y="80"/>
                      <a:pt x="265" y="80"/>
                      <a:pt x="265" y="80"/>
                    </a:cubicBezTo>
                    <a:cubicBezTo>
                      <a:pt x="273" y="84"/>
                      <a:pt x="273" y="84"/>
                      <a:pt x="273" y="84"/>
                    </a:cubicBezTo>
                    <a:cubicBezTo>
                      <a:pt x="286" y="75"/>
                      <a:pt x="286" y="75"/>
                      <a:pt x="286" y="75"/>
                    </a:cubicBezTo>
                    <a:cubicBezTo>
                      <a:pt x="295" y="68"/>
                      <a:pt x="295" y="68"/>
                      <a:pt x="295" y="68"/>
                    </a:cubicBezTo>
                    <a:cubicBezTo>
                      <a:pt x="312" y="68"/>
                      <a:pt x="312" y="68"/>
                      <a:pt x="312" y="68"/>
                    </a:cubicBezTo>
                    <a:cubicBezTo>
                      <a:pt x="308" y="60"/>
                      <a:pt x="308" y="60"/>
                      <a:pt x="308" y="60"/>
                    </a:cubicBezTo>
                    <a:cubicBezTo>
                      <a:pt x="304" y="56"/>
                      <a:pt x="304" y="56"/>
                      <a:pt x="304" y="56"/>
                    </a:cubicBezTo>
                    <a:cubicBezTo>
                      <a:pt x="295" y="60"/>
                      <a:pt x="295" y="60"/>
                      <a:pt x="295" y="60"/>
                    </a:cubicBezTo>
                    <a:cubicBezTo>
                      <a:pt x="286" y="60"/>
                      <a:pt x="286" y="60"/>
                      <a:pt x="286" y="60"/>
                    </a:cubicBezTo>
                    <a:cubicBezTo>
                      <a:pt x="286" y="44"/>
                      <a:pt x="286" y="44"/>
                      <a:pt x="286" y="44"/>
                    </a:cubicBezTo>
                    <a:cubicBezTo>
                      <a:pt x="291" y="36"/>
                      <a:pt x="291" y="36"/>
                      <a:pt x="291" y="36"/>
                    </a:cubicBezTo>
                    <a:cubicBezTo>
                      <a:pt x="299" y="39"/>
                      <a:pt x="299" y="39"/>
                      <a:pt x="299" y="39"/>
                    </a:cubicBezTo>
                    <a:cubicBezTo>
                      <a:pt x="312" y="36"/>
                      <a:pt x="312" y="36"/>
                      <a:pt x="312" y="36"/>
                    </a:cubicBezTo>
                    <a:cubicBezTo>
                      <a:pt x="317" y="20"/>
                      <a:pt x="317" y="20"/>
                      <a:pt x="317" y="20"/>
                    </a:cubicBezTo>
                    <a:cubicBezTo>
                      <a:pt x="321" y="15"/>
                      <a:pt x="321" y="15"/>
                      <a:pt x="321" y="15"/>
                    </a:cubicBezTo>
                    <a:cubicBezTo>
                      <a:pt x="321" y="12"/>
                      <a:pt x="321" y="12"/>
                      <a:pt x="321" y="12"/>
                    </a:cubicBezTo>
                    <a:cubicBezTo>
                      <a:pt x="317" y="12"/>
                      <a:pt x="317" y="12"/>
                      <a:pt x="317" y="12"/>
                    </a:cubicBezTo>
                    <a:cubicBezTo>
                      <a:pt x="321" y="3"/>
                      <a:pt x="321" y="3"/>
                      <a:pt x="321" y="3"/>
                    </a:cubicBezTo>
                    <a:cubicBezTo>
                      <a:pt x="338" y="0"/>
                      <a:pt x="338" y="0"/>
                      <a:pt x="338" y="0"/>
                    </a:cubicBezTo>
                    <a:cubicBezTo>
                      <a:pt x="351" y="3"/>
                      <a:pt x="351" y="3"/>
                      <a:pt x="351" y="3"/>
                    </a:cubicBezTo>
                    <a:cubicBezTo>
                      <a:pt x="354" y="6"/>
                      <a:pt x="357" y="9"/>
                      <a:pt x="360" y="12"/>
                    </a:cubicBezTo>
                    <a:cubicBezTo>
                      <a:pt x="369" y="39"/>
                      <a:pt x="369" y="39"/>
                      <a:pt x="369" y="39"/>
                    </a:cubicBezTo>
                    <a:cubicBezTo>
                      <a:pt x="377" y="39"/>
                      <a:pt x="377" y="39"/>
                      <a:pt x="377" y="39"/>
                    </a:cubicBezTo>
                    <a:cubicBezTo>
                      <a:pt x="390" y="48"/>
                      <a:pt x="390" y="48"/>
                      <a:pt x="390" y="48"/>
                    </a:cubicBezTo>
                    <a:cubicBezTo>
                      <a:pt x="390" y="56"/>
                      <a:pt x="390" y="56"/>
                      <a:pt x="390" y="56"/>
                    </a:cubicBezTo>
                    <a:cubicBezTo>
                      <a:pt x="399" y="56"/>
                      <a:pt x="399" y="56"/>
                      <a:pt x="399" y="56"/>
                    </a:cubicBezTo>
                    <a:cubicBezTo>
                      <a:pt x="417" y="51"/>
                      <a:pt x="417" y="51"/>
                      <a:pt x="417" y="51"/>
                    </a:cubicBezTo>
                    <a:cubicBezTo>
                      <a:pt x="417" y="60"/>
                      <a:pt x="417" y="60"/>
                      <a:pt x="417" y="60"/>
                    </a:cubicBezTo>
                    <a:cubicBezTo>
                      <a:pt x="404" y="84"/>
                      <a:pt x="404" y="84"/>
                      <a:pt x="404" y="84"/>
                    </a:cubicBezTo>
                    <a:cubicBezTo>
                      <a:pt x="402" y="82"/>
                      <a:pt x="401" y="81"/>
                      <a:pt x="399" y="80"/>
                    </a:cubicBezTo>
                    <a:cubicBezTo>
                      <a:pt x="390" y="84"/>
                      <a:pt x="390" y="84"/>
                      <a:pt x="390" y="84"/>
                    </a:cubicBezTo>
                    <a:cubicBezTo>
                      <a:pt x="395" y="96"/>
                      <a:pt x="395" y="96"/>
                      <a:pt x="395" y="96"/>
                    </a:cubicBezTo>
                    <a:cubicBezTo>
                      <a:pt x="390" y="104"/>
                      <a:pt x="390" y="104"/>
                      <a:pt x="390" y="104"/>
                    </a:cubicBezTo>
                    <a:cubicBezTo>
                      <a:pt x="386" y="104"/>
                      <a:pt x="386" y="104"/>
                      <a:pt x="386" y="104"/>
                    </a:cubicBezTo>
                    <a:cubicBezTo>
                      <a:pt x="377" y="108"/>
                      <a:pt x="377" y="108"/>
                      <a:pt x="377" y="108"/>
                    </a:cubicBezTo>
                    <a:cubicBezTo>
                      <a:pt x="373" y="108"/>
                      <a:pt x="373" y="108"/>
                      <a:pt x="373" y="108"/>
                    </a:cubicBezTo>
                    <a:cubicBezTo>
                      <a:pt x="369" y="111"/>
                      <a:pt x="369" y="111"/>
                      <a:pt x="369" y="111"/>
                    </a:cubicBezTo>
                    <a:cubicBezTo>
                      <a:pt x="364" y="111"/>
                      <a:pt x="364" y="111"/>
                      <a:pt x="364" y="111"/>
                    </a:cubicBezTo>
                    <a:cubicBezTo>
                      <a:pt x="347" y="123"/>
                      <a:pt x="347" y="123"/>
                      <a:pt x="347" y="123"/>
                    </a:cubicBezTo>
                    <a:cubicBezTo>
                      <a:pt x="347" y="128"/>
                      <a:pt x="347" y="128"/>
                      <a:pt x="347" y="128"/>
                    </a:cubicBezTo>
                    <a:cubicBezTo>
                      <a:pt x="338" y="128"/>
                      <a:pt x="338" y="128"/>
                      <a:pt x="338" y="128"/>
                    </a:cubicBezTo>
                    <a:cubicBezTo>
                      <a:pt x="325" y="135"/>
                      <a:pt x="325" y="135"/>
                      <a:pt x="325" y="135"/>
                    </a:cubicBezTo>
                    <a:cubicBezTo>
                      <a:pt x="325" y="132"/>
                      <a:pt x="325" y="132"/>
                      <a:pt x="325" y="132"/>
                    </a:cubicBezTo>
                    <a:cubicBezTo>
                      <a:pt x="325" y="128"/>
                      <a:pt x="325" y="128"/>
                      <a:pt x="325" y="128"/>
                    </a:cubicBezTo>
                    <a:cubicBezTo>
                      <a:pt x="327" y="125"/>
                      <a:pt x="328" y="122"/>
                      <a:pt x="330" y="120"/>
                    </a:cubicBezTo>
                    <a:cubicBezTo>
                      <a:pt x="328" y="118"/>
                      <a:pt x="327" y="117"/>
                      <a:pt x="325" y="116"/>
                    </a:cubicBezTo>
                    <a:cubicBezTo>
                      <a:pt x="312" y="128"/>
                      <a:pt x="312" y="128"/>
                      <a:pt x="312" y="128"/>
                    </a:cubicBezTo>
                    <a:cubicBezTo>
                      <a:pt x="308" y="132"/>
                      <a:pt x="308" y="132"/>
                      <a:pt x="308" y="132"/>
                    </a:cubicBezTo>
                    <a:cubicBezTo>
                      <a:pt x="304" y="132"/>
                      <a:pt x="304" y="132"/>
                      <a:pt x="304" y="132"/>
                    </a:cubicBezTo>
                    <a:cubicBezTo>
                      <a:pt x="299" y="135"/>
                      <a:pt x="299" y="135"/>
                      <a:pt x="299" y="135"/>
                    </a:cubicBezTo>
                    <a:cubicBezTo>
                      <a:pt x="312" y="147"/>
                      <a:pt x="312" y="147"/>
                      <a:pt x="312" y="147"/>
                    </a:cubicBezTo>
                    <a:cubicBezTo>
                      <a:pt x="321" y="143"/>
                      <a:pt x="321" y="143"/>
                      <a:pt x="321" y="143"/>
                    </a:cubicBezTo>
                    <a:cubicBezTo>
                      <a:pt x="334" y="147"/>
                      <a:pt x="334" y="147"/>
                      <a:pt x="334" y="147"/>
                    </a:cubicBezTo>
                    <a:cubicBezTo>
                      <a:pt x="334" y="152"/>
                      <a:pt x="334" y="152"/>
                      <a:pt x="334" y="152"/>
                    </a:cubicBezTo>
                    <a:cubicBezTo>
                      <a:pt x="330" y="147"/>
                      <a:pt x="330" y="147"/>
                      <a:pt x="330" y="147"/>
                    </a:cubicBezTo>
                    <a:cubicBezTo>
                      <a:pt x="321" y="152"/>
                      <a:pt x="321" y="152"/>
                      <a:pt x="321" y="152"/>
                    </a:cubicBezTo>
                    <a:cubicBezTo>
                      <a:pt x="312" y="164"/>
                      <a:pt x="312" y="164"/>
                      <a:pt x="312" y="164"/>
                    </a:cubicBezTo>
                    <a:cubicBezTo>
                      <a:pt x="317" y="167"/>
                      <a:pt x="317" y="167"/>
                      <a:pt x="317" y="167"/>
                    </a:cubicBezTo>
                    <a:cubicBezTo>
                      <a:pt x="321" y="183"/>
                      <a:pt x="321" y="183"/>
                      <a:pt x="321" y="183"/>
                    </a:cubicBezTo>
                    <a:cubicBezTo>
                      <a:pt x="330" y="188"/>
                      <a:pt x="330" y="188"/>
                      <a:pt x="330" y="188"/>
                    </a:cubicBezTo>
                    <a:cubicBezTo>
                      <a:pt x="325" y="188"/>
                      <a:pt x="325" y="188"/>
                      <a:pt x="325" y="188"/>
                    </a:cubicBezTo>
                    <a:cubicBezTo>
                      <a:pt x="327" y="190"/>
                      <a:pt x="328" y="193"/>
                      <a:pt x="330" y="195"/>
                    </a:cubicBezTo>
                    <a:cubicBezTo>
                      <a:pt x="317" y="200"/>
                      <a:pt x="317" y="200"/>
                      <a:pt x="317" y="200"/>
                    </a:cubicBezTo>
                    <a:cubicBezTo>
                      <a:pt x="330" y="200"/>
                      <a:pt x="330" y="200"/>
                      <a:pt x="330" y="200"/>
                    </a:cubicBezTo>
                    <a:cubicBezTo>
                      <a:pt x="328" y="205"/>
                      <a:pt x="327" y="210"/>
                      <a:pt x="325" y="215"/>
                    </a:cubicBezTo>
                    <a:cubicBezTo>
                      <a:pt x="317" y="224"/>
                      <a:pt x="317" y="224"/>
                      <a:pt x="317" y="224"/>
                    </a:cubicBezTo>
                    <a:cubicBezTo>
                      <a:pt x="312" y="224"/>
                      <a:pt x="312" y="224"/>
                      <a:pt x="312" y="224"/>
                    </a:cubicBezTo>
                    <a:cubicBezTo>
                      <a:pt x="312" y="231"/>
                      <a:pt x="312" y="231"/>
                      <a:pt x="312" y="231"/>
                    </a:cubicBezTo>
                    <a:cubicBezTo>
                      <a:pt x="308" y="239"/>
                      <a:pt x="308" y="239"/>
                      <a:pt x="308" y="239"/>
                    </a:cubicBezTo>
                    <a:cubicBezTo>
                      <a:pt x="304" y="239"/>
                      <a:pt x="304" y="239"/>
                      <a:pt x="304" y="239"/>
                    </a:cubicBezTo>
                    <a:cubicBezTo>
                      <a:pt x="304" y="243"/>
                      <a:pt x="304" y="243"/>
                      <a:pt x="304" y="243"/>
                    </a:cubicBezTo>
                    <a:cubicBezTo>
                      <a:pt x="291" y="251"/>
                      <a:pt x="291" y="251"/>
                      <a:pt x="291" y="251"/>
                    </a:cubicBezTo>
                    <a:cubicBezTo>
                      <a:pt x="278" y="251"/>
                      <a:pt x="278" y="251"/>
                      <a:pt x="278" y="251"/>
                    </a:cubicBezTo>
                    <a:cubicBezTo>
                      <a:pt x="278" y="255"/>
                      <a:pt x="278" y="255"/>
                      <a:pt x="278" y="255"/>
                    </a:cubicBezTo>
                    <a:cubicBezTo>
                      <a:pt x="273" y="251"/>
                      <a:pt x="273" y="251"/>
                      <a:pt x="273" y="251"/>
                    </a:cubicBezTo>
                    <a:cubicBezTo>
                      <a:pt x="273" y="255"/>
                      <a:pt x="273" y="255"/>
                      <a:pt x="273" y="255"/>
                    </a:cubicBezTo>
                    <a:cubicBezTo>
                      <a:pt x="269" y="255"/>
                      <a:pt x="269" y="255"/>
                      <a:pt x="269" y="255"/>
                    </a:cubicBezTo>
                    <a:cubicBezTo>
                      <a:pt x="252" y="263"/>
                      <a:pt x="252" y="263"/>
                      <a:pt x="252" y="263"/>
                    </a:cubicBezTo>
                    <a:cubicBezTo>
                      <a:pt x="247" y="267"/>
                      <a:pt x="247" y="267"/>
                      <a:pt x="247" y="267"/>
                    </a:cubicBezTo>
                    <a:cubicBezTo>
                      <a:pt x="247" y="260"/>
                      <a:pt x="247" y="260"/>
                      <a:pt x="247" y="260"/>
                    </a:cubicBezTo>
                    <a:cubicBezTo>
                      <a:pt x="239" y="260"/>
                      <a:pt x="239" y="260"/>
                      <a:pt x="239" y="260"/>
                    </a:cubicBezTo>
                    <a:cubicBezTo>
                      <a:pt x="234" y="260"/>
                      <a:pt x="234" y="260"/>
                      <a:pt x="234" y="260"/>
                    </a:cubicBezTo>
                    <a:cubicBezTo>
                      <a:pt x="225" y="260"/>
                      <a:pt x="225" y="260"/>
                      <a:pt x="225" y="260"/>
                    </a:cubicBezTo>
                    <a:cubicBezTo>
                      <a:pt x="225" y="251"/>
                      <a:pt x="225" y="251"/>
                      <a:pt x="225" y="251"/>
                    </a:cubicBezTo>
                    <a:cubicBezTo>
                      <a:pt x="217" y="251"/>
                      <a:pt x="217" y="251"/>
                      <a:pt x="217" y="251"/>
                    </a:cubicBezTo>
                    <a:cubicBezTo>
                      <a:pt x="199" y="255"/>
                      <a:pt x="199" y="255"/>
                      <a:pt x="199" y="255"/>
                    </a:cubicBezTo>
                    <a:cubicBezTo>
                      <a:pt x="198" y="254"/>
                      <a:pt x="196" y="253"/>
                      <a:pt x="195" y="251"/>
                    </a:cubicBezTo>
                    <a:cubicBezTo>
                      <a:pt x="195" y="255"/>
                      <a:pt x="195" y="255"/>
                      <a:pt x="195" y="255"/>
                    </a:cubicBezTo>
                    <a:cubicBezTo>
                      <a:pt x="191" y="255"/>
                      <a:pt x="191" y="255"/>
                      <a:pt x="191" y="255"/>
                    </a:cubicBezTo>
                    <a:cubicBezTo>
                      <a:pt x="191" y="263"/>
                      <a:pt x="191" y="263"/>
                      <a:pt x="191" y="263"/>
                    </a:cubicBezTo>
                    <a:cubicBezTo>
                      <a:pt x="187" y="263"/>
                      <a:pt x="187" y="263"/>
                      <a:pt x="187" y="263"/>
                    </a:cubicBezTo>
                    <a:cubicBezTo>
                      <a:pt x="187" y="260"/>
                      <a:pt x="187" y="260"/>
                      <a:pt x="187" y="260"/>
                    </a:cubicBezTo>
                    <a:cubicBezTo>
                      <a:pt x="182" y="260"/>
                      <a:pt x="182" y="260"/>
                      <a:pt x="182" y="260"/>
                    </a:cubicBezTo>
                    <a:cubicBezTo>
                      <a:pt x="174" y="255"/>
                      <a:pt x="174" y="255"/>
                      <a:pt x="174" y="255"/>
                    </a:cubicBezTo>
                    <a:cubicBezTo>
                      <a:pt x="174" y="251"/>
                      <a:pt x="174" y="251"/>
                      <a:pt x="174" y="251"/>
                    </a:cubicBezTo>
                    <a:cubicBezTo>
                      <a:pt x="174" y="248"/>
                      <a:pt x="174" y="248"/>
                      <a:pt x="174" y="248"/>
                    </a:cubicBezTo>
                    <a:cubicBezTo>
                      <a:pt x="172" y="246"/>
                      <a:pt x="170" y="245"/>
                      <a:pt x="169" y="243"/>
                    </a:cubicBezTo>
                    <a:cubicBezTo>
                      <a:pt x="165" y="243"/>
                      <a:pt x="165" y="243"/>
                      <a:pt x="165" y="243"/>
                    </a:cubicBezTo>
                    <a:cubicBezTo>
                      <a:pt x="169" y="224"/>
                      <a:pt x="169" y="224"/>
                      <a:pt x="169" y="224"/>
                    </a:cubicBezTo>
                    <a:cubicBezTo>
                      <a:pt x="165" y="215"/>
                      <a:pt x="165" y="215"/>
                      <a:pt x="165" y="215"/>
                    </a:cubicBezTo>
                    <a:cubicBezTo>
                      <a:pt x="160" y="215"/>
                      <a:pt x="160" y="215"/>
                      <a:pt x="160" y="215"/>
                    </a:cubicBezTo>
                    <a:cubicBezTo>
                      <a:pt x="152" y="207"/>
                      <a:pt x="152" y="207"/>
                      <a:pt x="152" y="207"/>
                    </a:cubicBezTo>
                    <a:cubicBezTo>
                      <a:pt x="143" y="207"/>
                      <a:pt x="143" y="207"/>
                      <a:pt x="143" y="207"/>
                    </a:cubicBezTo>
                    <a:cubicBezTo>
                      <a:pt x="121" y="215"/>
                      <a:pt x="121" y="215"/>
                      <a:pt x="121" y="215"/>
                    </a:cubicBezTo>
                    <a:cubicBezTo>
                      <a:pt x="109" y="215"/>
                      <a:pt x="109" y="215"/>
                      <a:pt x="109" y="215"/>
                    </a:cubicBezTo>
                    <a:cubicBezTo>
                      <a:pt x="104" y="219"/>
                      <a:pt x="104" y="219"/>
                      <a:pt x="104" y="219"/>
                    </a:cubicBezTo>
                    <a:cubicBezTo>
                      <a:pt x="100" y="215"/>
                      <a:pt x="100" y="215"/>
                      <a:pt x="100" y="215"/>
                    </a:cubicBezTo>
                    <a:cubicBezTo>
                      <a:pt x="96" y="215"/>
                      <a:pt x="96" y="215"/>
                      <a:pt x="96" y="215"/>
                    </a:cubicBezTo>
                    <a:cubicBezTo>
                      <a:pt x="83" y="215"/>
                      <a:pt x="83" y="215"/>
                      <a:pt x="83" y="215"/>
                    </a:cubicBezTo>
                    <a:cubicBezTo>
                      <a:pt x="74" y="212"/>
                      <a:pt x="74" y="212"/>
                      <a:pt x="74" y="212"/>
                    </a:cubicBezTo>
                    <a:cubicBezTo>
                      <a:pt x="70" y="207"/>
                      <a:pt x="70" y="207"/>
                      <a:pt x="70" y="207"/>
                    </a:cubicBezTo>
                    <a:cubicBezTo>
                      <a:pt x="65" y="207"/>
                      <a:pt x="65" y="207"/>
                      <a:pt x="65" y="207"/>
                    </a:cubicBezTo>
                    <a:cubicBezTo>
                      <a:pt x="56" y="200"/>
                      <a:pt x="56" y="200"/>
                      <a:pt x="56" y="200"/>
                    </a:cubicBezTo>
                    <a:cubicBezTo>
                      <a:pt x="48" y="200"/>
                      <a:pt x="48" y="200"/>
                      <a:pt x="48" y="200"/>
                    </a:cubicBezTo>
                    <a:cubicBezTo>
                      <a:pt x="35" y="195"/>
                      <a:pt x="35" y="195"/>
                      <a:pt x="35" y="195"/>
                    </a:cubicBezTo>
                    <a:cubicBezTo>
                      <a:pt x="30" y="183"/>
                      <a:pt x="30" y="183"/>
                      <a:pt x="30" y="183"/>
                    </a:cubicBezTo>
                    <a:cubicBezTo>
                      <a:pt x="39" y="183"/>
                      <a:pt x="39" y="183"/>
                      <a:pt x="39" y="183"/>
                    </a:cubicBezTo>
                    <a:cubicBezTo>
                      <a:pt x="35" y="176"/>
                      <a:pt x="35" y="176"/>
                      <a:pt x="35" y="176"/>
                    </a:cubicBezTo>
                    <a:cubicBezTo>
                      <a:pt x="37" y="173"/>
                      <a:pt x="40" y="170"/>
                      <a:pt x="43" y="167"/>
                    </a:cubicBezTo>
                    <a:cubicBezTo>
                      <a:pt x="43" y="159"/>
                      <a:pt x="43" y="159"/>
                      <a:pt x="43" y="159"/>
                    </a:cubicBezTo>
                    <a:cubicBezTo>
                      <a:pt x="42" y="158"/>
                      <a:pt x="40" y="157"/>
                      <a:pt x="39" y="155"/>
                    </a:cubicBezTo>
                    <a:cubicBezTo>
                      <a:pt x="28" y="156"/>
                      <a:pt x="28" y="156"/>
                      <a:pt x="28" y="156"/>
                    </a:cubicBezTo>
                    <a:cubicBezTo>
                      <a:pt x="26" y="150"/>
                      <a:pt x="15" y="153"/>
                      <a:pt x="13" y="148"/>
                    </a:cubicBezTo>
                    <a:cubicBezTo>
                      <a:pt x="4" y="147"/>
                      <a:pt x="4" y="147"/>
                      <a:pt x="4" y="147"/>
                    </a:cubicBezTo>
                    <a:cubicBezTo>
                      <a:pt x="9" y="140"/>
                      <a:pt x="9" y="140"/>
                      <a:pt x="9" y="140"/>
                    </a:cubicBezTo>
                    <a:cubicBezTo>
                      <a:pt x="9" y="138"/>
                      <a:pt x="9" y="137"/>
                      <a:pt x="8" y="135"/>
                    </a:cubicBezTo>
                    <a:cubicBezTo>
                      <a:pt x="0" y="135"/>
                      <a:pt x="0" y="135"/>
                      <a:pt x="0" y="135"/>
                    </a:cubicBezTo>
                    <a:cubicBezTo>
                      <a:pt x="0" y="123"/>
                      <a:pt x="0" y="123"/>
                      <a:pt x="0" y="123"/>
                    </a:cubicBezTo>
                    <a:cubicBezTo>
                      <a:pt x="8" y="120"/>
                      <a:pt x="8" y="120"/>
                      <a:pt x="8" y="120"/>
                    </a:cubicBezTo>
                    <a:cubicBezTo>
                      <a:pt x="17" y="120"/>
                      <a:pt x="17" y="120"/>
                      <a:pt x="17" y="120"/>
                    </a:cubicBezTo>
                    <a:cubicBezTo>
                      <a:pt x="22" y="116"/>
                      <a:pt x="22" y="116"/>
                      <a:pt x="22" y="116"/>
                    </a:cubicBezTo>
                    <a:cubicBezTo>
                      <a:pt x="30" y="116"/>
                      <a:pt x="30" y="116"/>
                      <a:pt x="30" y="116"/>
                    </a:cubicBezTo>
                    <a:cubicBezTo>
                      <a:pt x="43" y="108"/>
                      <a:pt x="43" y="108"/>
                      <a:pt x="43" y="108"/>
                    </a:cubicBezTo>
                    <a:cubicBezTo>
                      <a:pt x="48" y="99"/>
                      <a:pt x="48" y="99"/>
                      <a:pt x="48" y="99"/>
                    </a:cubicBezTo>
                    <a:cubicBezTo>
                      <a:pt x="43" y="84"/>
                      <a:pt x="43" y="84"/>
                      <a:pt x="43" y="84"/>
                    </a:cubicBezTo>
                    <a:cubicBezTo>
                      <a:pt x="43" y="80"/>
                      <a:pt x="43" y="80"/>
                      <a:pt x="43" y="80"/>
                    </a:cubicBezTo>
                    <a:cubicBezTo>
                      <a:pt x="56" y="80"/>
                      <a:pt x="56" y="80"/>
                      <a:pt x="56" y="80"/>
                    </a:cubicBezTo>
                    <a:cubicBezTo>
                      <a:pt x="61" y="63"/>
                      <a:pt x="61" y="63"/>
                      <a:pt x="61" y="63"/>
                    </a:cubicBezTo>
                    <a:cubicBezTo>
                      <a:pt x="74" y="63"/>
                      <a:pt x="74" y="63"/>
                      <a:pt x="74" y="63"/>
                    </a:cubicBezTo>
                    <a:cubicBezTo>
                      <a:pt x="78" y="63"/>
                      <a:pt x="78" y="63"/>
                      <a:pt x="78" y="63"/>
                    </a:cubicBezTo>
                    <a:cubicBezTo>
                      <a:pt x="83" y="51"/>
                      <a:pt x="83" y="51"/>
                      <a:pt x="83" y="51"/>
                    </a:cubicBezTo>
                    <a:cubicBezTo>
                      <a:pt x="87" y="48"/>
                      <a:pt x="87" y="48"/>
                      <a:pt x="87" y="48"/>
                    </a:cubicBezTo>
                    <a:cubicBezTo>
                      <a:pt x="87" y="48"/>
                      <a:pt x="87" y="48"/>
                      <a:pt x="87" y="48"/>
                    </a:cubicBez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93" name="Google Shape;1693;p206"/>
              <p:cNvSpPr/>
              <p:nvPr/>
            </p:nvSpPr>
            <p:spPr>
              <a:xfrm>
                <a:off x="6130" y="2324"/>
                <a:ext cx="31" cy="29"/>
              </a:xfrm>
              <a:custGeom>
                <a:avLst/>
                <a:gdLst/>
                <a:ahLst/>
                <a:cxnLst/>
                <a:rect l="l" t="t" r="r" b="b"/>
                <a:pathLst>
                  <a:path w="31" h="29" extrusionOk="0">
                    <a:moveTo>
                      <a:pt x="0" y="29"/>
                    </a:moveTo>
                    <a:lnTo>
                      <a:pt x="0" y="29"/>
                    </a:lnTo>
                    <a:lnTo>
                      <a:pt x="31" y="0"/>
                    </a:lnTo>
                    <a:lnTo>
                      <a:pt x="21" y="12"/>
                    </a:lnTo>
                    <a:lnTo>
                      <a:pt x="0" y="2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94" name="Google Shape;1694;p206"/>
              <p:cNvSpPr/>
              <p:nvPr/>
            </p:nvSpPr>
            <p:spPr>
              <a:xfrm>
                <a:off x="6130" y="2324"/>
                <a:ext cx="31" cy="29"/>
              </a:xfrm>
              <a:custGeom>
                <a:avLst/>
                <a:gdLst/>
                <a:ahLst/>
                <a:cxnLst/>
                <a:rect l="l" t="t" r="r" b="b"/>
                <a:pathLst>
                  <a:path w="31" h="29" extrusionOk="0">
                    <a:moveTo>
                      <a:pt x="0" y="29"/>
                    </a:moveTo>
                    <a:lnTo>
                      <a:pt x="0" y="29"/>
                    </a:lnTo>
                    <a:lnTo>
                      <a:pt x="31" y="0"/>
                    </a:lnTo>
                    <a:lnTo>
                      <a:pt x="21" y="12"/>
                    </a:lnTo>
                    <a:lnTo>
                      <a:pt x="0" y="2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95" name="Google Shape;1695;p206"/>
              <p:cNvSpPr/>
              <p:nvPr/>
            </p:nvSpPr>
            <p:spPr>
              <a:xfrm>
                <a:off x="6130" y="2324"/>
                <a:ext cx="31" cy="29"/>
              </a:xfrm>
              <a:custGeom>
                <a:avLst/>
                <a:gdLst/>
                <a:ahLst/>
                <a:cxnLst/>
                <a:rect l="l" t="t" r="r" b="b"/>
                <a:pathLst>
                  <a:path w="31" h="29" extrusionOk="0">
                    <a:moveTo>
                      <a:pt x="0" y="29"/>
                    </a:moveTo>
                    <a:lnTo>
                      <a:pt x="0" y="29"/>
                    </a:lnTo>
                    <a:lnTo>
                      <a:pt x="31" y="0"/>
                    </a:lnTo>
                    <a:lnTo>
                      <a:pt x="21" y="12"/>
                    </a:lnTo>
                    <a:lnTo>
                      <a:pt x="0" y="2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cxnSp>
            <p:nvCxnSpPr>
              <p:cNvPr id="1696" name="Google Shape;1696;p206"/>
              <p:cNvCxnSpPr/>
              <p:nvPr/>
            </p:nvCxnSpPr>
            <p:spPr>
              <a:xfrm rot="10800000" flipH="1">
                <a:off x="6116" y="2360"/>
                <a:ext cx="9" cy="28"/>
              </a:xfrm>
              <a:prstGeom prst="straightConnector1">
                <a:avLst/>
              </a:prstGeom>
              <a:noFill/>
              <a:ln w="12700" cap="rnd" cmpd="sng">
                <a:solidFill>
                  <a:srgbClr val="FFFFFF"/>
                </a:solidFill>
                <a:prstDash val="solid"/>
                <a:round/>
                <a:headEnd type="none" w="sm" len="sm"/>
                <a:tailEnd type="none" w="sm" len="sm"/>
              </a:ln>
            </p:spPr>
          </p:cxnSp>
          <p:sp>
            <p:nvSpPr>
              <p:cNvPr id="1697" name="Google Shape;1697;p206"/>
              <p:cNvSpPr/>
              <p:nvPr/>
            </p:nvSpPr>
            <p:spPr>
              <a:xfrm>
                <a:off x="5976" y="2109"/>
                <a:ext cx="10" cy="9"/>
              </a:xfrm>
              <a:custGeom>
                <a:avLst/>
                <a:gdLst/>
                <a:ahLst/>
                <a:cxnLst/>
                <a:rect l="l" t="t" r="r" b="b"/>
                <a:pathLst>
                  <a:path w="10" h="9" extrusionOk="0">
                    <a:moveTo>
                      <a:pt x="0" y="0"/>
                    </a:moveTo>
                    <a:lnTo>
                      <a:pt x="0" y="0"/>
                    </a:lnTo>
                    <a:lnTo>
                      <a:pt x="10" y="9"/>
                    </a:lnTo>
                    <a:lnTo>
                      <a:pt x="10"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98" name="Google Shape;1698;p206"/>
              <p:cNvSpPr/>
              <p:nvPr/>
            </p:nvSpPr>
            <p:spPr>
              <a:xfrm>
                <a:off x="5976" y="2109"/>
                <a:ext cx="10" cy="9"/>
              </a:xfrm>
              <a:custGeom>
                <a:avLst/>
                <a:gdLst/>
                <a:ahLst/>
                <a:cxnLst/>
                <a:rect l="l" t="t" r="r" b="b"/>
                <a:pathLst>
                  <a:path w="10" h="9" extrusionOk="0">
                    <a:moveTo>
                      <a:pt x="0" y="0"/>
                    </a:moveTo>
                    <a:lnTo>
                      <a:pt x="0" y="0"/>
                    </a:lnTo>
                    <a:lnTo>
                      <a:pt x="10" y="9"/>
                    </a:lnTo>
                    <a:lnTo>
                      <a:pt x="10"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699" name="Google Shape;1699;p206"/>
              <p:cNvSpPr/>
              <p:nvPr/>
            </p:nvSpPr>
            <p:spPr>
              <a:xfrm>
                <a:off x="5976" y="2109"/>
                <a:ext cx="10" cy="9"/>
              </a:xfrm>
              <a:custGeom>
                <a:avLst/>
                <a:gdLst/>
                <a:ahLst/>
                <a:cxnLst/>
                <a:rect l="l" t="t" r="r" b="b"/>
                <a:pathLst>
                  <a:path w="10" h="9" extrusionOk="0">
                    <a:moveTo>
                      <a:pt x="0" y="0"/>
                    </a:moveTo>
                    <a:lnTo>
                      <a:pt x="0" y="0"/>
                    </a:lnTo>
                    <a:lnTo>
                      <a:pt x="10" y="9"/>
                    </a:lnTo>
                    <a:lnTo>
                      <a:pt x="10"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00" name="Google Shape;1700;p206"/>
              <p:cNvSpPr/>
              <p:nvPr/>
            </p:nvSpPr>
            <p:spPr>
              <a:xfrm>
                <a:off x="5177" y="2182"/>
                <a:ext cx="513" cy="228"/>
              </a:xfrm>
              <a:custGeom>
                <a:avLst/>
                <a:gdLst/>
                <a:ahLst/>
                <a:cxnLst/>
                <a:rect l="l" t="t" r="r" b="b"/>
                <a:pathLst>
                  <a:path w="513" h="228" extrusionOk="0">
                    <a:moveTo>
                      <a:pt x="338" y="57"/>
                    </a:moveTo>
                    <a:lnTo>
                      <a:pt x="338" y="57"/>
                    </a:lnTo>
                    <a:lnTo>
                      <a:pt x="276" y="29"/>
                    </a:lnTo>
                    <a:lnTo>
                      <a:pt x="258" y="41"/>
                    </a:lnTo>
                    <a:lnTo>
                      <a:pt x="246" y="41"/>
                    </a:lnTo>
                    <a:lnTo>
                      <a:pt x="227" y="12"/>
                    </a:lnTo>
                    <a:lnTo>
                      <a:pt x="184" y="0"/>
                    </a:lnTo>
                    <a:lnTo>
                      <a:pt x="165" y="12"/>
                    </a:lnTo>
                    <a:lnTo>
                      <a:pt x="165" y="29"/>
                    </a:lnTo>
                    <a:lnTo>
                      <a:pt x="165" y="50"/>
                    </a:lnTo>
                    <a:lnTo>
                      <a:pt x="123" y="50"/>
                    </a:lnTo>
                    <a:lnTo>
                      <a:pt x="101" y="41"/>
                    </a:lnTo>
                    <a:lnTo>
                      <a:pt x="61" y="29"/>
                    </a:lnTo>
                    <a:lnTo>
                      <a:pt x="9" y="57"/>
                    </a:lnTo>
                    <a:lnTo>
                      <a:pt x="0" y="69"/>
                    </a:lnTo>
                    <a:lnTo>
                      <a:pt x="21" y="97"/>
                    </a:lnTo>
                    <a:lnTo>
                      <a:pt x="40" y="97"/>
                    </a:lnTo>
                    <a:lnTo>
                      <a:pt x="52" y="114"/>
                    </a:lnTo>
                    <a:lnTo>
                      <a:pt x="52" y="154"/>
                    </a:lnTo>
                    <a:lnTo>
                      <a:pt x="113" y="171"/>
                    </a:lnTo>
                    <a:lnTo>
                      <a:pt x="144" y="199"/>
                    </a:lnTo>
                    <a:lnTo>
                      <a:pt x="206" y="199"/>
                    </a:lnTo>
                    <a:lnTo>
                      <a:pt x="236" y="221"/>
                    </a:lnTo>
                    <a:lnTo>
                      <a:pt x="276" y="228"/>
                    </a:lnTo>
                    <a:lnTo>
                      <a:pt x="317" y="211"/>
                    </a:lnTo>
                    <a:lnTo>
                      <a:pt x="359" y="211"/>
                    </a:lnTo>
                    <a:lnTo>
                      <a:pt x="390" y="183"/>
                    </a:lnTo>
                    <a:lnTo>
                      <a:pt x="378" y="171"/>
                    </a:lnTo>
                    <a:lnTo>
                      <a:pt x="399" y="154"/>
                    </a:lnTo>
                    <a:lnTo>
                      <a:pt x="421" y="164"/>
                    </a:lnTo>
                    <a:lnTo>
                      <a:pt x="451" y="142"/>
                    </a:lnTo>
                    <a:lnTo>
                      <a:pt x="473" y="126"/>
                    </a:lnTo>
                    <a:lnTo>
                      <a:pt x="513" y="126"/>
                    </a:lnTo>
                    <a:lnTo>
                      <a:pt x="504" y="107"/>
                    </a:lnTo>
                    <a:lnTo>
                      <a:pt x="492" y="97"/>
                    </a:lnTo>
                    <a:lnTo>
                      <a:pt x="473" y="107"/>
                    </a:lnTo>
                    <a:lnTo>
                      <a:pt x="451" y="107"/>
                    </a:lnTo>
                    <a:lnTo>
                      <a:pt x="451" y="69"/>
                    </a:lnTo>
                    <a:lnTo>
                      <a:pt x="461" y="50"/>
                    </a:lnTo>
                    <a:lnTo>
                      <a:pt x="430" y="41"/>
                    </a:lnTo>
                    <a:lnTo>
                      <a:pt x="411" y="57"/>
                    </a:lnTo>
                    <a:lnTo>
                      <a:pt x="369" y="69"/>
                    </a:lnTo>
                    <a:lnTo>
                      <a:pt x="338" y="57"/>
                    </a:lnTo>
                    <a:lnTo>
                      <a:pt x="338" y="57"/>
                    </a:lnTo>
                    <a:lnTo>
                      <a:pt x="338" y="5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01" name="Google Shape;1701;p206"/>
              <p:cNvSpPr/>
              <p:nvPr/>
            </p:nvSpPr>
            <p:spPr>
              <a:xfrm>
                <a:off x="5177" y="2182"/>
                <a:ext cx="513" cy="228"/>
              </a:xfrm>
              <a:custGeom>
                <a:avLst/>
                <a:gdLst/>
                <a:ahLst/>
                <a:cxnLst/>
                <a:rect l="l" t="t" r="r" b="b"/>
                <a:pathLst>
                  <a:path w="513" h="228" extrusionOk="0">
                    <a:moveTo>
                      <a:pt x="338" y="57"/>
                    </a:moveTo>
                    <a:lnTo>
                      <a:pt x="338" y="57"/>
                    </a:lnTo>
                    <a:lnTo>
                      <a:pt x="276" y="29"/>
                    </a:lnTo>
                    <a:lnTo>
                      <a:pt x="258" y="41"/>
                    </a:lnTo>
                    <a:lnTo>
                      <a:pt x="246" y="41"/>
                    </a:lnTo>
                    <a:lnTo>
                      <a:pt x="227" y="12"/>
                    </a:lnTo>
                    <a:lnTo>
                      <a:pt x="184" y="0"/>
                    </a:lnTo>
                    <a:lnTo>
                      <a:pt x="165" y="12"/>
                    </a:lnTo>
                    <a:lnTo>
                      <a:pt x="165" y="29"/>
                    </a:lnTo>
                    <a:lnTo>
                      <a:pt x="165" y="50"/>
                    </a:lnTo>
                    <a:lnTo>
                      <a:pt x="123" y="50"/>
                    </a:lnTo>
                    <a:lnTo>
                      <a:pt x="101" y="41"/>
                    </a:lnTo>
                    <a:lnTo>
                      <a:pt x="61" y="29"/>
                    </a:lnTo>
                    <a:lnTo>
                      <a:pt x="9" y="57"/>
                    </a:lnTo>
                    <a:lnTo>
                      <a:pt x="0" y="69"/>
                    </a:lnTo>
                    <a:lnTo>
                      <a:pt x="21" y="97"/>
                    </a:lnTo>
                    <a:lnTo>
                      <a:pt x="40" y="97"/>
                    </a:lnTo>
                    <a:lnTo>
                      <a:pt x="52" y="114"/>
                    </a:lnTo>
                    <a:lnTo>
                      <a:pt x="52" y="154"/>
                    </a:lnTo>
                    <a:lnTo>
                      <a:pt x="113" y="171"/>
                    </a:lnTo>
                    <a:lnTo>
                      <a:pt x="144" y="199"/>
                    </a:lnTo>
                    <a:lnTo>
                      <a:pt x="206" y="199"/>
                    </a:lnTo>
                    <a:lnTo>
                      <a:pt x="236" y="221"/>
                    </a:lnTo>
                    <a:lnTo>
                      <a:pt x="276" y="228"/>
                    </a:lnTo>
                    <a:lnTo>
                      <a:pt x="317" y="211"/>
                    </a:lnTo>
                    <a:lnTo>
                      <a:pt x="359" y="211"/>
                    </a:lnTo>
                    <a:lnTo>
                      <a:pt x="390" y="183"/>
                    </a:lnTo>
                    <a:lnTo>
                      <a:pt x="378" y="171"/>
                    </a:lnTo>
                    <a:lnTo>
                      <a:pt x="399" y="154"/>
                    </a:lnTo>
                    <a:lnTo>
                      <a:pt x="421" y="164"/>
                    </a:lnTo>
                    <a:lnTo>
                      <a:pt x="451" y="142"/>
                    </a:lnTo>
                    <a:lnTo>
                      <a:pt x="473" y="126"/>
                    </a:lnTo>
                    <a:lnTo>
                      <a:pt x="513" y="126"/>
                    </a:lnTo>
                    <a:lnTo>
                      <a:pt x="504" y="107"/>
                    </a:lnTo>
                    <a:lnTo>
                      <a:pt x="492" y="97"/>
                    </a:lnTo>
                    <a:lnTo>
                      <a:pt x="473" y="107"/>
                    </a:lnTo>
                    <a:lnTo>
                      <a:pt x="451" y="107"/>
                    </a:lnTo>
                    <a:lnTo>
                      <a:pt x="451" y="69"/>
                    </a:lnTo>
                    <a:lnTo>
                      <a:pt x="461" y="50"/>
                    </a:lnTo>
                    <a:lnTo>
                      <a:pt x="430" y="41"/>
                    </a:lnTo>
                    <a:lnTo>
                      <a:pt x="411" y="57"/>
                    </a:lnTo>
                    <a:lnTo>
                      <a:pt x="369" y="69"/>
                    </a:lnTo>
                    <a:lnTo>
                      <a:pt x="338" y="57"/>
                    </a:lnTo>
                    <a:lnTo>
                      <a:pt x="338" y="57"/>
                    </a:lnTo>
                    <a:lnTo>
                      <a:pt x="338" y="57"/>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02" name="Google Shape;1702;p206"/>
              <p:cNvSpPr/>
              <p:nvPr/>
            </p:nvSpPr>
            <p:spPr>
              <a:xfrm>
                <a:off x="5569" y="1387"/>
                <a:ext cx="17" cy="28"/>
              </a:xfrm>
              <a:custGeom>
                <a:avLst/>
                <a:gdLst/>
                <a:ahLst/>
                <a:cxnLst/>
                <a:rect l="l" t="t" r="r" b="b"/>
                <a:pathLst>
                  <a:path w="17" h="28" extrusionOk="0">
                    <a:moveTo>
                      <a:pt x="17" y="28"/>
                    </a:moveTo>
                    <a:lnTo>
                      <a:pt x="17" y="28"/>
                    </a:lnTo>
                    <a:lnTo>
                      <a:pt x="17" y="12"/>
                    </a:lnTo>
                    <a:lnTo>
                      <a:pt x="0" y="0"/>
                    </a:lnTo>
                    <a:lnTo>
                      <a:pt x="0" y="12"/>
                    </a:lnTo>
                    <a:lnTo>
                      <a:pt x="17"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03" name="Google Shape;1703;p206"/>
              <p:cNvSpPr/>
              <p:nvPr/>
            </p:nvSpPr>
            <p:spPr>
              <a:xfrm>
                <a:off x="5569" y="1387"/>
                <a:ext cx="17" cy="28"/>
              </a:xfrm>
              <a:custGeom>
                <a:avLst/>
                <a:gdLst/>
                <a:ahLst/>
                <a:cxnLst/>
                <a:rect l="l" t="t" r="r" b="b"/>
                <a:pathLst>
                  <a:path w="17" h="28" extrusionOk="0">
                    <a:moveTo>
                      <a:pt x="17" y="28"/>
                    </a:moveTo>
                    <a:lnTo>
                      <a:pt x="17" y="28"/>
                    </a:lnTo>
                    <a:lnTo>
                      <a:pt x="17" y="12"/>
                    </a:lnTo>
                    <a:lnTo>
                      <a:pt x="0" y="0"/>
                    </a:lnTo>
                    <a:lnTo>
                      <a:pt x="0" y="12"/>
                    </a:lnTo>
                    <a:lnTo>
                      <a:pt x="17" y="2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04" name="Google Shape;1704;p206"/>
              <p:cNvSpPr/>
              <p:nvPr/>
            </p:nvSpPr>
            <p:spPr>
              <a:xfrm>
                <a:off x="5569" y="1387"/>
                <a:ext cx="17" cy="28"/>
              </a:xfrm>
              <a:custGeom>
                <a:avLst/>
                <a:gdLst/>
                <a:ahLst/>
                <a:cxnLst/>
                <a:rect l="l" t="t" r="r" b="b"/>
                <a:pathLst>
                  <a:path w="17" h="28" extrusionOk="0">
                    <a:moveTo>
                      <a:pt x="17" y="28"/>
                    </a:moveTo>
                    <a:lnTo>
                      <a:pt x="17" y="28"/>
                    </a:lnTo>
                    <a:lnTo>
                      <a:pt x="17" y="12"/>
                    </a:lnTo>
                    <a:lnTo>
                      <a:pt x="0" y="0"/>
                    </a:lnTo>
                    <a:lnTo>
                      <a:pt x="0" y="12"/>
                    </a:lnTo>
                    <a:lnTo>
                      <a:pt x="17" y="2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05" name="Google Shape;1705;p206"/>
              <p:cNvSpPr/>
              <p:nvPr/>
            </p:nvSpPr>
            <p:spPr>
              <a:xfrm>
                <a:off x="4193" y="1190"/>
                <a:ext cx="2644" cy="1220"/>
              </a:xfrm>
              <a:custGeom>
                <a:avLst/>
                <a:gdLst/>
                <a:ahLst/>
                <a:cxnLst/>
                <a:rect l="l" t="t" r="r" b="b"/>
                <a:pathLst>
                  <a:path w="2644" h="1220" extrusionOk="0">
                    <a:moveTo>
                      <a:pt x="1343" y="228"/>
                    </a:moveTo>
                    <a:lnTo>
                      <a:pt x="1343" y="228"/>
                    </a:lnTo>
                    <a:lnTo>
                      <a:pt x="1331" y="237"/>
                    </a:lnTo>
                    <a:lnTo>
                      <a:pt x="1343" y="256"/>
                    </a:lnTo>
                    <a:lnTo>
                      <a:pt x="1301" y="275"/>
                    </a:lnTo>
                    <a:lnTo>
                      <a:pt x="1291" y="275"/>
                    </a:lnTo>
                    <a:lnTo>
                      <a:pt x="1301" y="247"/>
                    </a:lnTo>
                    <a:lnTo>
                      <a:pt x="1405" y="161"/>
                    </a:lnTo>
                    <a:lnTo>
                      <a:pt x="1405" y="105"/>
                    </a:lnTo>
                    <a:lnTo>
                      <a:pt x="1362" y="67"/>
                    </a:lnTo>
                    <a:lnTo>
                      <a:pt x="1313" y="67"/>
                    </a:lnTo>
                    <a:lnTo>
                      <a:pt x="1313" y="86"/>
                    </a:lnTo>
                    <a:lnTo>
                      <a:pt x="1282" y="86"/>
                    </a:lnTo>
                    <a:lnTo>
                      <a:pt x="1301" y="48"/>
                    </a:lnTo>
                    <a:lnTo>
                      <a:pt x="1251" y="38"/>
                    </a:lnTo>
                    <a:lnTo>
                      <a:pt x="1282" y="19"/>
                    </a:lnTo>
                    <a:lnTo>
                      <a:pt x="1251" y="0"/>
                    </a:lnTo>
                    <a:lnTo>
                      <a:pt x="1199" y="48"/>
                    </a:lnTo>
                    <a:lnTo>
                      <a:pt x="1199" y="86"/>
                    </a:lnTo>
                    <a:lnTo>
                      <a:pt x="1168" y="86"/>
                    </a:lnTo>
                    <a:lnTo>
                      <a:pt x="1076" y="105"/>
                    </a:lnTo>
                    <a:lnTo>
                      <a:pt x="996" y="152"/>
                    </a:lnTo>
                    <a:lnTo>
                      <a:pt x="965" y="190"/>
                    </a:lnTo>
                    <a:lnTo>
                      <a:pt x="974" y="237"/>
                    </a:lnTo>
                    <a:lnTo>
                      <a:pt x="861" y="256"/>
                    </a:lnTo>
                    <a:lnTo>
                      <a:pt x="873" y="313"/>
                    </a:lnTo>
                    <a:lnTo>
                      <a:pt x="903" y="341"/>
                    </a:lnTo>
                    <a:lnTo>
                      <a:pt x="882" y="351"/>
                    </a:lnTo>
                    <a:lnTo>
                      <a:pt x="851" y="313"/>
                    </a:lnTo>
                    <a:lnTo>
                      <a:pt x="821" y="303"/>
                    </a:lnTo>
                    <a:lnTo>
                      <a:pt x="811" y="313"/>
                    </a:lnTo>
                    <a:lnTo>
                      <a:pt x="790" y="294"/>
                    </a:lnTo>
                    <a:lnTo>
                      <a:pt x="769" y="275"/>
                    </a:lnTo>
                    <a:lnTo>
                      <a:pt x="769" y="284"/>
                    </a:lnTo>
                    <a:lnTo>
                      <a:pt x="780" y="313"/>
                    </a:lnTo>
                    <a:lnTo>
                      <a:pt x="750" y="360"/>
                    </a:lnTo>
                    <a:lnTo>
                      <a:pt x="769" y="398"/>
                    </a:lnTo>
                    <a:lnTo>
                      <a:pt x="759" y="436"/>
                    </a:lnTo>
                    <a:lnTo>
                      <a:pt x="759" y="464"/>
                    </a:lnTo>
                    <a:lnTo>
                      <a:pt x="790" y="464"/>
                    </a:lnTo>
                    <a:lnTo>
                      <a:pt x="769" y="474"/>
                    </a:lnTo>
                    <a:lnTo>
                      <a:pt x="780" y="521"/>
                    </a:lnTo>
                    <a:lnTo>
                      <a:pt x="719" y="569"/>
                    </a:lnTo>
                    <a:lnTo>
                      <a:pt x="707" y="559"/>
                    </a:lnTo>
                    <a:lnTo>
                      <a:pt x="750" y="512"/>
                    </a:lnTo>
                    <a:lnTo>
                      <a:pt x="759" y="483"/>
                    </a:lnTo>
                    <a:lnTo>
                      <a:pt x="738" y="464"/>
                    </a:lnTo>
                    <a:lnTo>
                      <a:pt x="738" y="370"/>
                    </a:lnTo>
                    <a:lnTo>
                      <a:pt x="728" y="351"/>
                    </a:lnTo>
                    <a:lnTo>
                      <a:pt x="738" y="294"/>
                    </a:lnTo>
                    <a:lnTo>
                      <a:pt x="719" y="284"/>
                    </a:lnTo>
                    <a:lnTo>
                      <a:pt x="728" y="275"/>
                    </a:lnTo>
                    <a:lnTo>
                      <a:pt x="719" y="256"/>
                    </a:lnTo>
                    <a:lnTo>
                      <a:pt x="698" y="266"/>
                    </a:lnTo>
                    <a:lnTo>
                      <a:pt x="648" y="389"/>
                    </a:lnTo>
                    <a:lnTo>
                      <a:pt x="648" y="436"/>
                    </a:lnTo>
                    <a:lnTo>
                      <a:pt x="676" y="474"/>
                    </a:lnTo>
                    <a:lnTo>
                      <a:pt x="676" y="493"/>
                    </a:lnTo>
                    <a:lnTo>
                      <a:pt x="648" y="474"/>
                    </a:lnTo>
                    <a:lnTo>
                      <a:pt x="525" y="398"/>
                    </a:lnTo>
                    <a:lnTo>
                      <a:pt x="513" y="417"/>
                    </a:lnTo>
                    <a:lnTo>
                      <a:pt x="556" y="464"/>
                    </a:lnTo>
                    <a:lnTo>
                      <a:pt x="534" y="474"/>
                    </a:lnTo>
                    <a:lnTo>
                      <a:pt x="525" y="464"/>
                    </a:lnTo>
                    <a:lnTo>
                      <a:pt x="461" y="483"/>
                    </a:lnTo>
                    <a:lnTo>
                      <a:pt x="452" y="502"/>
                    </a:lnTo>
                    <a:lnTo>
                      <a:pt x="442" y="483"/>
                    </a:lnTo>
                    <a:lnTo>
                      <a:pt x="442" y="464"/>
                    </a:lnTo>
                    <a:lnTo>
                      <a:pt x="338" y="521"/>
                    </a:lnTo>
                    <a:lnTo>
                      <a:pt x="338" y="540"/>
                    </a:lnTo>
                    <a:lnTo>
                      <a:pt x="319" y="550"/>
                    </a:lnTo>
                    <a:lnTo>
                      <a:pt x="288" y="531"/>
                    </a:lnTo>
                    <a:lnTo>
                      <a:pt x="319" y="512"/>
                    </a:lnTo>
                    <a:lnTo>
                      <a:pt x="310" y="483"/>
                    </a:lnTo>
                    <a:lnTo>
                      <a:pt x="267" y="474"/>
                    </a:lnTo>
                    <a:lnTo>
                      <a:pt x="279" y="493"/>
                    </a:lnTo>
                    <a:lnTo>
                      <a:pt x="279" y="540"/>
                    </a:lnTo>
                    <a:lnTo>
                      <a:pt x="288" y="559"/>
                    </a:lnTo>
                    <a:lnTo>
                      <a:pt x="279" y="578"/>
                    </a:lnTo>
                    <a:lnTo>
                      <a:pt x="248" y="569"/>
                    </a:lnTo>
                    <a:lnTo>
                      <a:pt x="206" y="597"/>
                    </a:lnTo>
                    <a:lnTo>
                      <a:pt x="227" y="635"/>
                    </a:lnTo>
                    <a:lnTo>
                      <a:pt x="165" y="616"/>
                    </a:lnTo>
                    <a:lnTo>
                      <a:pt x="156" y="625"/>
                    </a:lnTo>
                    <a:lnTo>
                      <a:pt x="175" y="654"/>
                    </a:lnTo>
                    <a:lnTo>
                      <a:pt x="156" y="654"/>
                    </a:lnTo>
                    <a:lnTo>
                      <a:pt x="125" y="635"/>
                    </a:lnTo>
                    <a:lnTo>
                      <a:pt x="125" y="578"/>
                    </a:lnTo>
                    <a:lnTo>
                      <a:pt x="94" y="559"/>
                    </a:lnTo>
                    <a:lnTo>
                      <a:pt x="83" y="540"/>
                    </a:lnTo>
                    <a:lnTo>
                      <a:pt x="104" y="550"/>
                    </a:lnTo>
                    <a:lnTo>
                      <a:pt x="187" y="578"/>
                    </a:lnTo>
                    <a:lnTo>
                      <a:pt x="236" y="550"/>
                    </a:lnTo>
                    <a:lnTo>
                      <a:pt x="227" y="521"/>
                    </a:lnTo>
                    <a:lnTo>
                      <a:pt x="165" y="464"/>
                    </a:lnTo>
                    <a:lnTo>
                      <a:pt x="104" y="445"/>
                    </a:lnTo>
                    <a:lnTo>
                      <a:pt x="104" y="436"/>
                    </a:lnTo>
                    <a:lnTo>
                      <a:pt x="83" y="426"/>
                    </a:lnTo>
                    <a:lnTo>
                      <a:pt x="64" y="436"/>
                    </a:lnTo>
                    <a:lnTo>
                      <a:pt x="64" y="445"/>
                    </a:lnTo>
                    <a:lnTo>
                      <a:pt x="52" y="445"/>
                    </a:lnTo>
                    <a:lnTo>
                      <a:pt x="31" y="464"/>
                    </a:lnTo>
                    <a:lnTo>
                      <a:pt x="31" y="493"/>
                    </a:lnTo>
                    <a:lnTo>
                      <a:pt x="52" y="512"/>
                    </a:lnTo>
                    <a:lnTo>
                      <a:pt x="42" y="540"/>
                    </a:lnTo>
                    <a:lnTo>
                      <a:pt x="52" y="587"/>
                    </a:lnTo>
                    <a:lnTo>
                      <a:pt x="42" y="616"/>
                    </a:lnTo>
                    <a:lnTo>
                      <a:pt x="64" y="644"/>
                    </a:lnTo>
                    <a:lnTo>
                      <a:pt x="52" y="663"/>
                    </a:lnTo>
                    <a:lnTo>
                      <a:pt x="73" y="682"/>
                    </a:lnTo>
                    <a:lnTo>
                      <a:pt x="73" y="692"/>
                    </a:lnTo>
                    <a:lnTo>
                      <a:pt x="42" y="739"/>
                    </a:lnTo>
                    <a:lnTo>
                      <a:pt x="12" y="758"/>
                    </a:lnTo>
                    <a:lnTo>
                      <a:pt x="21" y="758"/>
                    </a:lnTo>
                    <a:lnTo>
                      <a:pt x="42" y="777"/>
                    </a:lnTo>
                    <a:lnTo>
                      <a:pt x="21" y="796"/>
                    </a:lnTo>
                    <a:lnTo>
                      <a:pt x="12" y="805"/>
                    </a:lnTo>
                    <a:lnTo>
                      <a:pt x="0" y="805"/>
                    </a:lnTo>
                    <a:lnTo>
                      <a:pt x="12" y="834"/>
                    </a:lnTo>
                    <a:lnTo>
                      <a:pt x="12" y="843"/>
                    </a:lnTo>
                    <a:lnTo>
                      <a:pt x="12" y="853"/>
                    </a:lnTo>
                    <a:lnTo>
                      <a:pt x="12" y="862"/>
                    </a:lnTo>
                    <a:lnTo>
                      <a:pt x="21" y="881"/>
                    </a:lnTo>
                    <a:lnTo>
                      <a:pt x="52" y="891"/>
                    </a:lnTo>
                    <a:lnTo>
                      <a:pt x="64" y="900"/>
                    </a:lnTo>
                    <a:lnTo>
                      <a:pt x="64" y="919"/>
                    </a:lnTo>
                    <a:lnTo>
                      <a:pt x="83" y="947"/>
                    </a:lnTo>
                    <a:lnTo>
                      <a:pt x="94" y="947"/>
                    </a:lnTo>
                    <a:lnTo>
                      <a:pt x="83" y="966"/>
                    </a:lnTo>
                    <a:lnTo>
                      <a:pt x="73" y="957"/>
                    </a:lnTo>
                    <a:lnTo>
                      <a:pt x="73" y="966"/>
                    </a:lnTo>
                    <a:lnTo>
                      <a:pt x="83" y="985"/>
                    </a:lnTo>
                    <a:lnTo>
                      <a:pt x="113" y="985"/>
                    </a:lnTo>
                    <a:lnTo>
                      <a:pt x="125" y="992"/>
                    </a:lnTo>
                    <a:lnTo>
                      <a:pt x="113" y="992"/>
                    </a:lnTo>
                    <a:lnTo>
                      <a:pt x="125" y="1004"/>
                    </a:lnTo>
                    <a:lnTo>
                      <a:pt x="135" y="1004"/>
                    </a:lnTo>
                    <a:lnTo>
                      <a:pt x="144" y="1021"/>
                    </a:lnTo>
                    <a:lnTo>
                      <a:pt x="156" y="1033"/>
                    </a:lnTo>
                    <a:lnTo>
                      <a:pt x="165" y="1021"/>
                    </a:lnTo>
                    <a:lnTo>
                      <a:pt x="217" y="1049"/>
                    </a:lnTo>
                    <a:lnTo>
                      <a:pt x="206" y="1089"/>
                    </a:lnTo>
                    <a:lnTo>
                      <a:pt x="196" y="1078"/>
                    </a:lnTo>
                    <a:lnTo>
                      <a:pt x="187" y="1089"/>
                    </a:lnTo>
                    <a:lnTo>
                      <a:pt x="187" y="1106"/>
                    </a:lnTo>
                    <a:lnTo>
                      <a:pt x="196" y="1099"/>
                    </a:lnTo>
                    <a:lnTo>
                      <a:pt x="206" y="1106"/>
                    </a:lnTo>
                    <a:lnTo>
                      <a:pt x="175" y="1118"/>
                    </a:lnTo>
                    <a:lnTo>
                      <a:pt x="187" y="1127"/>
                    </a:lnTo>
                    <a:lnTo>
                      <a:pt x="165" y="1146"/>
                    </a:lnTo>
                    <a:lnTo>
                      <a:pt x="156" y="1146"/>
                    </a:lnTo>
                    <a:lnTo>
                      <a:pt x="165" y="1146"/>
                    </a:lnTo>
                    <a:lnTo>
                      <a:pt x="206" y="1184"/>
                    </a:lnTo>
                    <a:lnTo>
                      <a:pt x="258" y="1184"/>
                    </a:lnTo>
                    <a:lnTo>
                      <a:pt x="279" y="1191"/>
                    </a:lnTo>
                    <a:lnTo>
                      <a:pt x="298" y="1191"/>
                    </a:lnTo>
                    <a:lnTo>
                      <a:pt x="319" y="1213"/>
                    </a:lnTo>
                    <a:lnTo>
                      <a:pt x="329" y="1220"/>
                    </a:lnTo>
                    <a:lnTo>
                      <a:pt x="338" y="1220"/>
                    </a:lnTo>
                    <a:lnTo>
                      <a:pt x="350" y="1213"/>
                    </a:lnTo>
                    <a:lnTo>
                      <a:pt x="329" y="1191"/>
                    </a:lnTo>
                    <a:lnTo>
                      <a:pt x="329" y="1175"/>
                    </a:lnTo>
                    <a:lnTo>
                      <a:pt x="319" y="1156"/>
                    </a:lnTo>
                    <a:lnTo>
                      <a:pt x="338" y="1127"/>
                    </a:lnTo>
                    <a:lnTo>
                      <a:pt x="350" y="1134"/>
                    </a:lnTo>
                    <a:lnTo>
                      <a:pt x="359" y="1127"/>
                    </a:lnTo>
                    <a:lnTo>
                      <a:pt x="359" y="1118"/>
                    </a:lnTo>
                    <a:lnTo>
                      <a:pt x="350" y="1118"/>
                    </a:lnTo>
                    <a:lnTo>
                      <a:pt x="359" y="1106"/>
                    </a:lnTo>
                    <a:lnTo>
                      <a:pt x="350" y="1089"/>
                    </a:lnTo>
                    <a:lnTo>
                      <a:pt x="329" y="1089"/>
                    </a:lnTo>
                    <a:lnTo>
                      <a:pt x="319" y="1070"/>
                    </a:lnTo>
                    <a:lnTo>
                      <a:pt x="329" y="1021"/>
                    </a:lnTo>
                    <a:lnTo>
                      <a:pt x="350" y="1042"/>
                    </a:lnTo>
                    <a:lnTo>
                      <a:pt x="359" y="1042"/>
                    </a:lnTo>
                    <a:lnTo>
                      <a:pt x="350" y="1021"/>
                    </a:lnTo>
                    <a:lnTo>
                      <a:pt x="381" y="992"/>
                    </a:lnTo>
                    <a:lnTo>
                      <a:pt x="400" y="1004"/>
                    </a:lnTo>
                    <a:lnTo>
                      <a:pt x="411" y="992"/>
                    </a:lnTo>
                    <a:lnTo>
                      <a:pt x="430" y="1004"/>
                    </a:lnTo>
                    <a:lnTo>
                      <a:pt x="461" y="1021"/>
                    </a:lnTo>
                    <a:lnTo>
                      <a:pt x="482" y="1014"/>
                    </a:lnTo>
                    <a:lnTo>
                      <a:pt x="504" y="1014"/>
                    </a:lnTo>
                    <a:lnTo>
                      <a:pt x="513" y="1021"/>
                    </a:lnTo>
                    <a:lnTo>
                      <a:pt x="556" y="1021"/>
                    </a:lnTo>
                    <a:lnTo>
                      <a:pt x="565" y="1004"/>
                    </a:lnTo>
                    <a:lnTo>
                      <a:pt x="534" y="992"/>
                    </a:lnTo>
                    <a:lnTo>
                      <a:pt x="556" y="985"/>
                    </a:lnTo>
                    <a:lnTo>
                      <a:pt x="544" y="976"/>
                    </a:lnTo>
                    <a:lnTo>
                      <a:pt x="556" y="966"/>
                    </a:lnTo>
                    <a:lnTo>
                      <a:pt x="556" y="938"/>
                    </a:lnTo>
                    <a:lnTo>
                      <a:pt x="575" y="947"/>
                    </a:lnTo>
                    <a:lnTo>
                      <a:pt x="667" y="919"/>
                    </a:lnTo>
                    <a:lnTo>
                      <a:pt x="667" y="909"/>
                    </a:lnTo>
                    <a:lnTo>
                      <a:pt x="676" y="909"/>
                    </a:lnTo>
                    <a:lnTo>
                      <a:pt x="707" y="909"/>
                    </a:lnTo>
                    <a:lnTo>
                      <a:pt x="719" y="928"/>
                    </a:lnTo>
                    <a:lnTo>
                      <a:pt x="719" y="938"/>
                    </a:lnTo>
                    <a:lnTo>
                      <a:pt x="728" y="938"/>
                    </a:lnTo>
                    <a:lnTo>
                      <a:pt x="750" y="947"/>
                    </a:lnTo>
                    <a:lnTo>
                      <a:pt x="750" y="957"/>
                    </a:lnTo>
                    <a:lnTo>
                      <a:pt x="769" y="957"/>
                    </a:lnTo>
                    <a:lnTo>
                      <a:pt x="790" y="938"/>
                    </a:lnTo>
                    <a:lnTo>
                      <a:pt x="811" y="928"/>
                    </a:lnTo>
                    <a:lnTo>
                      <a:pt x="821" y="957"/>
                    </a:lnTo>
                    <a:lnTo>
                      <a:pt x="861" y="1021"/>
                    </a:lnTo>
                    <a:lnTo>
                      <a:pt x="873" y="1004"/>
                    </a:lnTo>
                    <a:lnTo>
                      <a:pt x="882" y="1021"/>
                    </a:lnTo>
                    <a:lnTo>
                      <a:pt x="913" y="1014"/>
                    </a:lnTo>
                    <a:lnTo>
                      <a:pt x="944" y="1042"/>
                    </a:lnTo>
                    <a:lnTo>
                      <a:pt x="965" y="1049"/>
                    </a:lnTo>
                    <a:lnTo>
                      <a:pt x="965" y="1042"/>
                    </a:lnTo>
                    <a:lnTo>
                      <a:pt x="974" y="1061"/>
                    </a:lnTo>
                    <a:lnTo>
                      <a:pt x="965" y="1070"/>
                    </a:lnTo>
                    <a:lnTo>
                      <a:pt x="986" y="1061"/>
                    </a:lnTo>
                    <a:lnTo>
                      <a:pt x="996" y="1049"/>
                    </a:lnTo>
                    <a:lnTo>
                      <a:pt x="1045" y="1021"/>
                    </a:lnTo>
                    <a:lnTo>
                      <a:pt x="1088" y="1033"/>
                    </a:lnTo>
                    <a:lnTo>
                      <a:pt x="1107" y="1042"/>
                    </a:lnTo>
                    <a:lnTo>
                      <a:pt x="1149" y="1042"/>
                    </a:lnTo>
                    <a:lnTo>
                      <a:pt x="1149" y="1021"/>
                    </a:lnTo>
                    <a:lnTo>
                      <a:pt x="1149" y="1004"/>
                    </a:lnTo>
                    <a:lnTo>
                      <a:pt x="1168" y="992"/>
                    </a:lnTo>
                    <a:lnTo>
                      <a:pt x="1211" y="1004"/>
                    </a:lnTo>
                    <a:lnTo>
                      <a:pt x="1230" y="1033"/>
                    </a:lnTo>
                    <a:lnTo>
                      <a:pt x="1242" y="1033"/>
                    </a:lnTo>
                    <a:lnTo>
                      <a:pt x="1260" y="1021"/>
                    </a:lnTo>
                    <a:lnTo>
                      <a:pt x="1322" y="1049"/>
                    </a:lnTo>
                    <a:lnTo>
                      <a:pt x="1353" y="1061"/>
                    </a:lnTo>
                    <a:lnTo>
                      <a:pt x="1395" y="1049"/>
                    </a:lnTo>
                    <a:lnTo>
                      <a:pt x="1414" y="1033"/>
                    </a:lnTo>
                    <a:lnTo>
                      <a:pt x="1445" y="1042"/>
                    </a:lnTo>
                    <a:lnTo>
                      <a:pt x="1466" y="1049"/>
                    </a:lnTo>
                    <a:lnTo>
                      <a:pt x="1497" y="1042"/>
                    </a:lnTo>
                    <a:lnTo>
                      <a:pt x="1506" y="1004"/>
                    </a:lnTo>
                    <a:lnTo>
                      <a:pt x="1518" y="992"/>
                    </a:lnTo>
                    <a:lnTo>
                      <a:pt x="1518" y="985"/>
                    </a:lnTo>
                    <a:lnTo>
                      <a:pt x="1506" y="985"/>
                    </a:lnTo>
                    <a:lnTo>
                      <a:pt x="1518" y="966"/>
                    </a:lnTo>
                    <a:lnTo>
                      <a:pt x="1558" y="957"/>
                    </a:lnTo>
                    <a:lnTo>
                      <a:pt x="1589" y="966"/>
                    </a:lnTo>
                    <a:lnTo>
                      <a:pt x="1611" y="985"/>
                    </a:lnTo>
                    <a:lnTo>
                      <a:pt x="1629" y="1049"/>
                    </a:lnTo>
                    <a:lnTo>
                      <a:pt x="1651" y="1049"/>
                    </a:lnTo>
                    <a:lnTo>
                      <a:pt x="1681" y="1070"/>
                    </a:lnTo>
                    <a:lnTo>
                      <a:pt x="1681" y="1089"/>
                    </a:lnTo>
                    <a:lnTo>
                      <a:pt x="1700" y="1089"/>
                    </a:lnTo>
                    <a:lnTo>
                      <a:pt x="1743" y="1078"/>
                    </a:lnTo>
                    <a:lnTo>
                      <a:pt x="1743" y="1099"/>
                    </a:lnTo>
                    <a:lnTo>
                      <a:pt x="1712" y="1156"/>
                    </a:lnTo>
                    <a:lnTo>
                      <a:pt x="1700" y="1146"/>
                    </a:lnTo>
                    <a:lnTo>
                      <a:pt x="1681" y="1156"/>
                    </a:lnTo>
                    <a:lnTo>
                      <a:pt x="1691" y="1184"/>
                    </a:lnTo>
                    <a:lnTo>
                      <a:pt x="1681" y="1203"/>
                    </a:lnTo>
                    <a:lnTo>
                      <a:pt x="1691" y="1184"/>
                    </a:lnTo>
                    <a:lnTo>
                      <a:pt x="1700" y="1184"/>
                    </a:lnTo>
                    <a:lnTo>
                      <a:pt x="1700" y="1191"/>
                    </a:lnTo>
                    <a:lnTo>
                      <a:pt x="1712" y="1203"/>
                    </a:lnTo>
                    <a:lnTo>
                      <a:pt x="1743" y="1184"/>
                    </a:lnTo>
                    <a:lnTo>
                      <a:pt x="1835" y="1078"/>
                    </a:lnTo>
                    <a:lnTo>
                      <a:pt x="1835" y="1014"/>
                    </a:lnTo>
                    <a:lnTo>
                      <a:pt x="1845" y="992"/>
                    </a:lnTo>
                    <a:lnTo>
                      <a:pt x="1845" y="966"/>
                    </a:lnTo>
                    <a:lnTo>
                      <a:pt x="1826" y="938"/>
                    </a:lnTo>
                    <a:lnTo>
                      <a:pt x="1814" y="938"/>
                    </a:lnTo>
                    <a:lnTo>
                      <a:pt x="1804" y="957"/>
                    </a:lnTo>
                    <a:lnTo>
                      <a:pt x="1783" y="957"/>
                    </a:lnTo>
                    <a:lnTo>
                      <a:pt x="1793" y="938"/>
                    </a:lnTo>
                    <a:lnTo>
                      <a:pt x="1783" y="938"/>
                    </a:lnTo>
                    <a:lnTo>
                      <a:pt x="1774" y="928"/>
                    </a:lnTo>
                    <a:lnTo>
                      <a:pt x="1752" y="928"/>
                    </a:lnTo>
                    <a:lnTo>
                      <a:pt x="1752" y="919"/>
                    </a:lnTo>
                    <a:lnTo>
                      <a:pt x="1783" y="891"/>
                    </a:lnTo>
                    <a:lnTo>
                      <a:pt x="1875" y="805"/>
                    </a:lnTo>
                    <a:lnTo>
                      <a:pt x="1918" y="796"/>
                    </a:lnTo>
                    <a:lnTo>
                      <a:pt x="1927" y="805"/>
                    </a:lnTo>
                    <a:lnTo>
                      <a:pt x="1937" y="796"/>
                    </a:lnTo>
                    <a:lnTo>
                      <a:pt x="1968" y="805"/>
                    </a:lnTo>
                    <a:lnTo>
                      <a:pt x="1979" y="786"/>
                    </a:lnTo>
                    <a:lnTo>
                      <a:pt x="2010" y="796"/>
                    </a:lnTo>
                    <a:lnTo>
                      <a:pt x="2020" y="796"/>
                    </a:lnTo>
                    <a:lnTo>
                      <a:pt x="2010" y="805"/>
                    </a:lnTo>
                    <a:lnTo>
                      <a:pt x="2010" y="815"/>
                    </a:lnTo>
                    <a:lnTo>
                      <a:pt x="2072" y="805"/>
                    </a:lnTo>
                    <a:lnTo>
                      <a:pt x="2060" y="796"/>
                    </a:lnTo>
                    <a:lnTo>
                      <a:pt x="2102" y="730"/>
                    </a:lnTo>
                    <a:lnTo>
                      <a:pt x="2152" y="720"/>
                    </a:lnTo>
                    <a:lnTo>
                      <a:pt x="2152" y="739"/>
                    </a:lnTo>
                    <a:lnTo>
                      <a:pt x="2152" y="758"/>
                    </a:lnTo>
                    <a:lnTo>
                      <a:pt x="2204" y="730"/>
                    </a:lnTo>
                    <a:lnTo>
                      <a:pt x="2204" y="701"/>
                    </a:lnTo>
                    <a:lnTo>
                      <a:pt x="2223" y="701"/>
                    </a:lnTo>
                    <a:lnTo>
                      <a:pt x="2214" y="711"/>
                    </a:lnTo>
                    <a:lnTo>
                      <a:pt x="2204" y="758"/>
                    </a:lnTo>
                    <a:lnTo>
                      <a:pt x="2183" y="767"/>
                    </a:lnTo>
                    <a:lnTo>
                      <a:pt x="2121" y="834"/>
                    </a:lnTo>
                    <a:lnTo>
                      <a:pt x="2102" y="843"/>
                    </a:lnTo>
                    <a:lnTo>
                      <a:pt x="2081" y="909"/>
                    </a:lnTo>
                    <a:lnTo>
                      <a:pt x="2102" y="1021"/>
                    </a:lnTo>
                    <a:lnTo>
                      <a:pt x="2121" y="1004"/>
                    </a:lnTo>
                    <a:lnTo>
                      <a:pt x="2143" y="966"/>
                    </a:lnTo>
                    <a:lnTo>
                      <a:pt x="2152" y="966"/>
                    </a:lnTo>
                    <a:lnTo>
                      <a:pt x="2152" y="938"/>
                    </a:lnTo>
                    <a:lnTo>
                      <a:pt x="2162" y="938"/>
                    </a:lnTo>
                    <a:lnTo>
                      <a:pt x="2183" y="928"/>
                    </a:lnTo>
                    <a:lnTo>
                      <a:pt x="2173" y="900"/>
                    </a:lnTo>
                    <a:lnTo>
                      <a:pt x="2192" y="891"/>
                    </a:lnTo>
                    <a:lnTo>
                      <a:pt x="2204" y="891"/>
                    </a:lnTo>
                    <a:lnTo>
                      <a:pt x="2204" y="872"/>
                    </a:lnTo>
                    <a:lnTo>
                      <a:pt x="2192" y="872"/>
                    </a:lnTo>
                    <a:lnTo>
                      <a:pt x="2204" y="843"/>
                    </a:lnTo>
                    <a:lnTo>
                      <a:pt x="2192" y="843"/>
                    </a:lnTo>
                    <a:lnTo>
                      <a:pt x="2183" y="843"/>
                    </a:lnTo>
                    <a:lnTo>
                      <a:pt x="2183" y="834"/>
                    </a:lnTo>
                    <a:lnTo>
                      <a:pt x="2204" y="805"/>
                    </a:lnTo>
                    <a:lnTo>
                      <a:pt x="2204" y="786"/>
                    </a:lnTo>
                    <a:lnTo>
                      <a:pt x="2223" y="786"/>
                    </a:lnTo>
                    <a:lnTo>
                      <a:pt x="2256" y="767"/>
                    </a:lnTo>
                    <a:lnTo>
                      <a:pt x="2256" y="786"/>
                    </a:lnTo>
                    <a:lnTo>
                      <a:pt x="2266" y="777"/>
                    </a:lnTo>
                    <a:lnTo>
                      <a:pt x="2296" y="767"/>
                    </a:lnTo>
                    <a:lnTo>
                      <a:pt x="2318" y="786"/>
                    </a:lnTo>
                    <a:lnTo>
                      <a:pt x="2327" y="767"/>
                    </a:lnTo>
                    <a:lnTo>
                      <a:pt x="2429" y="701"/>
                    </a:lnTo>
                    <a:lnTo>
                      <a:pt x="2460" y="711"/>
                    </a:lnTo>
                    <a:lnTo>
                      <a:pt x="2471" y="701"/>
                    </a:lnTo>
                    <a:lnTo>
                      <a:pt x="2450" y="644"/>
                    </a:lnTo>
                    <a:lnTo>
                      <a:pt x="2441" y="644"/>
                    </a:lnTo>
                    <a:lnTo>
                      <a:pt x="2441" y="625"/>
                    </a:lnTo>
                    <a:lnTo>
                      <a:pt x="2450" y="625"/>
                    </a:lnTo>
                    <a:lnTo>
                      <a:pt x="2471" y="616"/>
                    </a:lnTo>
                    <a:lnTo>
                      <a:pt x="2490" y="597"/>
                    </a:lnTo>
                    <a:lnTo>
                      <a:pt x="2481" y="578"/>
                    </a:lnTo>
                    <a:lnTo>
                      <a:pt x="2490" y="569"/>
                    </a:lnTo>
                    <a:lnTo>
                      <a:pt x="2502" y="597"/>
                    </a:lnTo>
                    <a:lnTo>
                      <a:pt x="2521" y="597"/>
                    </a:lnTo>
                    <a:lnTo>
                      <a:pt x="2542" y="616"/>
                    </a:lnTo>
                    <a:lnTo>
                      <a:pt x="2592" y="644"/>
                    </a:lnTo>
                    <a:lnTo>
                      <a:pt x="2604" y="616"/>
                    </a:lnTo>
                    <a:lnTo>
                      <a:pt x="2604" y="597"/>
                    </a:lnTo>
                    <a:lnTo>
                      <a:pt x="2623" y="597"/>
                    </a:lnTo>
                    <a:lnTo>
                      <a:pt x="2644" y="578"/>
                    </a:lnTo>
                    <a:lnTo>
                      <a:pt x="2613" y="550"/>
                    </a:lnTo>
                    <a:lnTo>
                      <a:pt x="2561" y="540"/>
                    </a:lnTo>
                    <a:lnTo>
                      <a:pt x="2471" y="464"/>
                    </a:lnTo>
                    <a:lnTo>
                      <a:pt x="2410" y="426"/>
                    </a:lnTo>
                    <a:lnTo>
                      <a:pt x="2327" y="417"/>
                    </a:lnTo>
                    <a:lnTo>
                      <a:pt x="2327" y="464"/>
                    </a:lnTo>
                    <a:lnTo>
                      <a:pt x="2306" y="474"/>
                    </a:lnTo>
                    <a:lnTo>
                      <a:pt x="2287" y="455"/>
                    </a:lnTo>
                    <a:lnTo>
                      <a:pt x="2287" y="436"/>
                    </a:lnTo>
                    <a:lnTo>
                      <a:pt x="2296" y="436"/>
                    </a:lnTo>
                    <a:lnTo>
                      <a:pt x="2306" y="426"/>
                    </a:lnTo>
                    <a:lnTo>
                      <a:pt x="2287" y="426"/>
                    </a:lnTo>
                    <a:lnTo>
                      <a:pt x="2266" y="445"/>
                    </a:lnTo>
                    <a:lnTo>
                      <a:pt x="2214" y="436"/>
                    </a:lnTo>
                    <a:lnTo>
                      <a:pt x="2162" y="436"/>
                    </a:lnTo>
                    <a:lnTo>
                      <a:pt x="2143" y="426"/>
                    </a:lnTo>
                    <a:lnTo>
                      <a:pt x="2152" y="408"/>
                    </a:lnTo>
                    <a:lnTo>
                      <a:pt x="2133" y="379"/>
                    </a:lnTo>
                    <a:lnTo>
                      <a:pt x="2091" y="370"/>
                    </a:lnTo>
                    <a:lnTo>
                      <a:pt x="2029" y="389"/>
                    </a:lnTo>
                    <a:lnTo>
                      <a:pt x="2020" y="360"/>
                    </a:lnTo>
                    <a:lnTo>
                      <a:pt x="1998" y="360"/>
                    </a:lnTo>
                    <a:lnTo>
                      <a:pt x="1989" y="351"/>
                    </a:lnTo>
                    <a:lnTo>
                      <a:pt x="1989" y="322"/>
                    </a:lnTo>
                    <a:lnTo>
                      <a:pt x="1918" y="303"/>
                    </a:lnTo>
                    <a:lnTo>
                      <a:pt x="1835" y="284"/>
                    </a:lnTo>
                    <a:lnTo>
                      <a:pt x="1814" y="322"/>
                    </a:lnTo>
                    <a:lnTo>
                      <a:pt x="1835" y="351"/>
                    </a:lnTo>
                    <a:lnTo>
                      <a:pt x="1774" y="351"/>
                    </a:lnTo>
                    <a:lnTo>
                      <a:pt x="1762" y="351"/>
                    </a:lnTo>
                    <a:lnTo>
                      <a:pt x="1743" y="360"/>
                    </a:lnTo>
                    <a:lnTo>
                      <a:pt x="1712" y="332"/>
                    </a:lnTo>
                    <a:lnTo>
                      <a:pt x="1691" y="389"/>
                    </a:lnTo>
                    <a:lnTo>
                      <a:pt x="1670" y="379"/>
                    </a:lnTo>
                    <a:lnTo>
                      <a:pt x="1651" y="341"/>
                    </a:lnTo>
                    <a:lnTo>
                      <a:pt x="1660" y="294"/>
                    </a:lnTo>
                    <a:lnTo>
                      <a:pt x="1639" y="266"/>
                    </a:lnTo>
                    <a:lnTo>
                      <a:pt x="1580" y="247"/>
                    </a:lnTo>
                    <a:lnTo>
                      <a:pt x="1558" y="247"/>
                    </a:lnTo>
                    <a:lnTo>
                      <a:pt x="1549" y="266"/>
                    </a:lnTo>
                    <a:lnTo>
                      <a:pt x="1558" y="284"/>
                    </a:lnTo>
                    <a:lnTo>
                      <a:pt x="1476" y="275"/>
                    </a:lnTo>
                    <a:lnTo>
                      <a:pt x="1488" y="247"/>
                    </a:lnTo>
                    <a:lnTo>
                      <a:pt x="1435" y="237"/>
                    </a:lnTo>
                    <a:lnTo>
                      <a:pt x="1405" y="256"/>
                    </a:lnTo>
                    <a:lnTo>
                      <a:pt x="1343" y="228"/>
                    </a:lnTo>
                    <a:lnTo>
                      <a:pt x="1343" y="228"/>
                    </a:lnTo>
                    <a:lnTo>
                      <a:pt x="1343" y="2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06" name="Google Shape;1706;p206"/>
              <p:cNvSpPr/>
              <p:nvPr/>
            </p:nvSpPr>
            <p:spPr>
              <a:xfrm>
                <a:off x="4193" y="1190"/>
                <a:ext cx="2644" cy="1220"/>
              </a:xfrm>
              <a:custGeom>
                <a:avLst/>
                <a:gdLst/>
                <a:ahLst/>
                <a:cxnLst/>
                <a:rect l="l" t="t" r="r" b="b"/>
                <a:pathLst>
                  <a:path w="2644" h="1220" extrusionOk="0">
                    <a:moveTo>
                      <a:pt x="1343" y="228"/>
                    </a:moveTo>
                    <a:lnTo>
                      <a:pt x="1343" y="228"/>
                    </a:lnTo>
                    <a:lnTo>
                      <a:pt x="1331" y="237"/>
                    </a:lnTo>
                    <a:lnTo>
                      <a:pt x="1343" y="256"/>
                    </a:lnTo>
                    <a:lnTo>
                      <a:pt x="1301" y="275"/>
                    </a:lnTo>
                    <a:lnTo>
                      <a:pt x="1291" y="275"/>
                    </a:lnTo>
                    <a:lnTo>
                      <a:pt x="1301" y="247"/>
                    </a:lnTo>
                    <a:lnTo>
                      <a:pt x="1405" y="161"/>
                    </a:lnTo>
                    <a:lnTo>
                      <a:pt x="1405" y="105"/>
                    </a:lnTo>
                    <a:lnTo>
                      <a:pt x="1362" y="67"/>
                    </a:lnTo>
                    <a:lnTo>
                      <a:pt x="1313" y="67"/>
                    </a:lnTo>
                    <a:lnTo>
                      <a:pt x="1313" y="86"/>
                    </a:lnTo>
                    <a:lnTo>
                      <a:pt x="1282" y="86"/>
                    </a:lnTo>
                    <a:lnTo>
                      <a:pt x="1301" y="48"/>
                    </a:lnTo>
                    <a:lnTo>
                      <a:pt x="1251" y="38"/>
                    </a:lnTo>
                    <a:lnTo>
                      <a:pt x="1282" y="19"/>
                    </a:lnTo>
                    <a:lnTo>
                      <a:pt x="1251" y="0"/>
                    </a:lnTo>
                    <a:lnTo>
                      <a:pt x="1199" y="48"/>
                    </a:lnTo>
                    <a:lnTo>
                      <a:pt x="1199" y="86"/>
                    </a:lnTo>
                    <a:lnTo>
                      <a:pt x="1168" y="86"/>
                    </a:lnTo>
                    <a:lnTo>
                      <a:pt x="1076" y="105"/>
                    </a:lnTo>
                    <a:lnTo>
                      <a:pt x="996" y="152"/>
                    </a:lnTo>
                    <a:lnTo>
                      <a:pt x="965" y="190"/>
                    </a:lnTo>
                    <a:lnTo>
                      <a:pt x="974" y="237"/>
                    </a:lnTo>
                    <a:lnTo>
                      <a:pt x="861" y="256"/>
                    </a:lnTo>
                    <a:lnTo>
                      <a:pt x="873" y="313"/>
                    </a:lnTo>
                    <a:lnTo>
                      <a:pt x="903" y="341"/>
                    </a:lnTo>
                    <a:lnTo>
                      <a:pt x="882" y="351"/>
                    </a:lnTo>
                    <a:lnTo>
                      <a:pt x="851" y="313"/>
                    </a:lnTo>
                    <a:lnTo>
                      <a:pt x="821" y="303"/>
                    </a:lnTo>
                    <a:lnTo>
                      <a:pt x="811" y="313"/>
                    </a:lnTo>
                    <a:lnTo>
                      <a:pt x="790" y="294"/>
                    </a:lnTo>
                    <a:lnTo>
                      <a:pt x="769" y="275"/>
                    </a:lnTo>
                    <a:lnTo>
                      <a:pt x="769" y="284"/>
                    </a:lnTo>
                    <a:lnTo>
                      <a:pt x="780" y="313"/>
                    </a:lnTo>
                    <a:lnTo>
                      <a:pt x="750" y="360"/>
                    </a:lnTo>
                    <a:lnTo>
                      <a:pt x="769" y="398"/>
                    </a:lnTo>
                    <a:lnTo>
                      <a:pt x="759" y="436"/>
                    </a:lnTo>
                    <a:lnTo>
                      <a:pt x="759" y="464"/>
                    </a:lnTo>
                    <a:lnTo>
                      <a:pt x="790" y="464"/>
                    </a:lnTo>
                    <a:lnTo>
                      <a:pt x="769" y="474"/>
                    </a:lnTo>
                    <a:lnTo>
                      <a:pt x="780" y="521"/>
                    </a:lnTo>
                    <a:lnTo>
                      <a:pt x="719" y="569"/>
                    </a:lnTo>
                    <a:lnTo>
                      <a:pt x="707" y="559"/>
                    </a:lnTo>
                    <a:lnTo>
                      <a:pt x="750" y="512"/>
                    </a:lnTo>
                    <a:lnTo>
                      <a:pt x="759" y="483"/>
                    </a:lnTo>
                    <a:lnTo>
                      <a:pt x="738" y="464"/>
                    </a:lnTo>
                    <a:lnTo>
                      <a:pt x="738" y="370"/>
                    </a:lnTo>
                    <a:lnTo>
                      <a:pt x="728" y="351"/>
                    </a:lnTo>
                    <a:lnTo>
                      <a:pt x="738" y="294"/>
                    </a:lnTo>
                    <a:lnTo>
                      <a:pt x="719" y="284"/>
                    </a:lnTo>
                    <a:lnTo>
                      <a:pt x="728" y="275"/>
                    </a:lnTo>
                    <a:lnTo>
                      <a:pt x="719" y="256"/>
                    </a:lnTo>
                    <a:lnTo>
                      <a:pt x="698" y="266"/>
                    </a:lnTo>
                    <a:lnTo>
                      <a:pt x="648" y="389"/>
                    </a:lnTo>
                    <a:lnTo>
                      <a:pt x="648" y="436"/>
                    </a:lnTo>
                    <a:lnTo>
                      <a:pt x="676" y="474"/>
                    </a:lnTo>
                    <a:lnTo>
                      <a:pt x="676" y="493"/>
                    </a:lnTo>
                    <a:lnTo>
                      <a:pt x="648" y="474"/>
                    </a:lnTo>
                    <a:lnTo>
                      <a:pt x="525" y="398"/>
                    </a:lnTo>
                    <a:lnTo>
                      <a:pt x="513" y="417"/>
                    </a:lnTo>
                    <a:lnTo>
                      <a:pt x="556" y="464"/>
                    </a:lnTo>
                    <a:lnTo>
                      <a:pt x="534" y="474"/>
                    </a:lnTo>
                    <a:lnTo>
                      <a:pt x="525" y="464"/>
                    </a:lnTo>
                    <a:lnTo>
                      <a:pt x="461" y="483"/>
                    </a:lnTo>
                    <a:lnTo>
                      <a:pt x="452" y="502"/>
                    </a:lnTo>
                    <a:lnTo>
                      <a:pt x="442" y="483"/>
                    </a:lnTo>
                    <a:lnTo>
                      <a:pt x="442" y="464"/>
                    </a:lnTo>
                    <a:lnTo>
                      <a:pt x="338" y="521"/>
                    </a:lnTo>
                    <a:lnTo>
                      <a:pt x="338" y="540"/>
                    </a:lnTo>
                    <a:lnTo>
                      <a:pt x="319" y="550"/>
                    </a:lnTo>
                    <a:lnTo>
                      <a:pt x="288" y="531"/>
                    </a:lnTo>
                    <a:lnTo>
                      <a:pt x="319" y="512"/>
                    </a:lnTo>
                    <a:lnTo>
                      <a:pt x="310" y="483"/>
                    </a:lnTo>
                    <a:lnTo>
                      <a:pt x="267" y="474"/>
                    </a:lnTo>
                    <a:lnTo>
                      <a:pt x="279" y="493"/>
                    </a:lnTo>
                    <a:lnTo>
                      <a:pt x="279" y="540"/>
                    </a:lnTo>
                    <a:lnTo>
                      <a:pt x="288" y="559"/>
                    </a:lnTo>
                    <a:lnTo>
                      <a:pt x="279" y="578"/>
                    </a:lnTo>
                    <a:lnTo>
                      <a:pt x="248" y="569"/>
                    </a:lnTo>
                    <a:lnTo>
                      <a:pt x="206" y="597"/>
                    </a:lnTo>
                    <a:lnTo>
                      <a:pt x="227" y="635"/>
                    </a:lnTo>
                    <a:lnTo>
                      <a:pt x="165" y="616"/>
                    </a:lnTo>
                    <a:lnTo>
                      <a:pt x="156" y="625"/>
                    </a:lnTo>
                    <a:lnTo>
                      <a:pt x="175" y="654"/>
                    </a:lnTo>
                    <a:lnTo>
                      <a:pt x="156" y="654"/>
                    </a:lnTo>
                    <a:lnTo>
                      <a:pt x="125" y="635"/>
                    </a:lnTo>
                    <a:lnTo>
                      <a:pt x="125" y="578"/>
                    </a:lnTo>
                    <a:lnTo>
                      <a:pt x="94" y="559"/>
                    </a:lnTo>
                    <a:lnTo>
                      <a:pt x="83" y="540"/>
                    </a:lnTo>
                    <a:lnTo>
                      <a:pt x="104" y="550"/>
                    </a:lnTo>
                    <a:lnTo>
                      <a:pt x="187" y="578"/>
                    </a:lnTo>
                    <a:lnTo>
                      <a:pt x="236" y="550"/>
                    </a:lnTo>
                    <a:lnTo>
                      <a:pt x="227" y="521"/>
                    </a:lnTo>
                    <a:lnTo>
                      <a:pt x="165" y="464"/>
                    </a:lnTo>
                    <a:lnTo>
                      <a:pt x="104" y="445"/>
                    </a:lnTo>
                    <a:lnTo>
                      <a:pt x="104" y="436"/>
                    </a:lnTo>
                    <a:lnTo>
                      <a:pt x="83" y="426"/>
                    </a:lnTo>
                    <a:lnTo>
                      <a:pt x="64" y="436"/>
                    </a:lnTo>
                    <a:lnTo>
                      <a:pt x="64" y="445"/>
                    </a:lnTo>
                    <a:lnTo>
                      <a:pt x="52" y="445"/>
                    </a:lnTo>
                    <a:lnTo>
                      <a:pt x="31" y="464"/>
                    </a:lnTo>
                    <a:lnTo>
                      <a:pt x="31" y="493"/>
                    </a:lnTo>
                    <a:lnTo>
                      <a:pt x="52" y="512"/>
                    </a:lnTo>
                    <a:lnTo>
                      <a:pt x="42" y="540"/>
                    </a:lnTo>
                    <a:lnTo>
                      <a:pt x="52" y="587"/>
                    </a:lnTo>
                    <a:lnTo>
                      <a:pt x="42" y="616"/>
                    </a:lnTo>
                    <a:lnTo>
                      <a:pt x="64" y="644"/>
                    </a:lnTo>
                    <a:lnTo>
                      <a:pt x="52" y="663"/>
                    </a:lnTo>
                    <a:lnTo>
                      <a:pt x="73" y="682"/>
                    </a:lnTo>
                    <a:lnTo>
                      <a:pt x="73" y="692"/>
                    </a:lnTo>
                    <a:lnTo>
                      <a:pt x="42" y="739"/>
                    </a:lnTo>
                    <a:lnTo>
                      <a:pt x="12" y="758"/>
                    </a:lnTo>
                    <a:lnTo>
                      <a:pt x="21" y="758"/>
                    </a:lnTo>
                    <a:lnTo>
                      <a:pt x="42" y="777"/>
                    </a:lnTo>
                    <a:lnTo>
                      <a:pt x="21" y="796"/>
                    </a:lnTo>
                    <a:lnTo>
                      <a:pt x="12" y="805"/>
                    </a:lnTo>
                    <a:lnTo>
                      <a:pt x="0" y="805"/>
                    </a:lnTo>
                    <a:lnTo>
                      <a:pt x="12" y="834"/>
                    </a:lnTo>
                    <a:lnTo>
                      <a:pt x="12" y="843"/>
                    </a:lnTo>
                    <a:lnTo>
                      <a:pt x="12" y="853"/>
                    </a:lnTo>
                    <a:lnTo>
                      <a:pt x="12" y="862"/>
                    </a:lnTo>
                    <a:lnTo>
                      <a:pt x="21" y="881"/>
                    </a:lnTo>
                    <a:lnTo>
                      <a:pt x="52" y="891"/>
                    </a:lnTo>
                    <a:lnTo>
                      <a:pt x="64" y="900"/>
                    </a:lnTo>
                    <a:lnTo>
                      <a:pt x="64" y="919"/>
                    </a:lnTo>
                    <a:lnTo>
                      <a:pt x="83" y="947"/>
                    </a:lnTo>
                    <a:lnTo>
                      <a:pt x="94" y="947"/>
                    </a:lnTo>
                    <a:lnTo>
                      <a:pt x="83" y="966"/>
                    </a:lnTo>
                    <a:lnTo>
                      <a:pt x="73" y="957"/>
                    </a:lnTo>
                    <a:lnTo>
                      <a:pt x="73" y="966"/>
                    </a:lnTo>
                    <a:lnTo>
                      <a:pt x="83" y="985"/>
                    </a:lnTo>
                    <a:lnTo>
                      <a:pt x="113" y="985"/>
                    </a:lnTo>
                    <a:lnTo>
                      <a:pt x="125" y="992"/>
                    </a:lnTo>
                    <a:lnTo>
                      <a:pt x="113" y="992"/>
                    </a:lnTo>
                    <a:lnTo>
                      <a:pt x="125" y="1004"/>
                    </a:lnTo>
                    <a:lnTo>
                      <a:pt x="135" y="1004"/>
                    </a:lnTo>
                    <a:lnTo>
                      <a:pt x="144" y="1021"/>
                    </a:lnTo>
                    <a:lnTo>
                      <a:pt x="156" y="1033"/>
                    </a:lnTo>
                    <a:lnTo>
                      <a:pt x="165" y="1021"/>
                    </a:lnTo>
                    <a:lnTo>
                      <a:pt x="217" y="1049"/>
                    </a:lnTo>
                    <a:lnTo>
                      <a:pt x="206" y="1089"/>
                    </a:lnTo>
                    <a:lnTo>
                      <a:pt x="196" y="1078"/>
                    </a:lnTo>
                    <a:lnTo>
                      <a:pt x="187" y="1089"/>
                    </a:lnTo>
                    <a:lnTo>
                      <a:pt x="187" y="1106"/>
                    </a:lnTo>
                    <a:lnTo>
                      <a:pt x="196" y="1099"/>
                    </a:lnTo>
                    <a:lnTo>
                      <a:pt x="206" y="1106"/>
                    </a:lnTo>
                    <a:lnTo>
                      <a:pt x="175" y="1118"/>
                    </a:lnTo>
                    <a:lnTo>
                      <a:pt x="187" y="1127"/>
                    </a:lnTo>
                    <a:lnTo>
                      <a:pt x="165" y="1146"/>
                    </a:lnTo>
                    <a:lnTo>
                      <a:pt x="156" y="1146"/>
                    </a:lnTo>
                    <a:lnTo>
                      <a:pt x="165" y="1146"/>
                    </a:lnTo>
                    <a:lnTo>
                      <a:pt x="206" y="1184"/>
                    </a:lnTo>
                    <a:lnTo>
                      <a:pt x="258" y="1184"/>
                    </a:lnTo>
                    <a:lnTo>
                      <a:pt x="279" y="1191"/>
                    </a:lnTo>
                    <a:lnTo>
                      <a:pt x="298" y="1191"/>
                    </a:lnTo>
                    <a:lnTo>
                      <a:pt x="319" y="1213"/>
                    </a:lnTo>
                    <a:lnTo>
                      <a:pt x="329" y="1220"/>
                    </a:lnTo>
                    <a:lnTo>
                      <a:pt x="338" y="1220"/>
                    </a:lnTo>
                    <a:lnTo>
                      <a:pt x="350" y="1213"/>
                    </a:lnTo>
                    <a:lnTo>
                      <a:pt x="329" y="1191"/>
                    </a:lnTo>
                    <a:lnTo>
                      <a:pt x="329" y="1175"/>
                    </a:lnTo>
                    <a:lnTo>
                      <a:pt x="319" y="1156"/>
                    </a:lnTo>
                    <a:lnTo>
                      <a:pt x="338" y="1127"/>
                    </a:lnTo>
                    <a:lnTo>
                      <a:pt x="350" y="1134"/>
                    </a:lnTo>
                    <a:lnTo>
                      <a:pt x="359" y="1127"/>
                    </a:lnTo>
                    <a:lnTo>
                      <a:pt x="359" y="1118"/>
                    </a:lnTo>
                    <a:lnTo>
                      <a:pt x="350" y="1118"/>
                    </a:lnTo>
                    <a:lnTo>
                      <a:pt x="359" y="1106"/>
                    </a:lnTo>
                    <a:lnTo>
                      <a:pt x="350" y="1089"/>
                    </a:lnTo>
                    <a:lnTo>
                      <a:pt x="329" y="1089"/>
                    </a:lnTo>
                    <a:lnTo>
                      <a:pt x="319" y="1070"/>
                    </a:lnTo>
                    <a:lnTo>
                      <a:pt x="329" y="1021"/>
                    </a:lnTo>
                    <a:lnTo>
                      <a:pt x="350" y="1042"/>
                    </a:lnTo>
                    <a:lnTo>
                      <a:pt x="359" y="1042"/>
                    </a:lnTo>
                    <a:lnTo>
                      <a:pt x="350" y="1021"/>
                    </a:lnTo>
                    <a:lnTo>
                      <a:pt x="381" y="992"/>
                    </a:lnTo>
                    <a:lnTo>
                      <a:pt x="400" y="1004"/>
                    </a:lnTo>
                    <a:lnTo>
                      <a:pt x="411" y="992"/>
                    </a:lnTo>
                    <a:lnTo>
                      <a:pt x="430" y="1004"/>
                    </a:lnTo>
                    <a:lnTo>
                      <a:pt x="461" y="1021"/>
                    </a:lnTo>
                    <a:lnTo>
                      <a:pt x="482" y="1014"/>
                    </a:lnTo>
                    <a:lnTo>
                      <a:pt x="504" y="1014"/>
                    </a:lnTo>
                    <a:lnTo>
                      <a:pt x="513" y="1021"/>
                    </a:lnTo>
                    <a:lnTo>
                      <a:pt x="556" y="1021"/>
                    </a:lnTo>
                    <a:lnTo>
                      <a:pt x="565" y="1004"/>
                    </a:lnTo>
                    <a:lnTo>
                      <a:pt x="534" y="992"/>
                    </a:lnTo>
                    <a:lnTo>
                      <a:pt x="556" y="985"/>
                    </a:lnTo>
                    <a:lnTo>
                      <a:pt x="544" y="976"/>
                    </a:lnTo>
                    <a:lnTo>
                      <a:pt x="556" y="966"/>
                    </a:lnTo>
                    <a:lnTo>
                      <a:pt x="556" y="938"/>
                    </a:lnTo>
                    <a:lnTo>
                      <a:pt x="575" y="947"/>
                    </a:lnTo>
                    <a:lnTo>
                      <a:pt x="667" y="919"/>
                    </a:lnTo>
                    <a:lnTo>
                      <a:pt x="667" y="909"/>
                    </a:lnTo>
                    <a:lnTo>
                      <a:pt x="676" y="909"/>
                    </a:lnTo>
                    <a:lnTo>
                      <a:pt x="707" y="909"/>
                    </a:lnTo>
                    <a:lnTo>
                      <a:pt x="719" y="928"/>
                    </a:lnTo>
                    <a:lnTo>
                      <a:pt x="719" y="938"/>
                    </a:lnTo>
                    <a:lnTo>
                      <a:pt x="728" y="938"/>
                    </a:lnTo>
                    <a:lnTo>
                      <a:pt x="750" y="947"/>
                    </a:lnTo>
                    <a:lnTo>
                      <a:pt x="750" y="957"/>
                    </a:lnTo>
                    <a:lnTo>
                      <a:pt x="769" y="957"/>
                    </a:lnTo>
                    <a:lnTo>
                      <a:pt x="790" y="938"/>
                    </a:lnTo>
                    <a:lnTo>
                      <a:pt x="811" y="928"/>
                    </a:lnTo>
                    <a:lnTo>
                      <a:pt x="821" y="957"/>
                    </a:lnTo>
                    <a:lnTo>
                      <a:pt x="861" y="1021"/>
                    </a:lnTo>
                    <a:lnTo>
                      <a:pt x="873" y="1004"/>
                    </a:lnTo>
                    <a:lnTo>
                      <a:pt x="882" y="1021"/>
                    </a:lnTo>
                    <a:lnTo>
                      <a:pt x="913" y="1014"/>
                    </a:lnTo>
                    <a:lnTo>
                      <a:pt x="944" y="1042"/>
                    </a:lnTo>
                    <a:lnTo>
                      <a:pt x="965" y="1049"/>
                    </a:lnTo>
                    <a:lnTo>
                      <a:pt x="965" y="1042"/>
                    </a:lnTo>
                    <a:lnTo>
                      <a:pt x="974" y="1061"/>
                    </a:lnTo>
                    <a:lnTo>
                      <a:pt x="965" y="1070"/>
                    </a:lnTo>
                    <a:lnTo>
                      <a:pt x="986" y="1061"/>
                    </a:lnTo>
                    <a:lnTo>
                      <a:pt x="996" y="1049"/>
                    </a:lnTo>
                    <a:lnTo>
                      <a:pt x="1045" y="1021"/>
                    </a:lnTo>
                    <a:lnTo>
                      <a:pt x="1088" y="1033"/>
                    </a:lnTo>
                    <a:lnTo>
                      <a:pt x="1107" y="1042"/>
                    </a:lnTo>
                    <a:lnTo>
                      <a:pt x="1149" y="1042"/>
                    </a:lnTo>
                    <a:lnTo>
                      <a:pt x="1149" y="1021"/>
                    </a:lnTo>
                    <a:lnTo>
                      <a:pt x="1149" y="1004"/>
                    </a:lnTo>
                    <a:lnTo>
                      <a:pt x="1168" y="992"/>
                    </a:lnTo>
                    <a:lnTo>
                      <a:pt x="1211" y="1004"/>
                    </a:lnTo>
                    <a:lnTo>
                      <a:pt x="1230" y="1033"/>
                    </a:lnTo>
                    <a:lnTo>
                      <a:pt x="1242" y="1033"/>
                    </a:lnTo>
                    <a:lnTo>
                      <a:pt x="1260" y="1021"/>
                    </a:lnTo>
                    <a:lnTo>
                      <a:pt x="1322" y="1049"/>
                    </a:lnTo>
                    <a:lnTo>
                      <a:pt x="1353" y="1061"/>
                    </a:lnTo>
                    <a:lnTo>
                      <a:pt x="1395" y="1049"/>
                    </a:lnTo>
                    <a:lnTo>
                      <a:pt x="1414" y="1033"/>
                    </a:lnTo>
                    <a:lnTo>
                      <a:pt x="1445" y="1042"/>
                    </a:lnTo>
                    <a:lnTo>
                      <a:pt x="1466" y="1049"/>
                    </a:lnTo>
                    <a:lnTo>
                      <a:pt x="1497" y="1042"/>
                    </a:lnTo>
                    <a:lnTo>
                      <a:pt x="1506" y="1004"/>
                    </a:lnTo>
                    <a:lnTo>
                      <a:pt x="1518" y="992"/>
                    </a:lnTo>
                    <a:lnTo>
                      <a:pt x="1518" y="985"/>
                    </a:lnTo>
                    <a:lnTo>
                      <a:pt x="1506" y="985"/>
                    </a:lnTo>
                    <a:lnTo>
                      <a:pt x="1518" y="966"/>
                    </a:lnTo>
                    <a:lnTo>
                      <a:pt x="1558" y="957"/>
                    </a:lnTo>
                    <a:lnTo>
                      <a:pt x="1589" y="966"/>
                    </a:lnTo>
                    <a:lnTo>
                      <a:pt x="1611" y="985"/>
                    </a:lnTo>
                    <a:lnTo>
                      <a:pt x="1629" y="1049"/>
                    </a:lnTo>
                    <a:lnTo>
                      <a:pt x="1651" y="1049"/>
                    </a:lnTo>
                    <a:lnTo>
                      <a:pt x="1681" y="1070"/>
                    </a:lnTo>
                    <a:lnTo>
                      <a:pt x="1681" y="1089"/>
                    </a:lnTo>
                    <a:lnTo>
                      <a:pt x="1700" y="1089"/>
                    </a:lnTo>
                    <a:lnTo>
                      <a:pt x="1743" y="1078"/>
                    </a:lnTo>
                    <a:lnTo>
                      <a:pt x="1743" y="1099"/>
                    </a:lnTo>
                    <a:lnTo>
                      <a:pt x="1712" y="1156"/>
                    </a:lnTo>
                    <a:lnTo>
                      <a:pt x="1700" y="1146"/>
                    </a:lnTo>
                    <a:lnTo>
                      <a:pt x="1681" y="1156"/>
                    </a:lnTo>
                    <a:lnTo>
                      <a:pt x="1691" y="1184"/>
                    </a:lnTo>
                    <a:lnTo>
                      <a:pt x="1681" y="1203"/>
                    </a:lnTo>
                    <a:lnTo>
                      <a:pt x="1691" y="1184"/>
                    </a:lnTo>
                    <a:lnTo>
                      <a:pt x="1700" y="1184"/>
                    </a:lnTo>
                    <a:lnTo>
                      <a:pt x="1700" y="1191"/>
                    </a:lnTo>
                    <a:lnTo>
                      <a:pt x="1712" y="1203"/>
                    </a:lnTo>
                    <a:lnTo>
                      <a:pt x="1743" y="1184"/>
                    </a:lnTo>
                    <a:lnTo>
                      <a:pt x="1835" y="1078"/>
                    </a:lnTo>
                    <a:lnTo>
                      <a:pt x="1835" y="1014"/>
                    </a:lnTo>
                    <a:lnTo>
                      <a:pt x="1845" y="992"/>
                    </a:lnTo>
                    <a:lnTo>
                      <a:pt x="1845" y="966"/>
                    </a:lnTo>
                    <a:lnTo>
                      <a:pt x="1826" y="938"/>
                    </a:lnTo>
                    <a:lnTo>
                      <a:pt x="1814" y="938"/>
                    </a:lnTo>
                    <a:lnTo>
                      <a:pt x="1804" y="957"/>
                    </a:lnTo>
                    <a:lnTo>
                      <a:pt x="1783" y="957"/>
                    </a:lnTo>
                    <a:lnTo>
                      <a:pt x="1793" y="938"/>
                    </a:lnTo>
                    <a:lnTo>
                      <a:pt x="1783" y="938"/>
                    </a:lnTo>
                    <a:lnTo>
                      <a:pt x="1774" y="928"/>
                    </a:lnTo>
                    <a:lnTo>
                      <a:pt x="1752" y="928"/>
                    </a:lnTo>
                    <a:lnTo>
                      <a:pt x="1752" y="919"/>
                    </a:lnTo>
                    <a:lnTo>
                      <a:pt x="1783" y="891"/>
                    </a:lnTo>
                    <a:lnTo>
                      <a:pt x="1875" y="805"/>
                    </a:lnTo>
                    <a:lnTo>
                      <a:pt x="1918" y="796"/>
                    </a:lnTo>
                    <a:lnTo>
                      <a:pt x="1927" y="805"/>
                    </a:lnTo>
                    <a:lnTo>
                      <a:pt x="1937" y="796"/>
                    </a:lnTo>
                    <a:lnTo>
                      <a:pt x="1968" y="805"/>
                    </a:lnTo>
                    <a:lnTo>
                      <a:pt x="1979" y="786"/>
                    </a:lnTo>
                    <a:lnTo>
                      <a:pt x="2010" y="796"/>
                    </a:lnTo>
                    <a:lnTo>
                      <a:pt x="2020" y="796"/>
                    </a:lnTo>
                    <a:lnTo>
                      <a:pt x="2010" y="805"/>
                    </a:lnTo>
                    <a:lnTo>
                      <a:pt x="2010" y="815"/>
                    </a:lnTo>
                    <a:lnTo>
                      <a:pt x="2072" y="805"/>
                    </a:lnTo>
                    <a:lnTo>
                      <a:pt x="2060" y="796"/>
                    </a:lnTo>
                    <a:lnTo>
                      <a:pt x="2102" y="730"/>
                    </a:lnTo>
                    <a:lnTo>
                      <a:pt x="2152" y="720"/>
                    </a:lnTo>
                    <a:lnTo>
                      <a:pt x="2152" y="739"/>
                    </a:lnTo>
                    <a:lnTo>
                      <a:pt x="2152" y="758"/>
                    </a:lnTo>
                    <a:lnTo>
                      <a:pt x="2204" y="730"/>
                    </a:lnTo>
                    <a:lnTo>
                      <a:pt x="2204" y="701"/>
                    </a:lnTo>
                    <a:lnTo>
                      <a:pt x="2223" y="701"/>
                    </a:lnTo>
                    <a:lnTo>
                      <a:pt x="2214" y="711"/>
                    </a:lnTo>
                    <a:lnTo>
                      <a:pt x="2204" y="758"/>
                    </a:lnTo>
                    <a:lnTo>
                      <a:pt x="2183" y="767"/>
                    </a:lnTo>
                    <a:lnTo>
                      <a:pt x="2121" y="834"/>
                    </a:lnTo>
                    <a:lnTo>
                      <a:pt x="2102" y="843"/>
                    </a:lnTo>
                    <a:lnTo>
                      <a:pt x="2081" y="909"/>
                    </a:lnTo>
                    <a:lnTo>
                      <a:pt x="2102" y="1021"/>
                    </a:lnTo>
                    <a:lnTo>
                      <a:pt x="2121" y="1004"/>
                    </a:lnTo>
                    <a:lnTo>
                      <a:pt x="2143" y="966"/>
                    </a:lnTo>
                    <a:lnTo>
                      <a:pt x="2152" y="966"/>
                    </a:lnTo>
                    <a:lnTo>
                      <a:pt x="2152" y="938"/>
                    </a:lnTo>
                    <a:lnTo>
                      <a:pt x="2162" y="938"/>
                    </a:lnTo>
                    <a:lnTo>
                      <a:pt x="2183" y="928"/>
                    </a:lnTo>
                    <a:lnTo>
                      <a:pt x="2173" y="900"/>
                    </a:lnTo>
                    <a:lnTo>
                      <a:pt x="2192" y="891"/>
                    </a:lnTo>
                    <a:lnTo>
                      <a:pt x="2204" y="891"/>
                    </a:lnTo>
                    <a:lnTo>
                      <a:pt x="2204" y="872"/>
                    </a:lnTo>
                    <a:lnTo>
                      <a:pt x="2192" y="872"/>
                    </a:lnTo>
                    <a:lnTo>
                      <a:pt x="2204" y="843"/>
                    </a:lnTo>
                    <a:lnTo>
                      <a:pt x="2192" y="843"/>
                    </a:lnTo>
                    <a:lnTo>
                      <a:pt x="2183" y="843"/>
                    </a:lnTo>
                    <a:lnTo>
                      <a:pt x="2183" y="834"/>
                    </a:lnTo>
                    <a:lnTo>
                      <a:pt x="2204" y="805"/>
                    </a:lnTo>
                    <a:lnTo>
                      <a:pt x="2204" y="786"/>
                    </a:lnTo>
                    <a:lnTo>
                      <a:pt x="2223" y="786"/>
                    </a:lnTo>
                    <a:lnTo>
                      <a:pt x="2256" y="767"/>
                    </a:lnTo>
                    <a:lnTo>
                      <a:pt x="2256" y="786"/>
                    </a:lnTo>
                    <a:lnTo>
                      <a:pt x="2266" y="777"/>
                    </a:lnTo>
                    <a:lnTo>
                      <a:pt x="2296" y="767"/>
                    </a:lnTo>
                    <a:lnTo>
                      <a:pt x="2318" y="786"/>
                    </a:lnTo>
                    <a:lnTo>
                      <a:pt x="2327" y="767"/>
                    </a:lnTo>
                    <a:lnTo>
                      <a:pt x="2429" y="701"/>
                    </a:lnTo>
                    <a:lnTo>
                      <a:pt x="2460" y="711"/>
                    </a:lnTo>
                    <a:lnTo>
                      <a:pt x="2471" y="701"/>
                    </a:lnTo>
                    <a:lnTo>
                      <a:pt x="2450" y="644"/>
                    </a:lnTo>
                    <a:lnTo>
                      <a:pt x="2441" y="644"/>
                    </a:lnTo>
                    <a:lnTo>
                      <a:pt x="2441" y="625"/>
                    </a:lnTo>
                    <a:lnTo>
                      <a:pt x="2450" y="625"/>
                    </a:lnTo>
                    <a:lnTo>
                      <a:pt x="2471" y="616"/>
                    </a:lnTo>
                    <a:lnTo>
                      <a:pt x="2490" y="597"/>
                    </a:lnTo>
                    <a:lnTo>
                      <a:pt x="2481" y="578"/>
                    </a:lnTo>
                    <a:lnTo>
                      <a:pt x="2490" y="569"/>
                    </a:lnTo>
                    <a:lnTo>
                      <a:pt x="2502" y="597"/>
                    </a:lnTo>
                    <a:lnTo>
                      <a:pt x="2521" y="597"/>
                    </a:lnTo>
                    <a:lnTo>
                      <a:pt x="2542" y="616"/>
                    </a:lnTo>
                    <a:lnTo>
                      <a:pt x="2592" y="644"/>
                    </a:lnTo>
                    <a:lnTo>
                      <a:pt x="2604" y="616"/>
                    </a:lnTo>
                    <a:lnTo>
                      <a:pt x="2604" y="597"/>
                    </a:lnTo>
                    <a:lnTo>
                      <a:pt x="2623" y="597"/>
                    </a:lnTo>
                    <a:lnTo>
                      <a:pt x="2644" y="578"/>
                    </a:lnTo>
                    <a:lnTo>
                      <a:pt x="2613" y="550"/>
                    </a:lnTo>
                    <a:lnTo>
                      <a:pt x="2561" y="540"/>
                    </a:lnTo>
                    <a:lnTo>
                      <a:pt x="2471" y="464"/>
                    </a:lnTo>
                    <a:lnTo>
                      <a:pt x="2410" y="426"/>
                    </a:lnTo>
                    <a:lnTo>
                      <a:pt x="2327" y="417"/>
                    </a:lnTo>
                    <a:lnTo>
                      <a:pt x="2327" y="464"/>
                    </a:lnTo>
                    <a:lnTo>
                      <a:pt x="2306" y="474"/>
                    </a:lnTo>
                    <a:lnTo>
                      <a:pt x="2287" y="455"/>
                    </a:lnTo>
                    <a:lnTo>
                      <a:pt x="2287" y="436"/>
                    </a:lnTo>
                    <a:lnTo>
                      <a:pt x="2296" y="436"/>
                    </a:lnTo>
                    <a:lnTo>
                      <a:pt x="2306" y="426"/>
                    </a:lnTo>
                    <a:lnTo>
                      <a:pt x="2287" y="426"/>
                    </a:lnTo>
                    <a:lnTo>
                      <a:pt x="2266" y="445"/>
                    </a:lnTo>
                    <a:lnTo>
                      <a:pt x="2214" y="436"/>
                    </a:lnTo>
                    <a:lnTo>
                      <a:pt x="2162" y="436"/>
                    </a:lnTo>
                    <a:lnTo>
                      <a:pt x="2143" y="426"/>
                    </a:lnTo>
                    <a:lnTo>
                      <a:pt x="2152" y="408"/>
                    </a:lnTo>
                    <a:lnTo>
                      <a:pt x="2133" y="379"/>
                    </a:lnTo>
                    <a:lnTo>
                      <a:pt x="2091" y="370"/>
                    </a:lnTo>
                    <a:lnTo>
                      <a:pt x="2029" y="389"/>
                    </a:lnTo>
                    <a:lnTo>
                      <a:pt x="2020" y="360"/>
                    </a:lnTo>
                    <a:lnTo>
                      <a:pt x="1998" y="360"/>
                    </a:lnTo>
                    <a:lnTo>
                      <a:pt x="1989" y="351"/>
                    </a:lnTo>
                    <a:lnTo>
                      <a:pt x="1989" y="322"/>
                    </a:lnTo>
                    <a:lnTo>
                      <a:pt x="1918" y="303"/>
                    </a:lnTo>
                    <a:lnTo>
                      <a:pt x="1835" y="284"/>
                    </a:lnTo>
                    <a:lnTo>
                      <a:pt x="1814" y="322"/>
                    </a:lnTo>
                    <a:lnTo>
                      <a:pt x="1835" y="351"/>
                    </a:lnTo>
                    <a:lnTo>
                      <a:pt x="1774" y="351"/>
                    </a:lnTo>
                    <a:lnTo>
                      <a:pt x="1762" y="351"/>
                    </a:lnTo>
                    <a:lnTo>
                      <a:pt x="1743" y="360"/>
                    </a:lnTo>
                    <a:lnTo>
                      <a:pt x="1712" y="332"/>
                    </a:lnTo>
                    <a:lnTo>
                      <a:pt x="1691" y="389"/>
                    </a:lnTo>
                    <a:lnTo>
                      <a:pt x="1670" y="379"/>
                    </a:lnTo>
                    <a:lnTo>
                      <a:pt x="1651" y="341"/>
                    </a:lnTo>
                    <a:lnTo>
                      <a:pt x="1660" y="294"/>
                    </a:lnTo>
                    <a:lnTo>
                      <a:pt x="1639" y="266"/>
                    </a:lnTo>
                    <a:lnTo>
                      <a:pt x="1580" y="247"/>
                    </a:lnTo>
                    <a:lnTo>
                      <a:pt x="1558" y="247"/>
                    </a:lnTo>
                    <a:lnTo>
                      <a:pt x="1549" y="266"/>
                    </a:lnTo>
                    <a:lnTo>
                      <a:pt x="1558" y="284"/>
                    </a:lnTo>
                    <a:lnTo>
                      <a:pt x="1476" y="275"/>
                    </a:lnTo>
                    <a:lnTo>
                      <a:pt x="1488" y="247"/>
                    </a:lnTo>
                    <a:lnTo>
                      <a:pt x="1435" y="237"/>
                    </a:lnTo>
                    <a:lnTo>
                      <a:pt x="1405" y="256"/>
                    </a:lnTo>
                    <a:lnTo>
                      <a:pt x="1343" y="228"/>
                    </a:lnTo>
                    <a:lnTo>
                      <a:pt x="1343" y="228"/>
                    </a:lnTo>
                    <a:lnTo>
                      <a:pt x="1343" y="228"/>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grpSp>
        <p:grpSp>
          <p:nvGrpSpPr>
            <p:cNvPr id="1707" name="Google Shape;1707;p206"/>
            <p:cNvGrpSpPr/>
            <p:nvPr/>
          </p:nvGrpSpPr>
          <p:grpSpPr>
            <a:xfrm>
              <a:off x="5138462" y="1993326"/>
              <a:ext cx="2668588" cy="2751138"/>
              <a:chOff x="3486" y="1186"/>
              <a:chExt cx="1681" cy="1733"/>
            </a:xfrm>
          </p:grpSpPr>
          <p:sp>
            <p:nvSpPr>
              <p:cNvPr id="1708" name="Google Shape;1708;p206"/>
              <p:cNvSpPr/>
              <p:nvPr/>
            </p:nvSpPr>
            <p:spPr>
              <a:xfrm>
                <a:off x="4593" y="1238"/>
                <a:ext cx="276" cy="348"/>
              </a:xfrm>
              <a:custGeom>
                <a:avLst/>
                <a:gdLst/>
                <a:ahLst/>
                <a:cxnLst/>
                <a:rect l="l" t="t" r="r" b="b"/>
                <a:pathLst>
                  <a:path w="276" h="348" extrusionOk="0">
                    <a:moveTo>
                      <a:pt x="0" y="303"/>
                    </a:moveTo>
                    <a:lnTo>
                      <a:pt x="0" y="303"/>
                    </a:lnTo>
                    <a:lnTo>
                      <a:pt x="30" y="338"/>
                    </a:lnTo>
                    <a:lnTo>
                      <a:pt x="82" y="348"/>
                    </a:lnTo>
                    <a:lnTo>
                      <a:pt x="94" y="338"/>
                    </a:lnTo>
                    <a:lnTo>
                      <a:pt x="73" y="319"/>
                    </a:lnTo>
                    <a:lnTo>
                      <a:pt x="61" y="303"/>
                    </a:lnTo>
                    <a:lnTo>
                      <a:pt x="61" y="255"/>
                    </a:lnTo>
                    <a:lnTo>
                      <a:pt x="73" y="236"/>
                    </a:lnTo>
                    <a:lnTo>
                      <a:pt x="144" y="123"/>
                    </a:lnTo>
                    <a:lnTo>
                      <a:pt x="196" y="85"/>
                    </a:lnTo>
                    <a:lnTo>
                      <a:pt x="276" y="47"/>
                    </a:lnTo>
                    <a:lnTo>
                      <a:pt x="276" y="9"/>
                    </a:lnTo>
                    <a:lnTo>
                      <a:pt x="257" y="0"/>
                    </a:lnTo>
                    <a:lnTo>
                      <a:pt x="236" y="19"/>
                    </a:lnTo>
                    <a:lnTo>
                      <a:pt x="217" y="38"/>
                    </a:lnTo>
                    <a:lnTo>
                      <a:pt x="186" y="47"/>
                    </a:lnTo>
                    <a:lnTo>
                      <a:pt x="156" y="47"/>
                    </a:lnTo>
                    <a:lnTo>
                      <a:pt x="125" y="66"/>
                    </a:lnTo>
                    <a:lnTo>
                      <a:pt x="94" y="104"/>
                    </a:lnTo>
                    <a:lnTo>
                      <a:pt x="61" y="123"/>
                    </a:lnTo>
                    <a:lnTo>
                      <a:pt x="61" y="142"/>
                    </a:lnTo>
                    <a:lnTo>
                      <a:pt x="52" y="170"/>
                    </a:lnTo>
                    <a:lnTo>
                      <a:pt x="30" y="189"/>
                    </a:lnTo>
                    <a:lnTo>
                      <a:pt x="42" y="208"/>
                    </a:lnTo>
                    <a:lnTo>
                      <a:pt x="30" y="227"/>
                    </a:lnTo>
                    <a:lnTo>
                      <a:pt x="11" y="246"/>
                    </a:lnTo>
                    <a:lnTo>
                      <a:pt x="21" y="265"/>
                    </a:lnTo>
                    <a:lnTo>
                      <a:pt x="0" y="274"/>
                    </a:lnTo>
                    <a:lnTo>
                      <a:pt x="0" y="303"/>
                    </a:lnTo>
                    <a:lnTo>
                      <a:pt x="0" y="303"/>
                    </a:lnTo>
                    <a:lnTo>
                      <a:pt x="0" y="303"/>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09" name="Google Shape;1709;p206"/>
              <p:cNvSpPr/>
              <p:nvPr/>
            </p:nvSpPr>
            <p:spPr>
              <a:xfrm>
                <a:off x="4593" y="1238"/>
                <a:ext cx="276" cy="348"/>
              </a:xfrm>
              <a:custGeom>
                <a:avLst/>
                <a:gdLst/>
                <a:ahLst/>
                <a:cxnLst/>
                <a:rect l="l" t="t" r="r" b="b"/>
                <a:pathLst>
                  <a:path w="276" h="348" extrusionOk="0">
                    <a:moveTo>
                      <a:pt x="0" y="303"/>
                    </a:moveTo>
                    <a:lnTo>
                      <a:pt x="0" y="303"/>
                    </a:lnTo>
                    <a:lnTo>
                      <a:pt x="30" y="338"/>
                    </a:lnTo>
                    <a:lnTo>
                      <a:pt x="82" y="348"/>
                    </a:lnTo>
                    <a:lnTo>
                      <a:pt x="94" y="338"/>
                    </a:lnTo>
                    <a:lnTo>
                      <a:pt x="73" y="319"/>
                    </a:lnTo>
                    <a:lnTo>
                      <a:pt x="61" y="303"/>
                    </a:lnTo>
                    <a:lnTo>
                      <a:pt x="61" y="255"/>
                    </a:lnTo>
                    <a:lnTo>
                      <a:pt x="73" y="236"/>
                    </a:lnTo>
                    <a:lnTo>
                      <a:pt x="144" y="123"/>
                    </a:lnTo>
                    <a:lnTo>
                      <a:pt x="196" y="85"/>
                    </a:lnTo>
                    <a:lnTo>
                      <a:pt x="276" y="47"/>
                    </a:lnTo>
                    <a:lnTo>
                      <a:pt x="276" y="9"/>
                    </a:lnTo>
                    <a:lnTo>
                      <a:pt x="257" y="0"/>
                    </a:lnTo>
                    <a:lnTo>
                      <a:pt x="236" y="19"/>
                    </a:lnTo>
                    <a:lnTo>
                      <a:pt x="217" y="38"/>
                    </a:lnTo>
                    <a:lnTo>
                      <a:pt x="186" y="47"/>
                    </a:lnTo>
                    <a:lnTo>
                      <a:pt x="156" y="47"/>
                    </a:lnTo>
                    <a:lnTo>
                      <a:pt x="125" y="66"/>
                    </a:lnTo>
                    <a:lnTo>
                      <a:pt x="94" y="104"/>
                    </a:lnTo>
                    <a:lnTo>
                      <a:pt x="61" y="123"/>
                    </a:lnTo>
                    <a:lnTo>
                      <a:pt x="61" y="142"/>
                    </a:lnTo>
                    <a:lnTo>
                      <a:pt x="52" y="170"/>
                    </a:lnTo>
                    <a:lnTo>
                      <a:pt x="30" y="189"/>
                    </a:lnTo>
                    <a:lnTo>
                      <a:pt x="42" y="208"/>
                    </a:lnTo>
                    <a:lnTo>
                      <a:pt x="30" y="227"/>
                    </a:lnTo>
                    <a:lnTo>
                      <a:pt x="11" y="246"/>
                    </a:lnTo>
                    <a:lnTo>
                      <a:pt x="21" y="265"/>
                    </a:lnTo>
                    <a:lnTo>
                      <a:pt x="0" y="274"/>
                    </a:lnTo>
                    <a:lnTo>
                      <a:pt x="0" y="303"/>
                    </a:lnTo>
                    <a:lnTo>
                      <a:pt x="0" y="303"/>
                    </a:lnTo>
                    <a:lnTo>
                      <a:pt x="0" y="303"/>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10" name="Google Shape;1710;p206"/>
              <p:cNvSpPr/>
              <p:nvPr/>
            </p:nvSpPr>
            <p:spPr>
              <a:xfrm>
                <a:off x="4541" y="1626"/>
                <a:ext cx="30" cy="38"/>
              </a:xfrm>
              <a:custGeom>
                <a:avLst/>
                <a:gdLst/>
                <a:ahLst/>
                <a:cxnLst/>
                <a:rect l="l" t="t" r="r" b="b"/>
                <a:pathLst>
                  <a:path w="30" h="38" extrusionOk="0">
                    <a:moveTo>
                      <a:pt x="0" y="38"/>
                    </a:moveTo>
                    <a:lnTo>
                      <a:pt x="0" y="38"/>
                    </a:lnTo>
                    <a:lnTo>
                      <a:pt x="21" y="28"/>
                    </a:lnTo>
                    <a:lnTo>
                      <a:pt x="30" y="19"/>
                    </a:lnTo>
                    <a:lnTo>
                      <a:pt x="9" y="0"/>
                    </a:lnTo>
                    <a:lnTo>
                      <a:pt x="0" y="19"/>
                    </a:lnTo>
                    <a:lnTo>
                      <a:pt x="0" y="3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11" name="Google Shape;1711;p206"/>
              <p:cNvSpPr/>
              <p:nvPr/>
            </p:nvSpPr>
            <p:spPr>
              <a:xfrm>
                <a:off x="4541" y="1626"/>
                <a:ext cx="30" cy="38"/>
              </a:xfrm>
              <a:custGeom>
                <a:avLst/>
                <a:gdLst/>
                <a:ahLst/>
                <a:cxnLst/>
                <a:rect l="l" t="t" r="r" b="b"/>
                <a:pathLst>
                  <a:path w="30" h="38" extrusionOk="0">
                    <a:moveTo>
                      <a:pt x="0" y="38"/>
                    </a:moveTo>
                    <a:lnTo>
                      <a:pt x="0" y="38"/>
                    </a:lnTo>
                    <a:lnTo>
                      <a:pt x="21" y="28"/>
                    </a:lnTo>
                    <a:lnTo>
                      <a:pt x="30" y="19"/>
                    </a:lnTo>
                    <a:lnTo>
                      <a:pt x="9" y="0"/>
                    </a:lnTo>
                    <a:lnTo>
                      <a:pt x="0" y="19"/>
                    </a:lnTo>
                    <a:lnTo>
                      <a:pt x="0" y="3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12" name="Google Shape;1712;p206"/>
              <p:cNvSpPr/>
              <p:nvPr/>
            </p:nvSpPr>
            <p:spPr>
              <a:xfrm>
                <a:off x="4541" y="1626"/>
                <a:ext cx="30" cy="38"/>
              </a:xfrm>
              <a:custGeom>
                <a:avLst/>
                <a:gdLst/>
                <a:ahLst/>
                <a:cxnLst/>
                <a:rect l="l" t="t" r="r" b="b"/>
                <a:pathLst>
                  <a:path w="30" h="38" extrusionOk="0">
                    <a:moveTo>
                      <a:pt x="0" y="38"/>
                    </a:moveTo>
                    <a:lnTo>
                      <a:pt x="0" y="38"/>
                    </a:lnTo>
                    <a:lnTo>
                      <a:pt x="21" y="28"/>
                    </a:lnTo>
                    <a:lnTo>
                      <a:pt x="30" y="19"/>
                    </a:lnTo>
                    <a:lnTo>
                      <a:pt x="9" y="0"/>
                    </a:lnTo>
                    <a:lnTo>
                      <a:pt x="0" y="19"/>
                    </a:lnTo>
                    <a:lnTo>
                      <a:pt x="0" y="3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13" name="Google Shape;1713;p206"/>
              <p:cNvSpPr/>
              <p:nvPr/>
            </p:nvSpPr>
            <p:spPr>
              <a:xfrm>
                <a:off x="4453" y="1231"/>
                <a:ext cx="116" cy="33"/>
              </a:xfrm>
              <a:custGeom>
                <a:avLst/>
                <a:gdLst/>
                <a:ahLst/>
                <a:cxnLst/>
                <a:rect l="l" t="t" r="r" b="b"/>
                <a:pathLst>
                  <a:path w="116" h="33" extrusionOk="0">
                    <a:moveTo>
                      <a:pt x="95" y="9"/>
                    </a:moveTo>
                    <a:lnTo>
                      <a:pt x="85" y="9"/>
                    </a:lnTo>
                    <a:lnTo>
                      <a:pt x="76" y="9"/>
                    </a:lnTo>
                    <a:lnTo>
                      <a:pt x="76" y="21"/>
                    </a:lnTo>
                    <a:lnTo>
                      <a:pt x="64" y="33"/>
                    </a:lnTo>
                    <a:lnTo>
                      <a:pt x="64" y="21"/>
                    </a:lnTo>
                    <a:lnTo>
                      <a:pt x="54" y="21"/>
                    </a:lnTo>
                    <a:lnTo>
                      <a:pt x="45" y="9"/>
                    </a:lnTo>
                    <a:lnTo>
                      <a:pt x="54" y="9"/>
                    </a:lnTo>
                    <a:lnTo>
                      <a:pt x="64" y="9"/>
                    </a:lnTo>
                    <a:lnTo>
                      <a:pt x="54" y="9"/>
                    </a:lnTo>
                    <a:lnTo>
                      <a:pt x="45" y="9"/>
                    </a:lnTo>
                    <a:lnTo>
                      <a:pt x="54" y="9"/>
                    </a:lnTo>
                    <a:lnTo>
                      <a:pt x="45" y="0"/>
                    </a:lnTo>
                    <a:lnTo>
                      <a:pt x="33" y="9"/>
                    </a:lnTo>
                    <a:lnTo>
                      <a:pt x="21" y="9"/>
                    </a:lnTo>
                    <a:lnTo>
                      <a:pt x="12" y="9"/>
                    </a:lnTo>
                    <a:lnTo>
                      <a:pt x="0" y="9"/>
                    </a:lnTo>
                    <a:lnTo>
                      <a:pt x="12" y="0"/>
                    </a:lnTo>
                    <a:lnTo>
                      <a:pt x="33" y="0"/>
                    </a:lnTo>
                    <a:lnTo>
                      <a:pt x="54" y="0"/>
                    </a:lnTo>
                    <a:lnTo>
                      <a:pt x="64" y="0"/>
                    </a:lnTo>
                    <a:lnTo>
                      <a:pt x="85" y="0"/>
                    </a:lnTo>
                    <a:lnTo>
                      <a:pt x="95" y="0"/>
                    </a:lnTo>
                    <a:lnTo>
                      <a:pt x="106" y="0"/>
                    </a:lnTo>
                    <a:lnTo>
                      <a:pt x="116" y="0"/>
                    </a:lnTo>
                    <a:lnTo>
                      <a:pt x="116" y="9"/>
                    </a:lnTo>
                    <a:lnTo>
                      <a:pt x="106" y="9"/>
                    </a:lnTo>
                    <a:lnTo>
                      <a:pt x="95" y="9"/>
                    </a:lnTo>
                    <a:lnTo>
                      <a:pt x="95" y="9"/>
                    </a:lnTo>
                    <a:lnTo>
                      <a:pt x="95" y="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14" name="Google Shape;1714;p206"/>
              <p:cNvSpPr/>
              <p:nvPr/>
            </p:nvSpPr>
            <p:spPr>
              <a:xfrm>
                <a:off x="4453" y="1231"/>
                <a:ext cx="116" cy="33"/>
              </a:xfrm>
              <a:custGeom>
                <a:avLst/>
                <a:gdLst/>
                <a:ahLst/>
                <a:cxnLst/>
                <a:rect l="l" t="t" r="r" b="b"/>
                <a:pathLst>
                  <a:path w="116" h="33" extrusionOk="0">
                    <a:moveTo>
                      <a:pt x="95" y="9"/>
                    </a:moveTo>
                    <a:lnTo>
                      <a:pt x="85" y="9"/>
                    </a:lnTo>
                    <a:lnTo>
                      <a:pt x="76" y="9"/>
                    </a:lnTo>
                    <a:lnTo>
                      <a:pt x="76" y="21"/>
                    </a:lnTo>
                    <a:lnTo>
                      <a:pt x="64" y="33"/>
                    </a:lnTo>
                    <a:lnTo>
                      <a:pt x="64" y="21"/>
                    </a:lnTo>
                    <a:lnTo>
                      <a:pt x="54" y="21"/>
                    </a:lnTo>
                    <a:lnTo>
                      <a:pt x="45" y="9"/>
                    </a:lnTo>
                    <a:lnTo>
                      <a:pt x="54" y="9"/>
                    </a:lnTo>
                    <a:lnTo>
                      <a:pt x="64" y="9"/>
                    </a:lnTo>
                    <a:lnTo>
                      <a:pt x="54" y="9"/>
                    </a:lnTo>
                    <a:lnTo>
                      <a:pt x="45" y="9"/>
                    </a:lnTo>
                    <a:lnTo>
                      <a:pt x="54" y="9"/>
                    </a:lnTo>
                    <a:lnTo>
                      <a:pt x="45" y="0"/>
                    </a:lnTo>
                    <a:lnTo>
                      <a:pt x="33" y="9"/>
                    </a:lnTo>
                    <a:lnTo>
                      <a:pt x="21" y="9"/>
                    </a:lnTo>
                    <a:lnTo>
                      <a:pt x="12" y="9"/>
                    </a:lnTo>
                    <a:lnTo>
                      <a:pt x="0" y="9"/>
                    </a:lnTo>
                    <a:lnTo>
                      <a:pt x="12" y="0"/>
                    </a:lnTo>
                    <a:lnTo>
                      <a:pt x="33" y="0"/>
                    </a:lnTo>
                    <a:lnTo>
                      <a:pt x="54" y="0"/>
                    </a:lnTo>
                    <a:lnTo>
                      <a:pt x="64" y="0"/>
                    </a:lnTo>
                    <a:lnTo>
                      <a:pt x="85" y="0"/>
                    </a:lnTo>
                    <a:lnTo>
                      <a:pt x="95" y="0"/>
                    </a:lnTo>
                    <a:lnTo>
                      <a:pt x="106" y="0"/>
                    </a:lnTo>
                    <a:lnTo>
                      <a:pt x="116" y="0"/>
                    </a:lnTo>
                    <a:lnTo>
                      <a:pt x="116" y="9"/>
                    </a:lnTo>
                    <a:lnTo>
                      <a:pt x="106" y="9"/>
                    </a:lnTo>
                    <a:lnTo>
                      <a:pt x="95" y="9"/>
                    </a:lnTo>
                    <a:lnTo>
                      <a:pt x="95" y="9"/>
                    </a:lnTo>
                    <a:lnTo>
                      <a:pt x="95" y="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15" name="Google Shape;1715;p206"/>
              <p:cNvSpPr/>
              <p:nvPr/>
            </p:nvSpPr>
            <p:spPr>
              <a:xfrm>
                <a:off x="4623" y="1186"/>
                <a:ext cx="67" cy="56"/>
              </a:xfrm>
              <a:custGeom>
                <a:avLst/>
                <a:gdLst/>
                <a:ahLst/>
                <a:cxnLst/>
                <a:rect l="l" t="t" r="r" b="b"/>
                <a:pathLst>
                  <a:path w="67" h="56" extrusionOk="0">
                    <a:moveTo>
                      <a:pt x="55" y="45"/>
                    </a:moveTo>
                    <a:lnTo>
                      <a:pt x="43" y="45"/>
                    </a:lnTo>
                    <a:lnTo>
                      <a:pt x="33" y="56"/>
                    </a:lnTo>
                    <a:lnTo>
                      <a:pt x="22" y="56"/>
                    </a:lnTo>
                    <a:lnTo>
                      <a:pt x="0" y="45"/>
                    </a:lnTo>
                    <a:lnTo>
                      <a:pt x="0" y="35"/>
                    </a:lnTo>
                    <a:lnTo>
                      <a:pt x="12" y="35"/>
                    </a:lnTo>
                    <a:lnTo>
                      <a:pt x="33" y="35"/>
                    </a:lnTo>
                    <a:lnTo>
                      <a:pt x="33" y="23"/>
                    </a:lnTo>
                    <a:lnTo>
                      <a:pt x="22" y="35"/>
                    </a:lnTo>
                    <a:lnTo>
                      <a:pt x="22" y="23"/>
                    </a:lnTo>
                    <a:lnTo>
                      <a:pt x="33" y="23"/>
                    </a:lnTo>
                    <a:lnTo>
                      <a:pt x="43" y="23"/>
                    </a:lnTo>
                    <a:lnTo>
                      <a:pt x="55" y="14"/>
                    </a:lnTo>
                    <a:lnTo>
                      <a:pt x="67" y="14"/>
                    </a:lnTo>
                    <a:lnTo>
                      <a:pt x="67" y="0"/>
                    </a:lnTo>
                    <a:lnTo>
                      <a:pt x="67" y="14"/>
                    </a:lnTo>
                    <a:lnTo>
                      <a:pt x="67" y="23"/>
                    </a:lnTo>
                    <a:lnTo>
                      <a:pt x="55" y="23"/>
                    </a:lnTo>
                    <a:lnTo>
                      <a:pt x="43" y="23"/>
                    </a:lnTo>
                    <a:lnTo>
                      <a:pt x="33" y="35"/>
                    </a:lnTo>
                    <a:lnTo>
                      <a:pt x="43" y="35"/>
                    </a:lnTo>
                    <a:lnTo>
                      <a:pt x="67" y="35"/>
                    </a:lnTo>
                    <a:lnTo>
                      <a:pt x="67" y="45"/>
                    </a:lnTo>
                    <a:lnTo>
                      <a:pt x="55" y="45"/>
                    </a:lnTo>
                    <a:lnTo>
                      <a:pt x="55" y="45"/>
                    </a:lnTo>
                    <a:lnTo>
                      <a:pt x="55" y="4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16" name="Google Shape;1716;p206"/>
              <p:cNvSpPr/>
              <p:nvPr/>
            </p:nvSpPr>
            <p:spPr>
              <a:xfrm>
                <a:off x="4623" y="1186"/>
                <a:ext cx="67" cy="56"/>
              </a:xfrm>
              <a:custGeom>
                <a:avLst/>
                <a:gdLst/>
                <a:ahLst/>
                <a:cxnLst/>
                <a:rect l="l" t="t" r="r" b="b"/>
                <a:pathLst>
                  <a:path w="67" h="56" extrusionOk="0">
                    <a:moveTo>
                      <a:pt x="55" y="45"/>
                    </a:moveTo>
                    <a:lnTo>
                      <a:pt x="43" y="45"/>
                    </a:lnTo>
                    <a:lnTo>
                      <a:pt x="33" y="56"/>
                    </a:lnTo>
                    <a:lnTo>
                      <a:pt x="22" y="56"/>
                    </a:lnTo>
                    <a:lnTo>
                      <a:pt x="0" y="45"/>
                    </a:lnTo>
                    <a:lnTo>
                      <a:pt x="0" y="35"/>
                    </a:lnTo>
                    <a:lnTo>
                      <a:pt x="12" y="35"/>
                    </a:lnTo>
                    <a:lnTo>
                      <a:pt x="33" y="35"/>
                    </a:lnTo>
                    <a:lnTo>
                      <a:pt x="33" y="23"/>
                    </a:lnTo>
                    <a:lnTo>
                      <a:pt x="22" y="35"/>
                    </a:lnTo>
                    <a:lnTo>
                      <a:pt x="22" y="23"/>
                    </a:lnTo>
                    <a:lnTo>
                      <a:pt x="33" y="23"/>
                    </a:lnTo>
                    <a:lnTo>
                      <a:pt x="43" y="23"/>
                    </a:lnTo>
                    <a:lnTo>
                      <a:pt x="55" y="14"/>
                    </a:lnTo>
                    <a:lnTo>
                      <a:pt x="67" y="14"/>
                    </a:lnTo>
                    <a:lnTo>
                      <a:pt x="67" y="0"/>
                    </a:lnTo>
                    <a:lnTo>
                      <a:pt x="67" y="14"/>
                    </a:lnTo>
                    <a:lnTo>
                      <a:pt x="67" y="23"/>
                    </a:lnTo>
                    <a:lnTo>
                      <a:pt x="55" y="23"/>
                    </a:lnTo>
                    <a:lnTo>
                      <a:pt x="43" y="23"/>
                    </a:lnTo>
                    <a:lnTo>
                      <a:pt x="33" y="35"/>
                    </a:lnTo>
                    <a:lnTo>
                      <a:pt x="43" y="35"/>
                    </a:lnTo>
                    <a:lnTo>
                      <a:pt x="67" y="35"/>
                    </a:lnTo>
                    <a:lnTo>
                      <a:pt x="67" y="45"/>
                    </a:lnTo>
                    <a:lnTo>
                      <a:pt x="55" y="45"/>
                    </a:lnTo>
                    <a:lnTo>
                      <a:pt x="55" y="45"/>
                    </a:lnTo>
                    <a:lnTo>
                      <a:pt x="55" y="45"/>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17" name="Google Shape;1717;p206"/>
              <p:cNvSpPr/>
              <p:nvPr/>
            </p:nvSpPr>
            <p:spPr>
              <a:xfrm>
                <a:off x="3928" y="1264"/>
                <a:ext cx="208" cy="120"/>
              </a:xfrm>
              <a:custGeom>
                <a:avLst/>
                <a:gdLst/>
                <a:ahLst/>
                <a:cxnLst/>
                <a:rect l="l" t="t" r="r" b="b"/>
                <a:pathLst>
                  <a:path w="208" h="120" extrusionOk="0">
                    <a:moveTo>
                      <a:pt x="168" y="99"/>
                    </a:moveTo>
                    <a:lnTo>
                      <a:pt x="168" y="87"/>
                    </a:lnTo>
                    <a:lnTo>
                      <a:pt x="156" y="87"/>
                    </a:lnTo>
                    <a:lnTo>
                      <a:pt x="147" y="87"/>
                    </a:lnTo>
                    <a:lnTo>
                      <a:pt x="156" y="87"/>
                    </a:lnTo>
                    <a:lnTo>
                      <a:pt x="156" y="76"/>
                    </a:lnTo>
                    <a:lnTo>
                      <a:pt x="147" y="64"/>
                    </a:lnTo>
                    <a:lnTo>
                      <a:pt x="147" y="54"/>
                    </a:lnTo>
                    <a:lnTo>
                      <a:pt x="156" y="54"/>
                    </a:lnTo>
                    <a:lnTo>
                      <a:pt x="147" y="54"/>
                    </a:lnTo>
                    <a:lnTo>
                      <a:pt x="135" y="54"/>
                    </a:lnTo>
                    <a:lnTo>
                      <a:pt x="125" y="54"/>
                    </a:lnTo>
                    <a:lnTo>
                      <a:pt x="125" y="76"/>
                    </a:lnTo>
                    <a:lnTo>
                      <a:pt x="113" y="87"/>
                    </a:lnTo>
                    <a:lnTo>
                      <a:pt x="104" y="87"/>
                    </a:lnTo>
                    <a:lnTo>
                      <a:pt x="104" y="109"/>
                    </a:lnTo>
                    <a:lnTo>
                      <a:pt x="104" y="120"/>
                    </a:lnTo>
                    <a:lnTo>
                      <a:pt x="92" y="120"/>
                    </a:lnTo>
                    <a:lnTo>
                      <a:pt x="73" y="120"/>
                    </a:lnTo>
                    <a:lnTo>
                      <a:pt x="61" y="109"/>
                    </a:lnTo>
                    <a:lnTo>
                      <a:pt x="40" y="87"/>
                    </a:lnTo>
                    <a:lnTo>
                      <a:pt x="61" y="87"/>
                    </a:lnTo>
                    <a:lnTo>
                      <a:pt x="73" y="87"/>
                    </a:lnTo>
                    <a:lnTo>
                      <a:pt x="83" y="87"/>
                    </a:lnTo>
                    <a:lnTo>
                      <a:pt x="73" y="87"/>
                    </a:lnTo>
                    <a:lnTo>
                      <a:pt x="61" y="87"/>
                    </a:lnTo>
                    <a:lnTo>
                      <a:pt x="52" y="87"/>
                    </a:lnTo>
                    <a:lnTo>
                      <a:pt x="40" y="87"/>
                    </a:lnTo>
                    <a:lnTo>
                      <a:pt x="40" y="76"/>
                    </a:lnTo>
                    <a:lnTo>
                      <a:pt x="52" y="64"/>
                    </a:lnTo>
                    <a:lnTo>
                      <a:pt x="61" y="64"/>
                    </a:lnTo>
                    <a:lnTo>
                      <a:pt x="73" y="64"/>
                    </a:lnTo>
                    <a:lnTo>
                      <a:pt x="73" y="54"/>
                    </a:lnTo>
                    <a:lnTo>
                      <a:pt x="83" y="54"/>
                    </a:lnTo>
                    <a:lnTo>
                      <a:pt x="73" y="54"/>
                    </a:lnTo>
                    <a:lnTo>
                      <a:pt x="61" y="54"/>
                    </a:lnTo>
                    <a:lnTo>
                      <a:pt x="52" y="54"/>
                    </a:lnTo>
                    <a:lnTo>
                      <a:pt x="40" y="64"/>
                    </a:lnTo>
                    <a:lnTo>
                      <a:pt x="31" y="64"/>
                    </a:lnTo>
                    <a:lnTo>
                      <a:pt x="31" y="54"/>
                    </a:lnTo>
                    <a:lnTo>
                      <a:pt x="19" y="54"/>
                    </a:lnTo>
                    <a:lnTo>
                      <a:pt x="31" y="54"/>
                    </a:lnTo>
                    <a:lnTo>
                      <a:pt x="19" y="54"/>
                    </a:lnTo>
                    <a:lnTo>
                      <a:pt x="9" y="42"/>
                    </a:lnTo>
                    <a:lnTo>
                      <a:pt x="9" y="33"/>
                    </a:lnTo>
                    <a:lnTo>
                      <a:pt x="0" y="33"/>
                    </a:lnTo>
                    <a:lnTo>
                      <a:pt x="0" y="21"/>
                    </a:lnTo>
                    <a:lnTo>
                      <a:pt x="0" y="12"/>
                    </a:lnTo>
                    <a:lnTo>
                      <a:pt x="9" y="12"/>
                    </a:lnTo>
                    <a:lnTo>
                      <a:pt x="19" y="12"/>
                    </a:lnTo>
                    <a:lnTo>
                      <a:pt x="31" y="12"/>
                    </a:lnTo>
                    <a:lnTo>
                      <a:pt x="40" y="12"/>
                    </a:lnTo>
                    <a:lnTo>
                      <a:pt x="31" y="12"/>
                    </a:lnTo>
                    <a:lnTo>
                      <a:pt x="40" y="12"/>
                    </a:lnTo>
                    <a:lnTo>
                      <a:pt x="52" y="21"/>
                    </a:lnTo>
                    <a:lnTo>
                      <a:pt x="40" y="21"/>
                    </a:lnTo>
                    <a:lnTo>
                      <a:pt x="40" y="12"/>
                    </a:lnTo>
                    <a:lnTo>
                      <a:pt x="52" y="12"/>
                    </a:lnTo>
                    <a:lnTo>
                      <a:pt x="73" y="12"/>
                    </a:lnTo>
                    <a:lnTo>
                      <a:pt x="73" y="21"/>
                    </a:lnTo>
                    <a:lnTo>
                      <a:pt x="83" y="33"/>
                    </a:lnTo>
                    <a:lnTo>
                      <a:pt x="73" y="21"/>
                    </a:lnTo>
                    <a:lnTo>
                      <a:pt x="73" y="12"/>
                    </a:lnTo>
                    <a:lnTo>
                      <a:pt x="73" y="0"/>
                    </a:lnTo>
                    <a:lnTo>
                      <a:pt x="83" y="0"/>
                    </a:lnTo>
                    <a:lnTo>
                      <a:pt x="92" y="0"/>
                    </a:lnTo>
                    <a:lnTo>
                      <a:pt x="104" y="0"/>
                    </a:lnTo>
                    <a:lnTo>
                      <a:pt x="104" y="12"/>
                    </a:lnTo>
                    <a:lnTo>
                      <a:pt x="113" y="12"/>
                    </a:lnTo>
                    <a:lnTo>
                      <a:pt x="125" y="12"/>
                    </a:lnTo>
                    <a:lnTo>
                      <a:pt x="125" y="21"/>
                    </a:lnTo>
                    <a:lnTo>
                      <a:pt x="125" y="33"/>
                    </a:lnTo>
                    <a:lnTo>
                      <a:pt x="156" y="42"/>
                    </a:lnTo>
                    <a:lnTo>
                      <a:pt x="168" y="54"/>
                    </a:lnTo>
                    <a:lnTo>
                      <a:pt x="177" y="54"/>
                    </a:lnTo>
                    <a:lnTo>
                      <a:pt x="189" y="54"/>
                    </a:lnTo>
                    <a:lnTo>
                      <a:pt x="199" y="76"/>
                    </a:lnTo>
                    <a:lnTo>
                      <a:pt x="208" y="87"/>
                    </a:lnTo>
                    <a:lnTo>
                      <a:pt x="199" y="87"/>
                    </a:lnTo>
                    <a:lnTo>
                      <a:pt x="189" y="99"/>
                    </a:lnTo>
                    <a:lnTo>
                      <a:pt x="168" y="99"/>
                    </a:lnTo>
                    <a:lnTo>
                      <a:pt x="168" y="99"/>
                    </a:lnTo>
                    <a:lnTo>
                      <a:pt x="168" y="9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18" name="Google Shape;1718;p206"/>
              <p:cNvSpPr/>
              <p:nvPr/>
            </p:nvSpPr>
            <p:spPr>
              <a:xfrm>
                <a:off x="3928" y="1264"/>
                <a:ext cx="208" cy="120"/>
              </a:xfrm>
              <a:custGeom>
                <a:avLst/>
                <a:gdLst/>
                <a:ahLst/>
                <a:cxnLst/>
                <a:rect l="l" t="t" r="r" b="b"/>
                <a:pathLst>
                  <a:path w="208" h="120" extrusionOk="0">
                    <a:moveTo>
                      <a:pt x="168" y="99"/>
                    </a:moveTo>
                    <a:lnTo>
                      <a:pt x="168" y="87"/>
                    </a:lnTo>
                    <a:lnTo>
                      <a:pt x="156" y="87"/>
                    </a:lnTo>
                    <a:lnTo>
                      <a:pt x="147" y="87"/>
                    </a:lnTo>
                    <a:lnTo>
                      <a:pt x="156" y="87"/>
                    </a:lnTo>
                    <a:lnTo>
                      <a:pt x="156" y="76"/>
                    </a:lnTo>
                    <a:lnTo>
                      <a:pt x="147" y="64"/>
                    </a:lnTo>
                    <a:lnTo>
                      <a:pt x="147" y="54"/>
                    </a:lnTo>
                    <a:lnTo>
                      <a:pt x="156" y="54"/>
                    </a:lnTo>
                    <a:lnTo>
                      <a:pt x="147" y="54"/>
                    </a:lnTo>
                    <a:lnTo>
                      <a:pt x="135" y="54"/>
                    </a:lnTo>
                    <a:lnTo>
                      <a:pt x="125" y="54"/>
                    </a:lnTo>
                    <a:lnTo>
                      <a:pt x="125" y="76"/>
                    </a:lnTo>
                    <a:lnTo>
                      <a:pt x="113" y="87"/>
                    </a:lnTo>
                    <a:lnTo>
                      <a:pt x="104" y="87"/>
                    </a:lnTo>
                    <a:lnTo>
                      <a:pt x="104" y="109"/>
                    </a:lnTo>
                    <a:lnTo>
                      <a:pt x="104" y="120"/>
                    </a:lnTo>
                    <a:lnTo>
                      <a:pt x="92" y="120"/>
                    </a:lnTo>
                    <a:lnTo>
                      <a:pt x="73" y="120"/>
                    </a:lnTo>
                    <a:lnTo>
                      <a:pt x="61" y="109"/>
                    </a:lnTo>
                    <a:lnTo>
                      <a:pt x="40" y="87"/>
                    </a:lnTo>
                    <a:lnTo>
                      <a:pt x="61" y="87"/>
                    </a:lnTo>
                    <a:lnTo>
                      <a:pt x="73" y="87"/>
                    </a:lnTo>
                    <a:lnTo>
                      <a:pt x="83" y="87"/>
                    </a:lnTo>
                    <a:lnTo>
                      <a:pt x="73" y="87"/>
                    </a:lnTo>
                    <a:lnTo>
                      <a:pt x="61" y="87"/>
                    </a:lnTo>
                    <a:lnTo>
                      <a:pt x="52" y="87"/>
                    </a:lnTo>
                    <a:lnTo>
                      <a:pt x="40" y="87"/>
                    </a:lnTo>
                    <a:lnTo>
                      <a:pt x="40" y="76"/>
                    </a:lnTo>
                    <a:lnTo>
                      <a:pt x="52" y="64"/>
                    </a:lnTo>
                    <a:lnTo>
                      <a:pt x="61" y="64"/>
                    </a:lnTo>
                    <a:lnTo>
                      <a:pt x="73" y="64"/>
                    </a:lnTo>
                    <a:lnTo>
                      <a:pt x="73" y="54"/>
                    </a:lnTo>
                    <a:lnTo>
                      <a:pt x="83" y="54"/>
                    </a:lnTo>
                    <a:lnTo>
                      <a:pt x="73" y="54"/>
                    </a:lnTo>
                    <a:lnTo>
                      <a:pt x="61" y="54"/>
                    </a:lnTo>
                    <a:lnTo>
                      <a:pt x="52" y="54"/>
                    </a:lnTo>
                    <a:lnTo>
                      <a:pt x="40" y="64"/>
                    </a:lnTo>
                    <a:lnTo>
                      <a:pt x="31" y="64"/>
                    </a:lnTo>
                    <a:lnTo>
                      <a:pt x="31" y="54"/>
                    </a:lnTo>
                    <a:lnTo>
                      <a:pt x="19" y="54"/>
                    </a:lnTo>
                    <a:lnTo>
                      <a:pt x="31" y="54"/>
                    </a:lnTo>
                    <a:lnTo>
                      <a:pt x="19" y="54"/>
                    </a:lnTo>
                    <a:lnTo>
                      <a:pt x="9" y="42"/>
                    </a:lnTo>
                    <a:lnTo>
                      <a:pt x="9" y="33"/>
                    </a:lnTo>
                    <a:lnTo>
                      <a:pt x="0" y="33"/>
                    </a:lnTo>
                    <a:lnTo>
                      <a:pt x="0" y="21"/>
                    </a:lnTo>
                    <a:lnTo>
                      <a:pt x="0" y="12"/>
                    </a:lnTo>
                    <a:lnTo>
                      <a:pt x="9" y="12"/>
                    </a:lnTo>
                    <a:lnTo>
                      <a:pt x="19" y="12"/>
                    </a:lnTo>
                    <a:lnTo>
                      <a:pt x="31" y="12"/>
                    </a:lnTo>
                    <a:lnTo>
                      <a:pt x="40" y="12"/>
                    </a:lnTo>
                    <a:lnTo>
                      <a:pt x="31" y="12"/>
                    </a:lnTo>
                    <a:lnTo>
                      <a:pt x="40" y="12"/>
                    </a:lnTo>
                    <a:lnTo>
                      <a:pt x="52" y="21"/>
                    </a:lnTo>
                    <a:lnTo>
                      <a:pt x="40" y="21"/>
                    </a:lnTo>
                    <a:lnTo>
                      <a:pt x="40" y="12"/>
                    </a:lnTo>
                    <a:lnTo>
                      <a:pt x="52" y="12"/>
                    </a:lnTo>
                    <a:lnTo>
                      <a:pt x="73" y="12"/>
                    </a:lnTo>
                    <a:lnTo>
                      <a:pt x="73" y="21"/>
                    </a:lnTo>
                    <a:lnTo>
                      <a:pt x="83" y="33"/>
                    </a:lnTo>
                    <a:lnTo>
                      <a:pt x="73" y="21"/>
                    </a:lnTo>
                    <a:lnTo>
                      <a:pt x="73" y="12"/>
                    </a:lnTo>
                    <a:lnTo>
                      <a:pt x="73" y="0"/>
                    </a:lnTo>
                    <a:lnTo>
                      <a:pt x="83" y="0"/>
                    </a:lnTo>
                    <a:lnTo>
                      <a:pt x="92" y="0"/>
                    </a:lnTo>
                    <a:lnTo>
                      <a:pt x="104" y="0"/>
                    </a:lnTo>
                    <a:lnTo>
                      <a:pt x="104" y="12"/>
                    </a:lnTo>
                    <a:lnTo>
                      <a:pt x="113" y="12"/>
                    </a:lnTo>
                    <a:lnTo>
                      <a:pt x="125" y="12"/>
                    </a:lnTo>
                    <a:lnTo>
                      <a:pt x="125" y="21"/>
                    </a:lnTo>
                    <a:lnTo>
                      <a:pt x="125" y="33"/>
                    </a:lnTo>
                    <a:lnTo>
                      <a:pt x="156" y="42"/>
                    </a:lnTo>
                    <a:lnTo>
                      <a:pt x="168" y="54"/>
                    </a:lnTo>
                    <a:lnTo>
                      <a:pt x="177" y="54"/>
                    </a:lnTo>
                    <a:lnTo>
                      <a:pt x="189" y="54"/>
                    </a:lnTo>
                    <a:lnTo>
                      <a:pt x="199" y="76"/>
                    </a:lnTo>
                    <a:lnTo>
                      <a:pt x="208" y="87"/>
                    </a:lnTo>
                    <a:lnTo>
                      <a:pt x="199" y="87"/>
                    </a:lnTo>
                    <a:lnTo>
                      <a:pt x="189" y="99"/>
                    </a:lnTo>
                    <a:lnTo>
                      <a:pt x="168" y="99"/>
                    </a:lnTo>
                    <a:lnTo>
                      <a:pt x="168" y="99"/>
                    </a:lnTo>
                    <a:lnTo>
                      <a:pt x="168" y="9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19" name="Google Shape;1719;p206"/>
              <p:cNvSpPr/>
              <p:nvPr/>
            </p:nvSpPr>
            <p:spPr>
              <a:xfrm>
                <a:off x="4032" y="1242"/>
                <a:ext cx="149" cy="55"/>
              </a:xfrm>
              <a:custGeom>
                <a:avLst/>
                <a:gdLst/>
                <a:ahLst/>
                <a:cxnLst/>
                <a:rect l="l" t="t" r="r" b="b"/>
                <a:pathLst>
                  <a:path w="149" h="55" extrusionOk="0">
                    <a:moveTo>
                      <a:pt x="149" y="22"/>
                    </a:moveTo>
                    <a:lnTo>
                      <a:pt x="128" y="31"/>
                    </a:lnTo>
                    <a:lnTo>
                      <a:pt x="106" y="43"/>
                    </a:lnTo>
                    <a:lnTo>
                      <a:pt x="85" y="55"/>
                    </a:lnTo>
                    <a:lnTo>
                      <a:pt x="76" y="55"/>
                    </a:lnTo>
                    <a:lnTo>
                      <a:pt x="76" y="43"/>
                    </a:lnTo>
                    <a:lnTo>
                      <a:pt x="64" y="43"/>
                    </a:lnTo>
                    <a:lnTo>
                      <a:pt x="43" y="43"/>
                    </a:lnTo>
                    <a:lnTo>
                      <a:pt x="31" y="43"/>
                    </a:lnTo>
                    <a:lnTo>
                      <a:pt x="21" y="31"/>
                    </a:lnTo>
                    <a:lnTo>
                      <a:pt x="31" y="31"/>
                    </a:lnTo>
                    <a:lnTo>
                      <a:pt x="43" y="31"/>
                    </a:lnTo>
                    <a:lnTo>
                      <a:pt x="54" y="31"/>
                    </a:lnTo>
                    <a:lnTo>
                      <a:pt x="43" y="31"/>
                    </a:lnTo>
                    <a:lnTo>
                      <a:pt x="31" y="31"/>
                    </a:lnTo>
                    <a:lnTo>
                      <a:pt x="21" y="31"/>
                    </a:lnTo>
                    <a:lnTo>
                      <a:pt x="9" y="22"/>
                    </a:lnTo>
                    <a:lnTo>
                      <a:pt x="0" y="10"/>
                    </a:lnTo>
                    <a:lnTo>
                      <a:pt x="0" y="0"/>
                    </a:lnTo>
                    <a:lnTo>
                      <a:pt x="9" y="0"/>
                    </a:lnTo>
                    <a:lnTo>
                      <a:pt x="21" y="10"/>
                    </a:lnTo>
                    <a:lnTo>
                      <a:pt x="21" y="0"/>
                    </a:lnTo>
                    <a:lnTo>
                      <a:pt x="31" y="0"/>
                    </a:lnTo>
                    <a:lnTo>
                      <a:pt x="43" y="0"/>
                    </a:lnTo>
                    <a:lnTo>
                      <a:pt x="64" y="10"/>
                    </a:lnTo>
                    <a:lnTo>
                      <a:pt x="76" y="0"/>
                    </a:lnTo>
                    <a:lnTo>
                      <a:pt x="85" y="0"/>
                    </a:lnTo>
                    <a:lnTo>
                      <a:pt x="85" y="10"/>
                    </a:lnTo>
                    <a:lnTo>
                      <a:pt x="97" y="10"/>
                    </a:lnTo>
                    <a:lnTo>
                      <a:pt x="97" y="0"/>
                    </a:lnTo>
                    <a:lnTo>
                      <a:pt x="106" y="0"/>
                    </a:lnTo>
                    <a:lnTo>
                      <a:pt x="116" y="0"/>
                    </a:lnTo>
                    <a:lnTo>
                      <a:pt x="128" y="0"/>
                    </a:lnTo>
                    <a:lnTo>
                      <a:pt x="128" y="10"/>
                    </a:lnTo>
                    <a:lnTo>
                      <a:pt x="140" y="10"/>
                    </a:lnTo>
                    <a:lnTo>
                      <a:pt x="149" y="22"/>
                    </a:lnTo>
                    <a:lnTo>
                      <a:pt x="149" y="22"/>
                    </a:lnTo>
                    <a:lnTo>
                      <a:pt x="149" y="2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20" name="Google Shape;1720;p206"/>
              <p:cNvSpPr/>
              <p:nvPr/>
            </p:nvSpPr>
            <p:spPr>
              <a:xfrm>
                <a:off x="4032" y="1242"/>
                <a:ext cx="149" cy="55"/>
              </a:xfrm>
              <a:custGeom>
                <a:avLst/>
                <a:gdLst/>
                <a:ahLst/>
                <a:cxnLst/>
                <a:rect l="l" t="t" r="r" b="b"/>
                <a:pathLst>
                  <a:path w="149" h="55" extrusionOk="0">
                    <a:moveTo>
                      <a:pt x="149" y="22"/>
                    </a:moveTo>
                    <a:lnTo>
                      <a:pt x="128" y="31"/>
                    </a:lnTo>
                    <a:lnTo>
                      <a:pt x="106" y="43"/>
                    </a:lnTo>
                    <a:lnTo>
                      <a:pt x="85" y="55"/>
                    </a:lnTo>
                    <a:lnTo>
                      <a:pt x="76" y="55"/>
                    </a:lnTo>
                    <a:lnTo>
                      <a:pt x="76" y="43"/>
                    </a:lnTo>
                    <a:lnTo>
                      <a:pt x="64" y="43"/>
                    </a:lnTo>
                    <a:lnTo>
                      <a:pt x="43" y="43"/>
                    </a:lnTo>
                    <a:lnTo>
                      <a:pt x="31" y="43"/>
                    </a:lnTo>
                    <a:lnTo>
                      <a:pt x="21" y="31"/>
                    </a:lnTo>
                    <a:lnTo>
                      <a:pt x="31" y="31"/>
                    </a:lnTo>
                    <a:lnTo>
                      <a:pt x="43" y="31"/>
                    </a:lnTo>
                    <a:lnTo>
                      <a:pt x="54" y="31"/>
                    </a:lnTo>
                    <a:lnTo>
                      <a:pt x="43" y="31"/>
                    </a:lnTo>
                    <a:lnTo>
                      <a:pt x="31" y="31"/>
                    </a:lnTo>
                    <a:lnTo>
                      <a:pt x="21" y="31"/>
                    </a:lnTo>
                    <a:lnTo>
                      <a:pt x="9" y="22"/>
                    </a:lnTo>
                    <a:lnTo>
                      <a:pt x="0" y="10"/>
                    </a:lnTo>
                    <a:lnTo>
                      <a:pt x="0" y="0"/>
                    </a:lnTo>
                    <a:lnTo>
                      <a:pt x="9" y="0"/>
                    </a:lnTo>
                    <a:lnTo>
                      <a:pt x="21" y="10"/>
                    </a:lnTo>
                    <a:lnTo>
                      <a:pt x="21" y="0"/>
                    </a:lnTo>
                    <a:lnTo>
                      <a:pt x="31" y="0"/>
                    </a:lnTo>
                    <a:lnTo>
                      <a:pt x="43" y="0"/>
                    </a:lnTo>
                    <a:lnTo>
                      <a:pt x="64" y="10"/>
                    </a:lnTo>
                    <a:lnTo>
                      <a:pt x="76" y="0"/>
                    </a:lnTo>
                    <a:lnTo>
                      <a:pt x="85" y="0"/>
                    </a:lnTo>
                    <a:lnTo>
                      <a:pt x="85" y="10"/>
                    </a:lnTo>
                    <a:lnTo>
                      <a:pt x="97" y="10"/>
                    </a:lnTo>
                    <a:lnTo>
                      <a:pt x="97" y="0"/>
                    </a:lnTo>
                    <a:lnTo>
                      <a:pt x="106" y="0"/>
                    </a:lnTo>
                    <a:lnTo>
                      <a:pt x="116" y="0"/>
                    </a:lnTo>
                    <a:lnTo>
                      <a:pt x="128" y="0"/>
                    </a:lnTo>
                    <a:lnTo>
                      <a:pt x="128" y="10"/>
                    </a:lnTo>
                    <a:lnTo>
                      <a:pt x="140" y="10"/>
                    </a:lnTo>
                    <a:lnTo>
                      <a:pt x="149" y="22"/>
                    </a:lnTo>
                    <a:lnTo>
                      <a:pt x="149" y="22"/>
                    </a:lnTo>
                    <a:lnTo>
                      <a:pt x="149" y="2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21" name="Google Shape;1721;p206"/>
              <p:cNvSpPr/>
              <p:nvPr/>
            </p:nvSpPr>
            <p:spPr>
              <a:xfrm>
                <a:off x="3914" y="1306"/>
                <a:ext cx="21" cy="22"/>
              </a:xfrm>
              <a:custGeom>
                <a:avLst/>
                <a:gdLst/>
                <a:ahLst/>
                <a:cxnLst/>
                <a:rect l="l" t="t" r="r" b="b"/>
                <a:pathLst>
                  <a:path w="21" h="22" extrusionOk="0">
                    <a:moveTo>
                      <a:pt x="12" y="0"/>
                    </a:moveTo>
                    <a:lnTo>
                      <a:pt x="12" y="12"/>
                    </a:lnTo>
                    <a:lnTo>
                      <a:pt x="21" y="22"/>
                    </a:lnTo>
                    <a:lnTo>
                      <a:pt x="12" y="12"/>
                    </a:lnTo>
                    <a:lnTo>
                      <a:pt x="0" y="12"/>
                    </a:lnTo>
                    <a:lnTo>
                      <a:pt x="12" y="0"/>
                    </a:lnTo>
                    <a:lnTo>
                      <a:pt x="12" y="0"/>
                    </a:lnTo>
                    <a:lnTo>
                      <a:pt x="12"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22" name="Google Shape;1722;p206"/>
              <p:cNvSpPr/>
              <p:nvPr/>
            </p:nvSpPr>
            <p:spPr>
              <a:xfrm>
                <a:off x="3914" y="1306"/>
                <a:ext cx="21" cy="22"/>
              </a:xfrm>
              <a:custGeom>
                <a:avLst/>
                <a:gdLst/>
                <a:ahLst/>
                <a:cxnLst/>
                <a:rect l="l" t="t" r="r" b="b"/>
                <a:pathLst>
                  <a:path w="21" h="22" extrusionOk="0">
                    <a:moveTo>
                      <a:pt x="12" y="0"/>
                    </a:moveTo>
                    <a:lnTo>
                      <a:pt x="12" y="12"/>
                    </a:lnTo>
                    <a:lnTo>
                      <a:pt x="21" y="22"/>
                    </a:lnTo>
                    <a:lnTo>
                      <a:pt x="12" y="12"/>
                    </a:lnTo>
                    <a:lnTo>
                      <a:pt x="0" y="12"/>
                    </a:lnTo>
                    <a:lnTo>
                      <a:pt x="12" y="0"/>
                    </a:lnTo>
                    <a:lnTo>
                      <a:pt x="12" y="0"/>
                    </a:lnTo>
                    <a:lnTo>
                      <a:pt x="12"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23" name="Google Shape;1723;p206"/>
              <p:cNvSpPr/>
              <p:nvPr/>
            </p:nvSpPr>
            <p:spPr>
              <a:xfrm>
                <a:off x="4072" y="2097"/>
                <a:ext cx="52" cy="29"/>
              </a:xfrm>
              <a:custGeom>
                <a:avLst/>
                <a:gdLst/>
                <a:ahLst/>
                <a:cxnLst/>
                <a:rect l="l" t="t" r="r" b="b"/>
                <a:pathLst>
                  <a:path w="52" h="29" extrusionOk="0">
                    <a:moveTo>
                      <a:pt x="52" y="0"/>
                    </a:moveTo>
                    <a:lnTo>
                      <a:pt x="52" y="0"/>
                    </a:lnTo>
                    <a:lnTo>
                      <a:pt x="52" y="29"/>
                    </a:lnTo>
                    <a:lnTo>
                      <a:pt x="31" y="29"/>
                    </a:lnTo>
                    <a:lnTo>
                      <a:pt x="0" y="21"/>
                    </a:lnTo>
                    <a:lnTo>
                      <a:pt x="19" y="12"/>
                    </a:lnTo>
                    <a:lnTo>
                      <a:pt x="31" y="0"/>
                    </a:lnTo>
                    <a:lnTo>
                      <a:pt x="52"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24" name="Google Shape;1724;p206"/>
              <p:cNvSpPr/>
              <p:nvPr/>
            </p:nvSpPr>
            <p:spPr>
              <a:xfrm>
                <a:off x="4072" y="2097"/>
                <a:ext cx="52" cy="29"/>
              </a:xfrm>
              <a:custGeom>
                <a:avLst/>
                <a:gdLst/>
                <a:ahLst/>
                <a:cxnLst/>
                <a:rect l="l" t="t" r="r" b="b"/>
                <a:pathLst>
                  <a:path w="52" h="29" extrusionOk="0">
                    <a:moveTo>
                      <a:pt x="52" y="0"/>
                    </a:moveTo>
                    <a:lnTo>
                      <a:pt x="52" y="0"/>
                    </a:lnTo>
                    <a:lnTo>
                      <a:pt x="52" y="29"/>
                    </a:lnTo>
                    <a:lnTo>
                      <a:pt x="31" y="29"/>
                    </a:lnTo>
                    <a:lnTo>
                      <a:pt x="0" y="21"/>
                    </a:lnTo>
                    <a:lnTo>
                      <a:pt x="19" y="12"/>
                    </a:lnTo>
                    <a:lnTo>
                      <a:pt x="31" y="0"/>
                    </a:lnTo>
                    <a:lnTo>
                      <a:pt x="52"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25" name="Google Shape;1725;p206"/>
              <p:cNvSpPr/>
              <p:nvPr/>
            </p:nvSpPr>
            <p:spPr>
              <a:xfrm>
                <a:off x="4072" y="2097"/>
                <a:ext cx="52" cy="29"/>
              </a:xfrm>
              <a:custGeom>
                <a:avLst/>
                <a:gdLst/>
                <a:ahLst/>
                <a:cxnLst/>
                <a:rect l="l" t="t" r="r" b="b"/>
                <a:pathLst>
                  <a:path w="52" h="29" extrusionOk="0">
                    <a:moveTo>
                      <a:pt x="52" y="0"/>
                    </a:moveTo>
                    <a:lnTo>
                      <a:pt x="52" y="0"/>
                    </a:lnTo>
                    <a:lnTo>
                      <a:pt x="52" y="29"/>
                    </a:lnTo>
                    <a:lnTo>
                      <a:pt x="31" y="29"/>
                    </a:lnTo>
                    <a:lnTo>
                      <a:pt x="0" y="21"/>
                    </a:lnTo>
                    <a:lnTo>
                      <a:pt x="19" y="12"/>
                    </a:lnTo>
                    <a:lnTo>
                      <a:pt x="31" y="0"/>
                    </a:lnTo>
                    <a:lnTo>
                      <a:pt x="52"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26" name="Google Shape;1726;p206"/>
              <p:cNvSpPr/>
              <p:nvPr/>
            </p:nvSpPr>
            <p:spPr>
              <a:xfrm>
                <a:off x="3916" y="2090"/>
                <a:ext cx="12" cy="19"/>
              </a:xfrm>
              <a:custGeom>
                <a:avLst/>
                <a:gdLst/>
                <a:ahLst/>
                <a:cxnLst/>
                <a:rect l="l" t="t" r="r" b="b"/>
                <a:pathLst>
                  <a:path w="12" h="19" extrusionOk="0">
                    <a:moveTo>
                      <a:pt x="0" y="7"/>
                    </a:moveTo>
                    <a:lnTo>
                      <a:pt x="0" y="7"/>
                    </a:lnTo>
                    <a:lnTo>
                      <a:pt x="0" y="19"/>
                    </a:lnTo>
                    <a:lnTo>
                      <a:pt x="12" y="19"/>
                    </a:lnTo>
                    <a:lnTo>
                      <a:pt x="12" y="7"/>
                    </a:lnTo>
                    <a:lnTo>
                      <a:pt x="12" y="0"/>
                    </a:lnTo>
                    <a:lnTo>
                      <a:pt x="0" y="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27" name="Google Shape;1727;p206"/>
              <p:cNvSpPr/>
              <p:nvPr/>
            </p:nvSpPr>
            <p:spPr>
              <a:xfrm>
                <a:off x="3916" y="2090"/>
                <a:ext cx="12" cy="19"/>
              </a:xfrm>
              <a:custGeom>
                <a:avLst/>
                <a:gdLst/>
                <a:ahLst/>
                <a:cxnLst/>
                <a:rect l="l" t="t" r="r" b="b"/>
                <a:pathLst>
                  <a:path w="12" h="19" extrusionOk="0">
                    <a:moveTo>
                      <a:pt x="0" y="7"/>
                    </a:moveTo>
                    <a:lnTo>
                      <a:pt x="0" y="7"/>
                    </a:lnTo>
                    <a:lnTo>
                      <a:pt x="0" y="19"/>
                    </a:lnTo>
                    <a:lnTo>
                      <a:pt x="12" y="19"/>
                    </a:lnTo>
                    <a:lnTo>
                      <a:pt x="12" y="7"/>
                    </a:lnTo>
                    <a:lnTo>
                      <a:pt x="12" y="0"/>
                    </a:lnTo>
                    <a:lnTo>
                      <a:pt x="0" y="7"/>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28" name="Google Shape;1728;p206"/>
              <p:cNvSpPr/>
              <p:nvPr/>
            </p:nvSpPr>
            <p:spPr>
              <a:xfrm>
                <a:off x="3916" y="2090"/>
                <a:ext cx="12" cy="19"/>
              </a:xfrm>
              <a:custGeom>
                <a:avLst/>
                <a:gdLst/>
                <a:ahLst/>
                <a:cxnLst/>
                <a:rect l="l" t="t" r="r" b="b"/>
                <a:pathLst>
                  <a:path w="12" h="19" extrusionOk="0">
                    <a:moveTo>
                      <a:pt x="0" y="7"/>
                    </a:moveTo>
                    <a:lnTo>
                      <a:pt x="0" y="7"/>
                    </a:lnTo>
                    <a:lnTo>
                      <a:pt x="0" y="19"/>
                    </a:lnTo>
                    <a:lnTo>
                      <a:pt x="12" y="19"/>
                    </a:lnTo>
                    <a:lnTo>
                      <a:pt x="12" y="7"/>
                    </a:lnTo>
                    <a:lnTo>
                      <a:pt x="12" y="0"/>
                    </a:lnTo>
                    <a:lnTo>
                      <a:pt x="0" y="7"/>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29" name="Google Shape;1729;p206"/>
              <p:cNvSpPr/>
              <p:nvPr/>
            </p:nvSpPr>
            <p:spPr>
              <a:xfrm>
                <a:off x="3937" y="2081"/>
                <a:ext cx="22" cy="16"/>
              </a:xfrm>
              <a:custGeom>
                <a:avLst/>
                <a:gdLst/>
                <a:ahLst/>
                <a:cxnLst/>
                <a:rect l="l" t="t" r="r" b="b"/>
                <a:pathLst>
                  <a:path w="22" h="16" extrusionOk="0">
                    <a:moveTo>
                      <a:pt x="0" y="9"/>
                    </a:moveTo>
                    <a:lnTo>
                      <a:pt x="0" y="9"/>
                    </a:lnTo>
                    <a:lnTo>
                      <a:pt x="0" y="16"/>
                    </a:lnTo>
                    <a:lnTo>
                      <a:pt x="22" y="16"/>
                    </a:lnTo>
                    <a:lnTo>
                      <a:pt x="22" y="9"/>
                    </a:lnTo>
                    <a:lnTo>
                      <a:pt x="22" y="0"/>
                    </a:lnTo>
                    <a:lnTo>
                      <a:pt x="0" y="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30" name="Google Shape;1730;p206"/>
              <p:cNvSpPr/>
              <p:nvPr/>
            </p:nvSpPr>
            <p:spPr>
              <a:xfrm>
                <a:off x="3937" y="2081"/>
                <a:ext cx="22" cy="16"/>
              </a:xfrm>
              <a:custGeom>
                <a:avLst/>
                <a:gdLst/>
                <a:ahLst/>
                <a:cxnLst/>
                <a:rect l="l" t="t" r="r" b="b"/>
                <a:pathLst>
                  <a:path w="22" h="16" extrusionOk="0">
                    <a:moveTo>
                      <a:pt x="0" y="9"/>
                    </a:moveTo>
                    <a:lnTo>
                      <a:pt x="0" y="9"/>
                    </a:lnTo>
                    <a:lnTo>
                      <a:pt x="0" y="16"/>
                    </a:lnTo>
                    <a:lnTo>
                      <a:pt x="22" y="16"/>
                    </a:lnTo>
                    <a:lnTo>
                      <a:pt x="22" y="9"/>
                    </a:lnTo>
                    <a:lnTo>
                      <a:pt x="22" y="0"/>
                    </a:lnTo>
                    <a:lnTo>
                      <a:pt x="0" y="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31" name="Google Shape;1731;p206"/>
              <p:cNvSpPr/>
              <p:nvPr/>
            </p:nvSpPr>
            <p:spPr>
              <a:xfrm>
                <a:off x="3937" y="2081"/>
                <a:ext cx="22" cy="16"/>
              </a:xfrm>
              <a:custGeom>
                <a:avLst/>
                <a:gdLst/>
                <a:ahLst/>
                <a:cxnLst/>
                <a:rect l="l" t="t" r="r" b="b"/>
                <a:pathLst>
                  <a:path w="22" h="16" extrusionOk="0">
                    <a:moveTo>
                      <a:pt x="0" y="9"/>
                    </a:moveTo>
                    <a:lnTo>
                      <a:pt x="0" y="9"/>
                    </a:lnTo>
                    <a:lnTo>
                      <a:pt x="0" y="16"/>
                    </a:lnTo>
                    <a:lnTo>
                      <a:pt x="22" y="16"/>
                    </a:lnTo>
                    <a:lnTo>
                      <a:pt x="22" y="9"/>
                    </a:lnTo>
                    <a:lnTo>
                      <a:pt x="22" y="0"/>
                    </a:lnTo>
                    <a:lnTo>
                      <a:pt x="0" y="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32" name="Google Shape;1732;p206"/>
              <p:cNvSpPr/>
              <p:nvPr/>
            </p:nvSpPr>
            <p:spPr>
              <a:xfrm>
                <a:off x="3937" y="2109"/>
                <a:ext cx="22" cy="9"/>
              </a:xfrm>
              <a:custGeom>
                <a:avLst/>
                <a:gdLst/>
                <a:ahLst/>
                <a:cxnLst/>
                <a:rect l="l" t="t" r="r" b="b"/>
                <a:pathLst>
                  <a:path w="22" h="9" extrusionOk="0">
                    <a:moveTo>
                      <a:pt x="0" y="0"/>
                    </a:moveTo>
                    <a:lnTo>
                      <a:pt x="0" y="0"/>
                    </a:lnTo>
                    <a:lnTo>
                      <a:pt x="0" y="9"/>
                    </a:lnTo>
                    <a:lnTo>
                      <a:pt x="22"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33" name="Google Shape;1733;p206"/>
              <p:cNvSpPr/>
              <p:nvPr/>
            </p:nvSpPr>
            <p:spPr>
              <a:xfrm>
                <a:off x="3937" y="2109"/>
                <a:ext cx="22" cy="9"/>
              </a:xfrm>
              <a:custGeom>
                <a:avLst/>
                <a:gdLst/>
                <a:ahLst/>
                <a:cxnLst/>
                <a:rect l="l" t="t" r="r" b="b"/>
                <a:pathLst>
                  <a:path w="22" h="9" extrusionOk="0">
                    <a:moveTo>
                      <a:pt x="0" y="0"/>
                    </a:moveTo>
                    <a:lnTo>
                      <a:pt x="0" y="0"/>
                    </a:lnTo>
                    <a:lnTo>
                      <a:pt x="0" y="9"/>
                    </a:lnTo>
                    <a:lnTo>
                      <a:pt x="22"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34" name="Google Shape;1734;p206"/>
              <p:cNvSpPr/>
              <p:nvPr/>
            </p:nvSpPr>
            <p:spPr>
              <a:xfrm>
                <a:off x="3937" y="2109"/>
                <a:ext cx="22" cy="9"/>
              </a:xfrm>
              <a:custGeom>
                <a:avLst/>
                <a:gdLst/>
                <a:ahLst/>
                <a:cxnLst/>
                <a:rect l="l" t="t" r="r" b="b"/>
                <a:pathLst>
                  <a:path w="22" h="9" extrusionOk="0">
                    <a:moveTo>
                      <a:pt x="0" y="0"/>
                    </a:moveTo>
                    <a:lnTo>
                      <a:pt x="0" y="0"/>
                    </a:lnTo>
                    <a:lnTo>
                      <a:pt x="0" y="9"/>
                    </a:lnTo>
                    <a:lnTo>
                      <a:pt x="22"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35" name="Google Shape;1735;p206"/>
              <p:cNvSpPr/>
              <p:nvPr/>
            </p:nvSpPr>
            <p:spPr>
              <a:xfrm>
                <a:off x="4049" y="2033"/>
                <a:ext cx="23" cy="19"/>
              </a:xfrm>
              <a:custGeom>
                <a:avLst/>
                <a:gdLst/>
                <a:ahLst/>
                <a:cxnLst/>
                <a:rect l="l" t="t" r="r" b="b"/>
                <a:pathLst>
                  <a:path w="23" h="19" extrusionOk="0">
                    <a:moveTo>
                      <a:pt x="0" y="7"/>
                    </a:moveTo>
                    <a:lnTo>
                      <a:pt x="0" y="7"/>
                    </a:lnTo>
                    <a:lnTo>
                      <a:pt x="0" y="19"/>
                    </a:lnTo>
                    <a:lnTo>
                      <a:pt x="11" y="19"/>
                    </a:lnTo>
                    <a:lnTo>
                      <a:pt x="11" y="0"/>
                    </a:lnTo>
                    <a:lnTo>
                      <a:pt x="23" y="0"/>
                    </a:lnTo>
                    <a:lnTo>
                      <a:pt x="0" y="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36" name="Google Shape;1736;p206"/>
              <p:cNvSpPr/>
              <p:nvPr/>
            </p:nvSpPr>
            <p:spPr>
              <a:xfrm>
                <a:off x="4049" y="2033"/>
                <a:ext cx="23" cy="19"/>
              </a:xfrm>
              <a:custGeom>
                <a:avLst/>
                <a:gdLst/>
                <a:ahLst/>
                <a:cxnLst/>
                <a:rect l="l" t="t" r="r" b="b"/>
                <a:pathLst>
                  <a:path w="23" h="19" extrusionOk="0">
                    <a:moveTo>
                      <a:pt x="0" y="7"/>
                    </a:moveTo>
                    <a:lnTo>
                      <a:pt x="0" y="7"/>
                    </a:lnTo>
                    <a:lnTo>
                      <a:pt x="0" y="19"/>
                    </a:lnTo>
                    <a:lnTo>
                      <a:pt x="11" y="19"/>
                    </a:lnTo>
                    <a:lnTo>
                      <a:pt x="11" y="0"/>
                    </a:lnTo>
                    <a:lnTo>
                      <a:pt x="23" y="0"/>
                    </a:lnTo>
                    <a:lnTo>
                      <a:pt x="0" y="7"/>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37" name="Google Shape;1737;p206"/>
              <p:cNvSpPr/>
              <p:nvPr/>
            </p:nvSpPr>
            <p:spPr>
              <a:xfrm>
                <a:off x="4049" y="2033"/>
                <a:ext cx="23" cy="19"/>
              </a:xfrm>
              <a:custGeom>
                <a:avLst/>
                <a:gdLst/>
                <a:ahLst/>
                <a:cxnLst/>
                <a:rect l="l" t="t" r="r" b="b"/>
                <a:pathLst>
                  <a:path w="23" h="19" extrusionOk="0">
                    <a:moveTo>
                      <a:pt x="0" y="7"/>
                    </a:moveTo>
                    <a:lnTo>
                      <a:pt x="0" y="7"/>
                    </a:lnTo>
                    <a:lnTo>
                      <a:pt x="0" y="19"/>
                    </a:lnTo>
                    <a:lnTo>
                      <a:pt x="11" y="19"/>
                    </a:lnTo>
                    <a:lnTo>
                      <a:pt x="11" y="0"/>
                    </a:lnTo>
                    <a:lnTo>
                      <a:pt x="23" y="0"/>
                    </a:lnTo>
                    <a:lnTo>
                      <a:pt x="0" y="7"/>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38" name="Google Shape;1738;p206"/>
              <p:cNvSpPr/>
              <p:nvPr/>
            </p:nvSpPr>
            <p:spPr>
              <a:xfrm>
                <a:off x="4110" y="2012"/>
                <a:ext cx="21" cy="12"/>
              </a:xfrm>
              <a:custGeom>
                <a:avLst/>
                <a:gdLst/>
                <a:ahLst/>
                <a:cxnLst/>
                <a:rect l="l" t="t" r="r" b="b"/>
                <a:pathLst>
                  <a:path w="21" h="12" extrusionOk="0">
                    <a:moveTo>
                      <a:pt x="0" y="0"/>
                    </a:moveTo>
                    <a:lnTo>
                      <a:pt x="0" y="0"/>
                    </a:lnTo>
                    <a:lnTo>
                      <a:pt x="0" y="12"/>
                    </a:lnTo>
                    <a:lnTo>
                      <a:pt x="21" y="0"/>
                    </a:lnTo>
                    <a:lnTo>
                      <a:pt x="12"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39" name="Google Shape;1739;p206"/>
              <p:cNvSpPr/>
              <p:nvPr/>
            </p:nvSpPr>
            <p:spPr>
              <a:xfrm>
                <a:off x="4110" y="2012"/>
                <a:ext cx="21" cy="12"/>
              </a:xfrm>
              <a:custGeom>
                <a:avLst/>
                <a:gdLst/>
                <a:ahLst/>
                <a:cxnLst/>
                <a:rect l="l" t="t" r="r" b="b"/>
                <a:pathLst>
                  <a:path w="21" h="12" extrusionOk="0">
                    <a:moveTo>
                      <a:pt x="0" y="0"/>
                    </a:moveTo>
                    <a:lnTo>
                      <a:pt x="0" y="0"/>
                    </a:lnTo>
                    <a:lnTo>
                      <a:pt x="0" y="12"/>
                    </a:lnTo>
                    <a:lnTo>
                      <a:pt x="21" y="0"/>
                    </a:lnTo>
                    <a:lnTo>
                      <a:pt x="12"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40" name="Google Shape;1740;p206"/>
              <p:cNvSpPr/>
              <p:nvPr/>
            </p:nvSpPr>
            <p:spPr>
              <a:xfrm>
                <a:off x="4110" y="2012"/>
                <a:ext cx="21" cy="12"/>
              </a:xfrm>
              <a:custGeom>
                <a:avLst/>
                <a:gdLst/>
                <a:ahLst/>
                <a:cxnLst/>
                <a:rect l="l" t="t" r="r" b="b"/>
                <a:pathLst>
                  <a:path w="21" h="12" extrusionOk="0">
                    <a:moveTo>
                      <a:pt x="0" y="0"/>
                    </a:moveTo>
                    <a:lnTo>
                      <a:pt x="0" y="0"/>
                    </a:lnTo>
                    <a:lnTo>
                      <a:pt x="0" y="12"/>
                    </a:lnTo>
                    <a:lnTo>
                      <a:pt x="21" y="0"/>
                    </a:lnTo>
                    <a:lnTo>
                      <a:pt x="12"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41" name="Google Shape;1741;p206"/>
              <p:cNvSpPr/>
              <p:nvPr/>
            </p:nvSpPr>
            <p:spPr>
              <a:xfrm>
                <a:off x="4124" y="1995"/>
                <a:ext cx="7" cy="10"/>
              </a:xfrm>
              <a:custGeom>
                <a:avLst/>
                <a:gdLst/>
                <a:ahLst/>
                <a:cxnLst/>
                <a:rect l="l" t="t" r="r" b="b"/>
                <a:pathLst>
                  <a:path w="7" h="10" extrusionOk="0">
                    <a:moveTo>
                      <a:pt x="0" y="10"/>
                    </a:moveTo>
                    <a:lnTo>
                      <a:pt x="0" y="10"/>
                    </a:lnTo>
                    <a:lnTo>
                      <a:pt x="7" y="10"/>
                    </a:lnTo>
                    <a:lnTo>
                      <a:pt x="0" y="0"/>
                    </a:lnTo>
                    <a:lnTo>
                      <a:pt x="0" y="1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42" name="Google Shape;1742;p206"/>
              <p:cNvSpPr/>
              <p:nvPr/>
            </p:nvSpPr>
            <p:spPr>
              <a:xfrm>
                <a:off x="4124" y="1995"/>
                <a:ext cx="7" cy="10"/>
              </a:xfrm>
              <a:custGeom>
                <a:avLst/>
                <a:gdLst/>
                <a:ahLst/>
                <a:cxnLst/>
                <a:rect l="l" t="t" r="r" b="b"/>
                <a:pathLst>
                  <a:path w="7" h="10" extrusionOk="0">
                    <a:moveTo>
                      <a:pt x="0" y="10"/>
                    </a:moveTo>
                    <a:lnTo>
                      <a:pt x="0" y="10"/>
                    </a:lnTo>
                    <a:lnTo>
                      <a:pt x="7" y="10"/>
                    </a:lnTo>
                    <a:lnTo>
                      <a:pt x="0" y="0"/>
                    </a:lnTo>
                    <a:lnTo>
                      <a:pt x="0" y="1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43" name="Google Shape;1743;p206"/>
              <p:cNvSpPr/>
              <p:nvPr/>
            </p:nvSpPr>
            <p:spPr>
              <a:xfrm>
                <a:off x="4124" y="1995"/>
                <a:ext cx="7" cy="10"/>
              </a:xfrm>
              <a:custGeom>
                <a:avLst/>
                <a:gdLst/>
                <a:ahLst/>
                <a:cxnLst/>
                <a:rect l="l" t="t" r="r" b="b"/>
                <a:pathLst>
                  <a:path w="7" h="10" extrusionOk="0">
                    <a:moveTo>
                      <a:pt x="0" y="10"/>
                    </a:moveTo>
                    <a:lnTo>
                      <a:pt x="0" y="10"/>
                    </a:lnTo>
                    <a:lnTo>
                      <a:pt x="7" y="10"/>
                    </a:lnTo>
                    <a:lnTo>
                      <a:pt x="0" y="0"/>
                    </a:lnTo>
                    <a:lnTo>
                      <a:pt x="0" y="1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44" name="Google Shape;1744;p206"/>
              <p:cNvSpPr/>
              <p:nvPr/>
            </p:nvSpPr>
            <p:spPr>
              <a:xfrm>
                <a:off x="4512" y="2097"/>
                <a:ext cx="655" cy="324"/>
              </a:xfrm>
              <a:custGeom>
                <a:avLst/>
                <a:gdLst/>
                <a:ahLst/>
                <a:cxnLst/>
                <a:rect l="l" t="t" r="r" b="b"/>
                <a:pathLst>
                  <a:path w="655" h="324" extrusionOk="0">
                    <a:moveTo>
                      <a:pt x="646" y="163"/>
                    </a:moveTo>
                    <a:lnTo>
                      <a:pt x="646" y="163"/>
                    </a:lnTo>
                    <a:lnTo>
                      <a:pt x="636" y="171"/>
                    </a:lnTo>
                    <a:lnTo>
                      <a:pt x="625" y="199"/>
                    </a:lnTo>
                    <a:lnTo>
                      <a:pt x="613" y="199"/>
                    </a:lnTo>
                    <a:lnTo>
                      <a:pt x="584" y="199"/>
                    </a:lnTo>
                    <a:lnTo>
                      <a:pt x="573" y="239"/>
                    </a:lnTo>
                    <a:lnTo>
                      <a:pt x="542" y="239"/>
                    </a:lnTo>
                    <a:lnTo>
                      <a:pt x="542" y="249"/>
                    </a:lnTo>
                    <a:lnTo>
                      <a:pt x="554" y="287"/>
                    </a:lnTo>
                    <a:lnTo>
                      <a:pt x="542" y="296"/>
                    </a:lnTo>
                    <a:lnTo>
                      <a:pt x="523" y="287"/>
                    </a:lnTo>
                    <a:lnTo>
                      <a:pt x="461" y="287"/>
                    </a:lnTo>
                    <a:lnTo>
                      <a:pt x="440" y="277"/>
                    </a:lnTo>
                    <a:lnTo>
                      <a:pt x="431" y="287"/>
                    </a:lnTo>
                    <a:lnTo>
                      <a:pt x="431" y="296"/>
                    </a:lnTo>
                    <a:lnTo>
                      <a:pt x="400" y="287"/>
                    </a:lnTo>
                    <a:lnTo>
                      <a:pt x="388" y="296"/>
                    </a:lnTo>
                    <a:lnTo>
                      <a:pt x="357" y="324"/>
                    </a:lnTo>
                    <a:lnTo>
                      <a:pt x="348" y="315"/>
                    </a:lnTo>
                    <a:lnTo>
                      <a:pt x="329" y="315"/>
                    </a:lnTo>
                    <a:lnTo>
                      <a:pt x="329" y="306"/>
                    </a:lnTo>
                    <a:lnTo>
                      <a:pt x="317" y="306"/>
                    </a:lnTo>
                    <a:lnTo>
                      <a:pt x="317" y="287"/>
                    </a:lnTo>
                    <a:lnTo>
                      <a:pt x="296" y="268"/>
                    </a:lnTo>
                    <a:lnTo>
                      <a:pt x="244" y="268"/>
                    </a:lnTo>
                    <a:lnTo>
                      <a:pt x="215" y="239"/>
                    </a:lnTo>
                    <a:lnTo>
                      <a:pt x="194" y="230"/>
                    </a:lnTo>
                    <a:lnTo>
                      <a:pt x="154" y="239"/>
                    </a:lnTo>
                    <a:lnTo>
                      <a:pt x="154" y="315"/>
                    </a:lnTo>
                    <a:lnTo>
                      <a:pt x="142" y="315"/>
                    </a:lnTo>
                    <a:lnTo>
                      <a:pt x="123" y="296"/>
                    </a:lnTo>
                    <a:lnTo>
                      <a:pt x="92" y="306"/>
                    </a:lnTo>
                    <a:lnTo>
                      <a:pt x="92" y="287"/>
                    </a:lnTo>
                    <a:lnTo>
                      <a:pt x="81" y="287"/>
                    </a:lnTo>
                    <a:lnTo>
                      <a:pt x="71" y="258"/>
                    </a:lnTo>
                    <a:lnTo>
                      <a:pt x="62" y="258"/>
                    </a:lnTo>
                    <a:lnTo>
                      <a:pt x="81" y="258"/>
                    </a:lnTo>
                    <a:lnTo>
                      <a:pt x="71" y="249"/>
                    </a:lnTo>
                    <a:lnTo>
                      <a:pt x="81" y="239"/>
                    </a:lnTo>
                    <a:lnTo>
                      <a:pt x="123" y="239"/>
                    </a:lnTo>
                    <a:lnTo>
                      <a:pt x="111" y="211"/>
                    </a:lnTo>
                    <a:lnTo>
                      <a:pt x="92" y="199"/>
                    </a:lnTo>
                    <a:lnTo>
                      <a:pt x="71" y="192"/>
                    </a:lnTo>
                    <a:lnTo>
                      <a:pt x="40" y="211"/>
                    </a:lnTo>
                    <a:lnTo>
                      <a:pt x="31" y="211"/>
                    </a:lnTo>
                    <a:lnTo>
                      <a:pt x="40" y="199"/>
                    </a:lnTo>
                    <a:lnTo>
                      <a:pt x="31" y="182"/>
                    </a:lnTo>
                    <a:lnTo>
                      <a:pt x="10" y="182"/>
                    </a:lnTo>
                    <a:lnTo>
                      <a:pt x="0" y="163"/>
                    </a:lnTo>
                    <a:lnTo>
                      <a:pt x="10" y="114"/>
                    </a:lnTo>
                    <a:lnTo>
                      <a:pt x="31" y="135"/>
                    </a:lnTo>
                    <a:lnTo>
                      <a:pt x="40" y="135"/>
                    </a:lnTo>
                    <a:lnTo>
                      <a:pt x="31" y="114"/>
                    </a:lnTo>
                    <a:lnTo>
                      <a:pt x="62" y="85"/>
                    </a:lnTo>
                    <a:lnTo>
                      <a:pt x="81" y="97"/>
                    </a:lnTo>
                    <a:lnTo>
                      <a:pt x="92" y="85"/>
                    </a:lnTo>
                    <a:lnTo>
                      <a:pt x="111" y="97"/>
                    </a:lnTo>
                    <a:lnTo>
                      <a:pt x="142" y="114"/>
                    </a:lnTo>
                    <a:lnTo>
                      <a:pt x="163" y="107"/>
                    </a:lnTo>
                    <a:lnTo>
                      <a:pt x="185" y="107"/>
                    </a:lnTo>
                    <a:lnTo>
                      <a:pt x="194" y="114"/>
                    </a:lnTo>
                    <a:lnTo>
                      <a:pt x="234" y="114"/>
                    </a:lnTo>
                    <a:lnTo>
                      <a:pt x="244" y="97"/>
                    </a:lnTo>
                    <a:lnTo>
                      <a:pt x="215" y="85"/>
                    </a:lnTo>
                    <a:lnTo>
                      <a:pt x="234" y="78"/>
                    </a:lnTo>
                    <a:lnTo>
                      <a:pt x="225" y="69"/>
                    </a:lnTo>
                    <a:lnTo>
                      <a:pt x="234" y="57"/>
                    </a:lnTo>
                    <a:lnTo>
                      <a:pt x="234" y="29"/>
                    </a:lnTo>
                    <a:lnTo>
                      <a:pt x="256" y="40"/>
                    </a:lnTo>
                    <a:lnTo>
                      <a:pt x="348" y="12"/>
                    </a:lnTo>
                    <a:lnTo>
                      <a:pt x="348" y="0"/>
                    </a:lnTo>
                    <a:lnTo>
                      <a:pt x="357" y="0"/>
                    </a:lnTo>
                    <a:lnTo>
                      <a:pt x="388" y="0"/>
                    </a:lnTo>
                    <a:lnTo>
                      <a:pt x="400" y="21"/>
                    </a:lnTo>
                    <a:lnTo>
                      <a:pt x="400" y="29"/>
                    </a:lnTo>
                    <a:lnTo>
                      <a:pt x="409" y="29"/>
                    </a:lnTo>
                    <a:lnTo>
                      <a:pt x="431" y="40"/>
                    </a:lnTo>
                    <a:lnTo>
                      <a:pt x="431" y="50"/>
                    </a:lnTo>
                    <a:lnTo>
                      <a:pt x="450" y="50"/>
                    </a:lnTo>
                    <a:lnTo>
                      <a:pt x="471" y="29"/>
                    </a:lnTo>
                    <a:lnTo>
                      <a:pt x="492" y="21"/>
                    </a:lnTo>
                    <a:lnTo>
                      <a:pt x="502" y="50"/>
                    </a:lnTo>
                    <a:lnTo>
                      <a:pt x="542" y="114"/>
                    </a:lnTo>
                    <a:lnTo>
                      <a:pt x="554" y="97"/>
                    </a:lnTo>
                    <a:lnTo>
                      <a:pt x="563" y="114"/>
                    </a:lnTo>
                    <a:lnTo>
                      <a:pt x="594" y="107"/>
                    </a:lnTo>
                    <a:lnTo>
                      <a:pt x="625" y="135"/>
                    </a:lnTo>
                    <a:lnTo>
                      <a:pt x="646" y="142"/>
                    </a:lnTo>
                    <a:lnTo>
                      <a:pt x="646" y="135"/>
                    </a:lnTo>
                    <a:lnTo>
                      <a:pt x="655" y="154"/>
                    </a:lnTo>
                    <a:lnTo>
                      <a:pt x="646" y="163"/>
                    </a:lnTo>
                    <a:lnTo>
                      <a:pt x="646" y="163"/>
                    </a:lnTo>
                    <a:lnTo>
                      <a:pt x="646" y="163"/>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45" name="Google Shape;1745;p206"/>
              <p:cNvSpPr/>
              <p:nvPr/>
            </p:nvSpPr>
            <p:spPr>
              <a:xfrm>
                <a:off x="4512" y="2097"/>
                <a:ext cx="655" cy="324"/>
              </a:xfrm>
              <a:custGeom>
                <a:avLst/>
                <a:gdLst/>
                <a:ahLst/>
                <a:cxnLst/>
                <a:rect l="l" t="t" r="r" b="b"/>
                <a:pathLst>
                  <a:path w="655" h="324" extrusionOk="0">
                    <a:moveTo>
                      <a:pt x="646" y="163"/>
                    </a:moveTo>
                    <a:lnTo>
                      <a:pt x="646" y="163"/>
                    </a:lnTo>
                    <a:lnTo>
                      <a:pt x="636" y="171"/>
                    </a:lnTo>
                    <a:lnTo>
                      <a:pt x="625" y="199"/>
                    </a:lnTo>
                    <a:lnTo>
                      <a:pt x="613" y="199"/>
                    </a:lnTo>
                    <a:lnTo>
                      <a:pt x="584" y="199"/>
                    </a:lnTo>
                    <a:lnTo>
                      <a:pt x="573" y="239"/>
                    </a:lnTo>
                    <a:lnTo>
                      <a:pt x="542" y="239"/>
                    </a:lnTo>
                    <a:lnTo>
                      <a:pt x="542" y="249"/>
                    </a:lnTo>
                    <a:lnTo>
                      <a:pt x="554" y="287"/>
                    </a:lnTo>
                    <a:lnTo>
                      <a:pt x="542" y="296"/>
                    </a:lnTo>
                    <a:lnTo>
                      <a:pt x="523" y="287"/>
                    </a:lnTo>
                    <a:lnTo>
                      <a:pt x="461" y="287"/>
                    </a:lnTo>
                    <a:lnTo>
                      <a:pt x="440" y="277"/>
                    </a:lnTo>
                    <a:lnTo>
                      <a:pt x="431" y="287"/>
                    </a:lnTo>
                    <a:lnTo>
                      <a:pt x="431" y="296"/>
                    </a:lnTo>
                    <a:lnTo>
                      <a:pt x="400" y="287"/>
                    </a:lnTo>
                    <a:lnTo>
                      <a:pt x="388" y="296"/>
                    </a:lnTo>
                    <a:lnTo>
                      <a:pt x="357" y="324"/>
                    </a:lnTo>
                    <a:lnTo>
                      <a:pt x="348" y="315"/>
                    </a:lnTo>
                    <a:lnTo>
                      <a:pt x="329" y="315"/>
                    </a:lnTo>
                    <a:lnTo>
                      <a:pt x="329" y="306"/>
                    </a:lnTo>
                    <a:lnTo>
                      <a:pt x="317" y="306"/>
                    </a:lnTo>
                    <a:lnTo>
                      <a:pt x="317" y="287"/>
                    </a:lnTo>
                    <a:lnTo>
                      <a:pt x="296" y="268"/>
                    </a:lnTo>
                    <a:lnTo>
                      <a:pt x="244" y="268"/>
                    </a:lnTo>
                    <a:lnTo>
                      <a:pt x="215" y="239"/>
                    </a:lnTo>
                    <a:lnTo>
                      <a:pt x="194" y="230"/>
                    </a:lnTo>
                    <a:lnTo>
                      <a:pt x="154" y="239"/>
                    </a:lnTo>
                    <a:lnTo>
                      <a:pt x="154" y="315"/>
                    </a:lnTo>
                    <a:lnTo>
                      <a:pt x="142" y="315"/>
                    </a:lnTo>
                    <a:lnTo>
                      <a:pt x="123" y="296"/>
                    </a:lnTo>
                    <a:lnTo>
                      <a:pt x="92" y="306"/>
                    </a:lnTo>
                    <a:lnTo>
                      <a:pt x="92" y="287"/>
                    </a:lnTo>
                    <a:lnTo>
                      <a:pt x="81" y="287"/>
                    </a:lnTo>
                    <a:lnTo>
                      <a:pt x="71" y="258"/>
                    </a:lnTo>
                    <a:lnTo>
                      <a:pt x="62" y="258"/>
                    </a:lnTo>
                    <a:lnTo>
                      <a:pt x="81" y="258"/>
                    </a:lnTo>
                    <a:lnTo>
                      <a:pt x="71" y="249"/>
                    </a:lnTo>
                    <a:lnTo>
                      <a:pt x="81" y="239"/>
                    </a:lnTo>
                    <a:lnTo>
                      <a:pt x="123" y="239"/>
                    </a:lnTo>
                    <a:lnTo>
                      <a:pt x="111" y="211"/>
                    </a:lnTo>
                    <a:lnTo>
                      <a:pt x="92" y="199"/>
                    </a:lnTo>
                    <a:lnTo>
                      <a:pt x="71" y="192"/>
                    </a:lnTo>
                    <a:lnTo>
                      <a:pt x="40" y="211"/>
                    </a:lnTo>
                    <a:lnTo>
                      <a:pt x="31" y="211"/>
                    </a:lnTo>
                    <a:lnTo>
                      <a:pt x="40" y="199"/>
                    </a:lnTo>
                    <a:lnTo>
                      <a:pt x="31" y="182"/>
                    </a:lnTo>
                    <a:lnTo>
                      <a:pt x="10" y="182"/>
                    </a:lnTo>
                    <a:lnTo>
                      <a:pt x="0" y="163"/>
                    </a:lnTo>
                    <a:lnTo>
                      <a:pt x="10" y="114"/>
                    </a:lnTo>
                    <a:lnTo>
                      <a:pt x="31" y="135"/>
                    </a:lnTo>
                    <a:lnTo>
                      <a:pt x="40" y="135"/>
                    </a:lnTo>
                    <a:lnTo>
                      <a:pt x="31" y="114"/>
                    </a:lnTo>
                    <a:lnTo>
                      <a:pt x="62" y="85"/>
                    </a:lnTo>
                    <a:lnTo>
                      <a:pt x="81" y="97"/>
                    </a:lnTo>
                    <a:lnTo>
                      <a:pt x="92" y="85"/>
                    </a:lnTo>
                    <a:lnTo>
                      <a:pt x="111" y="97"/>
                    </a:lnTo>
                    <a:lnTo>
                      <a:pt x="142" y="114"/>
                    </a:lnTo>
                    <a:lnTo>
                      <a:pt x="163" y="107"/>
                    </a:lnTo>
                    <a:lnTo>
                      <a:pt x="185" y="107"/>
                    </a:lnTo>
                    <a:lnTo>
                      <a:pt x="194" y="114"/>
                    </a:lnTo>
                    <a:lnTo>
                      <a:pt x="234" y="114"/>
                    </a:lnTo>
                    <a:lnTo>
                      <a:pt x="244" y="97"/>
                    </a:lnTo>
                    <a:lnTo>
                      <a:pt x="215" y="85"/>
                    </a:lnTo>
                    <a:lnTo>
                      <a:pt x="234" y="78"/>
                    </a:lnTo>
                    <a:lnTo>
                      <a:pt x="225" y="69"/>
                    </a:lnTo>
                    <a:lnTo>
                      <a:pt x="234" y="57"/>
                    </a:lnTo>
                    <a:lnTo>
                      <a:pt x="234" y="29"/>
                    </a:lnTo>
                    <a:lnTo>
                      <a:pt x="256" y="40"/>
                    </a:lnTo>
                    <a:lnTo>
                      <a:pt x="348" y="12"/>
                    </a:lnTo>
                    <a:lnTo>
                      <a:pt x="348" y="0"/>
                    </a:lnTo>
                    <a:lnTo>
                      <a:pt x="357" y="0"/>
                    </a:lnTo>
                    <a:lnTo>
                      <a:pt x="388" y="0"/>
                    </a:lnTo>
                    <a:lnTo>
                      <a:pt x="400" y="21"/>
                    </a:lnTo>
                    <a:lnTo>
                      <a:pt x="400" y="29"/>
                    </a:lnTo>
                    <a:lnTo>
                      <a:pt x="409" y="29"/>
                    </a:lnTo>
                    <a:lnTo>
                      <a:pt x="431" y="40"/>
                    </a:lnTo>
                    <a:lnTo>
                      <a:pt x="431" y="50"/>
                    </a:lnTo>
                    <a:lnTo>
                      <a:pt x="450" y="50"/>
                    </a:lnTo>
                    <a:lnTo>
                      <a:pt x="471" y="29"/>
                    </a:lnTo>
                    <a:lnTo>
                      <a:pt x="492" y="21"/>
                    </a:lnTo>
                    <a:lnTo>
                      <a:pt x="502" y="50"/>
                    </a:lnTo>
                    <a:lnTo>
                      <a:pt x="542" y="114"/>
                    </a:lnTo>
                    <a:lnTo>
                      <a:pt x="554" y="97"/>
                    </a:lnTo>
                    <a:lnTo>
                      <a:pt x="563" y="114"/>
                    </a:lnTo>
                    <a:lnTo>
                      <a:pt x="594" y="107"/>
                    </a:lnTo>
                    <a:lnTo>
                      <a:pt x="625" y="135"/>
                    </a:lnTo>
                    <a:lnTo>
                      <a:pt x="646" y="142"/>
                    </a:lnTo>
                    <a:lnTo>
                      <a:pt x="646" y="135"/>
                    </a:lnTo>
                    <a:lnTo>
                      <a:pt x="655" y="154"/>
                    </a:lnTo>
                    <a:lnTo>
                      <a:pt x="646" y="163"/>
                    </a:lnTo>
                    <a:lnTo>
                      <a:pt x="646" y="163"/>
                    </a:lnTo>
                    <a:lnTo>
                      <a:pt x="646" y="163"/>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46" name="Google Shape;1746;p206"/>
              <p:cNvSpPr/>
              <p:nvPr/>
            </p:nvSpPr>
            <p:spPr>
              <a:xfrm>
                <a:off x="4604" y="2381"/>
                <a:ext cx="235" cy="142"/>
              </a:xfrm>
              <a:custGeom>
                <a:avLst/>
                <a:gdLst/>
                <a:ahLst/>
                <a:cxnLst/>
                <a:rect l="l" t="t" r="r" b="b"/>
                <a:pathLst>
                  <a:path w="235" h="142" extrusionOk="0">
                    <a:moveTo>
                      <a:pt x="225" y="114"/>
                    </a:moveTo>
                    <a:lnTo>
                      <a:pt x="225" y="114"/>
                    </a:lnTo>
                    <a:lnTo>
                      <a:pt x="216" y="104"/>
                    </a:lnTo>
                    <a:lnTo>
                      <a:pt x="216" y="114"/>
                    </a:lnTo>
                    <a:lnTo>
                      <a:pt x="206" y="114"/>
                    </a:lnTo>
                    <a:lnTo>
                      <a:pt x="194" y="133"/>
                    </a:lnTo>
                    <a:lnTo>
                      <a:pt x="175" y="133"/>
                    </a:lnTo>
                    <a:lnTo>
                      <a:pt x="175" y="142"/>
                    </a:lnTo>
                    <a:lnTo>
                      <a:pt x="142" y="142"/>
                    </a:lnTo>
                    <a:lnTo>
                      <a:pt x="142" y="133"/>
                    </a:lnTo>
                    <a:lnTo>
                      <a:pt x="142" y="126"/>
                    </a:lnTo>
                    <a:lnTo>
                      <a:pt x="83" y="97"/>
                    </a:lnTo>
                    <a:lnTo>
                      <a:pt x="52" y="97"/>
                    </a:lnTo>
                    <a:lnTo>
                      <a:pt x="31" y="104"/>
                    </a:lnTo>
                    <a:lnTo>
                      <a:pt x="31" y="78"/>
                    </a:lnTo>
                    <a:lnTo>
                      <a:pt x="22" y="78"/>
                    </a:lnTo>
                    <a:lnTo>
                      <a:pt x="22" y="57"/>
                    </a:lnTo>
                    <a:lnTo>
                      <a:pt x="12" y="57"/>
                    </a:lnTo>
                    <a:lnTo>
                      <a:pt x="12" y="50"/>
                    </a:lnTo>
                    <a:lnTo>
                      <a:pt x="31" y="50"/>
                    </a:lnTo>
                    <a:lnTo>
                      <a:pt x="41" y="40"/>
                    </a:lnTo>
                    <a:lnTo>
                      <a:pt x="22" y="22"/>
                    </a:lnTo>
                    <a:lnTo>
                      <a:pt x="12" y="22"/>
                    </a:lnTo>
                    <a:lnTo>
                      <a:pt x="12" y="40"/>
                    </a:lnTo>
                    <a:lnTo>
                      <a:pt x="0" y="22"/>
                    </a:lnTo>
                    <a:lnTo>
                      <a:pt x="31" y="12"/>
                    </a:lnTo>
                    <a:lnTo>
                      <a:pt x="52" y="29"/>
                    </a:lnTo>
                    <a:lnTo>
                      <a:pt x="62" y="29"/>
                    </a:lnTo>
                    <a:lnTo>
                      <a:pt x="71" y="29"/>
                    </a:lnTo>
                    <a:lnTo>
                      <a:pt x="71" y="22"/>
                    </a:lnTo>
                    <a:lnTo>
                      <a:pt x="93" y="12"/>
                    </a:lnTo>
                    <a:lnTo>
                      <a:pt x="102" y="12"/>
                    </a:lnTo>
                    <a:lnTo>
                      <a:pt x="93" y="0"/>
                    </a:lnTo>
                    <a:lnTo>
                      <a:pt x="102" y="0"/>
                    </a:lnTo>
                    <a:lnTo>
                      <a:pt x="123" y="12"/>
                    </a:lnTo>
                    <a:lnTo>
                      <a:pt x="123" y="29"/>
                    </a:lnTo>
                    <a:lnTo>
                      <a:pt x="152" y="29"/>
                    </a:lnTo>
                    <a:lnTo>
                      <a:pt x="164" y="57"/>
                    </a:lnTo>
                    <a:lnTo>
                      <a:pt x="216" y="85"/>
                    </a:lnTo>
                    <a:lnTo>
                      <a:pt x="235" y="97"/>
                    </a:lnTo>
                    <a:lnTo>
                      <a:pt x="225" y="114"/>
                    </a:lnTo>
                    <a:lnTo>
                      <a:pt x="225" y="114"/>
                    </a:lnTo>
                    <a:lnTo>
                      <a:pt x="225" y="114"/>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47" name="Google Shape;1747;p206"/>
              <p:cNvSpPr/>
              <p:nvPr/>
            </p:nvSpPr>
            <p:spPr>
              <a:xfrm>
                <a:off x="4604" y="2381"/>
                <a:ext cx="235" cy="142"/>
              </a:xfrm>
              <a:custGeom>
                <a:avLst/>
                <a:gdLst/>
                <a:ahLst/>
                <a:cxnLst/>
                <a:rect l="l" t="t" r="r" b="b"/>
                <a:pathLst>
                  <a:path w="235" h="142" extrusionOk="0">
                    <a:moveTo>
                      <a:pt x="225" y="114"/>
                    </a:moveTo>
                    <a:lnTo>
                      <a:pt x="225" y="114"/>
                    </a:lnTo>
                    <a:lnTo>
                      <a:pt x="216" y="104"/>
                    </a:lnTo>
                    <a:lnTo>
                      <a:pt x="216" y="114"/>
                    </a:lnTo>
                    <a:lnTo>
                      <a:pt x="206" y="114"/>
                    </a:lnTo>
                    <a:lnTo>
                      <a:pt x="194" y="133"/>
                    </a:lnTo>
                    <a:lnTo>
                      <a:pt x="175" y="133"/>
                    </a:lnTo>
                    <a:lnTo>
                      <a:pt x="175" y="142"/>
                    </a:lnTo>
                    <a:lnTo>
                      <a:pt x="142" y="142"/>
                    </a:lnTo>
                    <a:lnTo>
                      <a:pt x="142" y="133"/>
                    </a:lnTo>
                    <a:lnTo>
                      <a:pt x="142" y="126"/>
                    </a:lnTo>
                    <a:lnTo>
                      <a:pt x="83" y="97"/>
                    </a:lnTo>
                    <a:lnTo>
                      <a:pt x="52" y="97"/>
                    </a:lnTo>
                    <a:lnTo>
                      <a:pt x="31" y="104"/>
                    </a:lnTo>
                    <a:lnTo>
                      <a:pt x="31" y="78"/>
                    </a:lnTo>
                    <a:lnTo>
                      <a:pt x="22" y="78"/>
                    </a:lnTo>
                    <a:lnTo>
                      <a:pt x="22" y="57"/>
                    </a:lnTo>
                    <a:lnTo>
                      <a:pt x="12" y="57"/>
                    </a:lnTo>
                    <a:lnTo>
                      <a:pt x="12" y="50"/>
                    </a:lnTo>
                    <a:lnTo>
                      <a:pt x="31" y="50"/>
                    </a:lnTo>
                    <a:lnTo>
                      <a:pt x="41" y="40"/>
                    </a:lnTo>
                    <a:lnTo>
                      <a:pt x="22" y="22"/>
                    </a:lnTo>
                    <a:lnTo>
                      <a:pt x="12" y="22"/>
                    </a:lnTo>
                    <a:lnTo>
                      <a:pt x="12" y="40"/>
                    </a:lnTo>
                    <a:lnTo>
                      <a:pt x="0" y="22"/>
                    </a:lnTo>
                    <a:lnTo>
                      <a:pt x="31" y="12"/>
                    </a:lnTo>
                    <a:lnTo>
                      <a:pt x="52" y="29"/>
                    </a:lnTo>
                    <a:lnTo>
                      <a:pt x="62" y="29"/>
                    </a:lnTo>
                    <a:lnTo>
                      <a:pt x="71" y="29"/>
                    </a:lnTo>
                    <a:lnTo>
                      <a:pt x="71" y="22"/>
                    </a:lnTo>
                    <a:lnTo>
                      <a:pt x="93" y="12"/>
                    </a:lnTo>
                    <a:lnTo>
                      <a:pt x="102" y="12"/>
                    </a:lnTo>
                    <a:lnTo>
                      <a:pt x="93" y="0"/>
                    </a:lnTo>
                    <a:lnTo>
                      <a:pt x="102" y="0"/>
                    </a:lnTo>
                    <a:lnTo>
                      <a:pt x="123" y="12"/>
                    </a:lnTo>
                    <a:lnTo>
                      <a:pt x="123" y="29"/>
                    </a:lnTo>
                    <a:lnTo>
                      <a:pt x="152" y="29"/>
                    </a:lnTo>
                    <a:lnTo>
                      <a:pt x="164" y="57"/>
                    </a:lnTo>
                    <a:lnTo>
                      <a:pt x="216" y="85"/>
                    </a:lnTo>
                    <a:lnTo>
                      <a:pt x="235" y="97"/>
                    </a:lnTo>
                    <a:lnTo>
                      <a:pt x="225" y="114"/>
                    </a:lnTo>
                    <a:lnTo>
                      <a:pt x="225" y="114"/>
                    </a:lnTo>
                    <a:lnTo>
                      <a:pt x="225" y="114"/>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48" name="Google Shape;1748;p206"/>
              <p:cNvSpPr/>
              <p:nvPr/>
            </p:nvSpPr>
            <p:spPr>
              <a:xfrm>
                <a:off x="4666" y="2324"/>
                <a:ext cx="277" cy="171"/>
              </a:xfrm>
              <a:custGeom>
                <a:avLst/>
                <a:gdLst/>
                <a:ahLst/>
                <a:cxnLst/>
                <a:rect l="l" t="t" r="r" b="b"/>
                <a:pathLst>
                  <a:path w="277" h="171" extrusionOk="0">
                    <a:moveTo>
                      <a:pt x="163" y="171"/>
                    </a:moveTo>
                    <a:lnTo>
                      <a:pt x="163" y="171"/>
                    </a:lnTo>
                    <a:lnTo>
                      <a:pt x="184" y="171"/>
                    </a:lnTo>
                    <a:lnTo>
                      <a:pt x="194" y="154"/>
                    </a:lnTo>
                    <a:lnTo>
                      <a:pt x="194" y="135"/>
                    </a:lnTo>
                    <a:lnTo>
                      <a:pt x="184" y="126"/>
                    </a:lnTo>
                    <a:lnTo>
                      <a:pt x="206" y="126"/>
                    </a:lnTo>
                    <a:lnTo>
                      <a:pt x="215" y="107"/>
                    </a:lnTo>
                    <a:lnTo>
                      <a:pt x="215" y="97"/>
                    </a:lnTo>
                    <a:lnTo>
                      <a:pt x="236" y="97"/>
                    </a:lnTo>
                    <a:lnTo>
                      <a:pt x="236" y="107"/>
                    </a:lnTo>
                    <a:lnTo>
                      <a:pt x="258" y="107"/>
                    </a:lnTo>
                    <a:lnTo>
                      <a:pt x="277" y="97"/>
                    </a:lnTo>
                    <a:lnTo>
                      <a:pt x="258" y="86"/>
                    </a:lnTo>
                    <a:lnTo>
                      <a:pt x="246" y="86"/>
                    </a:lnTo>
                    <a:lnTo>
                      <a:pt x="225" y="86"/>
                    </a:lnTo>
                    <a:lnTo>
                      <a:pt x="246" y="69"/>
                    </a:lnTo>
                    <a:lnTo>
                      <a:pt x="236" y="69"/>
                    </a:lnTo>
                    <a:lnTo>
                      <a:pt x="206" y="97"/>
                    </a:lnTo>
                    <a:lnTo>
                      <a:pt x="194" y="86"/>
                    </a:lnTo>
                    <a:lnTo>
                      <a:pt x="173" y="86"/>
                    </a:lnTo>
                    <a:lnTo>
                      <a:pt x="173" y="79"/>
                    </a:lnTo>
                    <a:lnTo>
                      <a:pt x="163" y="79"/>
                    </a:lnTo>
                    <a:lnTo>
                      <a:pt x="163" y="57"/>
                    </a:lnTo>
                    <a:lnTo>
                      <a:pt x="142" y="41"/>
                    </a:lnTo>
                    <a:lnTo>
                      <a:pt x="92" y="41"/>
                    </a:lnTo>
                    <a:lnTo>
                      <a:pt x="61" y="12"/>
                    </a:lnTo>
                    <a:lnTo>
                      <a:pt x="40" y="0"/>
                    </a:lnTo>
                    <a:lnTo>
                      <a:pt x="0" y="12"/>
                    </a:lnTo>
                    <a:lnTo>
                      <a:pt x="0" y="86"/>
                    </a:lnTo>
                    <a:lnTo>
                      <a:pt x="9" y="86"/>
                    </a:lnTo>
                    <a:lnTo>
                      <a:pt x="9" y="79"/>
                    </a:lnTo>
                    <a:lnTo>
                      <a:pt x="31" y="69"/>
                    </a:lnTo>
                    <a:lnTo>
                      <a:pt x="40" y="69"/>
                    </a:lnTo>
                    <a:lnTo>
                      <a:pt x="31" y="57"/>
                    </a:lnTo>
                    <a:lnTo>
                      <a:pt x="40" y="57"/>
                    </a:lnTo>
                    <a:lnTo>
                      <a:pt x="61" y="69"/>
                    </a:lnTo>
                    <a:lnTo>
                      <a:pt x="61" y="86"/>
                    </a:lnTo>
                    <a:lnTo>
                      <a:pt x="92" y="86"/>
                    </a:lnTo>
                    <a:lnTo>
                      <a:pt x="102" y="114"/>
                    </a:lnTo>
                    <a:lnTo>
                      <a:pt x="154" y="142"/>
                    </a:lnTo>
                    <a:lnTo>
                      <a:pt x="173" y="154"/>
                    </a:lnTo>
                    <a:lnTo>
                      <a:pt x="163" y="171"/>
                    </a:lnTo>
                    <a:lnTo>
                      <a:pt x="163" y="171"/>
                    </a:lnTo>
                    <a:lnTo>
                      <a:pt x="163" y="17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49" name="Google Shape;1749;p206"/>
              <p:cNvSpPr/>
              <p:nvPr/>
            </p:nvSpPr>
            <p:spPr>
              <a:xfrm>
                <a:off x="4666" y="2324"/>
                <a:ext cx="277" cy="171"/>
              </a:xfrm>
              <a:custGeom>
                <a:avLst/>
                <a:gdLst/>
                <a:ahLst/>
                <a:cxnLst/>
                <a:rect l="l" t="t" r="r" b="b"/>
                <a:pathLst>
                  <a:path w="277" h="171" extrusionOk="0">
                    <a:moveTo>
                      <a:pt x="163" y="171"/>
                    </a:moveTo>
                    <a:lnTo>
                      <a:pt x="163" y="171"/>
                    </a:lnTo>
                    <a:lnTo>
                      <a:pt x="184" y="171"/>
                    </a:lnTo>
                    <a:lnTo>
                      <a:pt x="194" y="154"/>
                    </a:lnTo>
                    <a:lnTo>
                      <a:pt x="194" y="135"/>
                    </a:lnTo>
                    <a:lnTo>
                      <a:pt x="184" y="126"/>
                    </a:lnTo>
                    <a:lnTo>
                      <a:pt x="206" y="126"/>
                    </a:lnTo>
                    <a:lnTo>
                      <a:pt x="215" y="107"/>
                    </a:lnTo>
                    <a:lnTo>
                      <a:pt x="215" y="97"/>
                    </a:lnTo>
                    <a:lnTo>
                      <a:pt x="236" y="97"/>
                    </a:lnTo>
                    <a:lnTo>
                      <a:pt x="236" y="107"/>
                    </a:lnTo>
                    <a:lnTo>
                      <a:pt x="258" y="107"/>
                    </a:lnTo>
                    <a:lnTo>
                      <a:pt x="277" y="97"/>
                    </a:lnTo>
                    <a:lnTo>
                      <a:pt x="258" y="86"/>
                    </a:lnTo>
                    <a:lnTo>
                      <a:pt x="246" y="86"/>
                    </a:lnTo>
                    <a:lnTo>
                      <a:pt x="225" y="86"/>
                    </a:lnTo>
                    <a:lnTo>
                      <a:pt x="246" y="69"/>
                    </a:lnTo>
                    <a:lnTo>
                      <a:pt x="236" y="69"/>
                    </a:lnTo>
                    <a:lnTo>
                      <a:pt x="206" y="97"/>
                    </a:lnTo>
                    <a:lnTo>
                      <a:pt x="194" y="86"/>
                    </a:lnTo>
                    <a:lnTo>
                      <a:pt x="173" y="86"/>
                    </a:lnTo>
                    <a:lnTo>
                      <a:pt x="173" y="79"/>
                    </a:lnTo>
                    <a:lnTo>
                      <a:pt x="163" y="79"/>
                    </a:lnTo>
                    <a:lnTo>
                      <a:pt x="163" y="57"/>
                    </a:lnTo>
                    <a:lnTo>
                      <a:pt x="142" y="41"/>
                    </a:lnTo>
                    <a:lnTo>
                      <a:pt x="92" y="41"/>
                    </a:lnTo>
                    <a:lnTo>
                      <a:pt x="61" y="12"/>
                    </a:lnTo>
                    <a:lnTo>
                      <a:pt x="40" y="0"/>
                    </a:lnTo>
                    <a:lnTo>
                      <a:pt x="0" y="12"/>
                    </a:lnTo>
                    <a:lnTo>
                      <a:pt x="0" y="86"/>
                    </a:lnTo>
                    <a:lnTo>
                      <a:pt x="9" y="86"/>
                    </a:lnTo>
                    <a:lnTo>
                      <a:pt x="9" y="79"/>
                    </a:lnTo>
                    <a:lnTo>
                      <a:pt x="31" y="69"/>
                    </a:lnTo>
                    <a:lnTo>
                      <a:pt x="40" y="69"/>
                    </a:lnTo>
                    <a:lnTo>
                      <a:pt x="31" y="57"/>
                    </a:lnTo>
                    <a:lnTo>
                      <a:pt x="40" y="57"/>
                    </a:lnTo>
                    <a:lnTo>
                      <a:pt x="61" y="69"/>
                    </a:lnTo>
                    <a:lnTo>
                      <a:pt x="61" y="86"/>
                    </a:lnTo>
                    <a:lnTo>
                      <a:pt x="92" y="86"/>
                    </a:lnTo>
                    <a:lnTo>
                      <a:pt x="102" y="114"/>
                    </a:lnTo>
                    <a:lnTo>
                      <a:pt x="154" y="142"/>
                    </a:lnTo>
                    <a:lnTo>
                      <a:pt x="173" y="154"/>
                    </a:lnTo>
                    <a:lnTo>
                      <a:pt x="163" y="171"/>
                    </a:lnTo>
                    <a:lnTo>
                      <a:pt x="163" y="171"/>
                    </a:lnTo>
                    <a:lnTo>
                      <a:pt x="163" y="17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50" name="Google Shape;1750;p206"/>
              <p:cNvSpPr/>
              <p:nvPr/>
            </p:nvSpPr>
            <p:spPr>
              <a:xfrm>
                <a:off x="4848" y="2421"/>
                <a:ext cx="125" cy="86"/>
              </a:xfrm>
              <a:custGeom>
                <a:avLst/>
                <a:gdLst/>
                <a:ahLst/>
                <a:cxnLst/>
                <a:rect l="l" t="t" r="r" b="b"/>
                <a:pathLst>
                  <a:path w="125" h="86" extrusionOk="0">
                    <a:moveTo>
                      <a:pt x="106" y="29"/>
                    </a:moveTo>
                    <a:lnTo>
                      <a:pt x="106" y="29"/>
                    </a:lnTo>
                    <a:lnTo>
                      <a:pt x="106" y="48"/>
                    </a:lnTo>
                    <a:lnTo>
                      <a:pt x="125" y="48"/>
                    </a:lnTo>
                    <a:lnTo>
                      <a:pt x="125" y="76"/>
                    </a:lnTo>
                    <a:lnTo>
                      <a:pt x="95" y="67"/>
                    </a:lnTo>
                    <a:lnTo>
                      <a:pt x="73" y="86"/>
                    </a:lnTo>
                    <a:lnTo>
                      <a:pt x="64" y="57"/>
                    </a:lnTo>
                    <a:lnTo>
                      <a:pt x="54" y="48"/>
                    </a:lnTo>
                    <a:lnTo>
                      <a:pt x="43" y="67"/>
                    </a:lnTo>
                    <a:lnTo>
                      <a:pt x="33" y="67"/>
                    </a:lnTo>
                    <a:lnTo>
                      <a:pt x="33" y="76"/>
                    </a:lnTo>
                    <a:lnTo>
                      <a:pt x="12" y="76"/>
                    </a:lnTo>
                    <a:lnTo>
                      <a:pt x="0" y="76"/>
                    </a:lnTo>
                    <a:lnTo>
                      <a:pt x="12" y="57"/>
                    </a:lnTo>
                    <a:lnTo>
                      <a:pt x="12" y="38"/>
                    </a:lnTo>
                    <a:lnTo>
                      <a:pt x="0" y="29"/>
                    </a:lnTo>
                    <a:lnTo>
                      <a:pt x="21" y="29"/>
                    </a:lnTo>
                    <a:lnTo>
                      <a:pt x="33" y="10"/>
                    </a:lnTo>
                    <a:lnTo>
                      <a:pt x="33" y="0"/>
                    </a:lnTo>
                    <a:lnTo>
                      <a:pt x="54" y="0"/>
                    </a:lnTo>
                    <a:lnTo>
                      <a:pt x="54" y="10"/>
                    </a:lnTo>
                    <a:lnTo>
                      <a:pt x="54" y="19"/>
                    </a:lnTo>
                    <a:lnTo>
                      <a:pt x="33" y="19"/>
                    </a:lnTo>
                    <a:lnTo>
                      <a:pt x="33" y="29"/>
                    </a:lnTo>
                    <a:lnTo>
                      <a:pt x="64" y="29"/>
                    </a:lnTo>
                    <a:lnTo>
                      <a:pt x="73" y="29"/>
                    </a:lnTo>
                    <a:lnTo>
                      <a:pt x="106" y="29"/>
                    </a:lnTo>
                    <a:lnTo>
                      <a:pt x="106" y="29"/>
                    </a:lnTo>
                    <a:lnTo>
                      <a:pt x="106" y="2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51" name="Google Shape;1751;p206"/>
              <p:cNvSpPr/>
              <p:nvPr/>
            </p:nvSpPr>
            <p:spPr>
              <a:xfrm>
                <a:off x="4848" y="2421"/>
                <a:ext cx="125" cy="86"/>
              </a:xfrm>
              <a:custGeom>
                <a:avLst/>
                <a:gdLst/>
                <a:ahLst/>
                <a:cxnLst/>
                <a:rect l="l" t="t" r="r" b="b"/>
                <a:pathLst>
                  <a:path w="125" h="86" extrusionOk="0">
                    <a:moveTo>
                      <a:pt x="106" y="29"/>
                    </a:moveTo>
                    <a:lnTo>
                      <a:pt x="106" y="29"/>
                    </a:lnTo>
                    <a:lnTo>
                      <a:pt x="106" y="48"/>
                    </a:lnTo>
                    <a:lnTo>
                      <a:pt x="125" y="48"/>
                    </a:lnTo>
                    <a:lnTo>
                      <a:pt x="125" y="76"/>
                    </a:lnTo>
                    <a:lnTo>
                      <a:pt x="95" y="67"/>
                    </a:lnTo>
                    <a:lnTo>
                      <a:pt x="73" y="86"/>
                    </a:lnTo>
                    <a:lnTo>
                      <a:pt x="64" y="57"/>
                    </a:lnTo>
                    <a:lnTo>
                      <a:pt x="54" y="48"/>
                    </a:lnTo>
                    <a:lnTo>
                      <a:pt x="43" y="67"/>
                    </a:lnTo>
                    <a:lnTo>
                      <a:pt x="33" y="67"/>
                    </a:lnTo>
                    <a:lnTo>
                      <a:pt x="33" y="76"/>
                    </a:lnTo>
                    <a:lnTo>
                      <a:pt x="12" y="76"/>
                    </a:lnTo>
                    <a:lnTo>
                      <a:pt x="0" y="76"/>
                    </a:lnTo>
                    <a:lnTo>
                      <a:pt x="12" y="57"/>
                    </a:lnTo>
                    <a:lnTo>
                      <a:pt x="12" y="38"/>
                    </a:lnTo>
                    <a:lnTo>
                      <a:pt x="0" y="29"/>
                    </a:lnTo>
                    <a:lnTo>
                      <a:pt x="21" y="29"/>
                    </a:lnTo>
                    <a:lnTo>
                      <a:pt x="33" y="10"/>
                    </a:lnTo>
                    <a:lnTo>
                      <a:pt x="33" y="0"/>
                    </a:lnTo>
                    <a:lnTo>
                      <a:pt x="54" y="0"/>
                    </a:lnTo>
                    <a:lnTo>
                      <a:pt x="54" y="10"/>
                    </a:lnTo>
                    <a:lnTo>
                      <a:pt x="54" y="19"/>
                    </a:lnTo>
                    <a:lnTo>
                      <a:pt x="33" y="19"/>
                    </a:lnTo>
                    <a:lnTo>
                      <a:pt x="33" y="29"/>
                    </a:lnTo>
                    <a:lnTo>
                      <a:pt x="64" y="29"/>
                    </a:lnTo>
                    <a:lnTo>
                      <a:pt x="73" y="29"/>
                    </a:lnTo>
                    <a:lnTo>
                      <a:pt x="106" y="29"/>
                    </a:lnTo>
                    <a:lnTo>
                      <a:pt x="106" y="29"/>
                    </a:lnTo>
                    <a:lnTo>
                      <a:pt x="106" y="2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52" name="Google Shape;1752;p206"/>
              <p:cNvSpPr/>
              <p:nvPr/>
            </p:nvSpPr>
            <p:spPr>
              <a:xfrm>
                <a:off x="4881" y="2374"/>
                <a:ext cx="175" cy="76"/>
              </a:xfrm>
              <a:custGeom>
                <a:avLst/>
                <a:gdLst/>
                <a:ahLst/>
                <a:cxnLst/>
                <a:rect l="l" t="t" r="r" b="b"/>
                <a:pathLst>
                  <a:path w="175" h="76" extrusionOk="0">
                    <a:moveTo>
                      <a:pt x="175" y="19"/>
                    </a:moveTo>
                    <a:lnTo>
                      <a:pt x="175" y="19"/>
                    </a:lnTo>
                    <a:lnTo>
                      <a:pt x="175" y="29"/>
                    </a:lnTo>
                    <a:lnTo>
                      <a:pt x="142" y="47"/>
                    </a:lnTo>
                    <a:lnTo>
                      <a:pt x="123" y="47"/>
                    </a:lnTo>
                    <a:lnTo>
                      <a:pt x="111" y="57"/>
                    </a:lnTo>
                    <a:lnTo>
                      <a:pt x="92" y="57"/>
                    </a:lnTo>
                    <a:lnTo>
                      <a:pt x="71" y="66"/>
                    </a:lnTo>
                    <a:lnTo>
                      <a:pt x="71" y="76"/>
                    </a:lnTo>
                    <a:lnTo>
                      <a:pt x="40" y="76"/>
                    </a:lnTo>
                    <a:lnTo>
                      <a:pt x="31" y="76"/>
                    </a:lnTo>
                    <a:lnTo>
                      <a:pt x="0" y="76"/>
                    </a:lnTo>
                    <a:lnTo>
                      <a:pt x="0" y="66"/>
                    </a:lnTo>
                    <a:lnTo>
                      <a:pt x="19" y="66"/>
                    </a:lnTo>
                    <a:lnTo>
                      <a:pt x="19" y="57"/>
                    </a:lnTo>
                    <a:lnTo>
                      <a:pt x="40" y="57"/>
                    </a:lnTo>
                    <a:lnTo>
                      <a:pt x="62" y="47"/>
                    </a:lnTo>
                    <a:lnTo>
                      <a:pt x="40" y="36"/>
                    </a:lnTo>
                    <a:lnTo>
                      <a:pt x="31" y="36"/>
                    </a:lnTo>
                    <a:lnTo>
                      <a:pt x="10" y="36"/>
                    </a:lnTo>
                    <a:lnTo>
                      <a:pt x="31" y="19"/>
                    </a:lnTo>
                    <a:lnTo>
                      <a:pt x="19" y="19"/>
                    </a:lnTo>
                    <a:lnTo>
                      <a:pt x="31" y="7"/>
                    </a:lnTo>
                    <a:lnTo>
                      <a:pt x="62" y="19"/>
                    </a:lnTo>
                    <a:lnTo>
                      <a:pt x="62" y="7"/>
                    </a:lnTo>
                    <a:lnTo>
                      <a:pt x="71" y="0"/>
                    </a:lnTo>
                    <a:lnTo>
                      <a:pt x="92" y="7"/>
                    </a:lnTo>
                    <a:lnTo>
                      <a:pt x="154" y="7"/>
                    </a:lnTo>
                    <a:lnTo>
                      <a:pt x="175" y="19"/>
                    </a:lnTo>
                    <a:lnTo>
                      <a:pt x="175" y="19"/>
                    </a:lnTo>
                    <a:lnTo>
                      <a:pt x="175" y="1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53" name="Google Shape;1753;p206"/>
              <p:cNvSpPr/>
              <p:nvPr/>
            </p:nvSpPr>
            <p:spPr>
              <a:xfrm>
                <a:off x="4881" y="2374"/>
                <a:ext cx="175" cy="76"/>
              </a:xfrm>
              <a:custGeom>
                <a:avLst/>
                <a:gdLst/>
                <a:ahLst/>
                <a:cxnLst/>
                <a:rect l="l" t="t" r="r" b="b"/>
                <a:pathLst>
                  <a:path w="175" h="76" extrusionOk="0">
                    <a:moveTo>
                      <a:pt x="175" y="19"/>
                    </a:moveTo>
                    <a:lnTo>
                      <a:pt x="175" y="19"/>
                    </a:lnTo>
                    <a:lnTo>
                      <a:pt x="175" y="29"/>
                    </a:lnTo>
                    <a:lnTo>
                      <a:pt x="142" y="47"/>
                    </a:lnTo>
                    <a:lnTo>
                      <a:pt x="123" y="47"/>
                    </a:lnTo>
                    <a:lnTo>
                      <a:pt x="111" y="57"/>
                    </a:lnTo>
                    <a:lnTo>
                      <a:pt x="92" y="57"/>
                    </a:lnTo>
                    <a:lnTo>
                      <a:pt x="71" y="66"/>
                    </a:lnTo>
                    <a:lnTo>
                      <a:pt x="71" y="76"/>
                    </a:lnTo>
                    <a:lnTo>
                      <a:pt x="40" y="76"/>
                    </a:lnTo>
                    <a:lnTo>
                      <a:pt x="31" y="76"/>
                    </a:lnTo>
                    <a:lnTo>
                      <a:pt x="0" y="76"/>
                    </a:lnTo>
                    <a:lnTo>
                      <a:pt x="0" y="66"/>
                    </a:lnTo>
                    <a:lnTo>
                      <a:pt x="19" y="66"/>
                    </a:lnTo>
                    <a:lnTo>
                      <a:pt x="19" y="57"/>
                    </a:lnTo>
                    <a:lnTo>
                      <a:pt x="40" y="57"/>
                    </a:lnTo>
                    <a:lnTo>
                      <a:pt x="62" y="47"/>
                    </a:lnTo>
                    <a:lnTo>
                      <a:pt x="40" y="36"/>
                    </a:lnTo>
                    <a:lnTo>
                      <a:pt x="31" y="36"/>
                    </a:lnTo>
                    <a:lnTo>
                      <a:pt x="10" y="36"/>
                    </a:lnTo>
                    <a:lnTo>
                      <a:pt x="31" y="19"/>
                    </a:lnTo>
                    <a:lnTo>
                      <a:pt x="19" y="19"/>
                    </a:lnTo>
                    <a:lnTo>
                      <a:pt x="31" y="7"/>
                    </a:lnTo>
                    <a:lnTo>
                      <a:pt x="62" y="19"/>
                    </a:lnTo>
                    <a:lnTo>
                      <a:pt x="62" y="7"/>
                    </a:lnTo>
                    <a:lnTo>
                      <a:pt x="71" y="0"/>
                    </a:lnTo>
                    <a:lnTo>
                      <a:pt x="92" y="7"/>
                    </a:lnTo>
                    <a:lnTo>
                      <a:pt x="154" y="7"/>
                    </a:lnTo>
                    <a:lnTo>
                      <a:pt x="175" y="19"/>
                    </a:lnTo>
                    <a:lnTo>
                      <a:pt x="175" y="19"/>
                    </a:lnTo>
                    <a:lnTo>
                      <a:pt x="175" y="1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54" name="Google Shape;1754;p206"/>
              <p:cNvSpPr/>
              <p:nvPr/>
            </p:nvSpPr>
            <p:spPr>
              <a:xfrm>
                <a:off x="4749" y="2495"/>
                <a:ext cx="231" cy="237"/>
              </a:xfrm>
              <a:custGeom>
                <a:avLst/>
                <a:gdLst/>
                <a:ahLst/>
                <a:cxnLst/>
                <a:rect l="l" t="t" r="r" b="b"/>
                <a:pathLst>
                  <a:path w="98" h="100" extrusionOk="0">
                    <a:moveTo>
                      <a:pt x="4" y="88"/>
                    </a:moveTo>
                    <a:cubicBezTo>
                      <a:pt x="4" y="88"/>
                      <a:pt x="4" y="88"/>
                      <a:pt x="4" y="88"/>
                    </a:cubicBezTo>
                    <a:cubicBezTo>
                      <a:pt x="4" y="80"/>
                      <a:pt x="4" y="80"/>
                      <a:pt x="4" y="80"/>
                    </a:cubicBezTo>
                    <a:cubicBezTo>
                      <a:pt x="13" y="76"/>
                      <a:pt x="13" y="76"/>
                      <a:pt x="13" y="76"/>
                    </a:cubicBezTo>
                    <a:cubicBezTo>
                      <a:pt x="9" y="68"/>
                      <a:pt x="9" y="68"/>
                      <a:pt x="9" y="68"/>
                    </a:cubicBezTo>
                    <a:cubicBezTo>
                      <a:pt x="4" y="64"/>
                      <a:pt x="4" y="64"/>
                      <a:pt x="4" y="64"/>
                    </a:cubicBezTo>
                    <a:cubicBezTo>
                      <a:pt x="0" y="56"/>
                      <a:pt x="0" y="56"/>
                      <a:pt x="0" y="56"/>
                    </a:cubicBezTo>
                    <a:cubicBezTo>
                      <a:pt x="9" y="60"/>
                      <a:pt x="9" y="60"/>
                      <a:pt x="9" y="60"/>
                    </a:cubicBezTo>
                    <a:cubicBezTo>
                      <a:pt x="34" y="56"/>
                      <a:pt x="34" y="56"/>
                      <a:pt x="34" y="56"/>
                    </a:cubicBezTo>
                    <a:cubicBezTo>
                      <a:pt x="34" y="48"/>
                      <a:pt x="34" y="48"/>
                      <a:pt x="34" y="48"/>
                    </a:cubicBezTo>
                    <a:cubicBezTo>
                      <a:pt x="39" y="44"/>
                      <a:pt x="39" y="44"/>
                      <a:pt x="39" y="44"/>
                    </a:cubicBezTo>
                    <a:cubicBezTo>
                      <a:pt x="56" y="41"/>
                      <a:pt x="56" y="41"/>
                      <a:pt x="56" y="41"/>
                    </a:cubicBezTo>
                    <a:cubicBezTo>
                      <a:pt x="56" y="32"/>
                      <a:pt x="56" y="32"/>
                      <a:pt x="56" y="32"/>
                    </a:cubicBezTo>
                    <a:cubicBezTo>
                      <a:pt x="60" y="29"/>
                      <a:pt x="60" y="29"/>
                      <a:pt x="60" y="29"/>
                    </a:cubicBezTo>
                    <a:cubicBezTo>
                      <a:pt x="60" y="24"/>
                      <a:pt x="60" y="24"/>
                      <a:pt x="60" y="24"/>
                    </a:cubicBezTo>
                    <a:cubicBezTo>
                      <a:pt x="65" y="24"/>
                      <a:pt x="65" y="24"/>
                      <a:pt x="65" y="24"/>
                    </a:cubicBezTo>
                    <a:cubicBezTo>
                      <a:pt x="69" y="17"/>
                      <a:pt x="69" y="17"/>
                      <a:pt x="69" y="17"/>
                    </a:cubicBezTo>
                    <a:cubicBezTo>
                      <a:pt x="69" y="8"/>
                      <a:pt x="69" y="8"/>
                      <a:pt x="69" y="8"/>
                    </a:cubicBezTo>
                    <a:cubicBezTo>
                      <a:pt x="78" y="5"/>
                      <a:pt x="78" y="5"/>
                      <a:pt x="78" y="5"/>
                    </a:cubicBezTo>
                    <a:cubicBezTo>
                      <a:pt x="86" y="0"/>
                      <a:pt x="86" y="0"/>
                      <a:pt x="86" y="0"/>
                    </a:cubicBezTo>
                    <a:cubicBezTo>
                      <a:pt x="90" y="0"/>
                      <a:pt x="90" y="0"/>
                      <a:pt x="90" y="0"/>
                    </a:cubicBezTo>
                    <a:cubicBezTo>
                      <a:pt x="91" y="3"/>
                      <a:pt x="86" y="6"/>
                      <a:pt x="86" y="8"/>
                    </a:cubicBezTo>
                    <a:cubicBezTo>
                      <a:pt x="86" y="12"/>
                      <a:pt x="91" y="13"/>
                      <a:pt x="90" y="17"/>
                    </a:cubicBezTo>
                    <a:cubicBezTo>
                      <a:pt x="86" y="20"/>
                      <a:pt x="86" y="20"/>
                      <a:pt x="86" y="20"/>
                    </a:cubicBezTo>
                    <a:cubicBezTo>
                      <a:pt x="90" y="24"/>
                      <a:pt x="90" y="24"/>
                      <a:pt x="90" y="24"/>
                    </a:cubicBezTo>
                    <a:cubicBezTo>
                      <a:pt x="95" y="29"/>
                      <a:pt x="95" y="29"/>
                      <a:pt x="95" y="29"/>
                    </a:cubicBezTo>
                    <a:cubicBezTo>
                      <a:pt x="96" y="31"/>
                      <a:pt x="98" y="30"/>
                      <a:pt x="98" y="32"/>
                    </a:cubicBezTo>
                    <a:cubicBezTo>
                      <a:pt x="98" y="35"/>
                      <a:pt x="98" y="39"/>
                      <a:pt x="95" y="44"/>
                    </a:cubicBezTo>
                    <a:cubicBezTo>
                      <a:pt x="73" y="68"/>
                      <a:pt x="73" y="68"/>
                      <a:pt x="73" y="68"/>
                    </a:cubicBezTo>
                    <a:cubicBezTo>
                      <a:pt x="65" y="72"/>
                      <a:pt x="65" y="72"/>
                      <a:pt x="65" y="72"/>
                    </a:cubicBezTo>
                    <a:cubicBezTo>
                      <a:pt x="60" y="68"/>
                      <a:pt x="60" y="68"/>
                      <a:pt x="60" y="68"/>
                    </a:cubicBezTo>
                    <a:cubicBezTo>
                      <a:pt x="56" y="72"/>
                      <a:pt x="56" y="72"/>
                      <a:pt x="56" y="72"/>
                    </a:cubicBezTo>
                    <a:cubicBezTo>
                      <a:pt x="56" y="80"/>
                      <a:pt x="56" y="80"/>
                      <a:pt x="56" y="80"/>
                    </a:cubicBezTo>
                    <a:cubicBezTo>
                      <a:pt x="60" y="80"/>
                      <a:pt x="60" y="80"/>
                      <a:pt x="60" y="80"/>
                    </a:cubicBezTo>
                    <a:cubicBezTo>
                      <a:pt x="60" y="84"/>
                      <a:pt x="60" y="84"/>
                      <a:pt x="60" y="84"/>
                    </a:cubicBezTo>
                    <a:cubicBezTo>
                      <a:pt x="65" y="84"/>
                      <a:pt x="65" y="84"/>
                      <a:pt x="65" y="84"/>
                    </a:cubicBezTo>
                    <a:cubicBezTo>
                      <a:pt x="65" y="92"/>
                      <a:pt x="65" y="92"/>
                      <a:pt x="65" y="92"/>
                    </a:cubicBezTo>
                    <a:cubicBezTo>
                      <a:pt x="65" y="96"/>
                      <a:pt x="65" y="96"/>
                      <a:pt x="65" y="96"/>
                    </a:cubicBezTo>
                    <a:cubicBezTo>
                      <a:pt x="52" y="96"/>
                      <a:pt x="52" y="96"/>
                      <a:pt x="52" y="96"/>
                    </a:cubicBezTo>
                    <a:cubicBezTo>
                      <a:pt x="47" y="100"/>
                      <a:pt x="47" y="100"/>
                      <a:pt x="47" y="100"/>
                    </a:cubicBezTo>
                    <a:cubicBezTo>
                      <a:pt x="43" y="96"/>
                      <a:pt x="43" y="96"/>
                      <a:pt x="43" y="96"/>
                    </a:cubicBezTo>
                    <a:cubicBezTo>
                      <a:pt x="39" y="88"/>
                      <a:pt x="39" y="88"/>
                      <a:pt x="39" y="88"/>
                    </a:cubicBezTo>
                    <a:cubicBezTo>
                      <a:pt x="26" y="88"/>
                      <a:pt x="26" y="88"/>
                      <a:pt x="26" y="88"/>
                    </a:cubicBezTo>
                    <a:cubicBezTo>
                      <a:pt x="17" y="88"/>
                      <a:pt x="17" y="88"/>
                      <a:pt x="17" y="88"/>
                    </a:cubicBezTo>
                    <a:cubicBezTo>
                      <a:pt x="4" y="88"/>
                      <a:pt x="4" y="88"/>
                      <a:pt x="4" y="88"/>
                    </a:cubicBezTo>
                    <a:cubicBezTo>
                      <a:pt x="4" y="88"/>
                      <a:pt x="4" y="88"/>
                      <a:pt x="4" y="88"/>
                    </a:cubicBez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55" name="Google Shape;1755;p206"/>
              <p:cNvSpPr/>
              <p:nvPr/>
            </p:nvSpPr>
            <p:spPr>
              <a:xfrm>
                <a:off x="4749" y="2495"/>
                <a:ext cx="231" cy="237"/>
              </a:xfrm>
              <a:custGeom>
                <a:avLst/>
                <a:gdLst/>
                <a:ahLst/>
                <a:cxnLst/>
                <a:rect l="l" t="t" r="r" b="b"/>
                <a:pathLst>
                  <a:path w="98" h="100" extrusionOk="0">
                    <a:moveTo>
                      <a:pt x="4" y="88"/>
                    </a:moveTo>
                    <a:cubicBezTo>
                      <a:pt x="4" y="88"/>
                      <a:pt x="4" y="88"/>
                      <a:pt x="4" y="88"/>
                    </a:cubicBezTo>
                    <a:cubicBezTo>
                      <a:pt x="4" y="80"/>
                      <a:pt x="4" y="80"/>
                      <a:pt x="4" y="80"/>
                    </a:cubicBezTo>
                    <a:cubicBezTo>
                      <a:pt x="13" y="76"/>
                      <a:pt x="13" y="76"/>
                      <a:pt x="13" y="76"/>
                    </a:cubicBezTo>
                    <a:cubicBezTo>
                      <a:pt x="9" y="68"/>
                      <a:pt x="9" y="68"/>
                      <a:pt x="9" y="68"/>
                    </a:cubicBezTo>
                    <a:cubicBezTo>
                      <a:pt x="4" y="64"/>
                      <a:pt x="4" y="64"/>
                      <a:pt x="4" y="64"/>
                    </a:cubicBezTo>
                    <a:cubicBezTo>
                      <a:pt x="0" y="56"/>
                      <a:pt x="0" y="56"/>
                      <a:pt x="0" y="56"/>
                    </a:cubicBezTo>
                    <a:cubicBezTo>
                      <a:pt x="9" y="60"/>
                      <a:pt x="9" y="60"/>
                      <a:pt x="9" y="60"/>
                    </a:cubicBezTo>
                    <a:cubicBezTo>
                      <a:pt x="34" y="56"/>
                      <a:pt x="34" y="56"/>
                      <a:pt x="34" y="56"/>
                    </a:cubicBezTo>
                    <a:cubicBezTo>
                      <a:pt x="34" y="48"/>
                      <a:pt x="34" y="48"/>
                      <a:pt x="34" y="48"/>
                    </a:cubicBezTo>
                    <a:cubicBezTo>
                      <a:pt x="39" y="44"/>
                      <a:pt x="39" y="44"/>
                      <a:pt x="39" y="44"/>
                    </a:cubicBezTo>
                    <a:cubicBezTo>
                      <a:pt x="56" y="41"/>
                      <a:pt x="56" y="41"/>
                      <a:pt x="56" y="41"/>
                    </a:cubicBezTo>
                    <a:cubicBezTo>
                      <a:pt x="56" y="32"/>
                      <a:pt x="56" y="32"/>
                      <a:pt x="56" y="32"/>
                    </a:cubicBezTo>
                    <a:cubicBezTo>
                      <a:pt x="60" y="29"/>
                      <a:pt x="60" y="29"/>
                      <a:pt x="60" y="29"/>
                    </a:cubicBezTo>
                    <a:cubicBezTo>
                      <a:pt x="60" y="24"/>
                      <a:pt x="60" y="24"/>
                      <a:pt x="60" y="24"/>
                    </a:cubicBezTo>
                    <a:cubicBezTo>
                      <a:pt x="65" y="24"/>
                      <a:pt x="65" y="24"/>
                      <a:pt x="65" y="24"/>
                    </a:cubicBezTo>
                    <a:cubicBezTo>
                      <a:pt x="69" y="17"/>
                      <a:pt x="69" y="17"/>
                      <a:pt x="69" y="17"/>
                    </a:cubicBezTo>
                    <a:cubicBezTo>
                      <a:pt x="69" y="8"/>
                      <a:pt x="69" y="8"/>
                      <a:pt x="69" y="8"/>
                    </a:cubicBezTo>
                    <a:cubicBezTo>
                      <a:pt x="78" y="5"/>
                      <a:pt x="78" y="5"/>
                      <a:pt x="78" y="5"/>
                    </a:cubicBezTo>
                    <a:cubicBezTo>
                      <a:pt x="86" y="0"/>
                      <a:pt x="86" y="0"/>
                      <a:pt x="86" y="0"/>
                    </a:cubicBezTo>
                    <a:cubicBezTo>
                      <a:pt x="90" y="0"/>
                      <a:pt x="90" y="0"/>
                      <a:pt x="90" y="0"/>
                    </a:cubicBezTo>
                    <a:cubicBezTo>
                      <a:pt x="91" y="3"/>
                      <a:pt x="86" y="6"/>
                      <a:pt x="86" y="8"/>
                    </a:cubicBezTo>
                    <a:cubicBezTo>
                      <a:pt x="86" y="12"/>
                      <a:pt x="91" y="13"/>
                      <a:pt x="90" y="17"/>
                    </a:cubicBezTo>
                    <a:cubicBezTo>
                      <a:pt x="86" y="20"/>
                      <a:pt x="86" y="20"/>
                      <a:pt x="86" y="20"/>
                    </a:cubicBezTo>
                    <a:cubicBezTo>
                      <a:pt x="90" y="24"/>
                      <a:pt x="90" y="24"/>
                      <a:pt x="90" y="24"/>
                    </a:cubicBezTo>
                    <a:cubicBezTo>
                      <a:pt x="95" y="29"/>
                      <a:pt x="95" y="29"/>
                      <a:pt x="95" y="29"/>
                    </a:cubicBezTo>
                    <a:cubicBezTo>
                      <a:pt x="96" y="31"/>
                      <a:pt x="98" y="30"/>
                      <a:pt x="98" y="32"/>
                    </a:cubicBezTo>
                    <a:cubicBezTo>
                      <a:pt x="98" y="35"/>
                      <a:pt x="98" y="39"/>
                      <a:pt x="95" y="44"/>
                    </a:cubicBezTo>
                    <a:cubicBezTo>
                      <a:pt x="73" y="68"/>
                      <a:pt x="73" y="68"/>
                      <a:pt x="73" y="68"/>
                    </a:cubicBezTo>
                    <a:cubicBezTo>
                      <a:pt x="65" y="72"/>
                      <a:pt x="65" y="72"/>
                      <a:pt x="65" y="72"/>
                    </a:cubicBezTo>
                    <a:cubicBezTo>
                      <a:pt x="60" y="68"/>
                      <a:pt x="60" y="68"/>
                      <a:pt x="60" y="68"/>
                    </a:cubicBezTo>
                    <a:cubicBezTo>
                      <a:pt x="56" y="72"/>
                      <a:pt x="56" y="72"/>
                      <a:pt x="56" y="72"/>
                    </a:cubicBezTo>
                    <a:cubicBezTo>
                      <a:pt x="56" y="80"/>
                      <a:pt x="56" y="80"/>
                      <a:pt x="56" y="80"/>
                    </a:cubicBezTo>
                    <a:cubicBezTo>
                      <a:pt x="60" y="80"/>
                      <a:pt x="60" y="80"/>
                      <a:pt x="60" y="80"/>
                    </a:cubicBezTo>
                    <a:cubicBezTo>
                      <a:pt x="60" y="84"/>
                      <a:pt x="60" y="84"/>
                      <a:pt x="60" y="84"/>
                    </a:cubicBezTo>
                    <a:cubicBezTo>
                      <a:pt x="65" y="84"/>
                      <a:pt x="65" y="84"/>
                      <a:pt x="65" y="84"/>
                    </a:cubicBezTo>
                    <a:cubicBezTo>
                      <a:pt x="65" y="92"/>
                      <a:pt x="65" y="92"/>
                      <a:pt x="65" y="92"/>
                    </a:cubicBezTo>
                    <a:cubicBezTo>
                      <a:pt x="65" y="96"/>
                      <a:pt x="65" y="96"/>
                      <a:pt x="65" y="96"/>
                    </a:cubicBezTo>
                    <a:cubicBezTo>
                      <a:pt x="52" y="96"/>
                      <a:pt x="52" y="96"/>
                      <a:pt x="52" y="96"/>
                    </a:cubicBezTo>
                    <a:cubicBezTo>
                      <a:pt x="47" y="100"/>
                      <a:pt x="47" y="100"/>
                      <a:pt x="47" y="100"/>
                    </a:cubicBezTo>
                    <a:cubicBezTo>
                      <a:pt x="43" y="96"/>
                      <a:pt x="43" y="96"/>
                      <a:pt x="43" y="96"/>
                    </a:cubicBezTo>
                    <a:cubicBezTo>
                      <a:pt x="39" y="88"/>
                      <a:pt x="39" y="88"/>
                      <a:pt x="39" y="88"/>
                    </a:cubicBezTo>
                    <a:cubicBezTo>
                      <a:pt x="26" y="88"/>
                      <a:pt x="26" y="88"/>
                      <a:pt x="26" y="88"/>
                    </a:cubicBezTo>
                    <a:cubicBezTo>
                      <a:pt x="17" y="88"/>
                      <a:pt x="17" y="88"/>
                      <a:pt x="17" y="88"/>
                    </a:cubicBezTo>
                    <a:cubicBezTo>
                      <a:pt x="4" y="88"/>
                      <a:pt x="4" y="88"/>
                      <a:pt x="4" y="88"/>
                    </a:cubicBezTo>
                    <a:cubicBezTo>
                      <a:pt x="4" y="88"/>
                      <a:pt x="4" y="88"/>
                      <a:pt x="4" y="88"/>
                    </a:cubicBez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cxnSp>
            <p:nvCxnSpPr>
              <p:cNvPr id="1756" name="Google Shape;1756;p206"/>
              <p:cNvCxnSpPr/>
              <p:nvPr/>
            </p:nvCxnSpPr>
            <p:spPr>
              <a:xfrm>
                <a:off x="4630" y="2919"/>
                <a:ext cx="10" cy="0"/>
              </a:xfrm>
              <a:prstGeom prst="straightConnector1">
                <a:avLst/>
              </a:prstGeom>
              <a:noFill/>
              <a:ln w="12700" cap="rnd" cmpd="sng">
                <a:solidFill>
                  <a:srgbClr val="FFFFFF"/>
                </a:solidFill>
                <a:prstDash val="solid"/>
                <a:round/>
                <a:headEnd type="none" w="sm" len="sm"/>
                <a:tailEnd type="none" w="sm" len="sm"/>
              </a:ln>
            </p:spPr>
          </p:cxnSp>
          <p:sp>
            <p:nvSpPr>
              <p:cNvPr id="1757" name="Google Shape;1757;p206"/>
              <p:cNvSpPr/>
              <p:nvPr/>
            </p:nvSpPr>
            <p:spPr>
              <a:xfrm>
                <a:off x="4470" y="2438"/>
                <a:ext cx="309" cy="265"/>
              </a:xfrm>
              <a:custGeom>
                <a:avLst/>
                <a:gdLst/>
                <a:ahLst/>
                <a:cxnLst/>
                <a:rect l="l" t="t" r="r" b="b"/>
                <a:pathLst>
                  <a:path w="309" h="265" extrusionOk="0">
                    <a:moveTo>
                      <a:pt x="288" y="265"/>
                    </a:moveTo>
                    <a:lnTo>
                      <a:pt x="288" y="265"/>
                    </a:lnTo>
                    <a:lnTo>
                      <a:pt x="217" y="256"/>
                    </a:lnTo>
                    <a:lnTo>
                      <a:pt x="205" y="237"/>
                    </a:lnTo>
                    <a:lnTo>
                      <a:pt x="175" y="246"/>
                    </a:lnTo>
                    <a:lnTo>
                      <a:pt x="153" y="246"/>
                    </a:lnTo>
                    <a:lnTo>
                      <a:pt x="123" y="218"/>
                    </a:lnTo>
                    <a:lnTo>
                      <a:pt x="104" y="189"/>
                    </a:lnTo>
                    <a:lnTo>
                      <a:pt x="82" y="180"/>
                    </a:lnTo>
                    <a:lnTo>
                      <a:pt x="73" y="180"/>
                    </a:lnTo>
                    <a:lnTo>
                      <a:pt x="61" y="170"/>
                    </a:lnTo>
                    <a:lnTo>
                      <a:pt x="52" y="142"/>
                    </a:lnTo>
                    <a:lnTo>
                      <a:pt x="30" y="133"/>
                    </a:lnTo>
                    <a:lnTo>
                      <a:pt x="21" y="114"/>
                    </a:lnTo>
                    <a:lnTo>
                      <a:pt x="30" y="97"/>
                    </a:lnTo>
                    <a:lnTo>
                      <a:pt x="30" y="76"/>
                    </a:lnTo>
                    <a:lnTo>
                      <a:pt x="21" y="76"/>
                    </a:lnTo>
                    <a:lnTo>
                      <a:pt x="11" y="57"/>
                    </a:lnTo>
                    <a:lnTo>
                      <a:pt x="0" y="12"/>
                    </a:lnTo>
                    <a:lnTo>
                      <a:pt x="11" y="0"/>
                    </a:lnTo>
                    <a:lnTo>
                      <a:pt x="21" y="21"/>
                    </a:lnTo>
                    <a:lnTo>
                      <a:pt x="30" y="21"/>
                    </a:lnTo>
                    <a:lnTo>
                      <a:pt x="42" y="21"/>
                    </a:lnTo>
                    <a:lnTo>
                      <a:pt x="61" y="12"/>
                    </a:lnTo>
                    <a:lnTo>
                      <a:pt x="73" y="12"/>
                    </a:lnTo>
                    <a:lnTo>
                      <a:pt x="61" y="21"/>
                    </a:lnTo>
                    <a:lnTo>
                      <a:pt x="82" y="28"/>
                    </a:lnTo>
                    <a:lnTo>
                      <a:pt x="82" y="47"/>
                    </a:lnTo>
                    <a:lnTo>
                      <a:pt x="123" y="69"/>
                    </a:lnTo>
                    <a:lnTo>
                      <a:pt x="165" y="69"/>
                    </a:lnTo>
                    <a:lnTo>
                      <a:pt x="165" y="47"/>
                    </a:lnTo>
                    <a:lnTo>
                      <a:pt x="184" y="40"/>
                    </a:lnTo>
                    <a:lnTo>
                      <a:pt x="217" y="40"/>
                    </a:lnTo>
                    <a:lnTo>
                      <a:pt x="279" y="69"/>
                    </a:lnTo>
                    <a:lnTo>
                      <a:pt x="279" y="76"/>
                    </a:lnTo>
                    <a:lnTo>
                      <a:pt x="279" y="85"/>
                    </a:lnTo>
                    <a:lnTo>
                      <a:pt x="279" y="97"/>
                    </a:lnTo>
                    <a:lnTo>
                      <a:pt x="267" y="114"/>
                    </a:lnTo>
                    <a:lnTo>
                      <a:pt x="267" y="152"/>
                    </a:lnTo>
                    <a:lnTo>
                      <a:pt x="288" y="161"/>
                    </a:lnTo>
                    <a:lnTo>
                      <a:pt x="288" y="170"/>
                    </a:lnTo>
                    <a:lnTo>
                      <a:pt x="279" y="189"/>
                    </a:lnTo>
                    <a:lnTo>
                      <a:pt x="288" y="208"/>
                    </a:lnTo>
                    <a:lnTo>
                      <a:pt x="298" y="218"/>
                    </a:lnTo>
                    <a:lnTo>
                      <a:pt x="309" y="237"/>
                    </a:lnTo>
                    <a:lnTo>
                      <a:pt x="288" y="246"/>
                    </a:lnTo>
                    <a:lnTo>
                      <a:pt x="288" y="265"/>
                    </a:lnTo>
                    <a:lnTo>
                      <a:pt x="288" y="265"/>
                    </a:lnTo>
                    <a:lnTo>
                      <a:pt x="288" y="26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58" name="Google Shape;1758;p206"/>
              <p:cNvSpPr/>
              <p:nvPr/>
            </p:nvSpPr>
            <p:spPr>
              <a:xfrm>
                <a:off x="4399" y="2374"/>
                <a:ext cx="113" cy="36"/>
              </a:xfrm>
              <a:custGeom>
                <a:avLst/>
                <a:gdLst/>
                <a:ahLst/>
                <a:cxnLst/>
                <a:rect l="l" t="t" r="r" b="b"/>
                <a:pathLst>
                  <a:path w="113" h="36" extrusionOk="0">
                    <a:moveTo>
                      <a:pt x="30" y="36"/>
                    </a:moveTo>
                    <a:lnTo>
                      <a:pt x="30" y="36"/>
                    </a:lnTo>
                    <a:lnTo>
                      <a:pt x="30" y="29"/>
                    </a:lnTo>
                    <a:lnTo>
                      <a:pt x="30" y="19"/>
                    </a:lnTo>
                    <a:lnTo>
                      <a:pt x="0" y="0"/>
                    </a:lnTo>
                    <a:lnTo>
                      <a:pt x="52" y="0"/>
                    </a:lnTo>
                    <a:lnTo>
                      <a:pt x="73" y="7"/>
                    </a:lnTo>
                    <a:lnTo>
                      <a:pt x="92" y="7"/>
                    </a:lnTo>
                    <a:lnTo>
                      <a:pt x="113" y="29"/>
                    </a:lnTo>
                    <a:lnTo>
                      <a:pt x="104" y="29"/>
                    </a:lnTo>
                    <a:lnTo>
                      <a:pt x="113" y="36"/>
                    </a:lnTo>
                    <a:lnTo>
                      <a:pt x="92" y="36"/>
                    </a:lnTo>
                    <a:lnTo>
                      <a:pt x="82" y="36"/>
                    </a:lnTo>
                    <a:lnTo>
                      <a:pt x="61" y="36"/>
                    </a:lnTo>
                    <a:lnTo>
                      <a:pt x="30" y="36"/>
                    </a:lnTo>
                    <a:lnTo>
                      <a:pt x="30" y="36"/>
                    </a:lnTo>
                    <a:lnTo>
                      <a:pt x="30" y="36"/>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59" name="Google Shape;1759;p206"/>
              <p:cNvSpPr/>
              <p:nvPr/>
            </p:nvSpPr>
            <p:spPr>
              <a:xfrm>
                <a:off x="4399" y="2374"/>
                <a:ext cx="113" cy="36"/>
              </a:xfrm>
              <a:custGeom>
                <a:avLst/>
                <a:gdLst/>
                <a:ahLst/>
                <a:cxnLst/>
                <a:rect l="l" t="t" r="r" b="b"/>
                <a:pathLst>
                  <a:path w="113" h="36" extrusionOk="0">
                    <a:moveTo>
                      <a:pt x="30" y="36"/>
                    </a:moveTo>
                    <a:lnTo>
                      <a:pt x="30" y="36"/>
                    </a:lnTo>
                    <a:lnTo>
                      <a:pt x="30" y="29"/>
                    </a:lnTo>
                    <a:lnTo>
                      <a:pt x="30" y="19"/>
                    </a:lnTo>
                    <a:lnTo>
                      <a:pt x="0" y="0"/>
                    </a:lnTo>
                    <a:lnTo>
                      <a:pt x="52" y="0"/>
                    </a:lnTo>
                    <a:lnTo>
                      <a:pt x="73" y="7"/>
                    </a:lnTo>
                    <a:lnTo>
                      <a:pt x="92" y="7"/>
                    </a:lnTo>
                    <a:lnTo>
                      <a:pt x="113" y="29"/>
                    </a:lnTo>
                    <a:lnTo>
                      <a:pt x="104" y="29"/>
                    </a:lnTo>
                    <a:lnTo>
                      <a:pt x="113" y="36"/>
                    </a:lnTo>
                    <a:lnTo>
                      <a:pt x="92" y="36"/>
                    </a:lnTo>
                    <a:lnTo>
                      <a:pt x="82" y="36"/>
                    </a:lnTo>
                    <a:lnTo>
                      <a:pt x="61" y="36"/>
                    </a:lnTo>
                    <a:lnTo>
                      <a:pt x="30" y="36"/>
                    </a:lnTo>
                    <a:lnTo>
                      <a:pt x="30" y="36"/>
                    </a:lnTo>
                    <a:lnTo>
                      <a:pt x="30" y="36"/>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60" name="Google Shape;1760;p206"/>
              <p:cNvSpPr/>
              <p:nvPr/>
            </p:nvSpPr>
            <p:spPr>
              <a:xfrm>
                <a:off x="4462" y="2410"/>
                <a:ext cx="50" cy="49"/>
              </a:xfrm>
              <a:custGeom>
                <a:avLst/>
                <a:gdLst/>
                <a:ahLst/>
                <a:cxnLst/>
                <a:rect l="l" t="t" r="r" b="b"/>
                <a:pathLst>
                  <a:path w="50" h="49" extrusionOk="0">
                    <a:moveTo>
                      <a:pt x="50" y="49"/>
                    </a:moveTo>
                    <a:lnTo>
                      <a:pt x="50" y="49"/>
                    </a:lnTo>
                    <a:lnTo>
                      <a:pt x="50" y="40"/>
                    </a:lnTo>
                    <a:lnTo>
                      <a:pt x="41" y="28"/>
                    </a:lnTo>
                    <a:lnTo>
                      <a:pt x="41" y="21"/>
                    </a:lnTo>
                    <a:lnTo>
                      <a:pt x="19" y="0"/>
                    </a:lnTo>
                    <a:lnTo>
                      <a:pt x="0" y="0"/>
                    </a:lnTo>
                    <a:lnTo>
                      <a:pt x="10" y="28"/>
                    </a:lnTo>
                    <a:lnTo>
                      <a:pt x="19" y="28"/>
                    </a:lnTo>
                    <a:lnTo>
                      <a:pt x="41" y="40"/>
                    </a:lnTo>
                    <a:lnTo>
                      <a:pt x="41" y="49"/>
                    </a:lnTo>
                    <a:lnTo>
                      <a:pt x="50" y="49"/>
                    </a:lnTo>
                    <a:lnTo>
                      <a:pt x="50" y="49"/>
                    </a:lnTo>
                    <a:lnTo>
                      <a:pt x="50" y="4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61" name="Google Shape;1761;p206"/>
              <p:cNvSpPr/>
              <p:nvPr/>
            </p:nvSpPr>
            <p:spPr>
              <a:xfrm>
                <a:off x="4462" y="2410"/>
                <a:ext cx="50" cy="49"/>
              </a:xfrm>
              <a:custGeom>
                <a:avLst/>
                <a:gdLst/>
                <a:ahLst/>
                <a:cxnLst/>
                <a:rect l="l" t="t" r="r" b="b"/>
                <a:pathLst>
                  <a:path w="50" h="49" extrusionOk="0">
                    <a:moveTo>
                      <a:pt x="50" y="49"/>
                    </a:moveTo>
                    <a:lnTo>
                      <a:pt x="50" y="49"/>
                    </a:lnTo>
                    <a:lnTo>
                      <a:pt x="50" y="40"/>
                    </a:lnTo>
                    <a:lnTo>
                      <a:pt x="41" y="28"/>
                    </a:lnTo>
                    <a:lnTo>
                      <a:pt x="41" y="21"/>
                    </a:lnTo>
                    <a:lnTo>
                      <a:pt x="19" y="0"/>
                    </a:lnTo>
                    <a:lnTo>
                      <a:pt x="0" y="0"/>
                    </a:lnTo>
                    <a:lnTo>
                      <a:pt x="10" y="28"/>
                    </a:lnTo>
                    <a:lnTo>
                      <a:pt x="19" y="28"/>
                    </a:lnTo>
                    <a:lnTo>
                      <a:pt x="41" y="40"/>
                    </a:lnTo>
                    <a:lnTo>
                      <a:pt x="41" y="49"/>
                    </a:lnTo>
                    <a:lnTo>
                      <a:pt x="50" y="49"/>
                    </a:lnTo>
                    <a:lnTo>
                      <a:pt x="50" y="49"/>
                    </a:lnTo>
                    <a:lnTo>
                      <a:pt x="50" y="4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62" name="Google Shape;1762;p206"/>
              <p:cNvSpPr/>
              <p:nvPr/>
            </p:nvSpPr>
            <p:spPr>
              <a:xfrm>
                <a:off x="4481" y="2403"/>
                <a:ext cx="95" cy="63"/>
              </a:xfrm>
              <a:custGeom>
                <a:avLst/>
                <a:gdLst/>
                <a:ahLst/>
                <a:cxnLst/>
                <a:rect l="l" t="t" r="r" b="b"/>
                <a:pathLst>
                  <a:path w="95" h="63" extrusionOk="0">
                    <a:moveTo>
                      <a:pt x="31" y="56"/>
                    </a:moveTo>
                    <a:lnTo>
                      <a:pt x="31" y="56"/>
                    </a:lnTo>
                    <a:lnTo>
                      <a:pt x="52" y="47"/>
                    </a:lnTo>
                    <a:lnTo>
                      <a:pt x="62" y="47"/>
                    </a:lnTo>
                    <a:lnTo>
                      <a:pt x="52" y="56"/>
                    </a:lnTo>
                    <a:lnTo>
                      <a:pt x="74" y="63"/>
                    </a:lnTo>
                    <a:lnTo>
                      <a:pt x="62" y="56"/>
                    </a:lnTo>
                    <a:lnTo>
                      <a:pt x="74" y="56"/>
                    </a:lnTo>
                    <a:lnTo>
                      <a:pt x="74" y="35"/>
                    </a:lnTo>
                    <a:lnTo>
                      <a:pt x="95" y="28"/>
                    </a:lnTo>
                    <a:lnTo>
                      <a:pt x="74" y="18"/>
                    </a:lnTo>
                    <a:lnTo>
                      <a:pt x="62" y="0"/>
                    </a:lnTo>
                    <a:lnTo>
                      <a:pt x="52" y="7"/>
                    </a:lnTo>
                    <a:lnTo>
                      <a:pt x="41" y="7"/>
                    </a:lnTo>
                    <a:lnTo>
                      <a:pt x="31" y="0"/>
                    </a:lnTo>
                    <a:lnTo>
                      <a:pt x="22" y="0"/>
                    </a:lnTo>
                    <a:lnTo>
                      <a:pt x="31" y="7"/>
                    </a:lnTo>
                    <a:lnTo>
                      <a:pt x="10" y="7"/>
                    </a:lnTo>
                    <a:lnTo>
                      <a:pt x="0" y="7"/>
                    </a:lnTo>
                    <a:lnTo>
                      <a:pt x="22" y="28"/>
                    </a:lnTo>
                    <a:lnTo>
                      <a:pt x="22" y="35"/>
                    </a:lnTo>
                    <a:lnTo>
                      <a:pt x="31" y="47"/>
                    </a:lnTo>
                    <a:lnTo>
                      <a:pt x="31" y="56"/>
                    </a:lnTo>
                    <a:lnTo>
                      <a:pt x="31" y="56"/>
                    </a:lnTo>
                    <a:lnTo>
                      <a:pt x="31" y="56"/>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63" name="Google Shape;1763;p206"/>
              <p:cNvSpPr/>
              <p:nvPr/>
            </p:nvSpPr>
            <p:spPr>
              <a:xfrm>
                <a:off x="4481" y="2403"/>
                <a:ext cx="95" cy="63"/>
              </a:xfrm>
              <a:custGeom>
                <a:avLst/>
                <a:gdLst/>
                <a:ahLst/>
                <a:cxnLst/>
                <a:rect l="l" t="t" r="r" b="b"/>
                <a:pathLst>
                  <a:path w="95" h="63" extrusionOk="0">
                    <a:moveTo>
                      <a:pt x="31" y="56"/>
                    </a:moveTo>
                    <a:lnTo>
                      <a:pt x="31" y="56"/>
                    </a:lnTo>
                    <a:lnTo>
                      <a:pt x="52" y="47"/>
                    </a:lnTo>
                    <a:lnTo>
                      <a:pt x="62" y="47"/>
                    </a:lnTo>
                    <a:lnTo>
                      <a:pt x="52" y="56"/>
                    </a:lnTo>
                    <a:lnTo>
                      <a:pt x="74" y="63"/>
                    </a:lnTo>
                    <a:lnTo>
                      <a:pt x="62" y="56"/>
                    </a:lnTo>
                    <a:lnTo>
                      <a:pt x="74" y="56"/>
                    </a:lnTo>
                    <a:lnTo>
                      <a:pt x="74" y="35"/>
                    </a:lnTo>
                    <a:lnTo>
                      <a:pt x="95" y="28"/>
                    </a:lnTo>
                    <a:lnTo>
                      <a:pt x="74" y="18"/>
                    </a:lnTo>
                    <a:lnTo>
                      <a:pt x="62" y="0"/>
                    </a:lnTo>
                    <a:lnTo>
                      <a:pt x="52" y="7"/>
                    </a:lnTo>
                    <a:lnTo>
                      <a:pt x="41" y="7"/>
                    </a:lnTo>
                    <a:lnTo>
                      <a:pt x="31" y="0"/>
                    </a:lnTo>
                    <a:lnTo>
                      <a:pt x="22" y="0"/>
                    </a:lnTo>
                    <a:lnTo>
                      <a:pt x="31" y="7"/>
                    </a:lnTo>
                    <a:lnTo>
                      <a:pt x="10" y="7"/>
                    </a:lnTo>
                    <a:lnTo>
                      <a:pt x="0" y="7"/>
                    </a:lnTo>
                    <a:lnTo>
                      <a:pt x="22" y="28"/>
                    </a:lnTo>
                    <a:lnTo>
                      <a:pt x="22" y="35"/>
                    </a:lnTo>
                    <a:lnTo>
                      <a:pt x="31" y="47"/>
                    </a:lnTo>
                    <a:lnTo>
                      <a:pt x="31" y="56"/>
                    </a:lnTo>
                    <a:lnTo>
                      <a:pt x="31" y="56"/>
                    </a:lnTo>
                    <a:lnTo>
                      <a:pt x="31" y="56"/>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64" name="Google Shape;1764;p206"/>
              <p:cNvSpPr/>
              <p:nvPr/>
            </p:nvSpPr>
            <p:spPr>
              <a:xfrm>
                <a:off x="4479" y="2630"/>
                <a:ext cx="31" cy="16"/>
              </a:xfrm>
              <a:custGeom>
                <a:avLst/>
                <a:gdLst/>
                <a:ahLst/>
                <a:cxnLst/>
                <a:rect l="l" t="t" r="r" b="b"/>
                <a:pathLst>
                  <a:path w="31" h="16" extrusionOk="0">
                    <a:moveTo>
                      <a:pt x="0" y="7"/>
                    </a:moveTo>
                    <a:lnTo>
                      <a:pt x="0" y="7"/>
                    </a:lnTo>
                    <a:lnTo>
                      <a:pt x="12" y="0"/>
                    </a:lnTo>
                    <a:lnTo>
                      <a:pt x="31" y="7"/>
                    </a:lnTo>
                    <a:lnTo>
                      <a:pt x="12" y="16"/>
                    </a:lnTo>
                    <a:lnTo>
                      <a:pt x="0" y="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65" name="Google Shape;1765;p206"/>
              <p:cNvSpPr/>
              <p:nvPr/>
            </p:nvSpPr>
            <p:spPr>
              <a:xfrm>
                <a:off x="4479" y="2630"/>
                <a:ext cx="31" cy="16"/>
              </a:xfrm>
              <a:custGeom>
                <a:avLst/>
                <a:gdLst/>
                <a:ahLst/>
                <a:cxnLst/>
                <a:rect l="l" t="t" r="r" b="b"/>
                <a:pathLst>
                  <a:path w="31" h="16" extrusionOk="0">
                    <a:moveTo>
                      <a:pt x="0" y="7"/>
                    </a:moveTo>
                    <a:lnTo>
                      <a:pt x="0" y="7"/>
                    </a:lnTo>
                    <a:lnTo>
                      <a:pt x="12" y="0"/>
                    </a:lnTo>
                    <a:lnTo>
                      <a:pt x="31" y="7"/>
                    </a:lnTo>
                    <a:lnTo>
                      <a:pt x="12" y="16"/>
                    </a:lnTo>
                    <a:lnTo>
                      <a:pt x="0" y="7"/>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66" name="Google Shape;1766;p206"/>
              <p:cNvSpPr/>
              <p:nvPr/>
            </p:nvSpPr>
            <p:spPr>
              <a:xfrm>
                <a:off x="4479" y="2630"/>
                <a:ext cx="31" cy="16"/>
              </a:xfrm>
              <a:custGeom>
                <a:avLst/>
                <a:gdLst/>
                <a:ahLst/>
                <a:cxnLst/>
                <a:rect l="l" t="t" r="r" b="b"/>
                <a:pathLst>
                  <a:path w="31" h="16" extrusionOk="0">
                    <a:moveTo>
                      <a:pt x="0" y="7"/>
                    </a:moveTo>
                    <a:lnTo>
                      <a:pt x="0" y="7"/>
                    </a:lnTo>
                    <a:lnTo>
                      <a:pt x="12" y="0"/>
                    </a:lnTo>
                    <a:lnTo>
                      <a:pt x="31" y="7"/>
                    </a:lnTo>
                    <a:lnTo>
                      <a:pt x="12" y="16"/>
                    </a:lnTo>
                    <a:lnTo>
                      <a:pt x="0" y="7"/>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67" name="Google Shape;1767;p206"/>
              <p:cNvSpPr/>
              <p:nvPr/>
            </p:nvSpPr>
            <p:spPr>
              <a:xfrm>
                <a:off x="4318" y="2580"/>
                <a:ext cx="357" cy="305"/>
              </a:xfrm>
              <a:custGeom>
                <a:avLst/>
                <a:gdLst/>
                <a:ahLst/>
                <a:cxnLst/>
                <a:rect l="l" t="t" r="r" b="b"/>
                <a:pathLst>
                  <a:path w="357" h="305" extrusionOk="0">
                    <a:moveTo>
                      <a:pt x="296" y="249"/>
                    </a:moveTo>
                    <a:lnTo>
                      <a:pt x="296" y="249"/>
                    </a:lnTo>
                    <a:lnTo>
                      <a:pt x="305" y="239"/>
                    </a:lnTo>
                    <a:lnTo>
                      <a:pt x="317" y="230"/>
                    </a:lnTo>
                    <a:lnTo>
                      <a:pt x="327" y="220"/>
                    </a:lnTo>
                    <a:lnTo>
                      <a:pt x="336" y="211"/>
                    </a:lnTo>
                    <a:lnTo>
                      <a:pt x="348" y="201"/>
                    </a:lnTo>
                    <a:lnTo>
                      <a:pt x="357" y="201"/>
                    </a:lnTo>
                    <a:lnTo>
                      <a:pt x="357" y="192"/>
                    </a:lnTo>
                    <a:lnTo>
                      <a:pt x="357" y="182"/>
                    </a:lnTo>
                    <a:lnTo>
                      <a:pt x="357" y="173"/>
                    </a:lnTo>
                    <a:lnTo>
                      <a:pt x="348" y="163"/>
                    </a:lnTo>
                    <a:lnTo>
                      <a:pt x="336" y="154"/>
                    </a:lnTo>
                    <a:lnTo>
                      <a:pt x="327" y="154"/>
                    </a:lnTo>
                    <a:lnTo>
                      <a:pt x="317" y="154"/>
                    </a:lnTo>
                    <a:lnTo>
                      <a:pt x="317" y="163"/>
                    </a:lnTo>
                    <a:lnTo>
                      <a:pt x="305" y="163"/>
                    </a:lnTo>
                    <a:lnTo>
                      <a:pt x="296" y="163"/>
                    </a:lnTo>
                    <a:lnTo>
                      <a:pt x="286" y="163"/>
                    </a:lnTo>
                    <a:lnTo>
                      <a:pt x="275" y="163"/>
                    </a:lnTo>
                    <a:lnTo>
                      <a:pt x="265" y="163"/>
                    </a:lnTo>
                    <a:lnTo>
                      <a:pt x="256" y="154"/>
                    </a:lnTo>
                    <a:lnTo>
                      <a:pt x="265" y="144"/>
                    </a:lnTo>
                    <a:lnTo>
                      <a:pt x="256" y="126"/>
                    </a:lnTo>
                    <a:lnTo>
                      <a:pt x="256" y="97"/>
                    </a:lnTo>
                    <a:lnTo>
                      <a:pt x="225" y="69"/>
                    </a:lnTo>
                    <a:lnTo>
                      <a:pt x="194" y="57"/>
                    </a:lnTo>
                    <a:lnTo>
                      <a:pt x="173" y="69"/>
                    </a:lnTo>
                    <a:lnTo>
                      <a:pt x="163" y="57"/>
                    </a:lnTo>
                    <a:lnTo>
                      <a:pt x="142" y="47"/>
                    </a:lnTo>
                    <a:lnTo>
                      <a:pt x="142" y="40"/>
                    </a:lnTo>
                    <a:lnTo>
                      <a:pt x="133" y="28"/>
                    </a:lnTo>
                    <a:lnTo>
                      <a:pt x="102" y="12"/>
                    </a:lnTo>
                    <a:lnTo>
                      <a:pt x="71" y="0"/>
                    </a:lnTo>
                    <a:lnTo>
                      <a:pt x="40" y="19"/>
                    </a:lnTo>
                    <a:lnTo>
                      <a:pt x="50" y="28"/>
                    </a:lnTo>
                    <a:lnTo>
                      <a:pt x="40" y="47"/>
                    </a:lnTo>
                    <a:lnTo>
                      <a:pt x="29" y="47"/>
                    </a:lnTo>
                    <a:lnTo>
                      <a:pt x="19" y="57"/>
                    </a:lnTo>
                    <a:lnTo>
                      <a:pt x="0" y="57"/>
                    </a:lnTo>
                    <a:lnTo>
                      <a:pt x="0" y="76"/>
                    </a:lnTo>
                    <a:lnTo>
                      <a:pt x="10" y="76"/>
                    </a:lnTo>
                    <a:lnTo>
                      <a:pt x="50" y="135"/>
                    </a:lnTo>
                    <a:lnTo>
                      <a:pt x="59" y="144"/>
                    </a:lnTo>
                    <a:lnTo>
                      <a:pt x="71" y="163"/>
                    </a:lnTo>
                    <a:lnTo>
                      <a:pt x="71" y="192"/>
                    </a:lnTo>
                    <a:lnTo>
                      <a:pt x="102" y="211"/>
                    </a:lnTo>
                    <a:lnTo>
                      <a:pt x="121" y="258"/>
                    </a:lnTo>
                    <a:lnTo>
                      <a:pt x="133" y="268"/>
                    </a:lnTo>
                    <a:lnTo>
                      <a:pt x="142" y="258"/>
                    </a:lnTo>
                    <a:lnTo>
                      <a:pt x="173" y="284"/>
                    </a:lnTo>
                    <a:lnTo>
                      <a:pt x="185" y="305"/>
                    </a:lnTo>
                    <a:lnTo>
                      <a:pt x="256" y="258"/>
                    </a:lnTo>
                    <a:lnTo>
                      <a:pt x="296" y="249"/>
                    </a:lnTo>
                    <a:close/>
                  </a:path>
                </a:pathLst>
              </a:custGeom>
              <a:solidFill>
                <a:srgbClr val="B5B5B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68" name="Google Shape;1768;p206"/>
              <p:cNvSpPr/>
              <p:nvPr/>
            </p:nvSpPr>
            <p:spPr>
              <a:xfrm>
                <a:off x="4318" y="2580"/>
                <a:ext cx="357" cy="305"/>
              </a:xfrm>
              <a:custGeom>
                <a:avLst/>
                <a:gdLst/>
                <a:ahLst/>
                <a:cxnLst/>
                <a:rect l="l" t="t" r="r" b="b"/>
                <a:pathLst>
                  <a:path w="357" h="305" extrusionOk="0">
                    <a:moveTo>
                      <a:pt x="296" y="249"/>
                    </a:moveTo>
                    <a:lnTo>
                      <a:pt x="296" y="249"/>
                    </a:lnTo>
                    <a:lnTo>
                      <a:pt x="305" y="239"/>
                    </a:lnTo>
                    <a:lnTo>
                      <a:pt x="317" y="230"/>
                    </a:lnTo>
                    <a:lnTo>
                      <a:pt x="327" y="220"/>
                    </a:lnTo>
                    <a:lnTo>
                      <a:pt x="336" y="211"/>
                    </a:lnTo>
                    <a:lnTo>
                      <a:pt x="348" y="201"/>
                    </a:lnTo>
                    <a:lnTo>
                      <a:pt x="357" y="201"/>
                    </a:lnTo>
                    <a:lnTo>
                      <a:pt x="357" y="192"/>
                    </a:lnTo>
                    <a:lnTo>
                      <a:pt x="357" y="182"/>
                    </a:lnTo>
                    <a:lnTo>
                      <a:pt x="357" y="173"/>
                    </a:lnTo>
                    <a:lnTo>
                      <a:pt x="348" y="163"/>
                    </a:lnTo>
                    <a:lnTo>
                      <a:pt x="336" y="154"/>
                    </a:lnTo>
                    <a:lnTo>
                      <a:pt x="327" y="154"/>
                    </a:lnTo>
                    <a:lnTo>
                      <a:pt x="317" y="154"/>
                    </a:lnTo>
                    <a:lnTo>
                      <a:pt x="317" y="163"/>
                    </a:lnTo>
                    <a:lnTo>
                      <a:pt x="305" y="163"/>
                    </a:lnTo>
                    <a:lnTo>
                      <a:pt x="296" y="163"/>
                    </a:lnTo>
                    <a:lnTo>
                      <a:pt x="286" y="163"/>
                    </a:lnTo>
                    <a:lnTo>
                      <a:pt x="275" y="163"/>
                    </a:lnTo>
                    <a:lnTo>
                      <a:pt x="265" y="163"/>
                    </a:lnTo>
                    <a:lnTo>
                      <a:pt x="256" y="154"/>
                    </a:lnTo>
                    <a:lnTo>
                      <a:pt x="265" y="144"/>
                    </a:lnTo>
                    <a:lnTo>
                      <a:pt x="256" y="126"/>
                    </a:lnTo>
                    <a:lnTo>
                      <a:pt x="256" y="97"/>
                    </a:lnTo>
                    <a:lnTo>
                      <a:pt x="225" y="69"/>
                    </a:lnTo>
                    <a:lnTo>
                      <a:pt x="194" y="57"/>
                    </a:lnTo>
                    <a:lnTo>
                      <a:pt x="173" y="69"/>
                    </a:lnTo>
                    <a:lnTo>
                      <a:pt x="163" y="57"/>
                    </a:lnTo>
                    <a:lnTo>
                      <a:pt x="142" y="47"/>
                    </a:lnTo>
                    <a:lnTo>
                      <a:pt x="142" y="40"/>
                    </a:lnTo>
                    <a:lnTo>
                      <a:pt x="133" y="28"/>
                    </a:lnTo>
                    <a:lnTo>
                      <a:pt x="102" y="12"/>
                    </a:lnTo>
                    <a:lnTo>
                      <a:pt x="71" y="0"/>
                    </a:lnTo>
                    <a:lnTo>
                      <a:pt x="40" y="19"/>
                    </a:lnTo>
                    <a:lnTo>
                      <a:pt x="50" y="28"/>
                    </a:lnTo>
                    <a:lnTo>
                      <a:pt x="40" y="47"/>
                    </a:lnTo>
                    <a:lnTo>
                      <a:pt x="29" y="47"/>
                    </a:lnTo>
                    <a:lnTo>
                      <a:pt x="19" y="57"/>
                    </a:lnTo>
                    <a:lnTo>
                      <a:pt x="0" y="57"/>
                    </a:lnTo>
                    <a:lnTo>
                      <a:pt x="0" y="76"/>
                    </a:lnTo>
                    <a:lnTo>
                      <a:pt x="10" y="76"/>
                    </a:lnTo>
                    <a:lnTo>
                      <a:pt x="50" y="135"/>
                    </a:lnTo>
                    <a:lnTo>
                      <a:pt x="59" y="144"/>
                    </a:lnTo>
                    <a:lnTo>
                      <a:pt x="71" y="163"/>
                    </a:lnTo>
                    <a:lnTo>
                      <a:pt x="71" y="192"/>
                    </a:lnTo>
                    <a:lnTo>
                      <a:pt x="102" y="211"/>
                    </a:lnTo>
                    <a:lnTo>
                      <a:pt x="121" y="258"/>
                    </a:lnTo>
                    <a:lnTo>
                      <a:pt x="133" y="268"/>
                    </a:lnTo>
                    <a:lnTo>
                      <a:pt x="142" y="258"/>
                    </a:lnTo>
                    <a:lnTo>
                      <a:pt x="173" y="284"/>
                    </a:lnTo>
                    <a:lnTo>
                      <a:pt x="185" y="305"/>
                    </a:lnTo>
                    <a:lnTo>
                      <a:pt x="256" y="258"/>
                    </a:lnTo>
                    <a:lnTo>
                      <a:pt x="296" y="24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69" name="Google Shape;1769;p206"/>
              <p:cNvSpPr/>
              <p:nvPr/>
            </p:nvSpPr>
            <p:spPr>
              <a:xfrm>
                <a:off x="4318" y="2580"/>
                <a:ext cx="357" cy="305"/>
              </a:xfrm>
              <a:custGeom>
                <a:avLst/>
                <a:gdLst/>
                <a:ahLst/>
                <a:cxnLst/>
                <a:rect l="l" t="t" r="r" b="b"/>
                <a:pathLst>
                  <a:path w="357" h="305" extrusionOk="0">
                    <a:moveTo>
                      <a:pt x="296" y="249"/>
                    </a:moveTo>
                    <a:lnTo>
                      <a:pt x="296" y="249"/>
                    </a:lnTo>
                    <a:lnTo>
                      <a:pt x="305" y="239"/>
                    </a:lnTo>
                    <a:lnTo>
                      <a:pt x="317" y="230"/>
                    </a:lnTo>
                    <a:lnTo>
                      <a:pt x="327" y="220"/>
                    </a:lnTo>
                    <a:lnTo>
                      <a:pt x="336" y="211"/>
                    </a:lnTo>
                    <a:lnTo>
                      <a:pt x="348" y="201"/>
                    </a:lnTo>
                    <a:lnTo>
                      <a:pt x="357" y="201"/>
                    </a:lnTo>
                    <a:lnTo>
                      <a:pt x="357" y="192"/>
                    </a:lnTo>
                    <a:lnTo>
                      <a:pt x="357" y="182"/>
                    </a:lnTo>
                    <a:lnTo>
                      <a:pt x="357" y="173"/>
                    </a:lnTo>
                    <a:lnTo>
                      <a:pt x="348" y="163"/>
                    </a:lnTo>
                    <a:lnTo>
                      <a:pt x="336" y="154"/>
                    </a:lnTo>
                    <a:lnTo>
                      <a:pt x="327" y="154"/>
                    </a:lnTo>
                    <a:lnTo>
                      <a:pt x="317" y="154"/>
                    </a:lnTo>
                    <a:lnTo>
                      <a:pt x="317" y="163"/>
                    </a:lnTo>
                    <a:lnTo>
                      <a:pt x="305" y="163"/>
                    </a:lnTo>
                    <a:lnTo>
                      <a:pt x="296" y="163"/>
                    </a:lnTo>
                    <a:lnTo>
                      <a:pt x="286" y="163"/>
                    </a:lnTo>
                    <a:lnTo>
                      <a:pt x="275" y="163"/>
                    </a:lnTo>
                    <a:lnTo>
                      <a:pt x="265" y="163"/>
                    </a:lnTo>
                    <a:lnTo>
                      <a:pt x="256" y="154"/>
                    </a:lnTo>
                    <a:lnTo>
                      <a:pt x="265" y="144"/>
                    </a:lnTo>
                    <a:lnTo>
                      <a:pt x="256" y="126"/>
                    </a:lnTo>
                    <a:lnTo>
                      <a:pt x="256" y="97"/>
                    </a:lnTo>
                    <a:lnTo>
                      <a:pt x="225" y="69"/>
                    </a:lnTo>
                    <a:lnTo>
                      <a:pt x="194" y="57"/>
                    </a:lnTo>
                    <a:lnTo>
                      <a:pt x="173" y="69"/>
                    </a:lnTo>
                    <a:lnTo>
                      <a:pt x="163" y="57"/>
                    </a:lnTo>
                    <a:lnTo>
                      <a:pt x="142" y="47"/>
                    </a:lnTo>
                    <a:lnTo>
                      <a:pt x="142" y="40"/>
                    </a:lnTo>
                    <a:lnTo>
                      <a:pt x="133" y="28"/>
                    </a:lnTo>
                    <a:lnTo>
                      <a:pt x="102" y="12"/>
                    </a:lnTo>
                    <a:lnTo>
                      <a:pt x="71" y="0"/>
                    </a:lnTo>
                    <a:lnTo>
                      <a:pt x="40" y="19"/>
                    </a:lnTo>
                    <a:lnTo>
                      <a:pt x="50" y="28"/>
                    </a:lnTo>
                    <a:lnTo>
                      <a:pt x="40" y="47"/>
                    </a:lnTo>
                    <a:lnTo>
                      <a:pt x="29" y="47"/>
                    </a:lnTo>
                    <a:lnTo>
                      <a:pt x="19" y="57"/>
                    </a:lnTo>
                    <a:lnTo>
                      <a:pt x="0" y="57"/>
                    </a:lnTo>
                    <a:lnTo>
                      <a:pt x="0" y="76"/>
                    </a:lnTo>
                    <a:lnTo>
                      <a:pt x="10" y="76"/>
                    </a:lnTo>
                    <a:lnTo>
                      <a:pt x="50" y="135"/>
                    </a:lnTo>
                    <a:lnTo>
                      <a:pt x="59" y="144"/>
                    </a:lnTo>
                    <a:lnTo>
                      <a:pt x="71" y="163"/>
                    </a:lnTo>
                    <a:lnTo>
                      <a:pt x="71" y="192"/>
                    </a:lnTo>
                    <a:lnTo>
                      <a:pt x="102" y="211"/>
                    </a:lnTo>
                    <a:lnTo>
                      <a:pt x="121" y="258"/>
                    </a:lnTo>
                    <a:lnTo>
                      <a:pt x="133" y="268"/>
                    </a:lnTo>
                    <a:lnTo>
                      <a:pt x="142" y="258"/>
                    </a:lnTo>
                    <a:lnTo>
                      <a:pt x="173" y="284"/>
                    </a:lnTo>
                    <a:lnTo>
                      <a:pt x="185" y="305"/>
                    </a:lnTo>
                    <a:lnTo>
                      <a:pt x="256" y="258"/>
                    </a:lnTo>
                    <a:lnTo>
                      <a:pt x="296" y="24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70" name="Google Shape;1770;p206"/>
              <p:cNvSpPr/>
              <p:nvPr/>
            </p:nvSpPr>
            <p:spPr>
              <a:xfrm>
                <a:off x="4574" y="2694"/>
                <a:ext cx="19" cy="28"/>
              </a:xfrm>
              <a:custGeom>
                <a:avLst/>
                <a:gdLst/>
                <a:ahLst/>
                <a:cxnLst/>
                <a:rect l="l" t="t" r="r" b="b"/>
                <a:pathLst>
                  <a:path w="19" h="28" extrusionOk="0">
                    <a:moveTo>
                      <a:pt x="9" y="28"/>
                    </a:moveTo>
                    <a:lnTo>
                      <a:pt x="9" y="28"/>
                    </a:lnTo>
                    <a:lnTo>
                      <a:pt x="0" y="12"/>
                    </a:lnTo>
                    <a:lnTo>
                      <a:pt x="9" y="0"/>
                    </a:lnTo>
                    <a:lnTo>
                      <a:pt x="19" y="0"/>
                    </a:lnTo>
                    <a:lnTo>
                      <a:pt x="9"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71" name="Google Shape;1771;p206"/>
              <p:cNvSpPr/>
              <p:nvPr/>
            </p:nvSpPr>
            <p:spPr>
              <a:xfrm>
                <a:off x="4574" y="2694"/>
                <a:ext cx="19" cy="28"/>
              </a:xfrm>
              <a:custGeom>
                <a:avLst/>
                <a:gdLst/>
                <a:ahLst/>
                <a:cxnLst/>
                <a:rect l="l" t="t" r="r" b="b"/>
                <a:pathLst>
                  <a:path w="19" h="28" extrusionOk="0">
                    <a:moveTo>
                      <a:pt x="9" y="28"/>
                    </a:moveTo>
                    <a:lnTo>
                      <a:pt x="9" y="28"/>
                    </a:lnTo>
                    <a:lnTo>
                      <a:pt x="0" y="12"/>
                    </a:lnTo>
                    <a:lnTo>
                      <a:pt x="9" y="0"/>
                    </a:lnTo>
                    <a:lnTo>
                      <a:pt x="19" y="0"/>
                    </a:lnTo>
                    <a:lnTo>
                      <a:pt x="9" y="2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72" name="Google Shape;1772;p206"/>
              <p:cNvSpPr/>
              <p:nvPr/>
            </p:nvSpPr>
            <p:spPr>
              <a:xfrm>
                <a:off x="4574" y="2694"/>
                <a:ext cx="19" cy="28"/>
              </a:xfrm>
              <a:custGeom>
                <a:avLst/>
                <a:gdLst/>
                <a:ahLst/>
                <a:cxnLst/>
                <a:rect l="l" t="t" r="r" b="b"/>
                <a:pathLst>
                  <a:path w="19" h="28" extrusionOk="0">
                    <a:moveTo>
                      <a:pt x="9" y="28"/>
                    </a:moveTo>
                    <a:lnTo>
                      <a:pt x="9" y="28"/>
                    </a:lnTo>
                    <a:lnTo>
                      <a:pt x="0" y="12"/>
                    </a:lnTo>
                    <a:lnTo>
                      <a:pt x="9" y="0"/>
                    </a:lnTo>
                    <a:lnTo>
                      <a:pt x="19" y="0"/>
                    </a:lnTo>
                    <a:lnTo>
                      <a:pt x="9" y="2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73" name="Google Shape;1773;p206"/>
              <p:cNvSpPr/>
              <p:nvPr/>
            </p:nvSpPr>
            <p:spPr>
              <a:xfrm>
                <a:off x="4614" y="2715"/>
                <a:ext cx="111" cy="121"/>
              </a:xfrm>
              <a:custGeom>
                <a:avLst/>
                <a:gdLst/>
                <a:ahLst/>
                <a:cxnLst/>
                <a:rect l="l" t="t" r="r" b="b"/>
                <a:pathLst>
                  <a:path w="111" h="121" extrusionOk="0">
                    <a:moveTo>
                      <a:pt x="0" y="121"/>
                    </a:moveTo>
                    <a:lnTo>
                      <a:pt x="0" y="121"/>
                    </a:lnTo>
                    <a:lnTo>
                      <a:pt x="31" y="121"/>
                    </a:lnTo>
                    <a:lnTo>
                      <a:pt x="40" y="111"/>
                    </a:lnTo>
                    <a:lnTo>
                      <a:pt x="50" y="104"/>
                    </a:lnTo>
                    <a:lnTo>
                      <a:pt x="71" y="92"/>
                    </a:lnTo>
                    <a:lnTo>
                      <a:pt x="80" y="85"/>
                    </a:lnTo>
                    <a:lnTo>
                      <a:pt x="80" y="76"/>
                    </a:lnTo>
                    <a:lnTo>
                      <a:pt x="102" y="47"/>
                    </a:lnTo>
                    <a:lnTo>
                      <a:pt x="111" y="38"/>
                    </a:lnTo>
                    <a:lnTo>
                      <a:pt x="92" y="19"/>
                    </a:lnTo>
                    <a:lnTo>
                      <a:pt x="71" y="9"/>
                    </a:lnTo>
                    <a:lnTo>
                      <a:pt x="61" y="0"/>
                    </a:lnTo>
                    <a:lnTo>
                      <a:pt x="40" y="19"/>
                    </a:lnTo>
                    <a:lnTo>
                      <a:pt x="50" y="28"/>
                    </a:lnTo>
                    <a:lnTo>
                      <a:pt x="61" y="38"/>
                    </a:lnTo>
                    <a:lnTo>
                      <a:pt x="61" y="47"/>
                    </a:lnTo>
                    <a:lnTo>
                      <a:pt x="61" y="57"/>
                    </a:lnTo>
                    <a:lnTo>
                      <a:pt x="61" y="66"/>
                    </a:lnTo>
                    <a:lnTo>
                      <a:pt x="50" y="66"/>
                    </a:lnTo>
                    <a:lnTo>
                      <a:pt x="40" y="76"/>
                    </a:lnTo>
                    <a:lnTo>
                      <a:pt x="31" y="85"/>
                    </a:lnTo>
                    <a:lnTo>
                      <a:pt x="19" y="92"/>
                    </a:lnTo>
                    <a:lnTo>
                      <a:pt x="9" y="104"/>
                    </a:lnTo>
                    <a:lnTo>
                      <a:pt x="0" y="111"/>
                    </a:lnTo>
                    <a:lnTo>
                      <a:pt x="0" y="121"/>
                    </a:lnTo>
                    <a:lnTo>
                      <a:pt x="0" y="121"/>
                    </a:lnTo>
                    <a:lnTo>
                      <a:pt x="0" y="12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74" name="Google Shape;1774;p206"/>
              <p:cNvSpPr/>
              <p:nvPr/>
            </p:nvSpPr>
            <p:spPr>
              <a:xfrm>
                <a:off x="4614" y="2715"/>
                <a:ext cx="111" cy="121"/>
              </a:xfrm>
              <a:custGeom>
                <a:avLst/>
                <a:gdLst/>
                <a:ahLst/>
                <a:cxnLst/>
                <a:rect l="l" t="t" r="r" b="b"/>
                <a:pathLst>
                  <a:path w="111" h="121" extrusionOk="0">
                    <a:moveTo>
                      <a:pt x="0" y="121"/>
                    </a:moveTo>
                    <a:lnTo>
                      <a:pt x="0" y="121"/>
                    </a:lnTo>
                    <a:lnTo>
                      <a:pt x="31" y="121"/>
                    </a:lnTo>
                    <a:lnTo>
                      <a:pt x="40" y="111"/>
                    </a:lnTo>
                    <a:lnTo>
                      <a:pt x="50" y="104"/>
                    </a:lnTo>
                    <a:lnTo>
                      <a:pt x="71" y="92"/>
                    </a:lnTo>
                    <a:lnTo>
                      <a:pt x="80" y="85"/>
                    </a:lnTo>
                    <a:lnTo>
                      <a:pt x="80" y="76"/>
                    </a:lnTo>
                    <a:lnTo>
                      <a:pt x="102" y="47"/>
                    </a:lnTo>
                    <a:lnTo>
                      <a:pt x="111" y="38"/>
                    </a:lnTo>
                    <a:lnTo>
                      <a:pt x="92" y="19"/>
                    </a:lnTo>
                    <a:lnTo>
                      <a:pt x="71" y="9"/>
                    </a:lnTo>
                    <a:lnTo>
                      <a:pt x="61" y="0"/>
                    </a:lnTo>
                    <a:lnTo>
                      <a:pt x="40" y="19"/>
                    </a:lnTo>
                    <a:lnTo>
                      <a:pt x="50" y="28"/>
                    </a:lnTo>
                    <a:lnTo>
                      <a:pt x="61" y="38"/>
                    </a:lnTo>
                    <a:lnTo>
                      <a:pt x="61" y="47"/>
                    </a:lnTo>
                    <a:lnTo>
                      <a:pt x="61" y="57"/>
                    </a:lnTo>
                    <a:lnTo>
                      <a:pt x="61" y="66"/>
                    </a:lnTo>
                    <a:lnTo>
                      <a:pt x="50" y="66"/>
                    </a:lnTo>
                    <a:lnTo>
                      <a:pt x="40" y="76"/>
                    </a:lnTo>
                    <a:lnTo>
                      <a:pt x="31" y="85"/>
                    </a:lnTo>
                    <a:lnTo>
                      <a:pt x="19" y="92"/>
                    </a:lnTo>
                    <a:lnTo>
                      <a:pt x="9" y="104"/>
                    </a:lnTo>
                    <a:lnTo>
                      <a:pt x="0" y="111"/>
                    </a:lnTo>
                    <a:lnTo>
                      <a:pt x="0" y="121"/>
                    </a:lnTo>
                    <a:lnTo>
                      <a:pt x="0" y="121"/>
                    </a:lnTo>
                    <a:lnTo>
                      <a:pt x="0" y="121"/>
                    </a:lnTo>
                    <a:close/>
                  </a:path>
                </a:pathLst>
              </a:custGeom>
              <a:solidFill>
                <a:srgbClr val="FFFFFF"/>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75" name="Google Shape;1775;p206"/>
              <p:cNvSpPr/>
              <p:nvPr/>
            </p:nvSpPr>
            <p:spPr>
              <a:xfrm>
                <a:off x="4737" y="2466"/>
                <a:ext cx="236" cy="171"/>
              </a:xfrm>
              <a:custGeom>
                <a:avLst/>
                <a:gdLst/>
                <a:ahLst/>
                <a:cxnLst/>
                <a:rect l="l" t="t" r="r" b="b"/>
                <a:pathLst>
                  <a:path w="236" h="171" extrusionOk="0">
                    <a:moveTo>
                      <a:pt x="227" y="29"/>
                    </a:moveTo>
                    <a:lnTo>
                      <a:pt x="227" y="29"/>
                    </a:lnTo>
                    <a:lnTo>
                      <a:pt x="217" y="29"/>
                    </a:lnTo>
                    <a:lnTo>
                      <a:pt x="196" y="41"/>
                    </a:lnTo>
                    <a:lnTo>
                      <a:pt x="175" y="48"/>
                    </a:lnTo>
                    <a:lnTo>
                      <a:pt x="175" y="69"/>
                    </a:lnTo>
                    <a:lnTo>
                      <a:pt x="165" y="86"/>
                    </a:lnTo>
                    <a:lnTo>
                      <a:pt x="154" y="86"/>
                    </a:lnTo>
                    <a:lnTo>
                      <a:pt x="154" y="97"/>
                    </a:lnTo>
                    <a:lnTo>
                      <a:pt x="144" y="105"/>
                    </a:lnTo>
                    <a:lnTo>
                      <a:pt x="144" y="126"/>
                    </a:lnTo>
                    <a:lnTo>
                      <a:pt x="104" y="133"/>
                    </a:lnTo>
                    <a:lnTo>
                      <a:pt x="92" y="142"/>
                    </a:lnTo>
                    <a:lnTo>
                      <a:pt x="92" y="161"/>
                    </a:lnTo>
                    <a:lnTo>
                      <a:pt x="31" y="171"/>
                    </a:lnTo>
                    <a:lnTo>
                      <a:pt x="12" y="161"/>
                    </a:lnTo>
                    <a:lnTo>
                      <a:pt x="21" y="142"/>
                    </a:lnTo>
                    <a:lnTo>
                      <a:pt x="21" y="133"/>
                    </a:lnTo>
                    <a:lnTo>
                      <a:pt x="0" y="126"/>
                    </a:lnTo>
                    <a:lnTo>
                      <a:pt x="0" y="86"/>
                    </a:lnTo>
                    <a:lnTo>
                      <a:pt x="12" y="69"/>
                    </a:lnTo>
                    <a:lnTo>
                      <a:pt x="12" y="57"/>
                    </a:lnTo>
                    <a:lnTo>
                      <a:pt x="42" y="57"/>
                    </a:lnTo>
                    <a:lnTo>
                      <a:pt x="42" y="48"/>
                    </a:lnTo>
                    <a:lnTo>
                      <a:pt x="61" y="48"/>
                    </a:lnTo>
                    <a:lnTo>
                      <a:pt x="73" y="29"/>
                    </a:lnTo>
                    <a:lnTo>
                      <a:pt x="83" y="29"/>
                    </a:lnTo>
                    <a:lnTo>
                      <a:pt x="83" y="19"/>
                    </a:lnTo>
                    <a:lnTo>
                      <a:pt x="123" y="29"/>
                    </a:lnTo>
                    <a:lnTo>
                      <a:pt x="144" y="29"/>
                    </a:lnTo>
                    <a:lnTo>
                      <a:pt x="144" y="19"/>
                    </a:lnTo>
                    <a:lnTo>
                      <a:pt x="154" y="19"/>
                    </a:lnTo>
                    <a:lnTo>
                      <a:pt x="165" y="0"/>
                    </a:lnTo>
                    <a:lnTo>
                      <a:pt x="175" y="12"/>
                    </a:lnTo>
                    <a:lnTo>
                      <a:pt x="184" y="41"/>
                    </a:lnTo>
                    <a:lnTo>
                      <a:pt x="206" y="19"/>
                    </a:lnTo>
                    <a:lnTo>
                      <a:pt x="236" y="29"/>
                    </a:lnTo>
                    <a:lnTo>
                      <a:pt x="227" y="29"/>
                    </a:lnTo>
                    <a:lnTo>
                      <a:pt x="227" y="29"/>
                    </a:lnTo>
                    <a:lnTo>
                      <a:pt x="227" y="2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76" name="Google Shape;1776;p206"/>
              <p:cNvSpPr/>
              <p:nvPr/>
            </p:nvSpPr>
            <p:spPr>
              <a:xfrm>
                <a:off x="4737" y="2466"/>
                <a:ext cx="236" cy="171"/>
              </a:xfrm>
              <a:custGeom>
                <a:avLst/>
                <a:gdLst/>
                <a:ahLst/>
                <a:cxnLst/>
                <a:rect l="l" t="t" r="r" b="b"/>
                <a:pathLst>
                  <a:path w="236" h="171" extrusionOk="0">
                    <a:moveTo>
                      <a:pt x="227" y="29"/>
                    </a:moveTo>
                    <a:lnTo>
                      <a:pt x="227" y="29"/>
                    </a:lnTo>
                    <a:lnTo>
                      <a:pt x="217" y="29"/>
                    </a:lnTo>
                    <a:lnTo>
                      <a:pt x="196" y="41"/>
                    </a:lnTo>
                    <a:lnTo>
                      <a:pt x="175" y="48"/>
                    </a:lnTo>
                    <a:lnTo>
                      <a:pt x="175" y="69"/>
                    </a:lnTo>
                    <a:lnTo>
                      <a:pt x="165" y="86"/>
                    </a:lnTo>
                    <a:lnTo>
                      <a:pt x="154" y="86"/>
                    </a:lnTo>
                    <a:lnTo>
                      <a:pt x="154" y="97"/>
                    </a:lnTo>
                    <a:lnTo>
                      <a:pt x="144" y="105"/>
                    </a:lnTo>
                    <a:lnTo>
                      <a:pt x="144" y="126"/>
                    </a:lnTo>
                    <a:lnTo>
                      <a:pt x="104" y="133"/>
                    </a:lnTo>
                    <a:lnTo>
                      <a:pt x="92" y="142"/>
                    </a:lnTo>
                    <a:lnTo>
                      <a:pt x="92" y="161"/>
                    </a:lnTo>
                    <a:lnTo>
                      <a:pt x="31" y="171"/>
                    </a:lnTo>
                    <a:lnTo>
                      <a:pt x="12" y="161"/>
                    </a:lnTo>
                    <a:lnTo>
                      <a:pt x="21" y="142"/>
                    </a:lnTo>
                    <a:lnTo>
                      <a:pt x="21" y="133"/>
                    </a:lnTo>
                    <a:lnTo>
                      <a:pt x="0" y="126"/>
                    </a:lnTo>
                    <a:lnTo>
                      <a:pt x="0" y="86"/>
                    </a:lnTo>
                    <a:lnTo>
                      <a:pt x="12" y="69"/>
                    </a:lnTo>
                    <a:lnTo>
                      <a:pt x="12" y="57"/>
                    </a:lnTo>
                    <a:lnTo>
                      <a:pt x="42" y="57"/>
                    </a:lnTo>
                    <a:lnTo>
                      <a:pt x="42" y="48"/>
                    </a:lnTo>
                    <a:lnTo>
                      <a:pt x="61" y="48"/>
                    </a:lnTo>
                    <a:lnTo>
                      <a:pt x="73" y="29"/>
                    </a:lnTo>
                    <a:lnTo>
                      <a:pt x="83" y="29"/>
                    </a:lnTo>
                    <a:lnTo>
                      <a:pt x="83" y="19"/>
                    </a:lnTo>
                    <a:lnTo>
                      <a:pt x="123" y="29"/>
                    </a:lnTo>
                    <a:lnTo>
                      <a:pt x="144" y="29"/>
                    </a:lnTo>
                    <a:lnTo>
                      <a:pt x="144" y="19"/>
                    </a:lnTo>
                    <a:lnTo>
                      <a:pt x="154" y="19"/>
                    </a:lnTo>
                    <a:lnTo>
                      <a:pt x="165" y="0"/>
                    </a:lnTo>
                    <a:lnTo>
                      <a:pt x="175" y="12"/>
                    </a:lnTo>
                    <a:lnTo>
                      <a:pt x="184" y="41"/>
                    </a:lnTo>
                    <a:lnTo>
                      <a:pt x="206" y="19"/>
                    </a:lnTo>
                    <a:lnTo>
                      <a:pt x="236" y="29"/>
                    </a:lnTo>
                    <a:lnTo>
                      <a:pt x="227" y="29"/>
                    </a:lnTo>
                    <a:lnTo>
                      <a:pt x="227" y="29"/>
                    </a:lnTo>
                    <a:lnTo>
                      <a:pt x="227" y="2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77" name="Google Shape;1777;p206"/>
              <p:cNvSpPr/>
              <p:nvPr/>
            </p:nvSpPr>
            <p:spPr>
              <a:xfrm>
                <a:off x="4399" y="2374"/>
                <a:ext cx="113" cy="36"/>
              </a:xfrm>
              <a:custGeom>
                <a:avLst/>
                <a:gdLst/>
                <a:ahLst/>
                <a:cxnLst/>
                <a:rect l="l" t="t" r="r" b="b"/>
                <a:pathLst>
                  <a:path w="113" h="36" extrusionOk="0">
                    <a:moveTo>
                      <a:pt x="30" y="36"/>
                    </a:moveTo>
                    <a:lnTo>
                      <a:pt x="30" y="36"/>
                    </a:lnTo>
                    <a:lnTo>
                      <a:pt x="30" y="29"/>
                    </a:lnTo>
                    <a:lnTo>
                      <a:pt x="30" y="19"/>
                    </a:lnTo>
                    <a:lnTo>
                      <a:pt x="0" y="0"/>
                    </a:lnTo>
                    <a:lnTo>
                      <a:pt x="52" y="0"/>
                    </a:lnTo>
                    <a:lnTo>
                      <a:pt x="73" y="7"/>
                    </a:lnTo>
                    <a:lnTo>
                      <a:pt x="92" y="7"/>
                    </a:lnTo>
                    <a:lnTo>
                      <a:pt x="113" y="29"/>
                    </a:lnTo>
                    <a:lnTo>
                      <a:pt x="104" y="29"/>
                    </a:lnTo>
                    <a:lnTo>
                      <a:pt x="113" y="36"/>
                    </a:lnTo>
                    <a:lnTo>
                      <a:pt x="92" y="36"/>
                    </a:lnTo>
                    <a:lnTo>
                      <a:pt x="82" y="36"/>
                    </a:lnTo>
                    <a:lnTo>
                      <a:pt x="61" y="36"/>
                    </a:lnTo>
                    <a:lnTo>
                      <a:pt x="30" y="36"/>
                    </a:lnTo>
                    <a:lnTo>
                      <a:pt x="30" y="36"/>
                    </a:lnTo>
                    <a:lnTo>
                      <a:pt x="30" y="36"/>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78" name="Google Shape;1778;p206"/>
              <p:cNvSpPr/>
              <p:nvPr/>
            </p:nvSpPr>
            <p:spPr>
              <a:xfrm>
                <a:off x="4399" y="2374"/>
                <a:ext cx="113" cy="36"/>
              </a:xfrm>
              <a:custGeom>
                <a:avLst/>
                <a:gdLst/>
                <a:ahLst/>
                <a:cxnLst/>
                <a:rect l="l" t="t" r="r" b="b"/>
                <a:pathLst>
                  <a:path w="113" h="36" extrusionOk="0">
                    <a:moveTo>
                      <a:pt x="30" y="36"/>
                    </a:moveTo>
                    <a:lnTo>
                      <a:pt x="30" y="36"/>
                    </a:lnTo>
                    <a:lnTo>
                      <a:pt x="30" y="29"/>
                    </a:lnTo>
                    <a:lnTo>
                      <a:pt x="30" y="19"/>
                    </a:lnTo>
                    <a:lnTo>
                      <a:pt x="0" y="0"/>
                    </a:lnTo>
                    <a:lnTo>
                      <a:pt x="52" y="0"/>
                    </a:lnTo>
                    <a:lnTo>
                      <a:pt x="73" y="7"/>
                    </a:lnTo>
                    <a:lnTo>
                      <a:pt x="92" y="7"/>
                    </a:lnTo>
                    <a:lnTo>
                      <a:pt x="113" y="29"/>
                    </a:lnTo>
                    <a:lnTo>
                      <a:pt x="104" y="29"/>
                    </a:lnTo>
                    <a:lnTo>
                      <a:pt x="113" y="36"/>
                    </a:lnTo>
                    <a:lnTo>
                      <a:pt x="92" y="36"/>
                    </a:lnTo>
                    <a:lnTo>
                      <a:pt x="82" y="36"/>
                    </a:lnTo>
                    <a:lnTo>
                      <a:pt x="61" y="36"/>
                    </a:lnTo>
                    <a:lnTo>
                      <a:pt x="30" y="36"/>
                    </a:lnTo>
                    <a:lnTo>
                      <a:pt x="30" y="36"/>
                    </a:lnTo>
                    <a:lnTo>
                      <a:pt x="30" y="36"/>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79" name="Google Shape;1779;p206"/>
              <p:cNvSpPr/>
              <p:nvPr/>
            </p:nvSpPr>
            <p:spPr>
              <a:xfrm>
                <a:off x="4172" y="2403"/>
                <a:ext cx="307" cy="113"/>
              </a:xfrm>
              <a:custGeom>
                <a:avLst/>
                <a:gdLst/>
                <a:ahLst/>
                <a:cxnLst/>
                <a:rect l="l" t="t" r="r" b="b"/>
                <a:pathLst>
                  <a:path w="307" h="113" extrusionOk="0">
                    <a:moveTo>
                      <a:pt x="307" y="35"/>
                    </a:moveTo>
                    <a:lnTo>
                      <a:pt x="307" y="35"/>
                    </a:lnTo>
                    <a:lnTo>
                      <a:pt x="298" y="35"/>
                    </a:lnTo>
                    <a:lnTo>
                      <a:pt x="288" y="7"/>
                    </a:lnTo>
                    <a:lnTo>
                      <a:pt x="257" y="7"/>
                    </a:lnTo>
                    <a:lnTo>
                      <a:pt x="227" y="18"/>
                    </a:lnTo>
                    <a:lnTo>
                      <a:pt x="186" y="18"/>
                    </a:lnTo>
                    <a:lnTo>
                      <a:pt x="156" y="0"/>
                    </a:lnTo>
                    <a:lnTo>
                      <a:pt x="125" y="0"/>
                    </a:lnTo>
                    <a:lnTo>
                      <a:pt x="94" y="18"/>
                    </a:lnTo>
                    <a:lnTo>
                      <a:pt x="73" y="18"/>
                    </a:lnTo>
                    <a:lnTo>
                      <a:pt x="52" y="18"/>
                    </a:lnTo>
                    <a:lnTo>
                      <a:pt x="42" y="0"/>
                    </a:lnTo>
                    <a:lnTo>
                      <a:pt x="21" y="0"/>
                    </a:lnTo>
                    <a:lnTo>
                      <a:pt x="11" y="7"/>
                    </a:lnTo>
                    <a:lnTo>
                      <a:pt x="0" y="28"/>
                    </a:lnTo>
                    <a:lnTo>
                      <a:pt x="11" y="28"/>
                    </a:lnTo>
                    <a:lnTo>
                      <a:pt x="11" y="35"/>
                    </a:lnTo>
                    <a:lnTo>
                      <a:pt x="33" y="18"/>
                    </a:lnTo>
                    <a:lnTo>
                      <a:pt x="52" y="18"/>
                    </a:lnTo>
                    <a:lnTo>
                      <a:pt x="63" y="28"/>
                    </a:lnTo>
                    <a:lnTo>
                      <a:pt x="52" y="28"/>
                    </a:lnTo>
                    <a:lnTo>
                      <a:pt x="52" y="35"/>
                    </a:lnTo>
                    <a:lnTo>
                      <a:pt x="21" y="35"/>
                    </a:lnTo>
                    <a:lnTo>
                      <a:pt x="11" y="35"/>
                    </a:lnTo>
                    <a:lnTo>
                      <a:pt x="11" y="56"/>
                    </a:lnTo>
                    <a:lnTo>
                      <a:pt x="21" y="47"/>
                    </a:lnTo>
                    <a:lnTo>
                      <a:pt x="21" y="66"/>
                    </a:lnTo>
                    <a:lnTo>
                      <a:pt x="11" y="66"/>
                    </a:lnTo>
                    <a:lnTo>
                      <a:pt x="11" y="75"/>
                    </a:lnTo>
                    <a:lnTo>
                      <a:pt x="21" y="75"/>
                    </a:lnTo>
                    <a:lnTo>
                      <a:pt x="21" y="85"/>
                    </a:lnTo>
                    <a:lnTo>
                      <a:pt x="33" y="94"/>
                    </a:lnTo>
                    <a:lnTo>
                      <a:pt x="21" y="94"/>
                    </a:lnTo>
                    <a:lnTo>
                      <a:pt x="42" y="94"/>
                    </a:lnTo>
                    <a:lnTo>
                      <a:pt x="42" y="104"/>
                    </a:lnTo>
                    <a:lnTo>
                      <a:pt x="63" y="113"/>
                    </a:lnTo>
                    <a:lnTo>
                      <a:pt x="82" y="104"/>
                    </a:lnTo>
                    <a:lnTo>
                      <a:pt x="94" y="104"/>
                    </a:lnTo>
                    <a:lnTo>
                      <a:pt x="113" y="113"/>
                    </a:lnTo>
                    <a:lnTo>
                      <a:pt x="125" y="113"/>
                    </a:lnTo>
                    <a:lnTo>
                      <a:pt x="144" y="104"/>
                    </a:lnTo>
                    <a:lnTo>
                      <a:pt x="165" y="104"/>
                    </a:lnTo>
                    <a:lnTo>
                      <a:pt x="165" y="94"/>
                    </a:lnTo>
                    <a:lnTo>
                      <a:pt x="165" y="113"/>
                    </a:lnTo>
                    <a:lnTo>
                      <a:pt x="175" y="113"/>
                    </a:lnTo>
                    <a:lnTo>
                      <a:pt x="175" y="104"/>
                    </a:lnTo>
                    <a:lnTo>
                      <a:pt x="205" y="94"/>
                    </a:lnTo>
                    <a:lnTo>
                      <a:pt x="217" y="104"/>
                    </a:lnTo>
                    <a:lnTo>
                      <a:pt x="246" y="94"/>
                    </a:lnTo>
                    <a:lnTo>
                      <a:pt x="276" y="94"/>
                    </a:lnTo>
                    <a:lnTo>
                      <a:pt x="276" y="85"/>
                    </a:lnTo>
                    <a:lnTo>
                      <a:pt x="307" y="94"/>
                    </a:lnTo>
                    <a:lnTo>
                      <a:pt x="298" y="47"/>
                    </a:lnTo>
                    <a:lnTo>
                      <a:pt x="307" y="3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80" name="Google Shape;1780;p206"/>
              <p:cNvSpPr/>
              <p:nvPr/>
            </p:nvSpPr>
            <p:spPr>
              <a:xfrm>
                <a:off x="4172" y="2403"/>
                <a:ext cx="307" cy="113"/>
              </a:xfrm>
              <a:custGeom>
                <a:avLst/>
                <a:gdLst/>
                <a:ahLst/>
                <a:cxnLst/>
                <a:rect l="l" t="t" r="r" b="b"/>
                <a:pathLst>
                  <a:path w="307" h="113" extrusionOk="0">
                    <a:moveTo>
                      <a:pt x="307" y="35"/>
                    </a:moveTo>
                    <a:lnTo>
                      <a:pt x="307" y="35"/>
                    </a:lnTo>
                    <a:lnTo>
                      <a:pt x="298" y="35"/>
                    </a:lnTo>
                    <a:lnTo>
                      <a:pt x="288" y="7"/>
                    </a:lnTo>
                    <a:lnTo>
                      <a:pt x="257" y="7"/>
                    </a:lnTo>
                    <a:lnTo>
                      <a:pt x="227" y="18"/>
                    </a:lnTo>
                    <a:lnTo>
                      <a:pt x="186" y="18"/>
                    </a:lnTo>
                    <a:lnTo>
                      <a:pt x="156" y="0"/>
                    </a:lnTo>
                    <a:lnTo>
                      <a:pt x="125" y="0"/>
                    </a:lnTo>
                    <a:lnTo>
                      <a:pt x="94" y="18"/>
                    </a:lnTo>
                    <a:lnTo>
                      <a:pt x="73" y="18"/>
                    </a:lnTo>
                    <a:lnTo>
                      <a:pt x="52" y="18"/>
                    </a:lnTo>
                    <a:lnTo>
                      <a:pt x="42" y="0"/>
                    </a:lnTo>
                    <a:lnTo>
                      <a:pt x="21" y="0"/>
                    </a:lnTo>
                    <a:lnTo>
                      <a:pt x="11" y="7"/>
                    </a:lnTo>
                    <a:lnTo>
                      <a:pt x="0" y="28"/>
                    </a:lnTo>
                    <a:lnTo>
                      <a:pt x="11" y="28"/>
                    </a:lnTo>
                    <a:lnTo>
                      <a:pt x="11" y="35"/>
                    </a:lnTo>
                    <a:lnTo>
                      <a:pt x="33" y="18"/>
                    </a:lnTo>
                    <a:lnTo>
                      <a:pt x="52" y="18"/>
                    </a:lnTo>
                    <a:lnTo>
                      <a:pt x="63" y="28"/>
                    </a:lnTo>
                    <a:lnTo>
                      <a:pt x="52" y="28"/>
                    </a:lnTo>
                    <a:lnTo>
                      <a:pt x="52" y="35"/>
                    </a:lnTo>
                    <a:lnTo>
                      <a:pt x="21" y="35"/>
                    </a:lnTo>
                    <a:lnTo>
                      <a:pt x="11" y="35"/>
                    </a:lnTo>
                    <a:lnTo>
                      <a:pt x="11" y="56"/>
                    </a:lnTo>
                    <a:lnTo>
                      <a:pt x="21" y="47"/>
                    </a:lnTo>
                    <a:lnTo>
                      <a:pt x="21" y="66"/>
                    </a:lnTo>
                    <a:lnTo>
                      <a:pt x="11" y="66"/>
                    </a:lnTo>
                    <a:lnTo>
                      <a:pt x="11" y="75"/>
                    </a:lnTo>
                    <a:lnTo>
                      <a:pt x="21" y="75"/>
                    </a:lnTo>
                    <a:lnTo>
                      <a:pt x="21" y="85"/>
                    </a:lnTo>
                    <a:lnTo>
                      <a:pt x="33" y="94"/>
                    </a:lnTo>
                    <a:lnTo>
                      <a:pt x="21" y="94"/>
                    </a:lnTo>
                    <a:lnTo>
                      <a:pt x="42" y="94"/>
                    </a:lnTo>
                    <a:lnTo>
                      <a:pt x="42" y="104"/>
                    </a:lnTo>
                    <a:lnTo>
                      <a:pt x="63" y="113"/>
                    </a:lnTo>
                    <a:lnTo>
                      <a:pt x="82" y="104"/>
                    </a:lnTo>
                    <a:lnTo>
                      <a:pt x="94" y="104"/>
                    </a:lnTo>
                    <a:lnTo>
                      <a:pt x="113" y="113"/>
                    </a:lnTo>
                    <a:lnTo>
                      <a:pt x="125" y="113"/>
                    </a:lnTo>
                    <a:lnTo>
                      <a:pt x="144" y="104"/>
                    </a:lnTo>
                    <a:lnTo>
                      <a:pt x="165" y="104"/>
                    </a:lnTo>
                    <a:lnTo>
                      <a:pt x="165" y="94"/>
                    </a:lnTo>
                    <a:lnTo>
                      <a:pt x="165" y="113"/>
                    </a:lnTo>
                    <a:lnTo>
                      <a:pt x="175" y="113"/>
                    </a:lnTo>
                    <a:lnTo>
                      <a:pt x="175" y="104"/>
                    </a:lnTo>
                    <a:lnTo>
                      <a:pt x="205" y="94"/>
                    </a:lnTo>
                    <a:lnTo>
                      <a:pt x="217" y="104"/>
                    </a:lnTo>
                    <a:lnTo>
                      <a:pt x="246" y="94"/>
                    </a:lnTo>
                    <a:lnTo>
                      <a:pt x="276" y="94"/>
                    </a:lnTo>
                    <a:lnTo>
                      <a:pt x="276" y="85"/>
                    </a:lnTo>
                    <a:lnTo>
                      <a:pt x="307" y="94"/>
                    </a:lnTo>
                    <a:lnTo>
                      <a:pt x="298" y="47"/>
                    </a:lnTo>
                    <a:lnTo>
                      <a:pt x="307" y="35"/>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81" name="Google Shape;1781;p206"/>
              <p:cNvSpPr/>
              <p:nvPr/>
            </p:nvSpPr>
            <p:spPr>
              <a:xfrm>
                <a:off x="4172" y="2403"/>
                <a:ext cx="307" cy="113"/>
              </a:xfrm>
              <a:custGeom>
                <a:avLst/>
                <a:gdLst/>
                <a:ahLst/>
                <a:cxnLst/>
                <a:rect l="l" t="t" r="r" b="b"/>
                <a:pathLst>
                  <a:path w="307" h="113" extrusionOk="0">
                    <a:moveTo>
                      <a:pt x="307" y="35"/>
                    </a:moveTo>
                    <a:lnTo>
                      <a:pt x="307" y="35"/>
                    </a:lnTo>
                    <a:lnTo>
                      <a:pt x="298" y="35"/>
                    </a:lnTo>
                    <a:lnTo>
                      <a:pt x="288" y="7"/>
                    </a:lnTo>
                    <a:lnTo>
                      <a:pt x="257" y="7"/>
                    </a:lnTo>
                    <a:lnTo>
                      <a:pt x="227" y="18"/>
                    </a:lnTo>
                    <a:lnTo>
                      <a:pt x="186" y="18"/>
                    </a:lnTo>
                    <a:lnTo>
                      <a:pt x="156" y="0"/>
                    </a:lnTo>
                    <a:lnTo>
                      <a:pt x="125" y="0"/>
                    </a:lnTo>
                    <a:lnTo>
                      <a:pt x="94" y="18"/>
                    </a:lnTo>
                    <a:lnTo>
                      <a:pt x="73" y="18"/>
                    </a:lnTo>
                    <a:lnTo>
                      <a:pt x="52" y="18"/>
                    </a:lnTo>
                    <a:lnTo>
                      <a:pt x="42" y="0"/>
                    </a:lnTo>
                    <a:lnTo>
                      <a:pt x="21" y="0"/>
                    </a:lnTo>
                    <a:lnTo>
                      <a:pt x="11" y="7"/>
                    </a:lnTo>
                    <a:lnTo>
                      <a:pt x="0" y="28"/>
                    </a:lnTo>
                    <a:lnTo>
                      <a:pt x="11" y="28"/>
                    </a:lnTo>
                    <a:lnTo>
                      <a:pt x="11" y="35"/>
                    </a:lnTo>
                    <a:lnTo>
                      <a:pt x="33" y="18"/>
                    </a:lnTo>
                    <a:lnTo>
                      <a:pt x="52" y="18"/>
                    </a:lnTo>
                    <a:lnTo>
                      <a:pt x="63" y="28"/>
                    </a:lnTo>
                    <a:lnTo>
                      <a:pt x="52" y="28"/>
                    </a:lnTo>
                    <a:lnTo>
                      <a:pt x="52" y="35"/>
                    </a:lnTo>
                    <a:lnTo>
                      <a:pt x="21" y="35"/>
                    </a:lnTo>
                    <a:lnTo>
                      <a:pt x="11" y="35"/>
                    </a:lnTo>
                    <a:lnTo>
                      <a:pt x="11" y="56"/>
                    </a:lnTo>
                    <a:lnTo>
                      <a:pt x="21" y="47"/>
                    </a:lnTo>
                    <a:lnTo>
                      <a:pt x="21" y="66"/>
                    </a:lnTo>
                    <a:lnTo>
                      <a:pt x="11" y="66"/>
                    </a:lnTo>
                    <a:lnTo>
                      <a:pt x="11" y="75"/>
                    </a:lnTo>
                    <a:lnTo>
                      <a:pt x="21" y="75"/>
                    </a:lnTo>
                    <a:lnTo>
                      <a:pt x="21" y="85"/>
                    </a:lnTo>
                    <a:lnTo>
                      <a:pt x="33" y="94"/>
                    </a:lnTo>
                    <a:lnTo>
                      <a:pt x="21" y="94"/>
                    </a:lnTo>
                    <a:lnTo>
                      <a:pt x="42" y="94"/>
                    </a:lnTo>
                    <a:lnTo>
                      <a:pt x="42" y="104"/>
                    </a:lnTo>
                    <a:lnTo>
                      <a:pt x="63" y="113"/>
                    </a:lnTo>
                    <a:lnTo>
                      <a:pt x="82" y="104"/>
                    </a:lnTo>
                    <a:lnTo>
                      <a:pt x="94" y="104"/>
                    </a:lnTo>
                    <a:lnTo>
                      <a:pt x="113" y="113"/>
                    </a:lnTo>
                    <a:lnTo>
                      <a:pt x="125" y="113"/>
                    </a:lnTo>
                    <a:lnTo>
                      <a:pt x="144" y="104"/>
                    </a:lnTo>
                    <a:lnTo>
                      <a:pt x="165" y="104"/>
                    </a:lnTo>
                    <a:lnTo>
                      <a:pt x="165" y="94"/>
                    </a:lnTo>
                    <a:lnTo>
                      <a:pt x="165" y="113"/>
                    </a:lnTo>
                    <a:lnTo>
                      <a:pt x="175" y="113"/>
                    </a:lnTo>
                    <a:lnTo>
                      <a:pt x="175" y="104"/>
                    </a:lnTo>
                    <a:lnTo>
                      <a:pt x="205" y="94"/>
                    </a:lnTo>
                    <a:lnTo>
                      <a:pt x="217" y="104"/>
                    </a:lnTo>
                    <a:lnTo>
                      <a:pt x="246" y="94"/>
                    </a:lnTo>
                    <a:lnTo>
                      <a:pt x="276" y="94"/>
                    </a:lnTo>
                    <a:lnTo>
                      <a:pt x="276" y="85"/>
                    </a:lnTo>
                    <a:lnTo>
                      <a:pt x="307" y="94"/>
                    </a:lnTo>
                    <a:lnTo>
                      <a:pt x="298" y="47"/>
                    </a:lnTo>
                    <a:lnTo>
                      <a:pt x="307" y="35"/>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82" name="Google Shape;1782;p206"/>
              <p:cNvSpPr/>
              <p:nvPr/>
            </p:nvSpPr>
            <p:spPr>
              <a:xfrm>
                <a:off x="4318" y="2563"/>
                <a:ext cx="69" cy="74"/>
              </a:xfrm>
              <a:custGeom>
                <a:avLst/>
                <a:gdLst/>
                <a:ahLst/>
                <a:cxnLst/>
                <a:rect l="l" t="t" r="r" b="b"/>
                <a:pathLst>
                  <a:path w="69" h="74" extrusionOk="0">
                    <a:moveTo>
                      <a:pt x="69" y="19"/>
                    </a:moveTo>
                    <a:lnTo>
                      <a:pt x="69" y="19"/>
                    </a:lnTo>
                    <a:lnTo>
                      <a:pt x="69" y="0"/>
                    </a:lnTo>
                    <a:lnTo>
                      <a:pt x="59" y="0"/>
                    </a:lnTo>
                    <a:lnTo>
                      <a:pt x="29" y="19"/>
                    </a:lnTo>
                    <a:lnTo>
                      <a:pt x="7" y="19"/>
                    </a:lnTo>
                    <a:lnTo>
                      <a:pt x="7" y="29"/>
                    </a:lnTo>
                    <a:lnTo>
                      <a:pt x="7" y="45"/>
                    </a:lnTo>
                    <a:lnTo>
                      <a:pt x="0" y="74"/>
                    </a:lnTo>
                    <a:lnTo>
                      <a:pt x="19" y="74"/>
                    </a:lnTo>
                    <a:lnTo>
                      <a:pt x="29" y="64"/>
                    </a:lnTo>
                    <a:lnTo>
                      <a:pt x="38" y="64"/>
                    </a:lnTo>
                    <a:lnTo>
                      <a:pt x="50" y="45"/>
                    </a:lnTo>
                    <a:lnTo>
                      <a:pt x="38" y="36"/>
                    </a:lnTo>
                    <a:lnTo>
                      <a:pt x="69" y="19"/>
                    </a:lnTo>
                    <a:lnTo>
                      <a:pt x="69" y="19"/>
                    </a:lnTo>
                    <a:lnTo>
                      <a:pt x="69" y="1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83" name="Google Shape;1783;p206"/>
              <p:cNvSpPr/>
              <p:nvPr/>
            </p:nvSpPr>
            <p:spPr>
              <a:xfrm>
                <a:off x="4318" y="2563"/>
                <a:ext cx="69" cy="74"/>
              </a:xfrm>
              <a:custGeom>
                <a:avLst/>
                <a:gdLst/>
                <a:ahLst/>
                <a:cxnLst/>
                <a:rect l="l" t="t" r="r" b="b"/>
                <a:pathLst>
                  <a:path w="69" h="74" extrusionOk="0">
                    <a:moveTo>
                      <a:pt x="69" y="19"/>
                    </a:moveTo>
                    <a:lnTo>
                      <a:pt x="69" y="19"/>
                    </a:lnTo>
                    <a:lnTo>
                      <a:pt x="69" y="0"/>
                    </a:lnTo>
                    <a:lnTo>
                      <a:pt x="59" y="0"/>
                    </a:lnTo>
                    <a:lnTo>
                      <a:pt x="29" y="19"/>
                    </a:lnTo>
                    <a:lnTo>
                      <a:pt x="7" y="19"/>
                    </a:lnTo>
                    <a:lnTo>
                      <a:pt x="7" y="29"/>
                    </a:lnTo>
                    <a:lnTo>
                      <a:pt x="7" y="45"/>
                    </a:lnTo>
                    <a:lnTo>
                      <a:pt x="0" y="74"/>
                    </a:lnTo>
                    <a:lnTo>
                      <a:pt x="19" y="74"/>
                    </a:lnTo>
                    <a:lnTo>
                      <a:pt x="29" y="64"/>
                    </a:lnTo>
                    <a:lnTo>
                      <a:pt x="38" y="64"/>
                    </a:lnTo>
                    <a:lnTo>
                      <a:pt x="50" y="45"/>
                    </a:lnTo>
                    <a:lnTo>
                      <a:pt x="38" y="36"/>
                    </a:lnTo>
                    <a:lnTo>
                      <a:pt x="69" y="19"/>
                    </a:lnTo>
                    <a:lnTo>
                      <a:pt x="69" y="19"/>
                    </a:lnTo>
                    <a:lnTo>
                      <a:pt x="69" y="1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84" name="Google Shape;1784;p206"/>
              <p:cNvSpPr/>
              <p:nvPr/>
            </p:nvSpPr>
            <p:spPr>
              <a:xfrm>
                <a:off x="4574" y="2694"/>
                <a:ext cx="101" cy="49"/>
              </a:xfrm>
              <a:custGeom>
                <a:avLst/>
                <a:gdLst/>
                <a:ahLst/>
                <a:cxnLst/>
                <a:rect l="l" t="t" r="r" b="b"/>
                <a:pathLst>
                  <a:path w="101" h="49" extrusionOk="0">
                    <a:moveTo>
                      <a:pt x="80" y="40"/>
                    </a:moveTo>
                    <a:lnTo>
                      <a:pt x="80" y="40"/>
                    </a:lnTo>
                    <a:lnTo>
                      <a:pt x="101" y="21"/>
                    </a:lnTo>
                    <a:lnTo>
                      <a:pt x="101" y="12"/>
                    </a:lnTo>
                    <a:lnTo>
                      <a:pt x="92" y="0"/>
                    </a:lnTo>
                    <a:lnTo>
                      <a:pt x="61" y="30"/>
                    </a:lnTo>
                    <a:lnTo>
                      <a:pt x="30" y="30"/>
                    </a:lnTo>
                    <a:lnTo>
                      <a:pt x="9" y="30"/>
                    </a:lnTo>
                    <a:lnTo>
                      <a:pt x="0" y="40"/>
                    </a:lnTo>
                    <a:lnTo>
                      <a:pt x="9" y="49"/>
                    </a:lnTo>
                    <a:lnTo>
                      <a:pt x="19" y="49"/>
                    </a:lnTo>
                    <a:lnTo>
                      <a:pt x="30" y="49"/>
                    </a:lnTo>
                    <a:lnTo>
                      <a:pt x="40" y="49"/>
                    </a:lnTo>
                    <a:lnTo>
                      <a:pt x="49" y="49"/>
                    </a:lnTo>
                    <a:lnTo>
                      <a:pt x="61" y="49"/>
                    </a:lnTo>
                    <a:lnTo>
                      <a:pt x="61" y="40"/>
                    </a:lnTo>
                    <a:lnTo>
                      <a:pt x="71" y="40"/>
                    </a:lnTo>
                    <a:lnTo>
                      <a:pt x="80" y="40"/>
                    </a:lnTo>
                    <a:lnTo>
                      <a:pt x="80" y="40"/>
                    </a:lnTo>
                    <a:lnTo>
                      <a:pt x="80" y="4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85" name="Google Shape;1785;p206"/>
              <p:cNvSpPr/>
              <p:nvPr/>
            </p:nvSpPr>
            <p:spPr>
              <a:xfrm>
                <a:off x="4666" y="2687"/>
                <a:ext cx="9" cy="16"/>
              </a:xfrm>
              <a:custGeom>
                <a:avLst/>
                <a:gdLst/>
                <a:ahLst/>
                <a:cxnLst/>
                <a:rect l="l" t="t" r="r" b="b"/>
                <a:pathLst>
                  <a:path w="9" h="16" extrusionOk="0">
                    <a:moveTo>
                      <a:pt x="9" y="16"/>
                    </a:moveTo>
                    <a:lnTo>
                      <a:pt x="9" y="16"/>
                    </a:lnTo>
                    <a:lnTo>
                      <a:pt x="0" y="7"/>
                    </a:lnTo>
                    <a:lnTo>
                      <a:pt x="0" y="0"/>
                    </a:lnTo>
                    <a:lnTo>
                      <a:pt x="9" y="0"/>
                    </a:lnTo>
                    <a:lnTo>
                      <a:pt x="9" y="16"/>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86" name="Google Shape;1786;p206"/>
              <p:cNvSpPr/>
              <p:nvPr/>
            </p:nvSpPr>
            <p:spPr>
              <a:xfrm>
                <a:off x="4666" y="2687"/>
                <a:ext cx="9" cy="16"/>
              </a:xfrm>
              <a:custGeom>
                <a:avLst/>
                <a:gdLst/>
                <a:ahLst/>
                <a:cxnLst/>
                <a:rect l="l" t="t" r="r" b="b"/>
                <a:pathLst>
                  <a:path w="9" h="16" extrusionOk="0">
                    <a:moveTo>
                      <a:pt x="9" y="16"/>
                    </a:moveTo>
                    <a:lnTo>
                      <a:pt x="9" y="16"/>
                    </a:lnTo>
                    <a:lnTo>
                      <a:pt x="0" y="7"/>
                    </a:lnTo>
                    <a:lnTo>
                      <a:pt x="0" y="0"/>
                    </a:lnTo>
                    <a:lnTo>
                      <a:pt x="9" y="0"/>
                    </a:lnTo>
                    <a:lnTo>
                      <a:pt x="9" y="16"/>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87" name="Google Shape;1787;p206"/>
              <p:cNvSpPr/>
              <p:nvPr/>
            </p:nvSpPr>
            <p:spPr>
              <a:xfrm>
                <a:off x="4448" y="2829"/>
                <a:ext cx="166" cy="73"/>
              </a:xfrm>
              <a:custGeom>
                <a:avLst/>
                <a:gdLst/>
                <a:ahLst/>
                <a:cxnLst/>
                <a:rect l="l" t="t" r="r" b="b"/>
                <a:pathLst>
                  <a:path w="166" h="73" extrusionOk="0">
                    <a:moveTo>
                      <a:pt x="0" y="19"/>
                    </a:moveTo>
                    <a:lnTo>
                      <a:pt x="0" y="19"/>
                    </a:lnTo>
                    <a:lnTo>
                      <a:pt x="12" y="9"/>
                    </a:lnTo>
                    <a:lnTo>
                      <a:pt x="43" y="35"/>
                    </a:lnTo>
                    <a:lnTo>
                      <a:pt x="52" y="54"/>
                    </a:lnTo>
                    <a:lnTo>
                      <a:pt x="123" y="9"/>
                    </a:lnTo>
                    <a:lnTo>
                      <a:pt x="166" y="0"/>
                    </a:lnTo>
                    <a:lnTo>
                      <a:pt x="166" y="9"/>
                    </a:lnTo>
                    <a:lnTo>
                      <a:pt x="154" y="19"/>
                    </a:lnTo>
                    <a:lnTo>
                      <a:pt x="154" y="26"/>
                    </a:lnTo>
                    <a:lnTo>
                      <a:pt x="114" y="35"/>
                    </a:lnTo>
                    <a:lnTo>
                      <a:pt x="74" y="64"/>
                    </a:lnTo>
                    <a:lnTo>
                      <a:pt x="52" y="64"/>
                    </a:lnTo>
                    <a:lnTo>
                      <a:pt x="31" y="73"/>
                    </a:lnTo>
                    <a:lnTo>
                      <a:pt x="12" y="73"/>
                    </a:lnTo>
                    <a:lnTo>
                      <a:pt x="0" y="19"/>
                    </a:lnTo>
                    <a:lnTo>
                      <a:pt x="0" y="19"/>
                    </a:lnTo>
                    <a:lnTo>
                      <a:pt x="0" y="1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88" name="Google Shape;1788;p206"/>
              <p:cNvSpPr/>
              <p:nvPr/>
            </p:nvSpPr>
            <p:spPr>
              <a:xfrm>
                <a:off x="4448" y="2829"/>
                <a:ext cx="166" cy="73"/>
              </a:xfrm>
              <a:custGeom>
                <a:avLst/>
                <a:gdLst/>
                <a:ahLst/>
                <a:cxnLst/>
                <a:rect l="l" t="t" r="r" b="b"/>
                <a:pathLst>
                  <a:path w="166" h="73" extrusionOk="0">
                    <a:moveTo>
                      <a:pt x="0" y="19"/>
                    </a:moveTo>
                    <a:lnTo>
                      <a:pt x="0" y="19"/>
                    </a:lnTo>
                    <a:lnTo>
                      <a:pt x="12" y="9"/>
                    </a:lnTo>
                    <a:lnTo>
                      <a:pt x="43" y="35"/>
                    </a:lnTo>
                    <a:lnTo>
                      <a:pt x="52" y="54"/>
                    </a:lnTo>
                    <a:lnTo>
                      <a:pt x="123" y="9"/>
                    </a:lnTo>
                    <a:lnTo>
                      <a:pt x="166" y="0"/>
                    </a:lnTo>
                    <a:lnTo>
                      <a:pt x="166" y="9"/>
                    </a:lnTo>
                    <a:lnTo>
                      <a:pt x="154" y="19"/>
                    </a:lnTo>
                    <a:lnTo>
                      <a:pt x="154" y="26"/>
                    </a:lnTo>
                    <a:lnTo>
                      <a:pt x="114" y="35"/>
                    </a:lnTo>
                    <a:lnTo>
                      <a:pt x="74" y="64"/>
                    </a:lnTo>
                    <a:lnTo>
                      <a:pt x="52" y="64"/>
                    </a:lnTo>
                    <a:lnTo>
                      <a:pt x="31" y="73"/>
                    </a:lnTo>
                    <a:lnTo>
                      <a:pt x="12" y="73"/>
                    </a:lnTo>
                    <a:lnTo>
                      <a:pt x="0" y="19"/>
                    </a:lnTo>
                    <a:lnTo>
                      <a:pt x="0" y="19"/>
                    </a:lnTo>
                    <a:lnTo>
                      <a:pt x="0" y="19"/>
                    </a:lnTo>
                    <a:close/>
                  </a:path>
                </a:pathLst>
              </a:custGeom>
              <a:solidFill>
                <a:srgbClr val="BFBFBF"/>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89" name="Google Shape;1789;p206"/>
              <p:cNvSpPr/>
              <p:nvPr/>
            </p:nvSpPr>
            <p:spPr>
              <a:xfrm>
                <a:off x="3897" y="2381"/>
                <a:ext cx="7" cy="40"/>
              </a:xfrm>
              <a:custGeom>
                <a:avLst/>
                <a:gdLst/>
                <a:ahLst/>
                <a:cxnLst/>
                <a:rect l="l" t="t" r="r" b="b"/>
                <a:pathLst>
                  <a:path w="7" h="40" extrusionOk="0">
                    <a:moveTo>
                      <a:pt x="0" y="12"/>
                    </a:moveTo>
                    <a:lnTo>
                      <a:pt x="0" y="12"/>
                    </a:lnTo>
                    <a:lnTo>
                      <a:pt x="0" y="31"/>
                    </a:lnTo>
                    <a:lnTo>
                      <a:pt x="7" y="40"/>
                    </a:lnTo>
                    <a:lnTo>
                      <a:pt x="7"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90" name="Google Shape;1790;p206"/>
              <p:cNvSpPr/>
              <p:nvPr/>
            </p:nvSpPr>
            <p:spPr>
              <a:xfrm>
                <a:off x="3897" y="2381"/>
                <a:ext cx="7" cy="40"/>
              </a:xfrm>
              <a:custGeom>
                <a:avLst/>
                <a:gdLst/>
                <a:ahLst/>
                <a:cxnLst/>
                <a:rect l="l" t="t" r="r" b="b"/>
                <a:pathLst>
                  <a:path w="7" h="40" extrusionOk="0">
                    <a:moveTo>
                      <a:pt x="0" y="12"/>
                    </a:moveTo>
                    <a:lnTo>
                      <a:pt x="0" y="12"/>
                    </a:lnTo>
                    <a:lnTo>
                      <a:pt x="0" y="31"/>
                    </a:lnTo>
                    <a:lnTo>
                      <a:pt x="7" y="40"/>
                    </a:lnTo>
                    <a:lnTo>
                      <a:pt x="7"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91" name="Google Shape;1791;p206"/>
              <p:cNvSpPr/>
              <p:nvPr/>
            </p:nvSpPr>
            <p:spPr>
              <a:xfrm>
                <a:off x="3897" y="2381"/>
                <a:ext cx="7" cy="40"/>
              </a:xfrm>
              <a:custGeom>
                <a:avLst/>
                <a:gdLst/>
                <a:ahLst/>
                <a:cxnLst/>
                <a:rect l="l" t="t" r="r" b="b"/>
                <a:pathLst>
                  <a:path w="7" h="40" extrusionOk="0">
                    <a:moveTo>
                      <a:pt x="0" y="12"/>
                    </a:moveTo>
                    <a:lnTo>
                      <a:pt x="0" y="12"/>
                    </a:lnTo>
                    <a:lnTo>
                      <a:pt x="0" y="31"/>
                    </a:lnTo>
                    <a:lnTo>
                      <a:pt x="7" y="40"/>
                    </a:lnTo>
                    <a:lnTo>
                      <a:pt x="7"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92" name="Google Shape;1792;p206"/>
              <p:cNvSpPr/>
              <p:nvPr/>
            </p:nvSpPr>
            <p:spPr>
              <a:xfrm>
                <a:off x="3885" y="2421"/>
                <a:ext cx="31" cy="45"/>
              </a:xfrm>
              <a:custGeom>
                <a:avLst/>
                <a:gdLst/>
                <a:ahLst/>
                <a:cxnLst/>
                <a:rect l="l" t="t" r="r" b="b"/>
                <a:pathLst>
                  <a:path w="31" h="45" extrusionOk="0">
                    <a:moveTo>
                      <a:pt x="0" y="0"/>
                    </a:moveTo>
                    <a:lnTo>
                      <a:pt x="0" y="0"/>
                    </a:lnTo>
                    <a:lnTo>
                      <a:pt x="10" y="38"/>
                    </a:lnTo>
                    <a:lnTo>
                      <a:pt x="10" y="45"/>
                    </a:lnTo>
                    <a:lnTo>
                      <a:pt x="22" y="38"/>
                    </a:lnTo>
                    <a:lnTo>
                      <a:pt x="31" y="10"/>
                    </a:lnTo>
                    <a:lnTo>
                      <a:pt x="22"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93" name="Google Shape;1793;p206"/>
              <p:cNvSpPr/>
              <p:nvPr/>
            </p:nvSpPr>
            <p:spPr>
              <a:xfrm>
                <a:off x="3885" y="2421"/>
                <a:ext cx="31" cy="45"/>
              </a:xfrm>
              <a:custGeom>
                <a:avLst/>
                <a:gdLst/>
                <a:ahLst/>
                <a:cxnLst/>
                <a:rect l="l" t="t" r="r" b="b"/>
                <a:pathLst>
                  <a:path w="31" h="45" extrusionOk="0">
                    <a:moveTo>
                      <a:pt x="0" y="0"/>
                    </a:moveTo>
                    <a:lnTo>
                      <a:pt x="0" y="0"/>
                    </a:lnTo>
                    <a:lnTo>
                      <a:pt x="10" y="38"/>
                    </a:lnTo>
                    <a:lnTo>
                      <a:pt x="10" y="45"/>
                    </a:lnTo>
                    <a:lnTo>
                      <a:pt x="22" y="38"/>
                    </a:lnTo>
                    <a:lnTo>
                      <a:pt x="31" y="10"/>
                    </a:lnTo>
                    <a:lnTo>
                      <a:pt x="22"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94" name="Google Shape;1794;p206"/>
              <p:cNvSpPr/>
              <p:nvPr/>
            </p:nvSpPr>
            <p:spPr>
              <a:xfrm>
                <a:off x="3885" y="2421"/>
                <a:ext cx="31" cy="45"/>
              </a:xfrm>
              <a:custGeom>
                <a:avLst/>
                <a:gdLst/>
                <a:ahLst/>
                <a:cxnLst/>
                <a:rect l="l" t="t" r="r" b="b"/>
                <a:pathLst>
                  <a:path w="31" h="45" extrusionOk="0">
                    <a:moveTo>
                      <a:pt x="0" y="0"/>
                    </a:moveTo>
                    <a:lnTo>
                      <a:pt x="0" y="0"/>
                    </a:lnTo>
                    <a:lnTo>
                      <a:pt x="10" y="38"/>
                    </a:lnTo>
                    <a:lnTo>
                      <a:pt x="10" y="45"/>
                    </a:lnTo>
                    <a:lnTo>
                      <a:pt x="22" y="38"/>
                    </a:lnTo>
                    <a:lnTo>
                      <a:pt x="31" y="10"/>
                    </a:lnTo>
                    <a:lnTo>
                      <a:pt x="22"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95" name="Google Shape;1795;p206"/>
              <p:cNvSpPr/>
              <p:nvPr/>
            </p:nvSpPr>
            <p:spPr>
              <a:xfrm>
                <a:off x="3959" y="2478"/>
                <a:ext cx="52" cy="29"/>
              </a:xfrm>
              <a:custGeom>
                <a:avLst/>
                <a:gdLst/>
                <a:ahLst/>
                <a:cxnLst/>
                <a:rect l="l" t="t" r="r" b="b"/>
                <a:pathLst>
                  <a:path w="52" h="29" extrusionOk="0">
                    <a:moveTo>
                      <a:pt x="0" y="0"/>
                    </a:moveTo>
                    <a:lnTo>
                      <a:pt x="0" y="0"/>
                    </a:lnTo>
                    <a:lnTo>
                      <a:pt x="0" y="10"/>
                    </a:lnTo>
                    <a:lnTo>
                      <a:pt x="40" y="29"/>
                    </a:lnTo>
                    <a:lnTo>
                      <a:pt x="52" y="0"/>
                    </a:lnTo>
                    <a:lnTo>
                      <a:pt x="30" y="0"/>
                    </a:lnTo>
                    <a:lnTo>
                      <a:pt x="9"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96" name="Google Shape;1796;p206"/>
              <p:cNvSpPr/>
              <p:nvPr/>
            </p:nvSpPr>
            <p:spPr>
              <a:xfrm>
                <a:off x="3959" y="2478"/>
                <a:ext cx="52" cy="29"/>
              </a:xfrm>
              <a:custGeom>
                <a:avLst/>
                <a:gdLst/>
                <a:ahLst/>
                <a:cxnLst/>
                <a:rect l="l" t="t" r="r" b="b"/>
                <a:pathLst>
                  <a:path w="52" h="29" extrusionOk="0">
                    <a:moveTo>
                      <a:pt x="0" y="0"/>
                    </a:moveTo>
                    <a:lnTo>
                      <a:pt x="0" y="0"/>
                    </a:lnTo>
                    <a:lnTo>
                      <a:pt x="0" y="10"/>
                    </a:lnTo>
                    <a:lnTo>
                      <a:pt x="40" y="29"/>
                    </a:lnTo>
                    <a:lnTo>
                      <a:pt x="52" y="0"/>
                    </a:lnTo>
                    <a:lnTo>
                      <a:pt x="30" y="0"/>
                    </a:lnTo>
                    <a:lnTo>
                      <a:pt x="9"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97" name="Google Shape;1797;p206"/>
              <p:cNvSpPr/>
              <p:nvPr/>
            </p:nvSpPr>
            <p:spPr>
              <a:xfrm>
                <a:off x="3959" y="2478"/>
                <a:ext cx="52" cy="29"/>
              </a:xfrm>
              <a:custGeom>
                <a:avLst/>
                <a:gdLst/>
                <a:ahLst/>
                <a:cxnLst/>
                <a:rect l="l" t="t" r="r" b="b"/>
                <a:pathLst>
                  <a:path w="52" h="29" extrusionOk="0">
                    <a:moveTo>
                      <a:pt x="0" y="0"/>
                    </a:moveTo>
                    <a:lnTo>
                      <a:pt x="0" y="0"/>
                    </a:lnTo>
                    <a:lnTo>
                      <a:pt x="0" y="10"/>
                    </a:lnTo>
                    <a:lnTo>
                      <a:pt x="40" y="29"/>
                    </a:lnTo>
                    <a:lnTo>
                      <a:pt x="52" y="0"/>
                    </a:lnTo>
                    <a:lnTo>
                      <a:pt x="30" y="0"/>
                    </a:lnTo>
                    <a:lnTo>
                      <a:pt x="9"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98" name="Google Shape;1798;p206"/>
              <p:cNvSpPr/>
              <p:nvPr/>
            </p:nvSpPr>
            <p:spPr>
              <a:xfrm>
                <a:off x="4101" y="2478"/>
                <a:ext cx="30" cy="29"/>
              </a:xfrm>
              <a:custGeom>
                <a:avLst/>
                <a:gdLst/>
                <a:ahLst/>
                <a:cxnLst/>
                <a:rect l="l" t="t" r="r" b="b"/>
                <a:pathLst>
                  <a:path w="30" h="29" extrusionOk="0">
                    <a:moveTo>
                      <a:pt x="0" y="10"/>
                    </a:moveTo>
                    <a:lnTo>
                      <a:pt x="0" y="10"/>
                    </a:lnTo>
                    <a:lnTo>
                      <a:pt x="11" y="10"/>
                    </a:lnTo>
                    <a:lnTo>
                      <a:pt x="11" y="29"/>
                    </a:lnTo>
                    <a:lnTo>
                      <a:pt x="21" y="29"/>
                    </a:lnTo>
                    <a:lnTo>
                      <a:pt x="30" y="29"/>
                    </a:lnTo>
                    <a:lnTo>
                      <a:pt x="21" y="10"/>
                    </a:lnTo>
                    <a:lnTo>
                      <a:pt x="30" y="19"/>
                    </a:lnTo>
                    <a:lnTo>
                      <a:pt x="30" y="10"/>
                    </a:lnTo>
                    <a:lnTo>
                      <a:pt x="11" y="0"/>
                    </a:lnTo>
                    <a:lnTo>
                      <a:pt x="0" y="1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799" name="Google Shape;1799;p206"/>
              <p:cNvSpPr/>
              <p:nvPr/>
            </p:nvSpPr>
            <p:spPr>
              <a:xfrm>
                <a:off x="4101" y="2478"/>
                <a:ext cx="30" cy="29"/>
              </a:xfrm>
              <a:custGeom>
                <a:avLst/>
                <a:gdLst/>
                <a:ahLst/>
                <a:cxnLst/>
                <a:rect l="l" t="t" r="r" b="b"/>
                <a:pathLst>
                  <a:path w="30" h="29" extrusionOk="0">
                    <a:moveTo>
                      <a:pt x="0" y="10"/>
                    </a:moveTo>
                    <a:lnTo>
                      <a:pt x="0" y="10"/>
                    </a:lnTo>
                    <a:lnTo>
                      <a:pt x="11" y="10"/>
                    </a:lnTo>
                    <a:lnTo>
                      <a:pt x="11" y="29"/>
                    </a:lnTo>
                    <a:lnTo>
                      <a:pt x="21" y="29"/>
                    </a:lnTo>
                    <a:lnTo>
                      <a:pt x="30" y="29"/>
                    </a:lnTo>
                    <a:lnTo>
                      <a:pt x="21" y="10"/>
                    </a:lnTo>
                    <a:lnTo>
                      <a:pt x="30" y="19"/>
                    </a:lnTo>
                    <a:lnTo>
                      <a:pt x="30" y="10"/>
                    </a:lnTo>
                    <a:lnTo>
                      <a:pt x="11" y="0"/>
                    </a:lnTo>
                    <a:lnTo>
                      <a:pt x="0" y="1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00" name="Google Shape;1800;p206"/>
              <p:cNvSpPr/>
              <p:nvPr/>
            </p:nvSpPr>
            <p:spPr>
              <a:xfrm>
                <a:off x="4101" y="2478"/>
                <a:ext cx="30" cy="29"/>
              </a:xfrm>
              <a:custGeom>
                <a:avLst/>
                <a:gdLst/>
                <a:ahLst/>
                <a:cxnLst/>
                <a:rect l="l" t="t" r="r" b="b"/>
                <a:pathLst>
                  <a:path w="30" h="29" extrusionOk="0">
                    <a:moveTo>
                      <a:pt x="0" y="10"/>
                    </a:moveTo>
                    <a:lnTo>
                      <a:pt x="0" y="10"/>
                    </a:lnTo>
                    <a:lnTo>
                      <a:pt x="11" y="10"/>
                    </a:lnTo>
                    <a:lnTo>
                      <a:pt x="11" y="29"/>
                    </a:lnTo>
                    <a:lnTo>
                      <a:pt x="21" y="29"/>
                    </a:lnTo>
                    <a:lnTo>
                      <a:pt x="30" y="29"/>
                    </a:lnTo>
                    <a:lnTo>
                      <a:pt x="21" y="10"/>
                    </a:lnTo>
                    <a:lnTo>
                      <a:pt x="30" y="19"/>
                    </a:lnTo>
                    <a:lnTo>
                      <a:pt x="30" y="10"/>
                    </a:lnTo>
                    <a:lnTo>
                      <a:pt x="11" y="0"/>
                    </a:lnTo>
                    <a:lnTo>
                      <a:pt x="0" y="1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01" name="Google Shape;1801;p206"/>
              <p:cNvSpPr/>
              <p:nvPr/>
            </p:nvSpPr>
            <p:spPr>
              <a:xfrm>
                <a:off x="4141" y="2523"/>
                <a:ext cx="42" cy="12"/>
              </a:xfrm>
              <a:custGeom>
                <a:avLst/>
                <a:gdLst/>
                <a:ahLst/>
                <a:cxnLst/>
                <a:rect l="l" t="t" r="r" b="b"/>
                <a:pathLst>
                  <a:path w="42" h="12" extrusionOk="0">
                    <a:moveTo>
                      <a:pt x="0" y="12"/>
                    </a:moveTo>
                    <a:lnTo>
                      <a:pt x="0" y="12"/>
                    </a:lnTo>
                    <a:lnTo>
                      <a:pt x="21" y="12"/>
                    </a:lnTo>
                    <a:lnTo>
                      <a:pt x="42" y="12"/>
                    </a:lnTo>
                    <a:lnTo>
                      <a:pt x="33" y="12"/>
                    </a:lnTo>
                    <a:lnTo>
                      <a:pt x="0"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02" name="Google Shape;1802;p206"/>
              <p:cNvSpPr/>
              <p:nvPr/>
            </p:nvSpPr>
            <p:spPr>
              <a:xfrm>
                <a:off x="4141" y="2523"/>
                <a:ext cx="42" cy="12"/>
              </a:xfrm>
              <a:custGeom>
                <a:avLst/>
                <a:gdLst/>
                <a:ahLst/>
                <a:cxnLst/>
                <a:rect l="l" t="t" r="r" b="b"/>
                <a:pathLst>
                  <a:path w="42" h="12" extrusionOk="0">
                    <a:moveTo>
                      <a:pt x="0" y="12"/>
                    </a:moveTo>
                    <a:lnTo>
                      <a:pt x="0" y="12"/>
                    </a:lnTo>
                    <a:lnTo>
                      <a:pt x="21" y="12"/>
                    </a:lnTo>
                    <a:lnTo>
                      <a:pt x="42" y="12"/>
                    </a:lnTo>
                    <a:lnTo>
                      <a:pt x="33" y="12"/>
                    </a:lnTo>
                    <a:lnTo>
                      <a:pt x="0"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03" name="Google Shape;1803;p206"/>
              <p:cNvSpPr/>
              <p:nvPr/>
            </p:nvSpPr>
            <p:spPr>
              <a:xfrm>
                <a:off x="4141" y="2523"/>
                <a:ext cx="42" cy="12"/>
              </a:xfrm>
              <a:custGeom>
                <a:avLst/>
                <a:gdLst/>
                <a:ahLst/>
                <a:cxnLst/>
                <a:rect l="l" t="t" r="r" b="b"/>
                <a:pathLst>
                  <a:path w="42" h="12" extrusionOk="0">
                    <a:moveTo>
                      <a:pt x="0" y="12"/>
                    </a:moveTo>
                    <a:lnTo>
                      <a:pt x="0" y="12"/>
                    </a:lnTo>
                    <a:lnTo>
                      <a:pt x="21" y="12"/>
                    </a:lnTo>
                    <a:lnTo>
                      <a:pt x="42" y="12"/>
                    </a:lnTo>
                    <a:lnTo>
                      <a:pt x="33" y="12"/>
                    </a:lnTo>
                    <a:lnTo>
                      <a:pt x="0"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04" name="Google Shape;1804;p206"/>
              <p:cNvSpPr/>
              <p:nvPr/>
            </p:nvSpPr>
            <p:spPr>
              <a:xfrm>
                <a:off x="4276" y="2523"/>
                <a:ext cx="40" cy="22"/>
              </a:xfrm>
              <a:custGeom>
                <a:avLst/>
                <a:gdLst/>
                <a:ahLst/>
                <a:cxnLst/>
                <a:rect l="l" t="t" r="r" b="b"/>
                <a:pathLst>
                  <a:path w="40" h="22" extrusionOk="0">
                    <a:moveTo>
                      <a:pt x="0" y="12"/>
                    </a:moveTo>
                    <a:lnTo>
                      <a:pt x="0" y="12"/>
                    </a:lnTo>
                    <a:lnTo>
                      <a:pt x="9" y="22"/>
                    </a:lnTo>
                    <a:lnTo>
                      <a:pt x="21" y="22"/>
                    </a:lnTo>
                    <a:lnTo>
                      <a:pt x="30" y="12"/>
                    </a:lnTo>
                    <a:lnTo>
                      <a:pt x="40"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05" name="Google Shape;1805;p206"/>
              <p:cNvSpPr/>
              <p:nvPr/>
            </p:nvSpPr>
            <p:spPr>
              <a:xfrm>
                <a:off x="4276" y="2523"/>
                <a:ext cx="40" cy="22"/>
              </a:xfrm>
              <a:custGeom>
                <a:avLst/>
                <a:gdLst/>
                <a:ahLst/>
                <a:cxnLst/>
                <a:rect l="l" t="t" r="r" b="b"/>
                <a:pathLst>
                  <a:path w="40" h="22" extrusionOk="0">
                    <a:moveTo>
                      <a:pt x="0" y="12"/>
                    </a:moveTo>
                    <a:lnTo>
                      <a:pt x="0" y="12"/>
                    </a:lnTo>
                    <a:lnTo>
                      <a:pt x="9" y="22"/>
                    </a:lnTo>
                    <a:lnTo>
                      <a:pt x="21" y="22"/>
                    </a:lnTo>
                    <a:lnTo>
                      <a:pt x="30" y="12"/>
                    </a:lnTo>
                    <a:lnTo>
                      <a:pt x="40"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06" name="Google Shape;1806;p206"/>
              <p:cNvSpPr/>
              <p:nvPr/>
            </p:nvSpPr>
            <p:spPr>
              <a:xfrm>
                <a:off x="4276" y="2523"/>
                <a:ext cx="40" cy="22"/>
              </a:xfrm>
              <a:custGeom>
                <a:avLst/>
                <a:gdLst/>
                <a:ahLst/>
                <a:cxnLst/>
                <a:rect l="l" t="t" r="r" b="b"/>
                <a:pathLst>
                  <a:path w="40" h="22" extrusionOk="0">
                    <a:moveTo>
                      <a:pt x="0" y="12"/>
                    </a:moveTo>
                    <a:lnTo>
                      <a:pt x="0" y="12"/>
                    </a:lnTo>
                    <a:lnTo>
                      <a:pt x="9" y="22"/>
                    </a:lnTo>
                    <a:lnTo>
                      <a:pt x="21" y="22"/>
                    </a:lnTo>
                    <a:lnTo>
                      <a:pt x="30" y="12"/>
                    </a:lnTo>
                    <a:lnTo>
                      <a:pt x="40"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cxnSp>
            <p:nvCxnSpPr>
              <p:cNvPr id="1807" name="Google Shape;1807;p206"/>
              <p:cNvCxnSpPr/>
              <p:nvPr/>
            </p:nvCxnSpPr>
            <p:spPr>
              <a:xfrm rot="10800000" flipH="1">
                <a:off x="4212" y="2509"/>
                <a:ext cx="7" cy="28"/>
              </a:xfrm>
              <a:prstGeom prst="straightConnector1">
                <a:avLst/>
              </a:prstGeom>
              <a:noFill/>
              <a:ln w="12700" cap="rnd" cmpd="sng">
                <a:solidFill>
                  <a:srgbClr val="FFFFFF"/>
                </a:solidFill>
                <a:prstDash val="solid"/>
                <a:round/>
                <a:headEnd type="none" w="sm" len="sm"/>
                <a:tailEnd type="none" w="sm" len="sm"/>
              </a:ln>
            </p:spPr>
          </p:cxnSp>
          <p:sp>
            <p:nvSpPr>
              <p:cNvPr id="1808" name="Google Shape;1808;p206"/>
              <p:cNvSpPr/>
              <p:nvPr/>
            </p:nvSpPr>
            <p:spPr>
              <a:xfrm>
                <a:off x="4481" y="2438"/>
                <a:ext cx="19" cy="21"/>
              </a:xfrm>
              <a:custGeom>
                <a:avLst/>
                <a:gdLst/>
                <a:ahLst/>
                <a:cxnLst/>
                <a:rect l="l" t="t" r="r" b="b"/>
                <a:pathLst>
                  <a:path w="19" h="21" extrusionOk="0">
                    <a:moveTo>
                      <a:pt x="19" y="21"/>
                    </a:moveTo>
                    <a:lnTo>
                      <a:pt x="19" y="21"/>
                    </a:lnTo>
                    <a:lnTo>
                      <a:pt x="10" y="21"/>
                    </a:lnTo>
                    <a:lnTo>
                      <a:pt x="0" y="0"/>
                    </a:lnTo>
                    <a:lnTo>
                      <a:pt x="19" y="12"/>
                    </a:lnTo>
                    <a:lnTo>
                      <a:pt x="19" y="2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09" name="Google Shape;1809;p206"/>
              <p:cNvSpPr/>
              <p:nvPr/>
            </p:nvSpPr>
            <p:spPr>
              <a:xfrm>
                <a:off x="4481" y="2438"/>
                <a:ext cx="19" cy="21"/>
              </a:xfrm>
              <a:custGeom>
                <a:avLst/>
                <a:gdLst/>
                <a:ahLst/>
                <a:cxnLst/>
                <a:rect l="l" t="t" r="r" b="b"/>
                <a:pathLst>
                  <a:path w="19" h="21" extrusionOk="0">
                    <a:moveTo>
                      <a:pt x="19" y="21"/>
                    </a:moveTo>
                    <a:lnTo>
                      <a:pt x="19" y="21"/>
                    </a:lnTo>
                    <a:lnTo>
                      <a:pt x="10" y="21"/>
                    </a:lnTo>
                    <a:lnTo>
                      <a:pt x="0" y="0"/>
                    </a:lnTo>
                    <a:lnTo>
                      <a:pt x="19" y="12"/>
                    </a:lnTo>
                    <a:lnTo>
                      <a:pt x="19" y="21"/>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10" name="Google Shape;1810;p206"/>
              <p:cNvSpPr/>
              <p:nvPr/>
            </p:nvSpPr>
            <p:spPr>
              <a:xfrm>
                <a:off x="4481" y="2438"/>
                <a:ext cx="19" cy="21"/>
              </a:xfrm>
              <a:custGeom>
                <a:avLst/>
                <a:gdLst/>
                <a:ahLst/>
                <a:cxnLst/>
                <a:rect l="l" t="t" r="r" b="b"/>
                <a:pathLst>
                  <a:path w="19" h="21" extrusionOk="0">
                    <a:moveTo>
                      <a:pt x="19" y="21"/>
                    </a:moveTo>
                    <a:lnTo>
                      <a:pt x="19" y="21"/>
                    </a:lnTo>
                    <a:lnTo>
                      <a:pt x="10" y="21"/>
                    </a:lnTo>
                    <a:lnTo>
                      <a:pt x="0" y="0"/>
                    </a:lnTo>
                    <a:lnTo>
                      <a:pt x="19" y="12"/>
                    </a:lnTo>
                    <a:lnTo>
                      <a:pt x="19" y="21"/>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11" name="Google Shape;1811;p206"/>
              <p:cNvSpPr/>
              <p:nvPr/>
            </p:nvSpPr>
            <p:spPr>
              <a:xfrm>
                <a:off x="4328" y="2495"/>
                <a:ext cx="120" cy="85"/>
              </a:xfrm>
              <a:custGeom>
                <a:avLst/>
                <a:gdLst/>
                <a:ahLst/>
                <a:cxnLst/>
                <a:rect l="l" t="t" r="r" b="b"/>
                <a:pathLst>
                  <a:path w="120" h="85" extrusionOk="0">
                    <a:moveTo>
                      <a:pt x="0" y="85"/>
                    </a:moveTo>
                    <a:lnTo>
                      <a:pt x="0" y="85"/>
                    </a:lnTo>
                    <a:lnTo>
                      <a:pt x="9" y="76"/>
                    </a:lnTo>
                    <a:lnTo>
                      <a:pt x="19" y="57"/>
                    </a:lnTo>
                    <a:lnTo>
                      <a:pt x="9" y="47"/>
                    </a:lnTo>
                    <a:lnTo>
                      <a:pt x="9" y="19"/>
                    </a:lnTo>
                    <a:lnTo>
                      <a:pt x="19" y="19"/>
                    </a:lnTo>
                    <a:lnTo>
                      <a:pt x="19" y="12"/>
                    </a:lnTo>
                    <a:lnTo>
                      <a:pt x="49" y="0"/>
                    </a:lnTo>
                    <a:lnTo>
                      <a:pt x="61" y="12"/>
                    </a:lnTo>
                    <a:lnTo>
                      <a:pt x="90" y="0"/>
                    </a:lnTo>
                    <a:lnTo>
                      <a:pt x="120" y="0"/>
                    </a:lnTo>
                    <a:lnTo>
                      <a:pt x="101" y="12"/>
                    </a:lnTo>
                    <a:lnTo>
                      <a:pt x="90" y="47"/>
                    </a:lnTo>
                    <a:lnTo>
                      <a:pt x="61" y="68"/>
                    </a:lnTo>
                    <a:lnTo>
                      <a:pt x="49" y="68"/>
                    </a:lnTo>
                    <a:lnTo>
                      <a:pt x="19" y="85"/>
                    </a:lnTo>
                    <a:lnTo>
                      <a:pt x="0" y="85"/>
                    </a:lnTo>
                    <a:lnTo>
                      <a:pt x="0" y="85"/>
                    </a:lnTo>
                    <a:lnTo>
                      <a:pt x="0" y="8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12" name="Google Shape;1812;p206"/>
              <p:cNvSpPr/>
              <p:nvPr/>
            </p:nvSpPr>
            <p:spPr>
              <a:xfrm>
                <a:off x="4328" y="2495"/>
                <a:ext cx="120" cy="85"/>
              </a:xfrm>
              <a:custGeom>
                <a:avLst/>
                <a:gdLst/>
                <a:ahLst/>
                <a:cxnLst/>
                <a:rect l="l" t="t" r="r" b="b"/>
                <a:pathLst>
                  <a:path w="120" h="85" extrusionOk="0">
                    <a:moveTo>
                      <a:pt x="0" y="85"/>
                    </a:moveTo>
                    <a:lnTo>
                      <a:pt x="0" y="85"/>
                    </a:lnTo>
                    <a:lnTo>
                      <a:pt x="9" y="76"/>
                    </a:lnTo>
                    <a:lnTo>
                      <a:pt x="19" y="57"/>
                    </a:lnTo>
                    <a:lnTo>
                      <a:pt x="9" y="47"/>
                    </a:lnTo>
                    <a:lnTo>
                      <a:pt x="9" y="19"/>
                    </a:lnTo>
                    <a:lnTo>
                      <a:pt x="19" y="19"/>
                    </a:lnTo>
                    <a:lnTo>
                      <a:pt x="19" y="12"/>
                    </a:lnTo>
                    <a:lnTo>
                      <a:pt x="49" y="0"/>
                    </a:lnTo>
                    <a:lnTo>
                      <a:pt x="61" y="12"/>
                    </a:lnTo>
                    <a:lnTo>
                      <a:pt x="90" y="0"/>
                    </a:lnTo>
                    <a:lnTo>
                      <a:pt x="120" y="0"/>
                    </a:lnTo>
                    <a:lnTo>
                      <a:pt x="101" y="12"/>
                    </a:lnTo>
                    <a:lnTo>
                      <a:pt x="90" y="47"/>
                    </a:lnTo>
                    <a:lnTo>
                      <a:pt x="61" y="68"/>
                    </a:lnTo>
                    <a:lnTo>
                      <a:pt x="49" y="68"/>
                    </a:lnTo>
                    <a:lnTo>
                      <a:pt x="19" y="85"/>
                    </a:lnTo>
                    <a:lnTo>
                      <a:pt x="0" y="85"/>
                    </a:lnTo>
                    <a:lnTo>
                      <a:pt x="0" y="85"/>
                    </a:lnTo>
                    <a:lnTo>
                      <a:pt x="0" y="85"/>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13" name="Google Shape;1813;p206"/>
              <p:cNvSpPr/>
              <p:nvPr/>
            </p:nvSpPr>
            <p:spPr>
              <a:xfrm>
                <a:off x="4306" y="2573"/>
                <a:ext cx="31" cy="64"/>
              </a:xfrm>
              <a:custGeom>
                <a:avLst/>
                <a:gdLst/>
                <a:ahLst/>
                <a:cxnLst/>
                <a:rect l="l" t="t" r="r" b="b"/>
                <a:pathLst>
                  <a:path w="31" h="64" extrusionOk="0">
                    <a:moveTo>
                      <a:pt x="22" y="9"/>
                    </a:moveTo>
                    <a:lnTo>
                      <a:pt x="22" y="9"/>
                    </a:lnTo>
                    <a:lnTo>
                      <a:pt x="22" y="19"/>
                    </a:lnTo>
                    <a:lnTo>
                      <a:pt x="22" y="38"/>
                    </a:lnTo>
                    <a:lnTo>
                      <a:pt x="10" y="64"/>
                    </a:lnTo>
                    <a:lnTo>
                      <a:pt x="0" y="28"/>
                    </a:lnTo>
                    <a:lnTo>
                      <a:pt x="10" y="19"/>
                    </a:lnTo>
                    <a:lnTo>
                      <a:pt x="22" y="0"/>
                    </a:lnTo>
                    <a:lnTo>
                      <a:pt x="31" y="0"/>
                    </a:lnTo>
                    <a:lnTo>
                      <a:pt x="22" y="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14" name="Google Shape;1814;p206"/>
              <p:cNvSpPr/>
              <p:nvPr/>
            </p:nvSpPr>
            <p:spPr>
              <a:xfrm>
                <a:off x="4306" y="2573"/>
                <a:ext cx="31" cy="64"/>
              </a:xfrm>
              <a:custGeom>
                <a:avLst/>
                <a:gdLst/>
                <a:ahLst/>
                <a:cxnLst/>
                <a:rect l="l" t="t" r="r" b="b"/>
                <a:pathLst>
                  <a:path w="31" h="64" extrusionOk="0">
                    <a:moveTo>
                      <a:pt x="22" y="9"/>
                    </a:moveTo>
                    <a:lnTo>
                      <a:pt x="22" y="9"/>
                    </a:lnTo>
                    <a:lnTo>
                      <a:pt x="22" y="19"/>
                    </a:lnTo>
                    <a:lnTo>
                      <a:pt x="22" y="38"/>
                    </a:lnTo>
                    <a:lnTo>
                      <a:pt x="10" y="64"/>
                    </a:lnTo>
                    <a:lnTo>
                      <a:pt x="0" y="28"/>
                    </a:lnTo>
                    <a:lnTo>
                      <a:pt x="10" y="19"/>
                    </a:lnTo>
                    <a:lnTo>
                      <a:pt x="22" y="0"/>
                    </a:lnTo>
                    <a:lnTo>
                      <a:pt x="31" y="0"/>
                    </a:lnTo>
                    <a:lnTo>
                      <a:pt x="22" y="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15" name="Google Shape;1815;p206"/>
              <p:cNvSpPr/>
              <p:nvPr/>
            </p:nvSpPr>
            <p:spPr>
              <a:xfrm>
                <a:off x="4306" y="2573"/>
                <a:ext cx="31" cy="64"/>
              </a:xfrm>
              <a:custGeom>
                <a:avLst/>
                <a:gdLst/>
                <a:ahLst/>
                <a:cxnLst/>
                <a:rect l="l" t="t" r="r" b="b"/>
                <a:pathLst>
                  <a:path w="31" h="64" extrusionOk="0">
                    <a:moveTo>
                      <a:pt x="22" y="9"/>
                    </a:moveTo>
                    <a:lnTo>
                      <a:pt x="22" y="9"/>
                    </a:lnTo>
                    <a:lnTo>
                      <a:pt x="22" y="19"/>
                    </a:lnTo>
                    <a:lnTo>
                      <a:pt x="22" y="38"/>
                    </a:lnTo>
                    <a:lnTo>
                      <a:pt x="10" y="64"/>
                    </a:lnTo>
                    <a:lnTo>
                      <a:pt x="0" y="28"/>
                    </a:lnTo>
                    <a:lnTo>
                      <a:pt x="10" y="19"/>
                    </a:lnTo>
                    <a:lnTo>
                      <a:pt x="22" y="0"/>
                    </a:lnTo>
                    <a:lnTo>
                      <a:pt x="31" y="0"/>
                    </a:lnTo>
                    <a:lnTo>
                      <a:pt x="22" y="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16" name="Google Shape;1816;p206"/>
              <p:cNvSpPr/>
              <p:nvPr/>
            </p:nvSpPr>
            <p:spPr>
              <a:xfrm>
                <a:off x="4387" y="2488"/>
                <a:ext cx="154" cy="149"/>
              </a:xfrm>
              <a:custGeom>
                <a:avLst/>
                <a:gdLst/>
                <a:ahLst/>
                <a:cxnLst/>
                <a:rect l="l" t="t" r="r" b="b"/>
                <a:pathLst>
                  <a:path w="154" h="149" extrusionOk="0">
                    <a:moveTo>
                      <a:pt x="92" y="9"/>
                    </a:moveTo>
                    <a:lnTo>
                      <a:pt x="92" y="9"/>
                    </a:lnTo>
                    <a:lnTo>
                      <a:pt x="101" y="28"/>
                    </a:lnTo>
                    <a:lnTo>
                      <a:pt x="113" y="28"/>
                    </a:lnTo>
                    <a:lnTo>
                      <a:pt x="113" y="47"/>
                    </a:lnTo>
                    <a:lnTo>
                      <a:pt x="101" y="66"/>
                    </a:lnTo>
                    <a:lnTo>
                      <a:pt x="113" y="85"/>
                    </a:lnTo>
                    <a:lnTo>
                      <a:pt x="132" y="94"/>
                    </a:lnTo>
                    <a:lnTo>
                      <a:pt x="144" y="120"/>
                    </a:lnTo>
                    <a:lnTo>
                      <a:pt x="154" y="132"/>
                    </a:lnTo>
                    <a:lnTo>
                      <a:pt x="154" y="139"/>
                    </a:lnTo>
                    <a:lnTo>
                      <a:pt x="132" y="139"/>
                    </a:lnTo>
                    <a:lnTo>
                      <a:pt x="123" y="149"/>
                    </a:lnTo>
                    <a:lnTo>
                      <a:pt x="101" y="139"/>
                    </a:lnTo>
                    <a:lnTo>
                      <a:pt x="92" y="149"/>
                    </a:lnTo>
                    <a:lnTo>
                      <a:pt x="71" y="139"/>
                    </a:lnTo>
                    <a:lnTo>
                      <a:pt x="71" y="132"/>
                    </a:lnTo>
                    <a:lnTo>
                      <a:pt x="61" y="120"/>
                    </a:lnTo>
                    <a:lnTo>
                      <a:pt x="31" y="104"/>
                    </a:lnTo>
                    <a:lnTo>
                      <a:pt x="0" y="94"/>
                    </a:lnTo>
                    <a:lnTo>
                      <a:pt x="0" y="75"/>
                    </a:lnTo>
                    <a:lnTo>
                      <a:pt x="31" y="57"/>
                    </a:lnTo>
                    <a:lnTo>
                      <a:pt x="42" y="19"/>
                    </a:lnTo>
                    <a:lnTo>
                      <a:pt x="61" y="9"/>
                    </a:lnTo>
                    <a:lnTo>
                      <a:pt x="61" y="0"/>
                    </a:lnTo>
                    <a:lnTo>
                      <a:pt x="92" y="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17" name="Google Shape;1817;p206"/>
              <p:cNvSpPr/>
              <p:nvPr/>
            </p:nvSpPr>
            <p:spPr>
              <a:xfrm>
                <a:off x="4387" y="2488"/>
                <a:ext cx="154" cy="149"/>
              </a:xfrm>
              <a:custGeom>
                <a:avLst/>
                <a:gdLst/>
                <a:ahLst/>
                <a:cxnLst/>
                <a:rect l="l" t="t" r="r" b="b"/>
                <a:pathLst>
                  <a:path w="154" h="149" extrusionOk="0">
                    <a:moveTo>
                      <a:pt x="92" y="9"/>
                    </a:moveTo>
                    <a:lnTo>
                      <a:pt x="92" y="9"/>
                    </a:lnTo>
                    <a:lnTo>
                      <a:pt x="101" y="28"/>
                    </a:lnTo>
                    <a:lnTo>
                      <a:pt x="113" y="28"/>
                    </a:lnTo>
                    <a:lnTo>
                      <a:pt x="113" y="47"/>
                    </a:lnTo>
                    <a:lnTo>
                      <a:pt x="101" y="66"/>
                    </a:lnTo>
                    <a:lnTo>
                      <a:pt x="113" y="85"/>
                    </a:lnTo>
                    <a:lnTo>
                      <a:pt x="132" y="94"/>
                    </a:lnTo>
                    <a:lnTo>
                      <a:pt x="144" y="120"/>
                    </a:lnTo>
                    <a:lnTo>
                      <a:pt x="154" y="132"/>
                    </a:lnTo>
                    <a:lnTo>
                      <a:pt x="154" y="139"/>
                    </a:lnTo>
                    <a:lnTo>
                      <a:pt x="132" y="139"/>
                    </a:lnTo>
                    <a:lnTo>
                      <a:pt x="123" y="149"/>
                    </a:lnTo>
                    <a:lnTo>
                      <a:pt x="101" y="139"/>
                    </a:lnTo>
                    <a:lnTo>
                      <a:pt x="92" y="149"/>
                    </a:lnTo>
                    <a:lnTo>
                      <a:pt x="71" y="139"/>
                    </a:lnTo>
                    <a:lnTo>
                      <a:pt x="71" y="132"/>
                    </a:lnTo>
                    <a:lnTo>
                      <a:pt x="61" y="120"/>
                    </a:lnTo>
                    <a:lnTo>
                      <a:pt x="31" y="104"/>
                    </a:lnTo>
                    <a:lnTo>
                      <a:pt x="0" y="94"/>
                    </a:lnTo>
                    <a:lnTo>
                      <a:pt x="0" y="75"/>
                    </a:lnTo>
                    <a:lnTo>
                      <a:pt x="31" y="57"/>
                    </a:lnTo>
                    <a:lnTo>
                      <a:pt x="42" y="19"/>
                    </a:lnTo>
                    <a:lnTo>
                      <a:pt x="61" y="9"/>
                    </a:lnTo>
                    <a:lnTo>
                      <a:pt x="61" y="0"/>
                    </a:lnTo>
                    <a:lnTo>
                      <a:pt x="92" y="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18" name="Google Shape;1818;p206"/>
              <p:cNvSpPr/>
              <p:nvPr/>
            </p:nvSpPr>
            <p:spPr>
              <a:xfrm>
                <a:off x="4387" y="2488"/>
                <a:ext cx="154" cy="149"/>
              </a:xfrm>
              <a:custGeom>
                <a:avLst/>
                <a:gdLst/>
                <a:ahLst/>
                <a:cxnLst/>
                <a:rect l="l" t="t" r="r" b="b"/>
                <a:pathLst>
                  <a:path w="154" h="149" extrusionOk="0">
                    <a:moveTo>
                      <a:pt x="92" y="9"/>
                    </a:moveTo>
                    <a:lnTo>
                      <a:pt x="92" y="9"/>
                    </a:lnTo>
                    <a:lnTo>
                      <a:pt x="101" y="28"/>
                    </a:lnTo>
                    <a:lnTo>
                      <a:pt x="113" y="28"/>
                    </a:lnTo>
                    <a:lnTo>
                      <a:pt x="113" y="47"/>
                    </a:lnTo>
                    <a:lnTo>
                      <a:pt x="101" y="66"/>
                    </a:lnTo>
                    <a:lnTo>
                      <a:pt x="113" y="85"/>
                    </a:lnTo>
                    <a:lnTo>
                      <a:pt x="132" y="94"/>
                    </a:lnTo>
                    <a:lnTo>
                      <a:pt x="144" y="120"/>
                    </a:lnTo>
                    <a:lnTo>
                      <a:pt x="154" y="132"/>
                    </a:lnTo>
                    <a:lnTo>
                      <a:pt x="154" y="139"/>
                    </a:lnTo>
                    <a:lnTo>
                      <a:pt x="132" y="139"/>
                    </a:lnTo>
                    <a:lnTo>
                      <a:pt x="123" y="149"/>
                    </a:lnTo>
                    <a:lnTo>
                      <a:pt x="101" y="139"/>
                    </a:lnTo>
                    <a:lnTo>
                      <a:pt x="92" y="149"/>
                    </a:lnTo>
                    <a:lnTo>
                      <a:pt x="71" y="139"/>
                    </a:lnTo>
                    <a:lnTo>
                      <a:pt x="71" y="132"/>
                    </a:lnTo>
                    <a:lnTo>
                      <a:pt x="61" y="120"/>
                    </a:lnTo>
                    <a:lnTo>
                      <a:pt x="31" y="104"/>
                    </a:lnTo>
                    <a:lnTo>
                      <a:pt x="0" y="94"/>
                    </a:lnTo>
                    <a:lnTo>
                      <a:pt x="0" y="75"/>
                    </a:lnTo>
                    <a:lnTo>
                      <a:pt x="31" y="57"/>
                    </a:lnTo>
                    <a:lnTo>
                      <a:pt x="42" y="19"/>
                    </a:lnTo>
                    <a:lnTo>
                      <a:pt x="61" y="9"/>
                    </a:lnTo>
                    <a:lnTo>
                      <a:pt x="61" y="0"/>
                    </a:lnTo>
                    <a:lnTo>
                      <a:pt x="92" y="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19" name="Google Shape;1819;p206"/>
              <p:cNvSpPr/>
              <p:nvPr/>
            </p:nvSpPr>
            <p:spPr>
              <a:xfrm>
                <a:off x="4328" y="2545"/>
                <a:ext cx="21" cy="28"/>
              </a:xfrm>
              <a:custGeom>
                <a:avLst/>
                <a:gdLst/>
                <a:ahLst/>
                <a:cxnLst/>
                <a:rect l="l" t="t" r="r" b="b"/>
                <a:pathLst>
                  <a:path w="21" h="28" extrusionOk="0">
                    <a:moveTo>
                      <a:pt x="9" y="28"/>
                    </a:moveTo>
                    <a:lnTo>
                      <a:pt x="9" y="28"/>
                    </a:lnTo>
                    <a:lnTo>
                      <a:pt x="0" y="28"/>
                    </a:lnTo>
                    <a:lnTo>
                      <a:pt x="9" y="0"/>
                    </a:lnTo>
                    <a:lnTo>
                      <a:pt x="21" y="9"/>
                    </a:lnTo>
                    <a:lnTo>
                      <a:pt x="9"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20" name="Google Shape;1820;p206"/>
              <p:cNvSpPr/>
              <p:nvPr/>
            </p:nvSpPr>
            <p:spPr>
              <a:xfrm>
                <a:off x="4328" y="2545"/>
                <a:ext cx="21" cy="28"/>
              </a:xfrm>
              <a:custGeom>
                <a:avLst/>
                <a:gdLst/>
                <a:ahLst/>
                <a:cxnLst/>
                <a:rect l="l" t="t" r="r" b="b"/>
                <a:pathLst>
                  <a:path w="21" h="28" extrusionOk="0">
                    <a:moveTo>
                      <a:pt x="9" y="28"/>
                    </a:moveTo>
                    <a:lnTo>
                      <a:pt x="9" y="28"/>
                    </a:lnTo>
                    <a:lnTo>
                      <a:pt x="0" y="28"/>
                    </a:lnTo>
                    <a:lnTo>
                      <a:pt x="9" y="0"/>
                    </a:lnTo>
                    <a:lnTo>
                      <a:pt x="21" y="9"/>
                    </a:lnTo>
                    <a:lnTo>
                      <a:pt x="9" y="2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21" name="Google Shape;1821;p206"/>
              <p:cNvSpPr/>
              <p:nvPr/>
            </p:nvSpPr>
            <p:spPr>
              <a:xfrm>
                <a:off x="4328" y="2545"/>
                <a:ext cx="21" cy="28"/>
              </a:xfrm>
              <a:custGeom>
                <a:avLst/>
                <a:gdLst/>
                <a:ahLst/>
                <a:cxnLst/>
                <a:rect l="l" t="t" r="r" b="b"/>
                <a:pathLst>
                  <a:path w="21" h="28" extrusionOk="0">
                    <a:moveTo>
                      <a:pt x="9" y="28"/>
                    </a:moveTo>
                    <a:lnTo>
                      <a:pt x="9" y="28"/>
                    </a:lnTo>
                    <a:lnTo>
                      <a:pt x="0" y="28"/>
                    </a:lnTo>
                    <a:lnTo>
                      <a:pt x="9" y="0"/>
                    </a:lnTo>
                    <a:lnTo>
                      <a:pt x="21" y="9"/>
                    </a:lnTo>
                    <a:lnTo>
                      <a:pt x="9" y="2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22" name="Google Shape;1822;p206"/>
              <p:cNvSpPr/>
              <p:nvPr/>
            </p:nvSpPr>
            <p:spPr>
              <a:xfrm>
                <a:off x="4510" y="2630"/>
                <a:ext cx="31" cy="16"/>
              </a:xfrm>
              <a:custGeom>
                <a:avLst/>
                <a:gdLst/>
                <a:ahLst/>
                <a:cxnLst/>
                <a:rect l="l" t="t" r="r" b="b"/>
                <a:pathLst>
                  <a:path w="31" h="16" extrusionOk="0">
                    <a:moveTo>
                      <a:pt x="0" y="7"/>
                    </a:moveTo>
                    <a:lnTo>
                      <a:pt x="0" y="7"/>
                    </a:lnTo>
                    <a:lnTo>
                      <a:pt x="12" y="0"/>
                    </a:lnTo>
                    <a:lnTo>
                      <a:pt x="31" y="0"/>
                    </a:lnTo>
                    <a:lnTo>
                      <a:pt x="21" y="7"/>
                    </a:lnTo>
                    <a:lnTo>
                      <a:pt x="31" y="16"/>
                    </a:lnTo>
                    <a:lnTo>
                      <a:pt x="0" y="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23" name="Google Shape;1823;p206"/>
              <p:cNvSpPr/>
              <p:nvPr/>
            </p:nvSpPr>
            <p:spPr>
              <a:xfrm>
                <a:off x="4510" y="2630"/>
                <a:ext cx="31" cy="16"/>
              </a:xfrm>
              <a:custGeom>
                <a:avLst/>
                <a:gdLst/>
                <a:ahLst/>
                <a:cxnLst/>
                <a:rect l="l" t="t" r="r" b="b"/>
                <a:pathLst>
                  <a:path w="31" h="16" extrusionOk="0">
                    <a:moveTo>
                      <a:pt x="0" y="7"/>
                    </a:moveTo>
                    <a:lnTo>
                      <a:pt x="0" y="7"/>
                    </a:lnTo>
                    <a:lnTo>
                      <a:pt x="12" y="0"/>
                    </a:lnTo>
                    <a:lnTo>
                      <a:pt x="31" y="0"/>
                    </a:lnTo>
                    <a:lnTo>
                      <a:pt x="21" y="7"/>
                    </a:lnTo>
                    <a:lnTo>
                      <a:pt x="31" y="16"/>
                    </a:lnTo>
                    <a:lnTo>
                      <a:pt x="0" y="7"/>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24" name="Google Shape;1824;p206"/>
              <p:cNvSpPr/>
              <p:nvPr/>
            </p:nvSpPr>
            <p:spPr>
              <a:xfrm>
                <a:off x="4510" y="2630"/>
                <a:ext cx="31" cy="16"/>
              </a:xfrm>
              <a:custGeom>
                <a:avLst/>
                <a:gdLst/>
                <a:ahLst/>
                <a:cxnLst/>
                <a:rect l="l" t="t" r="r" b="b"/>
                <a:pathLst>
                  <a:path w="31" h="16" extrusionOk="0">
                    <a:moveTo>
                      <a:pt x="0" y="7"/>
                    </a:moveTo>
                    <a:lnTo>
                      <a:pt x="0" y="7"/>
                    </a:lnTo>
                    <a:lnTo>
                      <a:pt x="12" y="0"/>
                    </a:lnTo>
                    <a:lnTo>
                      <a:pt x="31" y="0"/>
                    </a:lnTo>
                    <a:lnTo>
                      <a:pt x="21" y="7"/>
                    </a:lnTo>
                    <a:lnTo>
                      <a:pt x="31" y="16"/>
                    </a:lnTo>
                    <a:lnTo>
                      <a:pt x="0" y="7"/>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25" name="Google Shape;1825;p206"/>
              <p:cNvSpPr/>
              <p:nvPr/>
            </p:nvSpPr>
            <p:spPr>
              <a:xfrm>
                <a:off x="4134" y="2069"/>
                <a:ext cx="153" cy="125"/>
              </a:xfrm>
              <a:custGeom>
                <a:avLst/>
                <a:gdLst/>
                <a:ahLst/>
                <a:cxnLst/>
                <a:rect l="l" t="t" r="r" b="b"/>
                <a:pathLst>
                  <a:path w="153" h="125" extrusionOk="0">
                    <a:moveTo>
                      <a:pt x="144" y="106"/>
                    </a:moveTo>
                    <a:lnTo>
                      <a:pt x="144" y="106"/>
                    </a:lnTo>
                    <a:lnTo>
                      <a:pt x="132" y="87"/>
                    </a:lnTo>
                    <a:lnTo>
                      <a:pt x="132" y="78"/>
                    </a:lnTo>
                    <a:lnTo>
                      <a:pt x="144" y="87"/>
                    </a:lnTo>
                    <a:lnTo>
                      <a:pt x="153" y="68"/>
                    </a:lnTo>
                    <a:lnTo>
                      <a:pt x="144" y="68"/>
                    </a:lnTo>
                    <a:lnTo>
                      <a:pt x="123" y="40"/>
                    </a:lnTo>
                    <a:lnTo>
                      <a:pt x="123" y="21"/>
                    </a:lnTo>
                    <a:lnTo>
                      <a:pt x="113" y="12"/>
                    </a:lnTo>
                    <a:lnTo>
                      <a:pt x="82" y="0"/>
                    </a:lnTo>
                    <a:lnTo>
                      <a:pt x="61" y="21"/>
                    </a:lnTo>
                    <a:lnTo>
                      <a:pt x="61" y="28"/>
                    </a:lnTo>
                    <a:lnTo>
                      <a:pt x="42" y="40"/>
                    </a:lnTo>
                    <a:lnTo>
                      <a:pt x="42" y="57"/>
                    </a:lnTo>
                    <a:lnTo>
                      <a:pt x="30" y="57"/>
                    </a:lnTo>
                    <a:lnTo>
                      <a:pt x="12" y="68"/>
                    </a:lnTo>
                    <a:lnTo>
                      <a:pt x="0" y="68"/>
                    </a:lnTo>
                    <a:lnTo>
                      <a:pt x="12" y="87"/>
                    </a:lnTo>
                    <a:lnTo>
                      <a:pt x="0" y="106"/>
                    </a:lnTo>
                    <a:lnTo>
                      <a:pt x="0" y="125"/>
                    </a:lnTo>
                    <a:lnTo>
                      <a:pt x="21" y="116"/>
                    </a:lnTo>
                    <a:lnTo>
                      <a:pt x="42" y="116"/>
                    </a:lnTo>
                    <a:lnTo>
                      <a:pt x="73" y="125"/>
                    </a:lnTo>
                    <a:lnTo>
                      <a:pt x="82" y="125"/>
                    </a:lnTo>
                    <a:lnTo>
                      <a:pt x="92" y="125"/>
                    </a:lnTo>
                    <a:lnTo>
                      <a:pt x="101" y="125"/>
                    </a:lnTo>
                    <a:lnTo>
                      <a:pt x="123" y="125"/>
                    </a:lnTo>
                    <a:lnTo>
                      <a:pt x="132" y="106"/>
                    </a:lnTo>
                    <a:lnTo>
                      <a:pt x="144" y="106"/>
                    </a:lnTo>
                    <a:lnTo>
                      <a:pt x="144" y="106"/>
                    </a:lnTo>
                    <a:lnTo>
                      <a:pt x="144" y="106"/>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26" name="Google Shape;1826;p206"/>
              <p:cNvSpPr/>
              <p:nvPr/>
            </p:nvSpPr>
            <p:spPr>
              <a:xfrm>
                <a:off x="4134" y="2069"/>
                <a:ext cx="153" cy="125"/>
              </a:xfrm>
              <a:custGeom>
                <a:avLst/>
                <a:gdLst/>
                <a:ahLst/>
                <a:cxnLst/>
                <a:rect l="l" t="t" r="r" b="b"/>
                <a:pathLst>
                  <a:path w="153" h="125" extrusionOk="0">
                    <a:moveTo>
                      <a:pt x="144" y="106"/>
                    </a:moveTo>
                    <a:lnTo>
                      <a:pt x="144" y="106"/>
                    </a:lnTo>
                    <a:lnTo>
                      <a:pt x="132" y="87"/>
                    </a:lnTo>
                    <a:lnTo>
                      <a:pt x="132" y="78"/>
                    </a:lnTo>
                    <a:lnTo>
                      <a:pt x="144" y="87"/>
                    </a:lnTo>
                    <a:lnTo>
                      <a:pt x="153" y="68"/>
                    </a:lnTo>
                    <a:lnTo>
                      <a:pt x="144" y="68"/>
                    </a:lnTo>
                    <a:lnTo>
                      <a:pt x="123" y="40"/>
                    </a:lnTo>
                    <a:lnTo>
                      <a:pt x="123" y="21"/>
                    </a:lnTo>
                    <a:lnTo>
                      <a:pt x="113" y="12"/>
                    </a:lnTo>
                    <a:lnTo>
                      <a:pt x="82" y="0"/>
                    </a:lnTo>
                    <a:lnTo>
                      <a:pt x="61" y="21"/>
                    </a:lnTo>
                    <a:lnTo>
                      <a:pt x="61" y="28"/>
                    </a:lnTo>
                    <a:lnTo>
                      <a:pt x="42" y="40"/>
                    </a:lnTo>
                    <a:lnTo>
                      <a:pt x="42" y="57"/>
                    </a:lnTo>
                    <a:lnTo>
                      <a:pt x="30" y="57"/>
                    </a:lnTo>
                    <a:lnTo>
                      <a:pt x="12" y="68"/>
                    </a:lnTo>
                    <a:lnTo>
                      <a:pt x="0" y="68"/>
                    </a:lnTo>
                    <a:lnTo>
                      <a:pt x="12" y="87"/>
                    </a:lnTo>
                    <a:lnTo>
                      <a:pt x="0" y="106"/>
                    </a:lnTo>
                    <a:lnTo>
                      <a:pt x="0" y="125"/>
                    </a:lnTo>
                    <a:lnTo>
                      <a:pt x="21" y="116"/>
                    </a:lnTo>
                    <a:lnTo>
                      <a:pt x="42" y="116"/>
                    </a:lnTo>
                    <a:lnTo>
                      <a:pt x="73" y="125"/>
                    </a:lnTo>
                    <a:lnTo>
                      <a:pt x="82" y="125"/>
                    </a:lnTo>
                    <a:lnTo>
                      <a:pt x="92" y="125"/>
                    </a:lnTo>
                    <a:lnTo>
                      <a:pt x="101" y="125"/>
                    </a:lnTo>
                    <a:lnTo>
                      <a:pt x="123" y="125"/>
                    </a:lnTo>
                    <a:lnTo>
                      <a:pt x="132" y="106"/>
                    </a:lnTo>
                    <a:lnTo>
                      <a:pt x="144" y="106"/>
                    </a:lnTo>
                    <a:lnTo>
                      <a:pt x="144" y="106"/>
                    </a:lnTo>
                    <a:lnTo>
                      <a:pt x="144" y="106"/>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27" name="Google Shape;1827;p206"/>
              <p:cNvSpPr/>
              <p:nvPr/>
            </p:nvSpPr>
            <p:spPr>
              <a:xfrm>
                <a:off x="4112" y="2175"/>
                <a:ext cx="298" cy="178"/>
              </a:xfrm>
              <a:custGeom>
                <a:avLst/>
                <a:gdLst/>
                <a:ahLst/>
                <a:cxnLst/>
                <a:rect l="l" t="t" r="r" b="b"/>
                <a:pathLst>
                  <a:path w="298" h="178" extrusionOk="0">
                    <a:moveTo>
                      <a:pt x="123" y="161"/>
                    </a:moveTo>
                    <a:lnTo>
                      <a:pt x="123" y="161"/>
                    </a:lnTo>
                    <a:lnTo>
                      <a:pt x="102" y="161"/>
                    </a:lnTo>
                    <a:lnTo>
                      <a:pt x="102" y="149"/>
                    </a:lnTo>
                    <a:lnTo>
                      <a:pt x="114" y="133"/>
                    </a:lnTo>
                    <a:lnTo>
                      <a:pt x="135" y="133"/>
                    </a:lnTo>
                    <a:lnTo>
                      <a:pt x="135" y="121"/>
                    </a:lnTo>
                    <a:lnTo>
                      <a:pt x="123" y="104"/>
                    </a:lnTo>
                    <a:lnTo>
                      <a:pt x="123" y="93"/>
                    </a:lnTo>
                    <a:lnTo>
                      <a:pt x="93" y="85"/>
                    </a:lnTo>
                    <a:lnTo>
                      <a:pt x="71" y="93"/>
                    </a:lnTo>
                    <a:lnTo>
                      <a:pt x="50" y="104"/>
                    </a:lnTo>
                    <a:lnTo>
                      <a:pt x="41" y="104"/>
                    </a:lnTo>
                    <a:lnTo>
                      <a:pt x="10" y="104"/>
                    </a:lnTo>
                    <a:lnTo>
                      <a:pt x="0" y="93"/>
                    </a:lnTo>
                    <a:lnTo>
                      <a:pt x="10" y="76"/>
                    </a:lnTo>
                    <a:lnTo>
                      <a:pt x="22" y="57"/>
                    </a:lnTo>
                    <a:lnTo>
                      <a:pt x="31" y="48"/>
                    </a:lnTo>
                    <a:lnTo>
                      <a:pt x="22" y="19"/>
                    </a:lnTo>
                    <a:lnTo>
                      <a:pt x="41" y="7"/>
                    </a:lnTo>
                    <a:lnTo>
                      <a:pt x="62" y="7"/>
                    </a:lnTo>
                    <a:lnTo>
                      <a:pt x="93" y="19"/>
                    </a:lnTo>
                    <a:lnTo>
                      <a:pt x="102" y="19"/>
                    </a:lnTo>
                    <a:lnTo>
                      <a:pt x="114" y="19"/>
                    </a:lnTo>
                    <a:lnTo>
                      <a:pt x="123" y="19"/>
                    </a:lnTo>
                    <a:lnTo>
                      <a:pt x="145" y="19"/>
                    </a:lnTo>
                    <a:lnTo>
                      <a:pt x="154" y="0"/>
                    </a:lnTo>
                    <a:lnTo>
                      <a:pt x="166" y="0"/>
                    </a:lnTo>
                    <a:lnTo>
                      <a:pt x="197" y="0"/>
                    </a:lnTo>
                    <a:lnTo>
                      <a:pt x="206" y="7"/>
                    </a:lnTo>
                    <a:lnTo>
                      <a:pt x="197" y="7"/>
                    </a:lnTo>
                    <a:lnTo>
                      <a:pt x="206" y="19"/>
                    </a:lnTo>
                    <a:lnTo>
                      <a:pt x="216" y="19"/>
                    </a:lnTo>
                    <a:lnTo>
                      <a:pt x="227" y="36"/>
                    </a:lnTo>
                    <a:lnTo>
                      <a:pt x="237" y="48"/>
                    </a:lnTo>
                    <a:lnTo>
                      <a:pt x="246" y="36"/>
                    </a:lnTo>
                    <a:lnTo>
                      <a:pt x="298" y="64"/>
                    </a:lnTo>
                    <a:lnTo>
                      <a:pt x="289" y="104"/>
                    </a:lnTo>
                    <a:lnTo>
                      <a:pt x="277" y="93"/>
                    </a:lnTo>
                    <a:lnTo>
                      <a:pt x="268" y="104"/>
                    </a:lnTo>
                    <a:lnTo>
                      <a:pt x="268" y="121"/>
                    </a:lnTo>
                    <a:lnTo>
                      <a:pt x="258" y="121"/>
                    </a:lnTo>
                    <a:lnTo>
                      <a:pt x="206" y="149"/>
                    </a:lnTo>
                    <a:lnTo>
                      <a:pt x="227" y="161"/>
                    </a:lnTo>
                    <a:lnTo>
                      <a:pt x="237" y="161"/>
                    </a:lnTo>
                    <a:lnTo>
                      <a:pt x="227" y="161"/>
                    </a:lnTo>
                    <a:lnTo>
                      <a:pt x="197" y="178"/>
                    </a:lnTo>
                    <a:lnTo>
                      <a:pt x="185" y="178"/>
                    </a:lnTo>
                    <a:lnTo>
                      <a:pt x="185" y="171"/>
                    </a:lnTo>
                    <a:lnTo>
                      <a:pt x="175" y="161"/>
                    </a:lnTo>
                    <a:lnTo>
                      <a:pt x="197" y="149"/>
                    </a:lnTo>
                    <a:lnTo>
                      <a:pt x="166" y="142"/>
                    </a:lnTo>
                    <a:lnTo>
                      <a:pt x="166" y="133"/>
                    </a:lnTo>
                    <a:lnTo>
                      <a:pt x="145" y="133"/>
                    </a:lnTo>
                    <a:lnTo>
                      <a:pt x="135" y="149"/>
                    </a:lnTo>
                    <a:lnTo>
                      <a:pt x="123" y="149"/>
                    </a:lnTo>
                    <a:lnTo>
                      <a:pt x="123" y="161"/>
                    </a:lnTo>
                    <a:lnTo>
                      <a:pt x="123" y="161"/>
                    </a:lnTo>
                    <a:lnTo>
                      <a:pt x="123" y="16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28" name="Google Shape;1828;p206"/>
              <p:cNvSpPr/>
              <p:nvPr/>
            </p:nvSpPr>
            <p:spPr>
              <a:xfrm>
                <a:off x="4112" y="2175"/>
                <a:ext cx="298" cy="178"/>
              </a:xfrm>
              <a:custGeom>
                <a:avLst/>
                <a:gdLst/>
                <a:ahLst/>
                <a:cxnLst/>
                <a:rect l="l" t="t" r="r" b="b"/>
                <a:pathLst>
                  <a:path w="298" h="178" extrusionOk="0">
                    <a:moveTo>
                      <a:pt x="123" y="161"/>
                    </a:moveTo>
                    <a:lnTo>
                      <a:pt x="123" y="161"/>
                    </a:lnTo>
                    <a:lnTo>
                      <a:pt x="102" y="161"/>
                    </a:lnTo>
                    <a:lnTo>
                      <a:pt x="102" y="149"/>
                    </a:lnTo>
                    <a:lnTo>
                      <a:pt x="114" y="133"/>
                    </a:lnTo>
                    <a:lnTo>
                      <a:pt x="135" y="133"/>
                    </a:lnTo>
                    <a:lnTo>
                      <a:pt x="135" y="121"/>
                    </a:lnTo>
                    <a:lnTo>
                      <a:pt x="123" y="104"/>
                    </a:lnTo>
                    <a:lnTo>
                      <a:pt x="123" y="93"/>
                    </a:lnTo>
                    <a:lnTo>
                      <a:pt x="93" y="85"/>
                    </a:lnTo>
                    <a:lnTo>
                      <a:pt x="71" y="93"/>
                    </a:lnTo>
                    <a:lnTo>
                      <a:pt x="50" y="104"/>
                    </a:lnTo>
                    <a:lnTo>
                      <a:pt x="41" y="104"/>
                    </a:lnTo>
                    <a:lnTo>
                      <a:pt x="10" y="104"/>
                    </a:lnTo>
                    <a:lnTo>
                      <a:pt x="0" y="93"/>
                    </a:lnTo>
                    <a:lnTo>
                      <a:pt x="10" y="76"/>
                    </a:lnTo>
                    <a:lnTo>
                      <a:pt x="22" y="57"/>
                    </a:lnTo>
                    <a:lnTo>
                      <a:pt x="31" y="48"/>
                    </a:lnTo>
                    <a:lnTo>
                      <a:pt x="22" y="19"/>
                    </a:lnTo>
                    <a:lnTo>
                      <a:pt x="41" y="7"/>
                    </a:lnTo>
                    <a:lnTo>
                      <a:pt x="62" y="7"/>
                    </a:lnTo>
                    <a:lnTo>
                      <a:pt x="93" y="19"/>
                    </a:lnTo>
                    <a:lnTo>
                      <a:pt x="102" y="19"/>
                    </a:lnTo>
                    <a:lnTo>
                      <a:pt x="114" y="19"/>
                    </a:lnTo>
                    <a:lnTo>
                      <a:pt x="123" y="19"/>
                    </a:lnTo>
                    <a:lnTo>
                      <a:pt x="145" y="19"/>
                    </a:lnTo>
                    <a:lnTo>
                      <a:pt x="154" y="0"/>
                    </a:lnTo>
                    <a:lnTo>
                      <a:pt x="166" y="0"/>
                    </a:lnTo>
                    <a:lnTo>
                      <a:pt x="197" y="0"/>
                    </a:lnTo>
                    <a:lnTo>
                      <a:pt x="206" y="7"/>
                    </a:lnTo>
                    <a:lnTo>
                      <a:pt x="197" y="7"/>
                    </a:lnTo>
                    <a:lnTo>
                      <a:pt x="206" y="19"/>
                    </a:lnTo>
                    <a:lnTo>
                      <a:pt x="216" y="19"/>
                    </a:lnTo>
                    <a:lnTo>
                      <a:pt x="227" y="36"/>
                    </a:lnTo>
                    <a:lnTo>
                      <a:pt x="237" y="48"/>
                    </a:lnTo>
                    <a:lnTo>
                      <a:pt x="246" y="36"/>
                    </a:lnTo>
                    <a:lnTo>
                      <a:pt x="298" y="64"/>
                    </a:lnTo>
                    <a:lnTo>
                      <a:pt x="289" y="104"/>
                    </a:lnTo>
                    <a:lnTo>
                      <a:pt x="277" y="93"/>
                    </a:lnTo>
                    <a:lnTo>
                      <a:pt x="268" y="104"/>
                    </a:lnTo>
                    <a:lnTo>
                      <a:pt x="268" y="121"/>
                    </a:lnTo>
                    <a:lnTo>
                      <a:pt x="258" y="121"/>
                    </a:lnTo>
                    <a:lnTo>
                      <a:pt x="206" y="149"/>
                    </a:lnTo>
                    <a:lnTo>
                      <a:pt x="227" y="161"/>
                    </a:lnTo>
                    <a:lnTo>
                      <a:pt x="237" y="161"/>
                    </a:lnTo>
                    <a:lnTo>
                      <a:pt x="227" y="161"/>
                    </a:lnTo>
                    <a:lnTo>
                      <a:pt x="197" y="178"/>
                    </a:lnTo>
                    <a:lnTo>
                      <a:pt x="185" y="178"/>
                    </a:lnTo>
                    <a:lnTo>
                      <a:pt x="185" y="171"/>
                    </a:lnTo>
                    <a:lnTo>
                      <a:pt x="175" y="161"/>
                    </a:lnTo>
                    <a:lnTo>
                      <a:pt x="197" y="149"/>
                    </a:lnTo>
                    <a:lnTo>
                      <a:pt x="166" y="142"/>
                    </a:lnTo>
                    <a:lnTo>
                      <a:pt x="166" y="133"/>
                    </a:lnTo>
                    <a:lnTo>
                      <a:pt x="145" y="133"/>
                    </a:lnTo>
                    <a:lnTo>
                      <a:pt x="135" y="149"/>
                    </a:lnTo>
                    <a:lnTo>
                      <a:pt x="123" y="149"/>
                    </a:lnTo>
                    <a:lnTo>
                      <a:pt x="123" y="161"/>
                    </a:lnTo>
                    <a:lnTo>
                      <a:pt x="123" y="161"/>
                    </a:lnTo>
                    <a:lnTo>
                      <a:pt x="123" y="16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29" name="Google Shape;1829;p206"/>
              <p:cNvSpPr/>
              <p:nvPr/>
            </p:nvSpPr>
            <p:spPr>
              <a:xfrm>
                <a:off x="4105" y="2024"/>
                <a:ext cx="111" cy="66"/>
              </a:xfrm>
              <a:custGeom>
                <a:avLst/>
                <a:gdLst/>
                <a:ahLst/>
                <a:cxnLst/>
                <a:rect l="l" t="t" r="r" b="b"/>
                <a:pathLst>
                  <a:path w="111" h="66" extrusionOk="0">
                    <a:moveTo>
                      <a:pt x="50" y="0"/>
                    </a:moveTo>
                    <a:lnTo>
                      <a:pt x="50" y="0"/>
                    </a:lnTo>
                    <a:lnTo>
                      <a:pt x="50" y="28"/>
                    </a:lnTo>
                    <a:lnTo>
                      <a:pt x="41" y="28"/>
                    </a:lnTo>
                    <a:lnTo>
                      <a:pt x="31" y="28"/>
                    </a:lnTo>
                    <a:lnTo>
                      <a:pt x="19" y="9"/>
                    </a:lnTo>
                    <a:lnTo>
                      <a:pt x="10" y="16"/>
                    </a:lnTo>
                    <a:lnTo>
                      <a:pt x="0" y="38"/>
                    </a:lnTo>
                    <a:lnTo>
                      <a:pt x="0" y="57"/>
                    </a:lnTo>
                    <a:lnTo>
                      <a:pt x="10" y="45"/>
                    </a:lnTo>
                    <a:lnTo>
                      <a:pt x="50" y="45"/>
                    </a:lnTo>
                    <a:lnTo>
                      <a:pt x="62" y="45"/>
                    </a:lnTo>
                    <a:lnTo>
                      <a:pt x="93" y="66"/>
                    </a:lnTo>
                    <a:lnTo>
                      <a:pt x="111" y="45"/>
                    </a:lnTo>
                    <a:lnTo>
                      <a:pt x="102" y="28"/>
                    </a:lnTo>
                    <a:lnTo>
                      <a:pt x="102" y="16"/>
                    </a:lnTo>
                    <a:lnTo>
                      <a:pt x="102" y="9"/>
                    </a:lnTo>
                    <a:lnTo>
                      <a:pt x="81" y="9"/>
                    </a:lnTo>
                    <a:lnTo>
                      <a:pt x="62" y="0"/>
                    </a:lnTo>
                    <a:lnTo>
                      <a:pt x="50" y="0"/>
                    </a:lnTo>
                    <a:lnTo>
                      <a:pt x="50" y="0"/>
                    </a:lnTo>
                    <a:lnTo>
                      <a:pt x="5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30" name="Google Shape;1830;p206"/>
              <p:cNvSpPr/>
              <p:nvPr/>
            </p:nvSpPr>
            <p:spPr>
              <a:xfrm>
                <a:off x="4105" y="2024"/>
                <a:ext cx="111" cy="66"/>
              </a:xfrm>
              <a:custGeom>
                <a:avLst/>
                <a:gdLst/>
                <a:ahLst/>
                <a:cxnLst/>
                <a:rect l="l" t="t" r="r" b="b"/>
                <a:pathLst>
                  <a:path w="111" h="66" extrusionOk="0">
                    <a:moveTo>
                      <a:pt x="50" y="0"/>
                    </a:moveTo>
                    <a:lnTo>
                      <a:pt x="50" y="0"/>
                    </a:lnTo>
                    <a:lnTo>
                      <a:pt x="50" y="28"/>
                    </a:lnTo>
                    <a:lnTo>
                      <a:pt x="41" y="28"/>
                    </a:lnTo>
                    <a:lnTo>
                      <a:pt x="31" y="28"/>
                    </a:lnTo>
                    <a:lnTo>
                      <a:pt x="19" y="9"/>
                    </a:lnTo>
                    <a:lnTo>
                      <a:pt x="10" y="16"/>
                    </a:lnTo>
                    <a:lnTo>
                      <a:pt x="0" y="38"/>
                    </a:lnTo>
                    <a:lnTo>
                      <a:pt x="0" y="57"/>
                    </a:lnTo>
                    <a:lnTo>
                      <a:pt x="10" y="45"/>
                    </a:lnTo>
                    <a:lnTo>
                      <a:pt x="50" y="45"/>
                    </a:lnTo>
                    <a:lnTo>
                      <a:pt x="62" y="45"/>
                    </a:lnTo>
                    <a:lnTo>
                      <a:pt x="93" y="66"/>
                    </a:lnTo>
                    <a:lnTo>
                      <a:pt x="111" y="45"/>
                    </a:lnTo>
                    <a:lnTo>
                      <a:pt x="102" y="28"/>
                    </a:lnTo>
                    <a:lnTo>
                      <a:pt x="102" y="16"/>
                    </a:lnTo>
                    <a:lnTo>
                      <a:pt x="102" y="9"/>
                    </a:lnTo>
                    <a:lnTo>
                      <a:pt x="81" y="9"/>
                    </a:lnTo>
                    <a:lnTo>
                      <a:pt x="62" y="0"/>
                    </a:lnTo>
                    <a:lnTo>
                      <a:pt x="50" y="0"/>
                    </a:lnTo>
                    <a:lnTo>
                      <a:pt x="50" y="0"/>
                    </a:lnTo>
                    <a:lnTo>
                      <a:pt x="50"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31" name="Google Shape;1831;p206"/>
              <p:cNvSpPr/>
              <p:nvPr/>
            </p:nvSpPr>
            <p:spPr>
              <a:xfrm>
                <a:off x="4103" y="2069"/>
                <a:ext cx="92" cy="68"/>
              </a:xfrm>
              <a:custGeom>
                <a:avLst/>
                <a:gdLst/>
                <a:ahLst/>
                <a:cxnLst/>
                <a:rect l="l" t="t" r="r" b="b"/>
                <a:pathLst>
                  <a:path w="92" h="68" extrusionOk="0">
                    <a:moveTo>
                      <a:pt x="0" y="28"/>
                    </a:moveTo>
                    <a:lnTo>
                      <a:pt x="0" y="28"/>
                    </a:lnTo>
                    <a:lnTo>
                      <a:pt x="0" y="21"/>
                    </a:lnTo>
                    <a:lnTo>
                      <a:pt x="0" y="12"/>
                    </a:lnTo>
                    <a:lnTo>
                      <a:pt x="12" y="0"/>
                    </a:lnTo>
                    <a:lnTo>
                      <a:pt x="52" y="0"/>
                    </a:lnTo>
                    <a:lnTo>
                      <a:pt x="61" y="0"/>
                    </a:lnTo>
                    <a:lnTo>
                      <a:pt x="92" y="21"/>
                    </a:lnTo>
                    <a:lnTo>
                      <a:pt x="92" y="28"/>
                    </a:lnTo>
                    <a:lnTo>
                      <a:pt x="73" y="40"/>
                    </a:lnTo>
                    <a:lnTo>
                      <a:pt x="73" y="59"/>
                    </a:lnTo>
                    <a:lnTo>
                      <a:pt x="61" y="59"/>
                    </a:lnTo>
                    <a:lnTo>
                      <a:pt x="43" y="68"/>
                    </a:lnTo>
                    <a:lnTo>
                      <a:pt x="31" y="68"/>
                    </a:lnTo>
                    <a:lnTo>
                      <a:pt x="21" y="59"/>
                    </a:lnTo>
                    <a:lnTo>
                      <a:pt x="21" y="28"/>
                    </a:lnTo>
                    <a:lnTo>
                      <a:pt x="0" y="28"/>
                    </a:lnTo>
                    <a:lnTo>
                      <a:pt x="0" y="28"/>
                    </a:lnTo>
                    <a:lnTo>
                      <a:pt x="0"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32" name="Google Shape;1832;p206"/>
              <p:cNvSpPr/>
              <p:nvPr/>
            </p:nvSpPr>
            <p:spPr>
              <a:xfrm>
                <a:off x="4103" y="2069"/>
                <a:ext cx="92" cy="68"/>
              </a:xfrm>
              <a:custGeom>
                <a:avLst/>
                <a:gdLst/>
                <a:ahLst/>
                <a:cxnLst/>
                <a:rect l="l" t="t" r="r" b="b"/>
                <a:pathLst>
                  <a:path w="92" h="68" extrusionOk="0">
                    <a:moveTo>
                      <a:pt x="0" y="28"/>
                    </a:moveTo>
                    <a:lnTo>
                      <a:pt x="0" y="28"/>
                    </a:lnTo>
                    <a:lnTo>
                      <a:pt x="0" y="21"/>
                    </a:lnTo>
                    <a:lnTo>
                      <a:pt x="0" y="12"/>
                    </a:lnTo>
                    <a:lnTo>
                      <a:pt x="12" y="0"/>
                    </a:lnTo>
                    <a:lnTo>
                      <a:pt x="52" y="0"/>
                    </a:lnTo>
                    <a:lnTo>
                      <a:pt x="61" y="0"/>
                    </a:lnTo>
                    <a:lnTo>
                      <a:pt x="92" y="21"/>
                    </a:lnTo>
                    <a:lnTo>
                      <a:pt x="92" y="28"/>
                    </a:lnTo>
                    <a:lnTo>
                      <a:pt x="73" y="40"/>
                    </a:lnTo>
                    <a:lnTo>
                      <a:pt x="73" y="59"/>
                    </a:lnTo>
                    <a:lnTo>
                      <a:pt x="61" y="59"/>
                    </a:lnTo>
                    <a:lnTo>
                      <a:pt x="43" y="68"/>
                    </a:lnTo>
                    <a:lnTo>
                      <a:pt x="31" y="68"/>
                    </a:lnTo>
                    <a:lnTo>
                      <a:pt x="21" y="59"/>
                    </a:lnTo>
                    <a:lnTo>
                      <a:pt x="21" y="28"/>
                    </a:lnTo>
                    <a:lnTo>
                      <a:pt x="0" y="28"/>
                    </a:lnTo>
                    <a:lnTo>
                      <a:pt x="0" y="28"/>
                    </a:lnTo>
                    <a:lnTo>
                      <a:pt x="0" y="28"/>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33" name="Google Shape;1833;p206"/>
              <p:cNvSpPr/>
              <p:nvPr/>
            </p:nvSpPr>
            <p:spPr>
              <a:xfrm>
                <a:off x="4146" y="1983"/>
                <a:ext cx="70" cy="50"/>
              </a:xfrm>
              <a:custGeom>
                <a:avLst/>
                <a:gdLst/>
                <a:ahLst/>
                <a:cxnLst/>
                <a:rect l="l" t="t" r="r" b="b"/>
                <a:pathLst>
                  <a:path w="70" h="50" extrusionOk="0">
                    <a:moveTo>
                      <a:pt x="9" y="41"/>
                    </a:moveTo>
                    <a:lnTo>
                      <a:pt x="9" y="41"/>
                    </a:lnTo>
                    <a:lnTo>
                      <a:pt x="0" y="29"/>
                    </a:lnTo>
                    <a:lnTo>
                      <a:pt x="0" y="12"/>
                    </a:lnTo>
                    <a:lnTo>
                      <a:pt x="9" y="0"/>
                    </a:lnTo>
                    <a:lnTo>
                      <a:pt x="30" y="0"/>
                    </a:lnTo>
                    <a:lnTo>
                      <a:pt x="70" y="0"/>
                    </a:lnTo>
                    <a:lnTo>
                      <a:pt x="61" y="12"/>
                    </a:lnTo>
                    <a:lnTo>
                      <a:pt x="52" y="12"/>
                    </a:lnTo>
                    <a:lnTo>
                      <a:pt x="61" y="41"/>
                    </a:lnTo>
                    <a:lnTo>
                      <a:pt x="61" y="50"/>
                    </a:lnTo>
                    <a:lnTo>
                      <a:pt x="40" y="50"/>
                    </a:lnTo>
                    <a:lnTo>
                      <a:pt x="21" y="41"/>
                    </a:lnTo>
                    <a:lnTo>
                      <a:pt x="9" y="41"/>
                    </a:lnTo>
                    <a:lnTo>
                      <a:pt x="9" y="41"/>
                    </a:lnTo>
                    <a:lnTo>
                      <a:pt x="9" y="4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34" name="Google Shape;1834;p206"/>
              <p:cNvSpPr/>
              <p:nvPr/>
            </p:nvSpPr>
            <p:spPr>
              <a:xfrm>
                <a:off x="4146" y="1983"/>
                <a:ext cx="70" cy="50"/>
              </a:xfrm>
              <a:custGeom>
                <a:avLst/>
                <a:gdLst/>
                <a:ahLst/>
                <a:cxnLst/>
                <a:rect l="l" t="t" r="r" b="b"/>
                <a:pathLst>
                  <a:path w="70" h="50" extrusionOk="0">
                    <a:moveTo>
                      <a:pt x="9" y="41"/>
                    </a:moveTo>
                    <a:lnTo>
                      <a:pt x="9" y="41"/>
                    </a:lnTo>
                    <a:lnTo>
                      <a:pt x="0" y="29"/>
                    </a:lnTo>
                    <a:lnTo>
                      <a:pt x="0" y="12"/>
                    </a:lnTo>
                    <a:lnTo>
                      <a:pt x="9" y="0"/>
                    </a:lnTo>
                    <a:lnTo>
                      <a:pt x="30" y="0"/>
                    </a:lnTo>
                    <a:lnTo>
                      <a:pt x="70" y="0"/>
                    </a:lnTo>
                    <a:lnTo>
                      <a:pt x="61" y="12"/>
                    </a:lnTo>
                    <a:lnTo>
                      <a:pt x="52" y="12"/>
                    </a:lnTo>
                    <a:lnTo>
                      <a:pt x="61" y="41"/>
                    </a:lnTo>
                    <a:lnTo>
                      <a:pt x="61" y="50"/>
                    </a:lnTo>
                    <a:lnTo>
                      <a:pt x="40" y="50"/>
                    </a:lnTo>
                    <a:lnTo>
                      <a:pt x="21" y="41"/>
                    </a:lnTo>
                    <a:lnTo>
                      <a:pt x="9" y="41"/>
                    </a:lnTo>
                    <a:lnTo>
                      <a:pt x="9" y="41"/>
                    </a:lnTo>
                    <a:lnTo>
                      <a:pt x="9" y="4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35" name="Google Shape;1835;p206"/>
              <p:cNvSpPr/>
              <p:nvPr/>
            </p:nvSpPr>
            <p:spPr>
              <a:xfrm>
                <a:off x="4183" y="2260"/>
                <a:ext cx="62" cy="64"/>
              </a:xfrm>
              <a:custGeom>
                <a:avLst/>
                <a:gdLst/>
                <a:ahLst/>
                <a:cxnLst/>
                <a:rect l="l" t="t" r="r" b="b"/>
                <a:pathLst>
                  <a:path w="62" h="64" extrusionOk="0">
                    <a:moveTo>
                      <a:pt x="0" y="8"/>
                    </a:moveTo>
                    <a:lnTo>
                      <a:pt x="0" y="8"/>
                    </a:lnTo>
                    <a:lnTo>
                      <a:pt x="10" y="8"/>
                    </a:lnTo>
                    <a:lnTo>
                      <a:pt x="31" y="36"/>
                    </a:lnTo>
                    <a:lnTo>
                      <a:pt x="31" y="64"/>
                    </a:lnTo>
                    <a:lnTo>
                      <a:pt x="41" y="48"/>
                    </a:lnTo>
                    <a:lnTo>
                      <a:pt x="62" y="48"/>
                    </a:lnTo>
                    <a:lnTo>
                      <a:pt x="62" y="36"/>
                    </a:lnTo>
                    <a:lnTo>
                      <a:pt x="50" y="19"/>
                    </a:lnTo>
                    <a:lnTo>
                      <a:pt x="50" y="8"/>
                    </a:lnTo>
                    <a:lnTo>
                      <a:pt x="22" y="0"/>
                    </a:lnTo>
                    <a:lnTo>
                      <a:pt x="0" y="8"/>
                    </a:lnTo>
                    <a:lnTo>
                      <a:pt x="0" y="8"/>
                    </a:lnTo>
                    <a:lnTo>
                      <a:pt x="0" y="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36" name="Google Shape;1836;p206"/>
              <p:cNvSpPr/>
              <p:nvPr/>
            </p:nvSpPr>
            <p:spPr>
              <a:xfrm>
                <a:off x="4183" y="2260"/>
                <a:ext cx="62" cy="64"/>
              </a:xfrm>
              <a:custGeom>
                <a:avLst/>
                <a:gdLst/>
                <a:ahLst/>
                <a:cxnLst/>
                <a:rect l="l" t="t" r="r" b="b"/>
                <a:pathLst>
                  <a:path w="62" h="64" extrusionOk="0">
                    <a:moveTo>
                      <a:pt x="0" y="8"/>
                    </a:moveTo>
                    <a:lnTo>
                      <a:pt x="0" y="8"/>
                    </a:lnTo>
                    <a:lnTo>
                      <a:pt x="10" y="8"/>
                    </a:lnTo>
                    <a:lnTo>
                      <a:pt x="31" y="36"/>
                    </a:lnTo>
                    <a:lnTo>
                      <a:pt x="31" y="64"/>
                    </a:lnTo>
                    <a:lnTo>
                      <a:pt x="41" y="48"/>
                    </a:lnTo>
                    <a:lnTo>
                      <a:pt x="62" y="48"/>
                    </a:lnTo>
                    <a:lnTo>
                      <a:pt x="62" y="36"/>
                    </a:lnTo>
                    <a:lnTo>
                      <a:pt x="50" y="19"/>
                    </a:lnTo>
                    <a:lnTo>
                      <a:pt x="50" y="8"/>
                    </a:lnTo>
                    <a:lnTo>
                      <a:pt x="22" y="0"/>
                    </a:lnTo>
                    <a:lnTo>
                      <a:pt x="0" y="8"/>
                    </a:lnTo>
                    <a:lnTo>
                      <a:pt x="0" y="8"/>
                    </a:lnTo>
                    <a:lnTo>
                      <a:pt x="0" y="8"/>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37" name="Google Shape;1837;p206"/>
              <p:cNvSpPr/>
              <p:nvPr/>
            </p:nvSpPr>
            <p:spPr>
              <a:xfrm>
                <a:off x="4079" y="2268"/>
                <a:ext cx="156" cy="106"/>
              </a:xfrm>
              <a:custGeom>
                <a:avLst/>
                <a:gdLst/>
                <a:ahLst/>
                <a:cxnLst/>
                <a:rect l="l" t="t" r="r" b="b"/>
                <a:pathLst>
                  <a:path w="156" h="106" extrusionOk="0">
                    <a:moveTo>
                      <a:pt x="22" y="78"/>
                    </a:moveTo>
                    <a:lnTo>
                      <a:pt x="22" y="78"/>
                    </a:lnTo>
                    <a:lnTo>
                      <a:pt x="43" y="78"/>
                    </a:lnTo>
                    <a:lnTo>
                      <a:pt x="43" y="85"/>
                    </a:lnTo>
                    <a:lnTo>
                      <a:pt x="52" y="97"/>
                    </a:lnTo>
                    <a:lnTo>
                      <a:pt x="64" y="97"/>
                    </a:lnTo>
                    <a:lnTo>
                      <a:pt x="95" y="106"/>
                    </a:lnTo>
                    <a:lnTo>
                      <a:pt x="114" y="85"/>
                    </a:lnTo>
                    <a:lnTo>
                      <a:pt x="147" y="97"/>
                    </a:lnTo>
                    <a:lnTo>
                      <a:pt x="147" y="85"/>
                    </a:lnTo>
                    <a:lnTo>
                      <a:pt x="156" y="78"/>
                    </a:lnTo>
                    <a:lnTo>
                      <a:pt x="156" y="68"/>
                    </a:lnTo>
                    <a:lnTo>
                      <a:pt x="137" y="68"/>
                    </a:lnTo>
                    <a:lnTo>
                      <a:pt x="137" y="56"/>
                    </a:lnTo>
                    <a:lnTo>
                      <a:pt x="137" y="28"/>
                    </a:lnTo>
                    <a:lnTo>
                      <a:pt x="114" y="0"/>
                    </a:lnTo>
                    <a:lnTo>
                      <a:pt x="104" y="0"/>
                    </a:lnTo>
                    <a:lnTo>
                      <a:pt x="83" y="11"/>
                    </a:lnTo>
                    <a:lnTo>
                      <a:pt x="74" y="11"/>
                    </a:lnTo>
                    <a:lnTo>
                      <a:pt x="43" y="11"/>
                    </a:lnTo>
                    <a:lnTo>
                      <a:pt x="31" y="11"/>
                    </a:lnTo>
                    <a:lnTo>
                      <a:pt x="22" y="49"/>
                    </a:lnTo>
                    <a:lnTo>
                      <a:pt x="0" y="49"/>
                    </a:lnTo>
                    <a:lnTo>
                      <a:pt x="22" y="78"/>
                    </a:lnTo>
                    <a:lnTo>
                      <a:pt x="22" y="78"/>
                    </a:lnTo>
                    <a:lnTo>
                      <a:pt x="22" y="7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38" name="Google Shape;1838;p206"/>
              <p:cNvSpPr/>
              <p:nvPr/>
            </p:nvSpPr>
            <p:spPr>
              <a:xfrm>
                <a:off x="4079" y="2268"/>
                <a:ext cx="156" cy="106"/>
              </a:xfrm>
              <a:custGeom>
                <a:avLst/>
                <a:gdLst/>
                <a:ahLst/>
                <a:cxnLst/>
                <a:rect l="l" t="t" r="r" b="b"/>
                <a:pathLst>
                  <a:path w="156" h="106" extrusionOk="0">
                    <a:moveTo>
                      <a:pt x="22" y="78"/>
                    </a:moveTo>
                    <a:lnTo>
                      <a:pt x="22" y="78"/>
                    </a:lnTo>
                    <a:lnTo>
                      <a:pt x="43" y="78"/>
                    </a:lnTo>
                    <a:lnTo>
                      <a:pt x="43" y="85"/>
                    </a:lnTo>
                    <a:lnTo>
                      <a:pt x="52" y="97"/>
                    </a:lnTo>
                    <a:lnTo>
                      <a:pt x="64" y="97"/>
                    </a:lnTo>
                    <a:lnTo>
                      <a:pt x="95" y="106"/>
                    </a:lnTo>
                    <a:lnTo>
                      <a:pt x="114" y="85"/>
                    </a:lnTo>
                    <a:lnTo>
                      <a:pt x="147" y="97"/>
                    </a:lnTo>
                    <a:lnTo>
                      <a:pt x="147" y="85"/>
                    </a:lnTo>
                    <a:lnTo>
                      <a:pt x="156" y="78"/>
                    </a:lnTo>
                    <a:lnTo>
                      <a:pt x="156" y="68"/>
                    </a:lnTo>
                    <a:lnTo>
                      <a:pt x="137" y="68"/>
                    </a:lnTo>
                    <a:lnTo>
                      <a:pt x="137" y="56"/>
                    </a:lnTo>
                    <a:lnTo>
                      <a:pt x="137" y="28"/>
                    </a:lnTo>
                    <a:lnTo>
                      <a:pt x="114" y="0"/>
                    </a:lnTo>
                    <a:lnTo>
                      <a:pt x="104" y="0"/>
                    </a:lnTo>
                    <a:lnTo>
                      <a:pt x="83" y="11"/>
                    </a:lnTo>
                    <a:lnTo>
                      <a:pt x="74" y="11"/>
                    </a:lnTo>
                    <a:lnTo>
                      <a:pt x="43" y="11"/>
                    </a:lnTo>
                    <a:lnTo>
                      <a:pt x="31" y="11"/>
                    </a:lnTo>
                    <a:lnTo>
                      <a:pt x="22" y="49"/>
                    </a:lnTo>
                    <a:lnTo>
                      <a:pt x="0" y="49"/>
                    </a:lnTo>
                    <a:lnTo>
                      <a:pt x="22" y="78"/>
                    </a:lnTo>
                    <a:lnTo>
                      <a:pt x="22" y="78"/>
                    </a:lnTo>
                    <a:lnTo>
                      <a:pt x="22" y="78"/>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39" name="Google Shape;1839;p206"/>
              <p:cNvSpPr/>
              <p:nvPr/>
            </p:nvSpPr>
            <p:spPr>
              <a:xfrm>
                <a:off x="4079" y="2410"/>
                <a:ext cx="104" cy="78"/>
              </a:xfrm>
              <a:custGeom>
                <a:avLst/>
                <a:gdLst/>
                <a:ahLst/>
                <a:cxnLst/>
                <a:rect l="l" t="t" r="r" b="b"/>
                <a:pathLst>
                  <a:path w="104" h="78" extrusionOk="0">
                    <a:moveTo>
                      <a:pt x="22" y="11"/>
                    </a:moveTo>
                    <a:lnTo>
                      <a:pt x="22" y="11"/>
                    </a:lnTo>
                    <a:lnTo>
                      <a:pt x="55" y="0"/>
                    </a:lnTo>
                    <a:lnTo>
                      <a:pt x="74" y="0"/>
                    </a:lnTo>
                    <a:lnTo>
                      <a:pt x="95" y="11"/>
                    </a:lnTo>
                    <a:lnTo>
                      <a:pt x="104" y="0"/>
                    </a:lnTo>
                    <a:lnTo>
                      <a:pt x="95" y="21"/>
                    </a:lnTo>
                    <a:lnTo>
                      <a:pt x="74" y="11"/>
                    </a:lnTo>
                    <a:lnTo>
                      <a:pt x="64" y="21"/>
                    </a:lnTo>
                    <a:lnTo>
                      <a:pt x="64" y="30"/>
                    </a:lnTo>
                    <a:lnTo>
                      <a:pt x="55" y="30"/>
                    </a:lnTo>
                    <a:lnTo>
                      <a:pt x="43" y="21"/>
                    </a:lnTo>
                    <a:lnTo>
                      <a:pt x="43" y="30"/>
                    </a:lnTo>
                    <a:lnTo>
                      <a:pt x="55" y="49"/>
                    </a:lnTo>
                    <a:lnTo>
                      <a:pt x="74" y="68"/>
                    </a:lnTo>
                    <a:lnTo>
                      <a:pt x="64" y="68"/>
                    </a:lnTo>
                    <a:lnTo>
                      <a:pt x="64" y="78"/>
                    </a:lnTo>
                    <a:lnTo>
                      <a:pt x="43" y="68"/>
                    </a:lnTo>
                    <a:lnTo>
                      <a:pt x="22" y="68"/>
                    </a:lnTo>
                    <a:lnTo>
                      <a:pt x="0" y="40"/>
                    </a:lnTo>
                    <a:lnTo>
                      <a:pt x="22" y="21"/>
                    </a:lnTo>
                    <a:lnTo>
                      <a:pt x="22" y="1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40" name="Google Shape;1840;p206"/>
              <p:cNvSpPr/>
              <p:nvPr/>
            </p:nvSpPr>
            <p:spPr>
              <a:xfrm>
                <a:off x="4079" y="2410"/>
                <a:ext cx="104" cy="78"/>
              </a:xfrm>
              <a:custGeom>
                <a:avLst/>
                <a:gdLst/>
                <a:ahLst/>
                <a:cxnLst/>
                <a:rect l="l" t="t" r="r" b="b"/>
                <a:pathLst>
                  <a:path w="104" h="78" extrusionOk="0">
                    <a:moveTo>
                      <a:pt x="22" y="11"/>
                    </a:moveTo>
                    <a:lnTo>
                      <a:pt x="22" y="11"/>
                    </a:lnTo>
                    <a:lnTo>
                      <a:pt x="55" y="0"/>
                    </a:lnTo>
                    <a:lnTo>
                      <a:pt x="74" y="0"/>
                    </a:lnTo>
                    <a:lnTo>
                      <a:pt x="95" y="11"/>
                    </a:lnTo>
                    <a:lnTo>
                      <a:pt x="104" y="0"/>
                    </a:lnTo>
                    <a:lnTo>
                      <a:pt x="95" y="21"/>
                    </a:lnTo>
                    <a:lnTo>
                      <a:pt x="74" y="11"/>
                    </a:lnTo>
                    <a:lnTo>
                      <a:pt x="64" y="21"/>
                    </a:lnTo>
                    <a:lnTo>
                      <a:pt x="64" y="30"/>
                    </a:lnTo>
                    <a:lnTo>
                      <a:pt x="55" y="30"/>
                    </a:lnTo>
                    <a:lnTo>
                      <a:pt x="43" y="21"/>
                    </a:lnTo>
                    <a:lnTo>
                      <a:pt x="43" y="30"/>
                    </a:lnTo>
                    <a:lnTo>
                      <a:pt x="55" y="49"/>
                    </a:lnTo>
                    <a:lnTo>
                      <a:pt x="74" y="68"/>
                    </a:lnTo>
                    <a:lnTo>
                      <a:pt x="64" y="68"/>
                    </a:lnTo>
                    <a:lnTo>
                      <a:pt x="64" y="78"/>
                    </a:lnTo>
                    <a:lnTo>
                      <a:pt x="43" y="68"/>
                    </a:lnTo>
                    <a:lnTo>
                      <a:pt x="22" y="68"/>
                    </a:lnTo>
                    <a:lnTo>
                      <a:pt x="0" y="40"/>
                    </a:lnTo>
                    <a:lnTo>
                      <a:pt x="22" y="21"/>
                    </a:lnTo>
                    <a:lnTo>
                      <a:pt x="22" y="11"/>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41" name="Google Shape;1841;p206"/>
              <p:cNvSpPr/>
              <p:nvPr/>
            </p:nvSpPr>
            <p:spPr>
              <a:xfrm>
                <a:off x="4079" y="2410"/>
                <a:ext cx="104" cy="78"/>
              </a:xfrm>
              <a:custGeom>
                <a:avLst/>
                <a:gdLst/>
                <a:ahLst/>
                <a:cxnLst/>
                <a:rect l="l" t="t" r="r" b="b"/>
                <a:pathLst>
                  <a:path w="104" h="78" extrusionOk="0">
                    <a:moveTo>
                      <a:pt x="22" y="11"/>
                    </a:moveTo>
                    <a:lnTo>
                      <a:pt x="22" y="11"/>
                    </a:lnTo>
                    <a:lnTo>
                      <a:pt x="55" y="0"/>
                    </a:lnTo>
                    <a:lnTo>
                      <a:pt x="74" y="0"/>
                    </a:lnTo>
                    <a:lnTo>
                      <a:pt x="95" y="11"/>
                    </a:lnTo>
                    <a:lnTo>
                      <a:pt x="104" y="0"/>
                    </a:lnTo>
                    <a:lnTo>
                      <a:pt x="95" y="21"/>
                    </a:lnTo>
                    <a:lnTo>
                      <a:pt x="74" y="11"/>
                    </a:lnTo>
                    <a:lnTo>
                      <a:pt x="64" y="21"/>
                    </a:lnTo>
                    <a:lnTo>
                      <a:pt x="64" y="30"/>
                    </a:lnTo>
                    <a:lnTo>
                      <a:pt x="55" y="30"/>
                    </a:lnTo>
                    <a:lnTo>
                      <a:pt x="43" y="21"/>
                    </a:lnTo>
                    <a:lnTo>
                      <a:pt x="43" y="30"/>
                    </a:lnTo>
                    <a:lnTo>
                      <a:pt x="55" y="49"/>
                    </a:lnTo>
                    <a:lnTo>
                      <a:pt x="74" y="68"/>
                    </a:lnTo>
                    <a:lnTo>
                      <a:pt x="64" y="68"/>
                    </a:lnTo>
                    <a:lnTo>
                      <a:pt x="64" y="78"/>
                    </a:lnTo>
                    <a:lnTo>
                      <a:pt x="43" y="68"/>
                    </a:lnTo>
                    <a:lnTo>
                      <a:pt x="22" y="68"/>
                    </a:lnTo>
                    <a:lnTo>
                      <a:pt x="0" y="40"/>
                    </a:lnTo>
                    <a:lnTo>
                      <a:pt x="22" y="21"/>
                    </a:lnTo>
                    <a:lnTo>
                      <a:pt x="22" y="11"/>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42" name="Google Shape;1842;p206"/>
              <p:cNvSpPr/>
              <p:nvPr/>
            </p:nvSpPr>
            <p:spPr>
              <a:xfrm>
                <a:off x="4124" y="2353"/>
                <a:ext cx="100" cy="68"/>
              </a:xfrm>
              <a:custGeom>
                <a:avLst/>
                <a:gdLst/>
                <a:ahLst/>
                <a:cxnLst/>
                <a:rect l="l" t="t" r="r" b="b"/>
                <a:pathLst>
                  <a:path w="100" h="68" extrusionOk="0">
                    <a:moveTo>
                      <a:pt x="100" y="12"/>
                    </a:moveTo>
                    <a:lnTo>
                      <a:pt x="100" y="12"/>
                    </a:lnTo>
                    <a:lnTo>
                      <a:pt x="100" y="21"/>
                    </a:lnTo>
                    <a:lnTo>
                      <a:pt x="90" y="21"/>
                    </a:lnTo>
                    <a:lnTo>
                      <a:pt x="81" y="40"/>
                    </a:lnTo>
                    <a:lnTo>
                      <a:pt x="90" y="50"/>
                    </a:lnTo>
                    <a:lnTo>
                      <a:pt x="69" y="50"/>
                    </a:lnTo>
                    <a:lnTo>
                      <a:pt x="59" y="59"/>
                    </a:lnTo>
                    <a:lnTo>
                      <a:pt x="50" y="68"/>
                    </a:lnTo>
                    <a:lnTo>
                      <a:pt x="29" y="59"/>
                    </a:lnTo>
                    <a:lnTo>
                      <a:pt x="10" y="59"/>
                    </a:lnTo>
                    <a:lnTo>
                      <a:pt x="10" y="50"/>
                    </a:lnTo>
                    <a:lnTo>
                      <a:pt x="0" y="40"/>
                    </a:lnTo>
                    <a:lnTo>
                      <a:pt x="10" y="28"/>
                    </a:lnTo>
                    <a:lnTo>
                      <a:pt x="0" y="12"/>
                    </a:lnTo>
                    <a:lnTo>
                      <a:pt x="0" y="0"/>
                    </a:lnTo>
                    <a:lnTo>
                      <a:pt x="10" y="12"/>
                    </a:lnTo>
                    <a:lnTo>
                      <a:pt x="19" y="12"/>
                    </a:lnTo>
                    <a:lnTo>
                      <a:pt x="50" y="21"/>
                    </a:lnTo>
                    <a:lnTo>
                      <a:pt x="69" y="0"/>
                    </a:lnTo>
                    <a:lnTo>
                      <a:pt x="100" y="12"/>
                    </a:lnTo>
                    <a:lnTo>
                      <a:pt x="100" y="12"/>
                    </a:lnTo>
                    <a:lnTo>
                      <a:pt x="10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43" name="Google Shape;1843;p206"/>
              <p:cNvSpPr/>
              <p:nvPr/>
            </p:nvSpPr>
            <p:spPr>
              <a:xfrm>
                <a:off x="4124" y="2353"/>
                <a:ext cx="100" cy="68"/>
              </a:xfrm>
              <a:custGeom>
                <a:avLst/>
                <a:gdLst/>
                <a:ahLst/>
                <a:cxnLst/>
                <a:rect l="l" t="t" r="r" b="b"/>
                <a:pathLst>
                  <a:path w="100" h="68" extrusionOk="0">
                    <a:moveTo>
                      <a:pt x="100" y="12"/>
                    </a:moveTo>
                    <a:lnTo>
                      <a:pt x="100" y="12"/>
                    </a:lnTo>
                    <a:lnTo>
                      <a:pt x="100" y="21"/>
                    </a:lnTo>
                    <a:lnTo>
                      <a:pt x="90" y="21"/>
                    </a:lnTo>
                    <a:lnTo>
                      <a:pt x="81" y="40"/>
                    </a:lnTo>
                    <a:lnTo>
                      <a:pt x="90" y="50"/>
                    </a:lnTo>
                    <a:lnTo>
                      <a:pt x="69" y="50"/>
                    </a:lnTo>
                    <a:lnTo>
                      <a:pt x="59" y="59"/>
                    </a:lnTo>
                    <a:lnTo>
                      <a:pt x="50" y="68"/>
                    </a:lnTo>
                    <a:lnTo>
                      <a:pt x="29" y="59"/>
                    </a:lnTo>
                    <a:lnTo>
                      <a:pt x="10" y="59"/>
                    </a:lnTo>
                    <a:lnTo>
                      <a:pt x="10" y="50"/>
                    </a:lnTo>
                    <a:lnTo>
                      <a:pt x="0" y="40"/>
                    </a:lnTo>
                    <a:lnTo>
                      <a:pt x="10" y="28"/>
                    </a:lnTo>
                    <a:lnTo>
                      <a:pt x="0" y="12"/>
                    </a:lnTo>
                    <a:lnTo>
                      <a:pt x="0" y="0"/>
                    </a:lnTo>
                    <a:lnTo>
                      <a:pt x="10" y="12"/>
                    </a:lnTo>
                    <a:lnTo>
                      <a:pt x="19" y="12"/>
                    </a:lnTo>
                    <a:lnTo>
                      <a:pt x="50" y="21"/>
                    </a:lnTo>
                    <a:lnTo>
                      <a:pt x="69" y="0"/>
                    </a:lnTo>
                    <a:lnTo>
                      <a:pt x="100" y="12"/>
                    </a:lnTo>
                    <a:lnTo>
                      <a:pt x="100" y="12"/>
                    </a:lnTo>
                    <a:lnTo>
                      <a:pt x="100" y="1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44" name="Google Shape;1844;p206"/>
              <p:cNvSpPr/>
              <p:nvPr/>
            </p:nvSpPr>
            <p:spPr>
              <a:xfrm>
                <a:off x="3987" y="2109"/>
                <a:ext cx="154" cy="142"/>
              </a:xfrm>
              <a:custGeom>
                <a:avLst/>
                <a:gdLst/>
                <a:ahLst/>
                <a:cxnLst/>
                <a:rect l="l" t="t" r="r" b="b"/>
                <a:pathLst>
                  <a:path w="154" h="142" extrusionOk="0">
                    <a:moveTo>
                      <a:pt x="135" y="142"/>
                    </a:moveTo>
                    <a:lnTo>
                      <a:pt x="135" y="142"/>
                    </a:lnTo>
                    <a:lnTo>
                      <a:pt x="144" y="123"/>
                    </a:lnTo>
                    <a:lnTo>
                      <a:pt x="154" y="114"/>
                    </a:lnTo>
                    <a:lnTo>
                      <a:pt x="144" y="85"/>
                    </a:lnTo>
                    <a:lnTo>
                      <a:pt x="144" y="66"/>
                    </a:lnTo>
                    <a:lnTo>
                      <a:pt x="154" y="45"/>
                    </a:lnTo>
                    <a:lnTo>
                      <a:pt x="144" y="28"/>
                    </a:lnTo>
                    <a:lnTo>
                      <a:pt x="135" y="17"/>
                    </a:lnTo>
                    <a:lnTo>
                      <a:pt x="114" y="17"/>
                    </a:lnTo>
                    <a:lnTo>
                      <a:pt x="83" y="9"/>
                    </a:lnTo>
                    <a:lnTo>
                      <a:pt x="83" y="17"/>
                    </a:lnTo>
                    <a:lnTo>
                      <a:pt x="73" y="17"/>
                    </a:lnTo>
                    <a:lnTo>
                      <a:pt x="62" y="0"/>
                    </a:lnTo>
                    <a:lnTo>
                      <a:pt x="0" y="28"/>
                    </a:lnTo>
                    <a:lnTo>
                      <a:pt x="12" y="102"/>
                    </a:lnTo>
                    <a:lnTo>
                      <a:pt x="12" y="95"/>
                    </a:lnTo>
                    <a:lnTo>
                      <a:pt x="21" y="102"/>
                    </a:lnTo>
                    <a:lnTo>
                      <a:pt x="43" y="114"/>
                    </a:lnTo>
                    <a:lnTo>
                      <a:pt x="52" y="114"/>
                    </a:lnTo>
                    <a:lnTo>
                      <a:pt x="73" y="133"/>
                    </a:lnTo>
                    <a:lnTo>
                      <a:pt x="83" y="133"/>
                    </a:lnTo>
                    <a:lnTo>
                      <a:pt x="92" y="142"/>
                    </a:lnTo>
                    <a:lnTo>
                      <a:pt x="114" y="133"/>
                    </a:lnTo>
                    <a:lnTo>
                      <a:pt x="135" y="142"/>
                    </a:lnTo>
                    <a:lnTo>
                      <a:pt x="135" y="142"/>
                    </a:lnTo>
                    <a:lnTo>
                      <a:pt x="135" y="14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45" name="Google Shape;1845;p206"/>
              <p:cNvSpPr/>
              <p:nvPr/>
            </p:nvSpPr>
            <p:spPr>
              <a:xfrm>
                <a:off x="3987" y="2109"/>
                <a:ext cx="154" cy="142"/>
              </a:xfrm>
              <a:custGeom>
                <a:avLst/>
                <a:gdLst/>
                <a:ahLst/>
                <a:cxnLst/>
                <a:rect l="l" t="t" r="r" b="b"/>
                <a:pathLst>
                  <a:path w="154" h="142" extrusionOk="0">
                    <a:moveTo>
                      <a:pt x="135" y="142"/>
                    </a:moveTo>
                    <a:lnTo>
                      <a:pt x="135" y="142"/>
                    </a:lnTo>
                    <a:lnTo>
                      <a:pt x="144" y="123"/>
                    </a:lnTo>
                    <a:lnTo>
                      <a:pt x="154" y="114"/>
                    </a:lnTo>
                    <a:lnTo>
                      <a:pt x="144" y="85"/>
                    </a:lnTo>
                    <a:lnTo>
                      <a:pt x="144" y="66"/>
                    </a:lnTo>
                    <a:lnTo>
                      <a:pt x="154" y="45"/>
                    </a:lnTo>
                    <a:lnTo>
                      <a:pt x="144" y="28"/>
                    </a:lnTo>
                    <a:lnTo>
                      <a:pt x="135" y="17"/>
                    </a:lnTo>
                    <a:lnTo>
                      <a:pt x="114" y="17"/>
                    </a:lnTo>
                    <a:lnTo>
                      <a:pt x="83" y="9"/>
                    </a:lnTo>
                    <a:lnTo>
                      <a:pt x="83" y="17"/>
                    </a:lnTo>
                    <a:lnTo>
                      <a:pt x="73" y="17"/>
                    </a:lnTo>
                    <a:lnTo>
                      <a:pt x="62" y="0"/>
                    </a:lnTo>
                    <a:lnTo>
                      <a:pt x="0" y="28"/>
                    </a:lnTo>
                    <a:lnTo>
                      <a:pt x="12" y="102"/>
                    </a:lnTo>
                    <a:lnTo>
                      <a:pt x="12" y="95"/>
                    </a:lnTo>
                    <a:lnTo>
                      <a:pt x="21" y="102"/>
                    </a:lnTo>
                    <a:lnTo>
                      <a:pt x="43" y="114"/>
                    </a:lnTo>
                    <a:lnTo>
                      <a:pt x="52" y="114"/>
                    </a:lnTo>
                    <a:lnTo>
                      <a:pt x="73" y="133"/>
                    </a:lnTo>
                    <a:lnTo>
                      <a:pt x="83" y="133"/>
                    </a:lnTo>
                    <a:lnTo>
                      <a:pt x="92" y="142"/>
                    </a:lnTo>
                    <a:lnTo>
                      <a:pt x="114" y="133"/>
                    </a:lnTo>
                    <a:lnTo>
                      <a:pt x="135" y="142"/>
                    </a:lnTo>
                    <a:lnTo>
                      <a:pt x="135" y="142"/>
                    </a:lnTo>
                    <a:lnTo>
                      <a:pt x="135" y="14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46" name="Google Shape;1846;p206"/>
              <p:cNvSpPr/>
              <p:nvPr/>
            </p:nvSpPr>
            <p:spPr>
              <a:xfrm>
                <a:off x="4072" y="2393"/>
                <a:ext cx="29" cy="57"/>
              </a:xfrm>
              <a:custGeom>
                <a:avLst/>
                <a:gdLst/>
                <a:ahLst/>
                <a:cxnLst/>
                <a:rect l="l" t="t" r="r" b="b"/>
                <a:pathLst>
                  <a:path w="29" h="57" extrusionOk="0">
                    <a:moveTo>
                      <a:pt x="0" y="0"/>
                    </a:moveTo>
                    <a:lnTo>
                      <a:pt x="0" y="0"/>
                    </a:lnTo>
                    <a:lnTo>
                      <a:pt x="10" y="0"/>
                    </a:lnTo>
                    <a:lnTo>
                      <a:pt x="19" y="10"/>
                    </a:lnTo>
                    <a:lnTo>
                      <a:pt x="19" y="19"/>
                    </a:lnTo>
                    <a:lnTo>
                      <a:pt x="29" y="28"/>
                    </a:lnTo>
                    <a:lnTo>
                      <a:pt x="29" y="38"/>
                    </a:lnTo>
                    <a:lnTo>
                      <a:pt x="10" y="57"/>
                    </a:lnTo>
                    <a:lnTo>
                      <a:pt x="0" y="47"/>
                    </a:lnTo>
                    <a:lnTo>
                      <a:pt x="0" y="19"/>
                    </a:lnTo>
                    <a:lnTo>
                      <a:pt x="0" y="10"/>
                    </a:lnTo>
                    <a:lnTo>
                      <a:pt x="0" y="0"/>
                    </a:lnTo>
                    <a:lnTo>
                      <a:pt x="0"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47" name="Google Shape;1847;p206"/>
              <p:cNvSpPr/>
              <p:nvPr/>
            </p:nvSpPr>
            <p:spPr>
              <a:xfrm>
                <a:off x="4072" y="2393"/>
                <a:ext cx="29" cy="57"/>
              </a:xfrm>
              <a:custGeom>
                <a:avLst/>
                <a:gdLst/>
                <a:ahLst/>
                <a:cxnLst/>
                <a:rect l="l" t="t" r="r" b="b"/>
                <a:pathLst>
                  <a:path w="29" h="57" extrusionOk="0">
                    <a:moveTo>
                      <a:pt x="0" y="0"/>
                    </a:moveTo>
                    <a:lnTo>
                      <a:pt x="0" y="0"/>
                    </a:lnTo>
                    <a:lnTo>
                      <a:pt x="10" y="0"/>
                    </a:lnTo>
                    <a:lnTo>
                      <a:pt x="19" y="10"/>
                    </a:lnTo>
                    <a:lnTo>
                      <a:pt x="19" y="19"/>
                    </a:lnTo>
                    <a:lnTo>
                      <a:pt x="29" y="28"/>
                    </a:lnTo>
                    <a:lnTo>
                      <a:pt x="29" y="38"/>
                    </a:lnTo>
                    <a:lnTo>
                      <a:pt x="10" y="57"/>
                    </a:lnTo>
                    <a:lnTo>
                      <a:pt x="0" y="47"/>
                    </a:lnTo>
                    <a:lnTo>
                      <a:pt x="0" y="19"/>
                    </a:lnTo>
                    <a:lnTo>
                      <a:pt x="0" y="10"/>
                    </a:lnTo>
                    <a:lnTo>
                      <a:pt x="0" y="0"/>
                    </a:lnTo>
                    <a:lnTo>
                      <a:pt x="0" y="0"/>
                    </a:lnTo>
                    <a:lnTo>
                      <a:pt x="0"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48" name="Google Shape;1848;p206"/>
              <p:cNvSpPr/>
              <p:nvPr/>
            </p:nvSpPr>
            <p:spPr>
              <a:xfrm>
                <a:off x="4018" y="2260"/>
                <a:ext cx="106" cy="64"/>
              </a:xfrm>
              <a:custGeom>
                <a:avLst/>
                <a:gdLst/>
                <a:ahLst/>
                <a:cxnLst/>
                <a:rect l="l" t="t" r="r" b="b"/>
                <a:pathLst>
                  <a:path w="106" h="64" extrusionOk="0">
                    <a:moveTo>
                      <a:pt x="42" y="64"/>
                    </a:moveTo>
                    <a:lnTo>
                      <a:pt x="42" y="64"/>
                    </a:lnTo>
                    <a:lnTo>
                      <a:pt x="64" y="57"/>
                    </a:lnTo>
                    <a:lnTo>
                      <a:pt x="85" y="57"/>
                    </a:lnTo>
                    <a:lnTo>
                      <a:pt x="94" y="19"/>
                    </a:lnTo>
                    <a:lnTo>
                      <a:pt x="106" y="19"/>
                    </a:lnTo>
                    <a:lnTo>
                      <a:pt x="94" y="8"/>
                    </a:lnTo>
                    <a:lnTo>
                      <a:pt x="73" y="0"/>
                    </a:lnTo>
                    <a:lnTo>
                      <a:pt x="31" y="19"/>
                    </a:lnTo>
                    <a:lnTo>
                      <a:pt x="12" y="19"/>
                    </a:lnTo>
                    <a:lnTo>
                      <a:pt x="0" y="36"/>
                    </a:lnTo>
                    <a:lnTo>
                      <a:pt x="0" y="48"/>
                    </a:lnTo>
                    <a:lnTo>
                      <a:pt x="31" y="64"/>
                    </a:lnTo>
                    <a:lnTo>
                      <a:pt x="42" y="64"/>
                    </a:lnTo>
                    <a:lnTo>
                      <a:pt x="42" y="64"/>
                    </a:lnTo>
                    <a:lnTo>
                      <a:pt x="42" y="64"/>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49" name="Google Shape;1849;p206"/>
              <p:cNvSpPr/>
              <p:nvPr/>
            </p:nvSpPr>
            <p:spPr>
              <a:xfrm>
                <a:off x="4018" y="2260"/>
                <a:ext cx="106" cy="64"/>
              </a:xfrm>
              <a:custGeom>
                <a:avLst/>
                <a:gdLst/>
                <a:ahLst/>
                <a:cxnLst/>
                <a:rect l="l" t="t" r="r" b="b"/>
                <a:pathLst>
                  <a:path w="106" h="64" extrusionOk="0">
                    <a:moveTo>
                      <a:pt x="42" y="64"/>
                    </a:moveTo>
                    <a:lnTo>
                      <a:pt x="42" y="64"/>
                    </a:lnTo>
                    <a:lnTo>
                      <a:pt x="64" y="57"/>
                    </a:lnTo>
                    <a:lnTo>
                      <a:pt x="85" y="57"/>
                    </a:lnTo>
                    <a:lnTo>
                      <a:pt x="94" y="19"/>
                    </a:lnTo>
                    <a:lnTo>
                      <a:pt x="106" y="19"/>
                    </a:lnTo>
                    <a:lnTo>
                      <a:pt x="94" y="8"/>
                    </a:lnTo>
                    <a:lnTo>
                      <a:pt x="73" y="0"/>
                    </a:lnTo>
                    <a:lnTo>
                      <a:pt x="31" y="19"/>
                    </a:lnTo>
                    <a:lnTo>
                      <a:pt x="12" y="19"/>
                    </a:lnTo>
                    <a:lnTo>
                      <a:pt x="0" y="36"/>
                    </a:lnTo>
                    <a:lnTo>
                      <a:pt x="0" y="48"/>
                    </a:lnTo>
                    <a:lnTo>
                      <a:pt x="31" y="64"/>
                    </a:lnTo>
                    <a:lnTo>
                      <a:pt x="42" y="64"/>
                    </a:lnTo>
                    <a:lnTo>
                      <a:pt x="42" y="64"/>
                    </a:lnTo>
                    <a:lnTo>
                      <a:pt x="42" y="64"/>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50" name="Google Shape;1850;p206"/>
              <p:cNvSpPr/>
              <p:nvPr/>
            </p:nvSpPr>
            <p:spPr>
              <a:xfrm>
                <a:off x="4011" y="2324"/>
                <a:ext cx="61" cy="57"/>
              </a:xfrm>
              <a:custGeom>
                <a:avLst/>
                <a:gdLst/>
                <a:ahLst/>
                <a:cxnLst/>
                <a:rect l="l" t="t" r="r" b="b"/>
                <a:pathLst>
                  <a:path w="61" h="57" extrusionOk="0">
                    <a:moveTo>
                      <a:pt x="49" y="57"/>
                    </a:moveTo>
                    <a:lnTo>
                      <a:pt x="49" y="57"/>
                    </a:lnTo>
                    <a:lnTo>
                      <a:pt x="40" y="57"/>
                    </a:lnTo>
                    <a:lnTo>
                      <a:pt x="49" y="50"/>
                    </a:lnTo>
                    <a:lnTo>
                      <a:pt x="61" y="50"/>
                    </a:lnTo>
                    <a:lnTo>
                      <a:pt x="61" y="41"/>
                    </a:lnTo>
                    <a:lnTo>
                      <a:pt x="61" y="29"/>
                    </a:lnTo>
                    <a:lnTo>
                      <a:pt x="61" y="22"/>
                    </a:lnTo>
                    <a:lnTo>
                      <a:pt x="49" y="22"/>
                    </a:lnTo>
                    <a:lnTo>
                      <a:pt x="49" y="12"/>
                    </a:lnTo>
                    <a:lnTo>
                      <a:pt x="21" y="0"/>
                    </a:lnTo>
                    <a:lnTo>
                      <a:pt x="9" y="12"/>
                    </a:lnTo>
                    <a:lnTo>
                      <a:pt x="9" y="0"/>
                    </a:lnTo>
                    <a:lnTo>
                      <a:pt x="0" y="12"/>
                    </a:lnTo>
                    <a:lnTo>
                      <a:pt x="9" y="22"/>
                    </a:lnTo>
                    <a:lnTo>
                      <a:pt x="30" y="50"/>
                    </a:lnTo>
                    <a:lnTo>
                      <a:pt x="49" y="57"/>
                    </a:lnTo>
                    <a:lnTo>
                      <a:pt x="49" y="57"/>
                    </a:lnTo>
                    <a:lnTo>
                      <a:pt x="49" y="5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51" name="Google Shape;1851;p206"/>
              <p:cNvSpPr/>
              <p:nvPr/>
            </p:nvSpPr>
            <p:spPr>
              <a:xfrm>
                <a:off x="4011" y="2324"/>
                <a:ext cx="61" cy="57"/>
              </a:xfrm>
              <a:custGeom>
                <a:avLst/>
                <a:gdLst/>
                <a:ahLst/>
                <a:cxnLst/>
                <a:rect l="l" t="t" r="r" b="b"/>
                <a:pathLst>
                  <a:path w="61" h="57" extrusionOk="0">
                    <a:moveTo>
                      <a:pt x="49" y="57"/>
                    </a:moveTo>
                    <a:lnTo>
                      <a:pt x="49" y="57"/>
                    </a:lnTo>
                    <a:lnTo>
                      <a:pt x="40" y="57"/>
                    </a:lnTo>
                    <a:lnTo>
                      <a:pt x="49" y="50"/>
                    </a:lnTo>
                    <a:lnTo>
                      <a:pt x="61" y="50"/>
                    </a:lnTo>
                    <a:lnTo>
                      <a:pt x="61" y="41"/>
                    </a:lnTo>
                    <a:lnTo>
                      <a:pt x="61" y="29"/>
                    </a:lnTo>
                    <a:lnTo>
                      <a:pt x="61" y="22"/>
                    </a:lnTo>
                    <a:lnTo>
                      <a:pt x="49" y="22"/>
                    </a:lnTo>
                    <a:lnTo>
                      <a:pt x="49" y="12"/>
                    </a:lnTo>
                    <a:lnTo>
                      <a:pt x="21" y="0"/>
                    </a:lnTo>
                    <a:lnTo>
                      <a:pt x="9" y="12"/>
                    </a:lnTo>
                    <a:lnTo>
                      <a:pt x="9" y="0"/>
                    </a:lnTo>
                    <a:lnTo>
                      <a:pt x="0" y="12"/>
                    </a:lnTo>
                    <a:lnTo>
                      <a:pt x="9" y="22"/>
                    </a:lnTo>
                    <a:lnTo>
                      <a:pt x="30" y="50"/>
                    </a:lnTo>
                    <a:lnTo>
                      <a:pt x="49" y="57"/>
                    </a:lnTo>
                    <a:lnTo>
                      <a:pt x="49" y="57"/>
                    </a:lnTo>
                    <a:lnTo>
                      <a:pt x="49" y="57"/>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52" name="Google Shape;1852;p206"/>
              <p:cNvSpPr/>
              <p:nvPr/>
            </p:nvSpPr>
            <p:spPr>
              <a:xfrm>
                <a:off x="4060" y="2317"/>
                <a:ext cx="71" cy="86"/>
              </a:xfrm>
              <a:custGeom>
                <a:avLst/>
                <a:gdLst/>
                <a:ahLst/>
                <a:cxnLst/>
                <a:rect l="l" t="t" r="r" b="b"/>
                <a:pathLst>
                  <a:path w="71" h="86" extrusionOk="0">
                    <a:moveTo>
                      <a:pt x="10" y="29"/>
                    </a:moveTo>
                    <a:lnTo>
                      <a:pt x="10" y="29"/>
                    </a:lnTo>
                    <a:lnTo>
                      <a:pt x="10" y="19"/>
                    </a:lnTo>
                    <a:lnTo>
                      <a:pt x="0" y="7"/>
                    </a:lnTo>
                    <a:lnTo>
                      <a:pt x="22" y="0"/>
                    </a:lnTo>
                    <a:lnTo>
                      <a:pt x="41" y="29"/>
                    </a:lnTo>
                    <a:lnTo>
                      <a:pt x="62" y="29"/>
                    </a:lnTo>
                    <a:lnTo>
                      <a:pt x="62" y="36"/>
                    </a:lnTo>
                    <a:lnTo>
                      <a:pt x="62" y="48"/>
                    </a:lnTo>
                    <a:lnTo>
                      <a:pt x="71" y="64"/>
                    </a:lnTo>
                    <a:lnTo>
                      <a:pt x="62" y="76"/>
                    </a:lnTo>
                    <a:lnTo>
                      <a:pt x="41" y="76"/>
                    </a:lnTo>
                    <a:lnTo>
                      <a:pt x="31" y="86"/>
                    </a:lnTo>
                    <a:lnTo>
                      <a:pt x="22" y="76"/>
                    </a:lnTo>
                    <a:lnTo>
                      <a:pt x="22" y="64"/>
                    </a:lnTo>
                    <a:lnTo>
                      <a:pt x="10" y="57"/>
                    </a:lnTo>
                    <a:lnTo>
                      <a:pt x="10" y="48"/>
                    </a:lnTo>
                    <a:lnTo>
                      <a:pt x="10" y="36"/>
                    </a:lnTo>
                    <a:lnTo>
                      <a:pt x="10" y="2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53" name="Google Shape;1853;p206"/>
              <p:cNvSpPr/>
              <p:nvPr/>
            </p:nvSpPr>
            <p:spPr>
              <a:xfrm>
                <a:off x="4060" y="2317"/>
                <a:ext cx="71" cy="86"/>
              </a:xfrm>
              <a:custGeom>
                <a:avLst/>
                <a:gdLst/>
                <a:ahLst/>
                <a:cxnLst/>
                <a:rect l="l" t="t" r="r" b="b"/>
                <a:pathLst>
                  <a:path w="71" h="86" extrusionOk="0">
                    <a:moveTo>
                      <a:pt x="10" y="29"/>
                    </a:moveTo>
                    <a:lnTo>
                      <a:pt x="10" y="29"/>
                    </a:lnTo>
                    <a:lnTo>
                      <a:pt x="10" y="19"/>
                    </a:lnTo>
                    <a:lnTo>
                      <a:pt x="0" y="7"/>
                    </a:lnTo>
                    <a:lnTo>
                      <a:pt x="22" y="0"/>
                    </a:lnTo>
                    <a:lnTo>
                      <a:pt x="41" y="29"/>
                    </a:lnTo>
                    <a:lnTo>
                      <a:pt x="62" y="29"/>
                    </a:lnTo>
                    <a:lnTo>
                      <a:pt x="62" y="36"/>
                    </a:lnTo>
                    <a:lnTo>
                      <a:pt x="62" y="48"/>
                    </a:lnTo>
                    <a:lnTo>
                      <a:pt x="71" y="64"/>
                    </a:lnTo>
                    <a:lnTo>
                      <a:pt x="62" y="76"/>
                    </a:lnTo>
                    <a:lnTo>
                      <a:pt x="41" y="76"/>
                    </a:lnTo>
                    <a:lnTo>
                      <a:pt x="31" y="86"/>
                    </a:lnTo>
                    <a:lnTo>
                      <a:pt x="22" y="76"/>
                    </a:lnTo>
                    <a:lnTo>
                      <a:pt x="22" y="64"/>
                    </a:lnTo>
                    <a:lnTo>
                      <a:pt x="10" y="57"/>
                    </a:lnTo>
                    <a:lnTo>
                      <a:pt x="10" y="48"/>
                    </a:lnTo>
                    <a:lnTo>
                      <a:pt x="10" y="36"/>
                    </a:lnTo>
                    <a:lnTo>
                      <a:pt x="10" y="2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54" name="Google Shape;1854;p206"/>
              <p:cNvSpPr/>
              <p:nvPr/>
            </p:nvSpPr>
            <p:spPr>
              <a:xfrm>
                <a:off x="4060" y="2317"/>
                <a:ext cx="71" cy="86"/>
              </a:xfrm>
              <a:custGeom>
                <a:avLst/>
                <a:gdLst/>
                <a:ahLst/>
                <a:cxnLst/>
                <a:rect l="l" t="t" r="r" b="b"/>
                <a:pathLst>
                  <a:path w="71" h="86" extrusionOk="0">
                    <a:moveTo>
                      <a:pt x="10" y="29"/>
                    </a:moveTo>
                    <a:lnTo>
                      <a:pt x="10" y="29"/>
                    </a:lnTo>
                    <a:lnTo>
                      <a:pt x="10" y="19"/>
                    </a:lnTo>
                    <a:lnTo>
                      <a:pt x="0" y="7"/>
                    </a:lnTo>
                    <a:lnTo>
                      <a:pt x="22" y="0"/>
                    </a:lnTo>
                    <a:lnTo>
                      <a:pt x="41" y="29"/>
                    </a:lnTo>
                    <a:lnTo>
                      <a:pt x="62" y="29"/>
                    </a:lnTo>
                    <a:lnTo>
                      <a:pt x="62" y="36"/>
                    </a:lnTo>
                    <a:lnTo>
                      <a:pt x="62" y="48"/>
                    </a:lnTo>
                    <a:lnTo>
                      <a:pt x="71" y="64"/>
                    </a:lnTo>
                    <a:lnTo>
                      <a:pt x="62" y="76"/>
                    </a:lnTo>
                    <a:lnTo>
                      <a:pt x="41" y="76"/>
                    </a:lnTo>
                    <a:lnTo>
                      <a:pt x="31" y="86"/>
                    </a:lnTo>
                    <a:lnTo>
                      <a:pt x="22" y="76"/>
                    </a:lnTo>
                    <a:lnTo>
                      <a:pt x="22" y="64"/>
                    </a:lnTo>
                    <a:lnTo>
                      <a:pt x="10" y="57"/>
                    </a:lnTo>
                    <a:lnTo>
                      <a:pt x="10" y="48"/>
                    </a:lnTo>
                    <a:lnTo>
                      <a:pt x="10" y="36"/>
                    </a:lnTo>
                    <a:lnTo>
                      <a:pt x="10" y="2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55" name="Google Shape;1855;p206"/>
              <p:cNvSpPr/>
              <p:nvPr/>
            </p:nvSpPr>
            <p:spPr>
              <a:xfrm>
                <a:off x="4094" y="2393"/>
                <a:ext cx="37" cy="28"/>
              </a:xfrm>
              <a:custGeom>
                <a:avLst/>
                <a:gdLst/>
                <a:ahLst/>
                <a:cxnLst/>
                <a:rect l="l" t="t" r="r" b="b"/>
                <a:pathLst>
                  <a:path w="37" h="28" extrusionOk="0">
                    <a:moveTo>
                      <a:pt x="9" y="28"/>
                    </a:moveTo>
                    <a:lnTo>
                      <a:pt x="9" y="28"/>
                    </a:lnTo>
                    <a:lnTo>
                      <a:pt x="0" y="19"/>
                    </a:lnTo>
                    <a:lnTo>
                      <a:pt x="0" y="10"/>
                    </a:lnTo>
                    <a:lnTo>
                      <a:pt x="9" y="0"/>
                    </a:lnTo>
                    <a:lnTo>
                      <a:pt x="28" y="0"/>
                    </a:lnTo>
                    <a:lnTo>
                      <a:pt x="37" y="10"/>
                    </a:lnTo>
                    <a:lnTo>
                      <a:pt x="37" y="19"/>
                    </a:lnTo>
                    <a:lnTo>
                      <a:pt x="9"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56" name="Google Shape;1856;p206"/>
              <p:cNvSpPr/>
              <p:nvPr/>
            </p:nvSpPr>
            <p:spPr>
              <a:xfrm>
                <a:off x="4094" y="2393"/>
                <a:ext cx="37" cy="28"/>
              </a:xfrm>
              <a:custGeom>
                <a:avLst/>
                <a:gdLst/>
                <a:ahLst/>
                <a:cxnLst/>
                <a:rect l="l" t="t" r="r" b="b"/>
                <a:pathLst>
                  <a:path w="37" h="28" extrusionOk="0">
                    <a:moveTo>
                      <a:pt x="9" y="28"/>
                    </a:moveTo>
                    <a:lnTo>
                      <a:pt x="9" y="28"/>
                    </a:lnTo>
                    <a:lnTo>
                      <a:pt x="0" y="19"/>
                    </a:lnTo>
                    <a:lnTo>
                      <a:pt x="0" y="10"/>
                    </a:lnTo>
                    <a:lnTo>
                      <a:pt x="9" y="0"/>
                    </a:lnTo>
                    <a:lnTo>
                      <a:pt x="28" y="0"/>
                    </a:lnTo>
                    <a:lnTo>
                      <a:pt x="37" y="10"/>
                    </a:lnTo>
                    <a:lnTo>
                      <a:pt x="37" y="19"/>
                    </a:lnTo>
                    <a:lnTo>
                      <a:pt x="9" y="2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57" name="Google Shape;1857;p206"/>
              <p:cNvSpPr/>
              <p:nvPr/>
            </p:nvSpPr>
            <p:spPr>
              <a:xfrm>
                <a:off x="4094" y="2393"/>
                <a:ext cx="37" cy="28"/>
              </a:xfrm>
              <a:custGeom>
                <a:avLst/>
                <a:gdLst/>
                <a:ahLst/>
                <a:cxnLst/>
                <a:rect l="l" t="t" r="r" b="b"/>
                <a:pathLst>
                  <a:path w="37" h="28" extrusionOk="0">
                    <a:moveTo>
                      <a:pt x="9" y="28"/>
                    </a:moveTo>
                    <a:lnTo>
                      <a:pt x="9" y="28"/>
                    </a:lnTo>
                    <a:lnTo>
                      <a:pt x="0" y="19"/>
                    </a:lnTo>
                    <a:lnTo>
                      <a:pt x="0" y="10"/>
                    </a:lnTo>
                    <a:lnTo>
                      <a:pt x="9" y="0"/>
                    </a:lnTo>
                    <a:lnTo>
                      <a:pt x="28" y="0"/>
                    </a:lnTo>
                    <a:lnTo>
                      <a:pt x="37" y="10"/>
                    </a:lnTo>
                    <a:lnTo>
                      <a:pt x="37" y="19"/>
                    </a:lnTo>
                    <a:lnTo>
                      <a:pt x="9" y="2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58" name="Google Shape;1858;p206"/>
              <p:cNvSpPr/>
              <p:nvPr/>
            </p:nvSpPr>
            <p:spPr>
              <a:xfrm>
                <a:off x="3949" y="2204"/>
                <a:ext cx="111" cy="56"/>
              </a:xfrm>
              <a:custGeom>
                <a:avLst/>
                <a:gdLst/>
                <a:ahLst/>
                <a:cxnLst/>
                <a:rect l="l" t="t" r="r" b="b"/>
                <a:pathLst>
                  <a:path w="111" h="56" extrusionOk="0">
                    <a:moveTo>
                      <a:pt x="111" y="35"/>
                    </a:moveTo>
                    <a:lnTo>
                      <a:pt x="111" y="35"/>
                    </a:lnTo>
                    <a:lnTo>
                      <a:pt x="90" y="19"/>
                    </a:lnTo>
                    <a:lnTo>
                      <a:pt x="81" y="19"/>
                    </a:lnTo>
                    <a:lnTo>
                      <a:pt x="59" y="7"/>
                    </a:lnTo>
                    <a:lnTo>
                      <a:pt x="50" y="0"/>
                    </a:lnTo>
                    <a:lnTo>
                      <a:pt x="50" y="7"/>
                    </a:lnTo>
                    <a:lnTo>
                      <a:pt x="40" y="0"/>
                    </a:lnTo>
                    <a:lnTo>
                      <a:pt x="19" y="7"/>
                    </a:lnTo>
                    <a:lnTo>
                      <a:pt x="0" y="19"/>
                    </a:lnTo>
                    <a:lnTo>
                      <a:pt x="10" y="35"/>
                    </a:lnTo>
                    <a:lnTo>
                      <a:pt x="29" y="56"/>
                    </a:lnTo>
                    <a:lnTo>
                      <a:pt x="50" y="56"/>
                    </a:lnTo>
                    <a:lnTo>
                      <a:pt x="50" y="47"/>
                    </a:lnTo>
                    <a:lnTo>
                      <a:pt x="81" y="56"/>
                    </a:lnTo>
                    <a:lnTo>
                      <a:pt x="111" y="35"/>
                    </a:lnTo>
                    <a:lnTo>
                      <a:pt x="111" y="35"/>
                    </a:lnTo>
                    <a:lnTo>
                      <a:pt x="111" y="3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59" name="Google Shape;1859;p206"/>
              <p:cNvSpPr/>
              <p:nvPr/>
            </p:nvSpPr>
            <p:spPr>
              <a:xfrm>
                <a:off x="3949" y="2204"/>
                <a:ext cx="111" cy="56"/>
              </a:xfrm>
              <a:custGeom>
                <a:avLst/>
                <a:gdLst/>
                <a:ahLst/>
                <a:cxnLst/>
                <a:rect l="l" t="t" r="r" b="b"/>
                <a:pathLst>
                  <a:path w="111" h="56" extrusionOk="0">
                    <a:moveTo>
                      <a:pt x="111" y="35"/>
                    </a:moveTo>
                    <a:lnTo>
                      <a:pt x="111" y="35"/>
                    </a:lnTo>
                    <a:lnTo>
                      <a:pt x="90" y="19"/>
                    </a:lnTo>
                    <a:lnTo>
                      <a:pt x="81" y="19"/>
                    </a:lnTo>
                    <a:lnTo>
                      <a:pt x="59" y="7"/>
                    </a:lnTo>
                    <a:lnTo>
                      <a:pt x="50" y="0"/>
                    </a:lnTo>
                    <a:lnTo>
                      <a:pt x="50" y="7"/>
                    </a:lnTo>
                    <a:lnTo>
                      <a:pt x="40" y="0"/>
                    </a:lnTo>
                    <a:lnTo>
                      <a:pt x="19" y="7"/>
                    </a:lnTo>
                    <a:lnTo>
                      <a:pt x="0" y="19"/>
                    </a:lnTo>
                    <a:lnTo>
                      <a:pt x="10" y="35"/>
                    </a:lnTo>
                    <a:lnTo>
                      <a:pt x="29" y="56"/>
                    </a:lnTo>
                    <a:lnTo>
                      <a:pt x="50" y="56"/>
                    </a:lnTo>
                    <a:lnTo>
                      <a:pt x="50" y="47"/>
                    </a:lnTo>
                    <a:lnTo>
                      <a:pt x="81" y="56"/>
                    </a:lnTo>
                    <a:lnTo>
                      <a:pt x="111" y="35"/>
                    </a:lnTo>
                    <a:lnTo>
                      <a:pt x="111" y="35"/>
                    </a:lnTo>
                    <a:lnTo>
                      <a:pt x="111" y="35"/>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60" name="Google Shape;1860;p206"/>
              <p:cNvSpPr/>
              <p:nvPr/>
            </p:nvSpPr>
            <p:spPr>
              <a:xfrm>
                <a:off x="4030" y="2239"/>
                <a:ext cx="94" cy="40"/>
              </a:xfrm>
              <a:custGeom>
                <a:avLst/>
                <a:gdLst/>
                <a:ahLst/>
                <a:cxnLst/>
                <a:rect l="l" t="t" r="r" b="b"/>
                <a:pathLst>
                  <a:path w="94" h="40" extrusionOk="0">
                    <a:moveTo>
                      <a:pt x="0" y="21"/>
                    </a:moveTo>
                    <a:lnTo>
                      <a:pt x="0" y="21"/>
                    </a:lnTo>
                    <a:lnTo>
                      <a:pt x="0" y="40"/>
                    </a:lnTo>
                    <a:lnTo>
                      <a:pt x="19" y="40"/>
                    </a:lnTo>
                    <a:lnTo>
                      <a:pt x="61" y="21"/>
                    </a:lnTo>
                    <a:lnTo>
                      <a:pt x="82" y="31"/>
                    </a:lnTo>
                    <a:lnTo>
                      <a:pt x="94" y="12"/>
                    </a:lnTo>
                    <a:lnTo>
                      <a:pt x="73" y="0"/>
                    </a:lnTo>
                    <a:lnTo>
                      <a:pt x="52" y="12"/>
                    </a:lnTo>
                    <a:lnTo>
                      <a:pt x="42" y="0"/>
                    </a:lnTo>
                    <a:lnTo>
                      <a:pt x="30" y="0"/>
                    </a:lnTo>
                    <a:lnTo>
                      <a:pt x="0" y="21"/>
                    </a:lnTo>
                    <a:lnTo>
                      <a:pt x="0" y="21"/>
                    </a:lnTo>
                    <a:lnTo>
                      <a:pt x="0" y="2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61" name="Google Shape;1861;p206"/>
              <p:cNvSpPr/>
              <p:nvPr/>
            </p:nvSpPr>
            <p:spPr>
              <a:xfrm>
                <a:off x="4030" y="2239"/>
                <a:ext cx="94" cy="40"/>
              </a:xfrm>
              <a:custGeom>
                <a:avLst/>
                <a:gdLst/>
                <a:ahLst/>
                <a:cxnLst/>
                <a:rect l="l" t="t" r="r" b="b"/>
                <a:pathLst>
                  <a:path w="94" h="40" extrusionOk="0">
                    <a:moveTo>
                      <a:pt x="0" y="21"/>
                    </a:moveTo>
                    <a:lnTo>
                      <a:pt x="0" y="21"/>
                    </a:lnTo>
                    <a:lnTo>
                      <a:pt x="0" y="40"/>
                    </a:lnTo>
                    <a:lnTo>
                      <a:pt x="19" y="40"/>
                    </a:lnTo>
                    <a:lnTo>
                      <a:pt x="61" y="21"/>
                    </a:lnTo>
                    <a:lnTo>
                      <a:pt x="82" y="31"/>
                    </a:lnTo>
                    <a:lnTo>
                      <a:pt x="94" y="12"/>
                    </a:lnTo>
                    <a:lnTo>
                      <a:pt x="73" y="0"/>
                    </a:lnTo>
                    <a:lnTo>
                      <a:pt x="52" y="12"/>
                    </a:lnTo>
                    <a:lnTo>
                      <a:pt x="42" y="0"/>
                    </a:lnTo>
                    <a:lnTo>
                      <a:pt x="30" y="0"/>
                    </a:lnTo>
                    <a:lnTo>
                      <a:pt x="0" y="21"/>
                    </a:lnTo>
                    <a:lnTo>
                      <a:pt x="0" y="21"/>
                    </a:lnTo>
                    <a:lnTo>
                      <a:pt x="0" y="2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62" name="Google Shape;1862;p206"/>
              <p:cNvSpPr/>
              <p:nvPr/>
            </p:nvSpPr>
            <p:spPr>
              <a:xfrm>
                <a:off x="3980" y="2308"/>
                <a:ext cx="92" cy="85"/>
              </a:xfrm>
              <a:custGeom>
                <a:avLst/>
                <a:gdLst/>
                <a:ahLst/>
                <a:cxnLst/>
                <a:rect l="l" t="t" r="r" b="b"/>
                <a:pathLst>
                  <a:path w="92" h="85" extrusionOk="0">
                    <a:moveTo>
                      <a:pt x="40" y="0"/>
                    </a:moveTo>
                    <a:lnTo>
                      <a:pt x="40" y="0"/>
                    </a:lnTo>
                    <a:lnTo>
                      <a:pt x="71" y="19"/>
                    </a:lnTo>
                    <a:lnTo>
                      <a:pt x="80" y="19"/>
                    </a:lnTo>
                    <a:lnTo>
                      <a:pt x="92" y="28"/>
                    </a:lnTo>
                    <a:lnTo>
                      <a:pt x="92" y="38"/>
                    </a:lnTo>
                    <a:lnTo>
                      <a:pt x="80" y="38"/>
                    </a:lnTo>
                    <a:lnTo>
                      <a:pt x="80" y="28"/>
                    </a:lnTo>
                    <a:lnTo>
                      <a:pt x="52" y="19"/>
                    </a:lnTo>
                    <a:lnTo>
                      <a:pt x="40" y="28"/>
                    </a:lnTo>
                    <a:lnTo>
                      <a:pt x="40" y="19"/>
                    </a:lnTo>
                    <a:lnTo>
                      <a:pt x="31" y="28"/>
                    </a:lnTo>
                    <a:lnTo>
                      <a:pt x="40" y="38"/>
                    </a:lnTo>
                    <a:lnTo>
                      <a:pt x="61" y="66"/>
                    </a:lnTo>
                    <a:lnTo>
                      <a:pt x="80" y="76"/>
                    </a:lnTo>
                    <a:lnTo>
                      <a:pt x="71" y="85"/>
                    </a:lnTo>
                    <a:lnTo>
                      <a:pt x="52" y="66"/>
                    </a:lnTo>
                    <a:lnTo>
                      <a:pt x="40" y="66"/>
                    </a:lnTo>
                    <a:lnTo>
                      <a:pt x="21" y="47"/>
                    </a:lnTo>
                    <a:lnTo>
                      <a:pt x="31" y="47"/>
                    </a:lnTo>
                    <a:lnTo>
                      <a:pt x="21" y="47"/>
                    </a:lnTo>
                    <a:lnTo>
                      <a:pt x="21" y="28"/>
                    </a:lnTo>
                    <a:lnTo>
                      <a:pt x="12" y="28"/>
                    </a:lnTo>
                    <a:lnTo>
                      <a:pt x="0" y="38"/>
                    </a:lnTo>
                    <a:lnTo>
                      <a:pt x="0" y="28"/>
                    </a:lnTo>
                    <a:lnTo>
                      <a:pt x="0" y="19"/>
                    </a:lnTo>
                    <a:lnTo>
                      <a:pt x="12" y="19"/>
                    </a:lnTo>
                    <a:lnTo>
                      <a:pt x="21" y="19"/>
                    </a:lnTo>
                    <a:lnTo>
                      <a:pt x="31" y="0"/>
                    </a:lnTo>
                    <a:lnTo>
                      <a:pt x="4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63" name="Google Shape;1863;p206"/>
              <p:cNvSpPr/>
              <p:nvPr/>
            </p:nvSpPr>
            <p:spPr>
              <a:xfrm>
                <a:off x="3980" y="2308"/>
                <a:ext cx="92" cy="85"/>
              </a:xfrm>
              <a:custGeom>
                <a:avLst/>
                <a:gdLst/>
                <a:ahLst/>
                <a:cxnLst/>
                <a:rect l="l" t="t" r="r" b="b"/>
                <a:pathLst>
                  <a:path w="92" h="85" extrusionOk="0">
                    <a:moveTo>
                      <a:pt x="40" y="0"/>
                    </a:moveTo>
                    <a:lnTo>
                      <a:pt x="40" y="0"/>
                    </a:lnTo>
                    <a:lnTo>
                      <a:pt x="71" y="19"/>
                    </a:lnTo>
                    <a:lnTo>
                      <a:pt x="80" y="19"/>
                    </a:lnTo>
                    <a:lnTo>
                      <a:pt x="92" y="28"/>
                    </a:lnTo>
                    <a:lnTo>
                      <a:pt x="92" y="38"/>
                    </a:lnTo>
                    <a:lnTo>
                      <a:pt x="80" y="38"/>
                    </a:lnTo>
                    <a:lnTo>
                      <a:pt x="80" y="28"/>
                    </a:lnTo>
                    <a:lnTo>
                      <a:pt x="52" y="19"/>
                    </a:lnTo>
                    <a:lnTo>
                      <a:pt x="40" y="28"/>
                    </a:lnTo>
                    <a:lnTo>
                      <a:pt x="40" y="19"/>
                    </a:lnTo>
                    <a:lnTo>
                      <a:pt x="31" y="28"/>
                    </a:lnTo>
                    <a:lnTo>
                      <a:pt x="40" y="38"/>
                    </a:lnTo>
                    <a:lnTo>
                      <a:pt x="61" y="66"/>
                    </a:lnTo>
                    <a:lnTo>
                      <a:pt x="80" y="76"/>
                    </a:lnTo>
                    <a:lnTo>
                      <a:pt x="71" y="85"/>
                    </a:lnTo>
                    <a:lnTo>
                      <a:pt x="52" y="66"/>
                    </a:lnTo>
                    <a:lnTo>
                      <a:pt x="40" y="66"/>
                    </a:lnTo>
                    <a:lnTo>
                      <a:pt x="21" y="47"/>
                    </a:lnTo>
                    <a:lnTo>
                      <a:pt x="31" y="47"/>
                    </a:lnTo>
                    <a:lnTo>
                      <a:pt x="21" y="47"/>
                    </a:lnTo>
                    <a:lnTo>
                      <a:pt x="21" y="28"/>
                    </a:lnTo>
                    <a:lnTo>
                      <a:pt x="12" y="28"/>
                    </a:lnTo>
                    <a:lnTo>
                      <a:pt x="0" y="38"/>
                    </a:lnTo>
                    <a:lnTo>
                      <a:pt x="0" y="28"/>
                    </a:lnTo>
                    <a:lnTo>
                      <a:pt x="0" y="19"/>
                    </a:lnTo>
                    <a:lnTo>
                      <a:pt x="12" y="19"/>
                    </a:lnTo>
                    <a:lnTo>
                      <a:pt x="21" y="19"/>
                    </a:lnTo>
                    <a:lnTo>
                      <a:pt x="31" y="0"/>
                    </a:lnTo>
                    <a:lnTo>
                      <a:pt x="4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64" name="Google Shape;1864;p206"/>
              <p:cNvSpPr/>
              <p:nvPr/>
            </p:nvSpPr>
            <p:spPr>
              <a:xfrm>
                <a:off x="3980" y="2308"/>
                <a:ext cx="92" cy="85"/>
              </a:xfrm>
              <a:custGeom>
                <a:avLst/>
                <a:gdLst/>
                <a:ahLst/>
                <a:cxnLst/>
                <a:rect l="l" t="t" r="r" b="b"/>
                <a:pathLst>
                  <a:path w="92" h="85" extrusionOk="0">
                    <a:moveTo>
                      <a:pt x="40" y="0"/>
                    </a:moveTo>
                    <a:lnTo>
                      <a:pt x="40" y="0"/>
                    </a:lnTo>
                    <a:lnTo>
                      <a:pt x="71" y="19"/>
                    </a:lnTo>
                    <a:lnTo>
                      <a:pt x="80" y="19"/>
                    </a:lnTo>
                    <a:lnTo>
                      <a:pt x="92" y="28"/>
                    </a:lnTo>
                    <a:lnTo>
                      <a:pt x="92" y="38"/>
                    </a:lnTo>
                    <a:lnTo>
                      <a:pt x="80" y="38"/>
                    </a:lnTo>
                    <a:lnTo>
                      <a:pt x="80" y="28"/>
                    </a:lnTo>
                    <a:lnTo>
                      <a:pt x="52" y="19"/>
                    </a:lnTo>
                    <a:lnTo>
                      <a:pt x="40" y="28"/>
                    </a:lnTo>
                    <a:lnTo>
                      <a:pt x="40" y="19"/>
                    </a:lnTo>
                    <a:lnTo>
                      <a:pt x="31" y="28"/>
                    </a:lnTo>
                    <a:lnTo>
                      <a:pt x="40" y="38"/>
                    </a:lnTo>
                    <a:lnTo>
                      <a:pt x="61" y="66"/>
                    </a:lnTo>
                    <a:lnTo>
                      <a:pt x="80" y="76"/>
                    </a:lnTo>
                    <a:lnTo>
                      <a:pt x="71" y="85"/>
                    </a:lnTo>
                    <a:lnTo>
                      <a:pt x="52" y="66"/>
                    </a:lnTo>
                    <a:lnTo>
                      <a:pt x="40" y="66"/>
                    </a:lnTo>
                    <a:lnTo>
                      <a:pt x="21" y="47"/>
                    </a:lnTo>
                    <a:lnTo>
                      <a:pt x="31" y="47"/>
                    </a:lnTo>
                    <a:lnTo>
                      <a:pt x="21" y="47"/>
                    </a:lnTo>
                    <a:lnTo>
                      <a:pt x="21" y="28"/>
                    </a:lnTo>
                    <a:lnTo>
                      <a:pt x="12" y="28"/>
                    </a:lnTo>
                    <a:lnTo>
                      <a:pt x="0" y="38"/>
                    </a:lnTo>
                    <a:lnTo>
                      <a:pt x="0" y="28"/>
                    </a:lnTo>
                    <a:lnTo>
                      <a:pt x="0" y="19"/>
                    </a:lnTo>
                    <a:lnTo>
                      <a:pt x="12" y="19"/>
                    </a:lnTo>
                    <a:lnTo>
                      <a:pt x="21" y="19"/>
                    </a:lnTo>
                    <a:lnTo>
                      <a:pt x="31" y="0"/>
                    </a:lnTo>
                    <a:lnTo>
                      <a:pt x="4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65" name="Google Shape;1865;p206"/>
              <p:cNvSpPr/>
              <p:nvPr/>
            </p:nvSpPr>
            <p:spPr>
              <a:xfrm>
                <a:off x="4049" y="2374"/>
                <a:ext cx="30" cy="29"/>
              </a:xfrm>
              <a:custGeom>
                <a:avLst/>
                <a:gdLst/>
                <a:ahLst/>
                <a:cxnLst/>
                <a:rect l="l" t="t" r="r" b="b"/>
                <a:pathLst>
                  <a:path w="30" h="29" extrusionOk="0">
                    <a:moveTo>
                      <a:pt x="0" y="19"/>
                    </a:moveTo>
                    <a:lnTo>
                      <a:pt x="0" y="19"/>
                    </a:lnTo>
                    <a:lnTo>
                      <a:pt x="21" y="29"/>
                    </a:lnTo>
                    <a:lnTo>
                      <a:pt x="21" y="19"/>
                    </a:lnTo>
                    <a:lnTo>
                      <a:pt x="30" y="19"/>
                    </a:lnTo>
                    <a:lnTo>
                      <a:pt x="30" y="7"/>
                    </a:lnTo>
                    <a:lnTo>
                      <a:pt x="21" y="0"/>
                    </a:lnTo>
                    <a:lnTo>
                      <a:pt x="11" y="0"/>
                    </a:lnTo>
                    <a:lnTo>
                      <a:pt x="0" y="7"/>
                    </a:lnTo>
                    <a:lnTo>
                      <a:pt x="11" y="7"/>
                    </a:lnTo>
                    <a:lnTo>
                      <a:pt x="0" y="1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66" name="Google Shape;1866;p206"/>
              <p:cNvSpPr/>
              <p:nvPr/>
            </p:nvSpPr>
            <p:spPr>
              <a:xfrm>
                <a:off x="4049" y="2374"/>
                <a:ext cx="30" cy="29"/>
              </a:xfrm>
              <a:custGeom>
                <a:avLst/>
                <a:gdLst/>
                <a:ahLst/>
                <a:cxnLst/>
                <a:rect l="l" t="t" r="r" b="b"/>
                <a:pathLst>
                  <a:path w="30" h="29" extrusionOk="0">
                    <a:moveTo>
                      <a:pt x="0" y="19"/>
                    </a:moveTo>
                    <a:lnTo>
                      <a:pt x="0" y="19"/>
                    </a:lnTo>
                    <a:lnTo>
                      <a:pt x="21" y="29"/>
                    </a:lnTo>
                    <a:lnTo>
                      <a:pt x="21" y="19"/>
                    </a:lnTo>
                    <a:lnTo>
                      <a:pt x="30" y="19"/>
                    </a:lnTo>
                    <a:lnTo>
                      <a:pt x="30" y="7"/>
                    </a:lnTo>
                    <a:lnTo>
                      <a:pt x="21" y="0"/>
                    </a:lnTo>
                    <a:lnTo>
                      <a:pt x="11" y="0"/>
                    </a:lnTo>
                    <a:lnTo>
                      <a:pt x="0" y="7"/>
                    </a:lnTo>
                    <a:lnTo>
                      <a:pt x="11" y="7"/>
                    </a:lnTo>
                    <a:lnTo>
                      <a:pt x="0" y="1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67" name="Google Shape;1867;p206"/>
              <p:cNvSpPr/>
              <p:nvPr/>
            </p:nvSpPr>
            <p:spPr>
              <a:xfrm>
                <a:off x="4049" y="2374"/>
                <a:ext cx="30" cy="29"/>
              </a:xfrm>
              <a:custGeom>
                <a:avLst/>
                <a:gdLst/>
                <a:ahLst/>
                <a:cxnLst/>
                <a:rect l="l" t="t" r="r" b="b"/>
                <a:pathLst>
                  <a:path w="30" h="29" extrusionOk="0">
                    <a:moveTo>
                      <a:pt x="0" y="19"/>
                    </a:moveTo>
                    <a:lnTo>
                      <a:pt x="0" y="19"/>
                    </a:lnTo>
                    <a:lnTo>
                      <a:pt x="21" y="29"/>
                    </a:lnTo>
                    <a:lnTo>
                      <a:pt x="21" y="19"/>
                    </a:lnTo>
                    <a:lnTo>
                      <a:pt x="30" y="19"/>
                    </a:lnTo>
                    <a:lnTo>
                      <a:pt x="30" y="7"/>
                    </a:lnTo>
                    <a:lnTo>
                      <a:pt x="21" y="0"/>
                    </a:lnTo>
                    <a:lnTo>
                      <a:pt x="11" y="0"/>
                    </a:lnTo>
                    <a:lnTo>
                      <a:pt x="0" y="7"/>
                    </a:lnTo>
                    <a:lnTo>
                      <a:pt x="11" y="7"/>
                    </a:lnTo>
                    <a:lnTo>
                      <a:pt x="0" y="1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68" name="Google Shape;1868;p206"/>
              <p:cNvSpPr/>
              <p:nvPr/>
            </p:nvSpPr>
            <p:spPr>
              <a:xfrm>
                <a:off x="3628" y="2097"/>
                <a:ext cx="45" cy="40"/>
              </a:xfrm>
              <a:custGeom>
                <a:avLst/>
                <a:gdLst/>
                <a:ahLst/>
                <a:cxnLst/>
                <a:rect l="l" t="t" r="r" b="b"/>
                <a:pathLst>
                  <a:path w="45" h="40" extrusionOk="0">
                    <a:moveTo>
                      <a:pt x="33" y="40"/>
                    </a:moveTo>
                    <a:lnTo>
                      <a:pt x="33" y="31"/>
                    </a:lnTo>
                    <a:lnTo>
                      <a:pt x="11" y="31"/>
                    </a:lnTo>
                    <a:lnTo>
                      <a:pt x="0" y="21"/>
                    </a:lnTo>
                    <a:lnTo>
                      <a:pt x="11" y="0"/>
                    </a:lnTo>
                    <a:lnTo>
                      <a:pt x="33" y="12"/>
                    </a:lnTo>
                    <a:lnTo>
                      <a:pt x="45" y="31"/>
                    </a:lnTo>
                    <a:lnTo>
                      <a:pt x="33" y="4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69" name="Google Shape;1869;p206"/>
              <p:cNvSpPr/>
              <p:nvPr/>
            </p:nvSpPr>
            <p:spPr>
              <a:xfrm>
                <a:off x="3628" y="2097"/>
                <a:ext cx="45" cy="40"/>
              </a:xfrm>
              <a:custGeom>
                <a:avLst/>
                <a:gdLst/>
                <a:ahLst/>
                <a:cxnLst/>
                <a:rect l="l" t="t" r="r" b="b"/>
                <a:pathLst>
                  <a:path w="45" h="40" extrusionOk="0">
                    <a:moveTo>
                      <a:pt x="33" y="40"/>
                    </a:moveTo>
                    <a:lnTo>
                      <a:pt x="33" y="31"/>
                    </a:lnTo>
                    <a:lnTo>
                      <a:pt x="11" y="31"/>
                    </a:lnTo>
                    <a:lnTo>
                      <a:pt x="0" y="21"/>
                    </a:lnTo>
                    <a:lnTo>
                      <a:pt x="11" y="0"/>
                    </a:lnTo>
                    <a:lnTo>
                      <a:pt x="33" y="12"/>
                    </a:lnTo>
                    <a:lnTo>
                      <a:pt x="45" y="31"/>
                    </a:lnTo>
                    <a:lnTo>
                      <a:pt x="33" y="4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70" name="Google Shape;1870;p206"/>
              <p:cNvSpPr/>
              <p:nvPr/>
            </p:nvSpPr>
            <p:spPr>
              <a:xfrm>
                <a:off x="3628" y="2097"/>
                <a:ext cx="45" cy="40"/>
              </a:xfrm>
              <a:custGeom>
                <a:avLst/>
                <a:gdLst/>
                <a:ahLst/>
                <a:cxnLst/>
                <a:rect l="l" t="t" r="r" b="b"/>
                <a:pathLst>
                  <a:path w="45" h="40" extrusionOk="0">
                    <a:moveTo>
                      <a:pt x="33" y="40"/>
                    </a:moveTo>
                    <a:lnTo>
                      <a:pt x="33" y="31"/>
                    </a:lnTo>
                    <a:lnTo>
                      <a:pt x="11" y="31"/>
                    </a:lnTo>
                    <a:lnTo>
                      <a:pt x="0" y="21"/>
                    </a:lnTo>
                    <a:lnTo>
                      <a:pt x="11" y="0"/>
                    </a:lnTo>
                    <a:lnTo>
                      <a:pt x="33" y="12"/>
                    </a:lnTo>
                    <a:lnTo>
                      <a:pt x="45" y="31"/>
                    </a:lnTo>
                    <a:lnTo>
                      <a:pt x="33" y="4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71" name="Google Shape;1871;p206"/>
              <p:cNvSpPr/>
              <p:nvPr/>
            </p:nvSpPr>
            <p:spPr>
              <a:xfrm>
                <a:off x="3590" y="2097"/>
                <a:ext cx="68" cy="97"/>
              </a:xfrm>
              <a:custGeom>
                <a:avLst/>
                <a:gdLst/>
                <a:ahLst/>
                <a:cxnLst/>
                <a:rect l="l" t="t" r="r" b="b"/>
                <a:pathLst>
                  <a:path w="68" h="97" extrusionOk="0">
                    <a:moveTo>
                      <a:pt x="49" y="0"/>
                    </a:moveTo>
                    <a:lnTo>
                      <a:pt x="40" y="21"/>
                    </a:lnTo>
                    <a:lnTo>
                      <a:pt x="49" y="29"/>
                    </a:lnTo>
                    <a:lnTo>
                      <a:pt x="68" y="29"/>
                    </a:lnTo>
                    <a:lnTo>
                      <a:pt x="68" y="40"/>
                    </a:lnTo>
                    <a:lnTo>
                      <a:pt x="68" y="57"/>
                    </a:lnTo>
                    <a:lnTo>
                      <a:pt x="59" y="88"/>
                    </a:lnTo>
                    <a:lnTo>
                      <a:pt x="9" y="97"/>
                    </a:lnTo>
                    <a:lnTo>
                      <a:pt x="0" y="88"/>
                    </a:lnTo>
                    <a:lnTo>
                      <a:pt x="9" y="88"/>
                    </a:lnTo>
                    <a:lnTo>
                      <a:pt x="21" y="57"/>
                    </a:lnTo>
                    <a:lnTo>
                      <a:pt x="9" y="50"/>
                    </a:lnTo>
                    <a:lnTo>
                      <a:pt x="21" y="40"/>
                    </a:lnTo>
                    <a:lnTo>
                      <a:pt x="9" y="40"/>
                    </a:lnTo>
                    <a:lnTo>
                      <a:pt x="9" y="29"/>
                    </a:lnTo>
                    <a:lnTo>
                      <a:pt x="30" y="29"/>
                    </a:lnTo>
                    <a:lnTo>
                      <a:pt x="40" y="21"/>
                    </a:lnTo>
                    <a:lnTo>
                      <a:pt x="30" y="21"/>
                    </a:lnTo>
                    <a:lnTo>
                      <a:pt x="30" y="12"/>
                    </a:lnTo>
                    <a:lnTo>
                      <a:pt x="49"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72" name="Google Shape;1872;p206"/>
              <p:cNvSpPr/>
              <p:nvPr/>
            </p:nvSpPr>
            <p:spPr>
              <a:xfrm>
                <a:off x="3590" y="2097"/>
                <a:ext cx="68" cy="97"/>
              </a:xfrm>
              <a:custGeom>
                <a:avLst/>
                <a:gdLst/>
                <a:ahLst/>
                <a:cxnLst/>
                <a:rect l="l" t="t" r="r" b="b"/>
                <a:pathLst>
                  <a:path w="68" h="97" extrusionOk="0">
                    <a:moveTo>
                      <a:pt x="49" y="0"/>
                    </a:moveTo>
                    <a:lnTo>
                      <a:pt x="40" y="21"/>
                    </a:lnTo>
                    <a:lnTo>
                      <a:pt x="49" y="29"/>
                    </a:lnTo>
                    <a:lnTo>
                      <a:pt x="68" y="29"/>
                    </a:lnTo>
                    <a:lnTo>
                      <a:pt x="68" y="40"/>
                    </a:lnTo>
                    <a:lnTo>
                      <a:pt x="68" y="57"/>
                    </a:lnTo>
                    <a:lnTo>
                      <a:pt x="59" y="88"/>
                    </a:lnTo>
                    <a:lnTo>
                      <a:pt x="9" y="97"/>
                    </a:lnTo>
                    <a:lnTo>
                      <a:pt x="0" y="88"/>
                    </a:lnTo>
                    <a:lnTo>
                      <a:pt x="9" y="88"/>
                    </a:lnTo>
                    <a:lnTo>
                      <a:pt x="21" y="57"/>
                    </a:lnTo>
                    <a:lnTo>
                      <a:pt x="9" y="50"/>
                    </a:lnTo>
                    <a:lnTo>
                      <a:pt x="21" y="40"/>
                    </a:lnTo>
                    <a:lnTo>
                      <a:pt x="9" y="40"/>
                    </a:lnTo>
                    <a:lnTo>
                      <a:pt x="9" y="29"/>
                    </a:lnTo>
                    <a:lnTo>
                      <a:pt x="30" y="29"/>
                    </a:lnTo>
                    <a:lnTo>
                      <a:pt x="40" y="21"/>
                    </a:lnTo>
                    <a:lnTo>
                      <a:pt x="30" y="21"/>
                    </a:lnTo>
                    <a:lnTo>
                      <a:pt x="30" y="12"/>
                    </a:lnTo>
                    <a:lnTo>
                      <a:pt x="49"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73" name="Google Shape;1873;p206"/>
              <p:cNvSpPr/>
              <p:nvPr/>
            </p:nvSpPr>
            <p:spPr>
              <a:xfrm>
                <a:off x="3590" y="2097"/>
                <a:ext cx="68" cy="97"/>
              </a:xfrm>
              <a:custGeom>
                <a:avLst/>
                <a:gdLst/>
                <a:ahLst/>
                <a:cxnLst/>
                <a:rect l="l" t="t" r="r" b="b"/>
                <a:pathLst>
                  <a:path w="68" h="97" extrusionOk="0">
                    <a:moveTo>
                      <a:pt x="49" y="0"/>
                    </a:moveTo>
                    <a:lnTo>
                      <a:pt x="40" y="21"/>
                    </a:lnTo>
                    <a:lnTo>
                      <a:pt x="49" y="29"/>
                    </a:lnTo>
                    <a:lnTo>
                      <a:pt x="68" y="29"/>
                    </a:lnTo>
                    <a:lnTo>
                      <a:pt x="68" y="40"/>
                    </a:lnTo>
                    <a:lnTo>
                      <a:pt x="68" y="57"/>
                    </a:lnTo>
                    <a:lnTo>
                      <a:pt x="59" y="88"/>
                    </a:lnTo>
                    <a:lnTo>
                      <a:pt x="9" y="97"/>
                    </a:lnTo>
                    <a:lnTo>
                      <a:pt x="0" y="88"/>
                    </a:lnTo>
                    <a:lnTo>
                      <a:pt x="9" y="88"/>
                    </a:lnTo>
                    <a:lnTo>
                      <a:pt x="21" y="57"/>
                    </a:lnTo>
                    <a:lnTo>
                      <a:pt x="9" y="50"/>
                    </a:lnTo>
                    <a:lnTo>
                      <a:pt x="21" y="40"/>
                    </a:lnTo>
                    <a:lnTo>
                      <a:pt x="9" y="40"/>
                    </a:lnTo>
                    <a:lnTo>
                      <a:pt x="9" y="29"/>
                    </a:lnTo>
                    <a:lnTo>
                      <a:pt x="30" y="29"/>
                    </a:lnTo>
                    <a:lnTo>
                      <a:pt x="40" y="21"/>
                    </a:lnTo>
                    <a:lnTo>
                      <a:pt x="30" y="21"/>
                    </a:lnTo>
                    <a:lnTo>
                      <a:pt x="30" y="12"/>
                    </a:lnTo>
                    <a:lnTo>
                      <a:pt x="49" y="0"/>
                    </a:lnTo>
                  </a:path>
                </a:pathLst>
              </a:custGeom>
              <a:solidFill>
                <a:srgbClr val="BFBFBF"/>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C000"/>
                  </a:solidFill>
                  <a:latin typeface="Trebuchet MS"/>
                  <a:ea typeface="Trebuchet MS"/>
                  <a:cs typeface="Trebuchet MS"/>
                  <a:sym typeface="Trebuchet MS"/>
                </a:endParaRPr>
              </a:p>
            </p:txBody>
          </p:sp>
          <p:sp>
            <p:nvSpPr>
              <p:cNvPr id="1874" name="Google Shape;1874;p206"/>
              <p:cNvSpPr/>
              <p:nvPr/>
            </p:nvSpPr>
            <p:spPr>
              <a:xfrm>
                <a:off x="3611" y="2365"/>
                <a:ext cx="192" cy="151"/>
              </a:xfrm>
              <a:custGeom>
                <a:avLst/>
                <a:gdLst/>
                <a:ahLst/>
                <a:cxnLst/>
                <a:rect l="l" t="t" r="r" b="b"/>
                <a:pathLst>
                  <a:path w="192" h="151" extrusionOk="0">
                    <a:moveTo>
                      <a:pt x="9" y="38"/>
                    </a:moveTo>
                    <a:lnTo>
                      <a:pt x="9" y="38"/>
                    </a:lnTo>
                    <a:lnTo>
                      <a:pt x="50" y="38"/>
                    </a:lnTo>
                    <a:lnTo>
                      <a:pt x="50" y="47"/>
                    </a:lnTo>
                    <a:lnTo>
                      <a:pt x="40" y="56"/>
                    </a:lnTo>
                    <a:lnTo>
                      <a:pt x="40" y="75"/>
                    </a:lnTo>
                    <a:lnTo>
                      <a:pt x="28" y="85"/>
                    </a:lnTo>
                    <a:lnTo>
                      <a:pt x="40" y="113"/>
                    </a:lnTo>
                    <a:lnTo>
                      <a:pt x="28" y="132"/>
                    </a:lnTo>
                    <a:lnTo>
                      <a:pt x="59" y="151"/>
                    </a:lnTo>
                    <a:lnTo>
                      <a:pt x="71" y="142"/>
                    </a:lnTo>
                    <a:lnTo>
                      <a:pt x="111" y="142"/>
                    </a:lnTo>
                    <a:lnTo>
                      <a:pt x="151" y="104"/>
                    </a:lnTo>
                    <a:lnTo>
                      <a:pt x="142" y="85"/>
                    </a:lnTo>
                    <a:lnTo>
                      <a:pt x="161" y="56"/>
                    </a:lnTo>
                    <a:lnTo>
                      <a:pt x="192" y="38"/>
                    </a:lnTo>
                    <a:lnTo>
                      <a:pt x="192" y="28"/>
                    </a:lnTo>
                    <a:lnTo>
                      <a:pt x="142" y="19"/>
                    </a:lnTo>
                    <a:lnTo>
                      <a:pt x="121" y="9"/>
                    </a:lnTo>
                    <a:lnTo>
                      <a:pt x="111" y="9"/>
                    </a:lnTo>
                    <a:lnTo>
                      <a:pt x="90" y="9"/>
                    </a:lnTo>
                    <a:lnTo>
                      <a:pt x="80" y="9"/>
                    </a:lnTo>
                    <a:lnTo>
                      <a:pt x="19" y="0"/>
                    </a:lnTo>
                    <a:lnTo>
                      <a:pt x="9" y="9"/>
                    </a:lnTo>
                    <a:lnTo>
                      <a:pt x="0" y="9"/>
                    </a:lnTo>
                    <a:lnTo>
                      <a:pt x="0" y="19"/>
                    </a:lnTo>
                    <a:lnTo>
                      <a:pt x="9" y="3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75" name="Google Shape;1875;p206"/>
              <p:cNvSpPr/>
              <p:nvPr/>
            </p:nvSpPr>
            <p:spPr>
              <a:xfrm>
                <a:off x="3611" y="2365"/>
                <a:ext cx="192" cy="151"/>
              </a:xfrm>
              <a:custGeom>
                <a:avLst/>
                <a:gdLst/>
                <a:ahLst/>
                <a:cxnLst/>
                <a:rect l="l" t="t" r="r" b="b"/>
                <a:pathLst>
                  <a:path w="192" h="151" extrusionOk="0">
                    <a:moveTo>
                      <a:pt x="9" y="38"/>
                    </a:moveTo>
                    <a:lnTo>
                      <a:pt x="9" y="38"/>
                    </a:lnTo>
                    <a:lnTo>
                      <a:pt x="50" y="38"/>
                    </a:lnTo>
                    <a:lnTo>
                      <a:pt x="50" y="47"/>
                    </a:lnTo>
                    <a:lnTo>
                      <a:pt x="40" y="56"/>
                    </a:lnTo>
                    <a:lnTo>
                      <a:pt x="40" y="75"/>
                    </a:lnTo>
                    <a:lnTo>
                      <a:pt x="28" y="85"/>
                    </a:lnTo>
                    <a:lnTo>
                      <a:pt x="40" y="113"/>
                    </a:lnTo>
                    <a:lnTo>
                      <a:pt x="28" y="132"/>
                    </a:lnTo>
                    <a:lnTo>
                      <a:pt x="59" y="151"/>
                    </a:lnTo>
                    <a:lnTo>
                      <a:pt x="71" y="142"/>
                    </a:lnTo>
                    <a:lnTo>
                      <a:pt x="111" y="142"/>
                    </a:lnTo>
                    <a:lnTo>
                      <a:pt x="151" y="104"/>
                    </a:lnTo>
                    <a:lnTo>
                      <a:pt x="142" y="85"/>
                    </a:lnTo>
                    <a:lnTo>
                      <a:pt x="161" y="56"/>
                    </a:lnTo>
                    <a:lnTo>
                      <a:pt x="192" y="38"/>
                    </a:lnTo>
                    <a:lnTo>
                      <a:pt x="192" y="28"/>
                    </a:lnTo>
                    <a:lnTo>
                      <a:pt x="142" y="19"/>
                    </a:lnTo>
                    <a:lnTo>
                      <a:pt x="121" y="9"/>
                    </a:lnTo>
                    <a:lnTo>
                      <a:pt x="111" y="9"/>
                    </a:lnTo>
                    <a:lnTo>
                      <a:pt x="90" y="9"/>
                    </a:lnTo>
                    <a:lnTo>
                      <a:pt x="80" y="9"/>
                    </a:lnTo>
                    <a:lnTo>
                      <a:pt x="19" y="0"/>
                    </a:lnTo>
                    <a:lnTo>
                      <a:pt x="9" y="9"/>
                    </a:lnTo>
                    <a:lnTo>
                      <a:pt x="0" y="9"/>
                    </a:lnTo>
                    <a:lnTo>
                      <a:pt x="0" y="19"/>
                    </a:lnTo>
                    <a:lnTo>
                      <a:pt x="9" y="3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76" name="Google Shape;1876;p206"/>
              <p:cNvSpPr/>
              <p:nvPr/>
            </p:nvSpPr>
            <p:spPr>
              <a:xfrm>
                <a:off x="3611" y="2365"/>
                <a:ext cx="192" cy="151"/>
              </a:xfrm>
              <a:custGeom>
                <a:avLst/>
                <a:gdLst/>
                <a:ahLst/>
                <a:cxnLst/>
                <a:rect l="l" t="t" r="r" b="b"/>
                <a:pathLst>
                  <a:path w="192" h="151" extrusionOk="0">
                    <a:moveTo>
                      <a:pt x="9" y="38"/>
                    </a:moveTo>
                    <a:lnTo>
                      <a:pt x="9" y="38"/>
                    </a:lnTo>
                    <a:lnTo>
                      <a:pt x="50" y="38"/>
                    </a:lnTo>
                    <a:lnTo>
                      <a:pt x="50" y="47"/>
                    </a:lnTo>
                    <a:lnTo>
                      <a:pt x="40" y="56"/>
                    </a:lnTo>
                    <a:lnTo>
                      <a:pt x="40" y="75"/>
                    </a:lnTo>
                    <a:lnTo>
                      <a:pt x="28" y="85"/>
                    </a:lnTo>
                    <a:lnTo>
                      <a:pt x="40" y="113"/>
                    </a:lnTo>
                    <a:lnTo>
                      <a:pt x="28" y="132"/>
                    </a:lnTo>
                    <a:lnTo>
                      <a:pt x="59" y="151"/>
                    </a:lnTo>
                    <a:lnTo>
                      <a:pt x="71" y="142"/>
                    </a:lnTo>
                    <a:lnTo>
                      <a:pt x="111" y="142"/>
                    </a:lnTo>
                    <a:lnTo>
                      <a:pt x="151" y="104"/>
                    </a:lnTo>
                    <a:lnTo>
                      <a:pt x="142" y="85"/>
                    </a:lnTo>
                    <a:lnTo>
                      <a:pt x="161" y="56"/>
                    </a:lnTo>
                    <a:lnTo>
                      <a:pt x="192" y="38"/>
                    </a:lnTo>
                    <a:lnTo>
                      <a:pt x="192" y="28"/>
                    </a:lnTo>
                    <a:lnTo>
                      <a:pt x="142" y="19"/>
                    </a:lnTo>
                    <a:lnTo>
                      <a:pt x="121" y="9"/>
                    </a:lnTo>
                    <a:lnTo>
                      <a:pt x="111" y="9"/>
                    </a:lnTo>
                    <a:lnTo>
                      <a:pt x="90" y="9"/>
                    </a:lnTo>
                    <a:lnTo>
                      <a:pt x="80" y="9"/>
                    </a:lnTo>
                    <a:lnTo>
                      <a:pt x="19" y="0"/>
                    </a:lnTo>
                    <a:lnTo>
                      <a:pt x="9" y="9"/>
                    </a:lnTo>
                    <a:lnTo>
                      <a:pt x="0" y="9"/>
                    </a:lnTo>
                    <a:lnTo>
                      <a:pt x="0" y="19"/>
                    </a:lnTo>
                    <a:lnTo>
                      <a:pt x="9" y="3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77" name="Google Shape;1877;p206"/>
              <p:cNvSpPr/>
              <p:nvPr/>
            </p:nvSpPr>
            <p:spPr>
              <a:xfrm>
                <a:off x="3611" y="2403"/>
                <a:ext cx="47" cy="92"/>
              </a:xfrm>
              <a:custGeom>
                <a:avLst/>
                <a:gdLst/>
                <a:ahLst/>
                <a:cxnLst/>
                <a:rect l="l" t="t" r="r" b="b"/>
                <a:pathLst>
                  <a:path w="47" h="92" extrusionOk="0">
                    <a:moveTo>
                      <a:pt x="28" y="92"/>
                    </a:moveTo>
                    <a:lnTo>
                      <a:pt x="28" y="92"/>
                    </a:lnTo>
                    <a:lnTo>
                      <a:pt x="38" y="75"/>
                    </a:lnTo>
                    <a:lnTo>
                      <a:pt x="28" y="47"/>
                    </a:lnTo>
                    <a:lnTo>
                      <a:pt x="38" y="35"/>
                    </a:lnTo>
                    <a:lnTo>
                      <a:pt x="38" y="18"/>
                    </a:lnTo>
                    <a:lnTo>
                      <a:pt x="47" y="7"/>
                    </a:lnTo>
                    <a:lnTo>
                      <a:pt x="47" y="0"/>
                    </a:lnTo>
                    <a:lnTo>
                      <a:pt x="9" y="0"/>
                    </a:lnTo>
                    <a:lnTo>
                      <a:pt x="9" y="18"/>
                    </a:lnTo>
                    <a:lnTo>
                      <a:pt x="0" y="63"/>
                    </a:lnTo>
                    <a:lnTo>
                      <a:pt x="9" y="63"/>
                    </a:lnTo>
                    <a:lnTo>
                      <a:pt x="0" y="92"/>
                    </a:lnTo>
                    <a:lnTo>
                      <a:pt x="28" y="9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78" name="Google Shape;1878;p206"/>
              <p:cNvSpPr/>
              <p:nvPr/>
            </p:nvSpPr>
            <p:spPr>
              <a:xfrm>
                <a:off x="3611" y="2403"/>
                <a:ext cx="47" cy="92"/>
              </a:xfrm>
              <a:custGeom>
                <a:avLst/>
                <a:gdLst/>
                <a:ahLst/>
                <a:cxnLst/>
                <a:rect l="l" t="t" r="r" b="b"/>
                <a:pathLst>
                  <a:path w="47" h="92" extrusionOk="0">
                    <a:moveTo>
                      <a:pt x="28" y="92"/>
                    </a:moveTo>
                    <a:lnTo>
                      <a:pt x="28" y="92"/>
                    </a:lnTo>
                    <a:lnTo>
                      <a:pt x="38" y="75"/>
                    </a:lnTo>
                    <a:lnTo>
                      <a:pt x="28" y="47"/>
                    </a:lnTo>
                    <a:lnTo>
                      <a:pt x="38" y="35"/>
                    </a:lnTo>
                    <a:lnTo>
                      <a:pt x="38" y="18"/>
                    </a:lnTo>
                    <a:lnTo>
                      <a:pt x="47" y="7"/>
                    </a:lnTo>
                    <a:lnTo>
                      <a:pt x="47" y="0"/>
                    </a:lnTo>
                    <a:lnTo>
                      <a:pt x="9" y="0"/>
                    </a:lnTo>
                    <a:lnTo>
                      <a:pt x="9" y="18"/>
                    </a:lnTo>
                    <a:lnTo>
                      <a:pt x="0" y="63"/>
                    </a:lnTo>
                    <a:lnTo>
                      <a:pt x="9" y="63"/>
                    </a:lnTo>
                    <a:lnTo>
                      <a:pt x="0" y="92"/>
                    </a:lnTo>
                    <a:lnTo>
                      <a:pt x="28" y="9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79" name="Google Shape;1879;p206"/>
              <p:cNvSpPr/>
              <p:nvPr/>
            </p:nvSpPr>
            <p:spPr>
              <a:xfrm>
                <a:off x="3611" y="2403"/>
                <a:ext cx="47" cy="92"/>
              </a:xfrm>
              <a:custGeom>
                <a:avLst/>
                <a:gdLst/>
                <a:ahLst/>
                <a:cxnLst/>
                <a:rect l="l" t="t" r="r" b="b"/>
                <a:pathLst>
                  <a:path w="47" h="92" extrusionOk="0">
                    <a:moveTo>
                      <a:pt x="28" y="92"/>
                    </a:moveTo>
                    <a:lnTo>
                      <a:pt x="28" y="92"/>
                    </a:lnTo>
                    <a:lnTo>
                      <a:pt x="38" y="75"/>
                    </a:lnTo>
                    <a:lnTo>
                      <a:pt x="28" y="47"/>
                    </a:lnTo>
                    <a:lnTo>
                      <a:pt x="38" y="35"/>
                    </a:lnTo>
                    <a:lnTo>
                      <a:pt x="38" y="18"/>
                    </a:lnTo>
                    <a:lnTo>
                      <a:pt x="47" y="7"/>
                    </a:lnTo>
                    <a:lnTo>
                      <a:pt x="47" y="0"/>
                    </a:lnTo>
                    <a:lnTo>
                      <a:pt x="9" y="0"/>
                    </a:lnTo>
                    <a:lnTo>
                      <a:pt x="9" y="18"/>
                    </a:lnTo>
                    <a:lnTo>
                      <a:pt x="0" y="63"/>
                    </a:lnTo>
                    <a:lnTo>
                      <a:pt x="9" y="63"/>
                    </a:lnTo>
                    <a:lnTo>
                      <a:pt x="0" y="92"/>
                    </a:lnTo>
                    <a:lnTo>
                      <a:pt x="28" y="9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80" name="Google Shape;1880;p206"/>
              <p:cNvSpPr/>
              <p:nvPr/>
            </p:nvSpPr>
            <p:spPr>
              <a:xfrm>
                <a:off x="3649" y="2012"/>
                <a:ext cx="135" cy="220"/>
              </a:xfrm>
              <a:custGeom>
                <a:avLst/>
                <a:gdLst/>
                <a:ahLst/>
                <a:cxnLst/>
                <a:rect l="l" t="t" r="r" b="b"/>
                <a:pathLst>
                  <a:path w="135" h="220" extrusionOk="0">
                    <a:moveTo>
                      <a:pt x="21" y="220"/>
                    </a:moveTo>
                    <a:lnTo>
                      <a:pt x="33" y="211"/>
                    </a:lnTo>
                    <a:lnTo>
                      <a:pt x="52" y="220"/>
                    </a:lnTo>
                    <a:lnTo>
                      <a:pt x="52" y="211"/>
                    </a:lnTo>
                    <a:lnTo>
                      <a:pt x="61" y="199"/>
                    </a:lnTo>
                    <a:lnTo>
                      <a:pt x="73" y="211"/>
                    </a:lnTo>
                    <a:lnTo>
                      <a:pt x="83" y="199"/>
                    </a:lnTo>
                    <a:lnTo>
                      <a:pt x="125" y="199"/>
                    </a:lnTo>
                    <a:lnTo>
                      <a:pt x="135" y="192"/>
                    </a:lnTo>
                    <a:lnTo>
                      <a:pt x="113" y="192"/>
                    </a:lnTo>
                    <a:lnTo>
                      <a:pt x="135" y="163"/>
                    </a:lnTo>
                    <a:lnTo>
                      <a:pt x="125" y="154"/>
                    </a:lnTo>
                    <a:lnTo>
                      <a:pt x="113" y="154"/>
                    </a:lnTo>
                    <a:lnTo>
                      <a:pt x="104" y="154"/>
                    </a:lnTo>
                    <a:lnTo>
                      <a:pt x="113" y="142"/>
                    </a:lnTo>
                    <a:lnTo>
                      <a:pt x="113" y="135"/>
                    </a:lnTo>
                    <a:lnTo>
                      <a:pt x="104" y="114"/>
                    </a:lnTo>
                    <a:lnTo>
                      <a:pt x="94" y="106"/>
                    </a:lnTo>
                    <a:lnTo>
                      <a:pt x="73" y="78"/>
                    </a:lnTo>
                    <a:lnTo>
                      <a:pt x="52" y="69"/>
                    </a:lnTo>
                    <a:lnTo>
                      <a:pt x="83" y="28"/>
                    </a:lnTo>
                    <a:lnTo>
                      <a:pt x="73" y="21"/>
                    </a:lnTo>
                    <a:lnTo>
                      <a:pt x="42" y="28"/>
                    </a:lnTo>
                    <a:lnTo>
                      <a:pt x="42" y="12"/>
                    </a:lnTo>
                    <a:lnTo>
                      <a:pt x="61" y="0"/>
                    </a:lnTo>
                    <a:lnTo>
                      <a:pt x="52" y="0"/>
                    </a:lnTo>
                    <a:lnTo>
                      <a:pt x="33" y="0"/>
                    </a:lnTo>
                    <a:lnTo>
                      <a:pt x="12" y="28"/>
                    </a:lnTo>
                    <a:lnTo>
                      <a:pt x="0" y="28"/>
                    </a:lnTo>
                    <a:lnTo>
                      <a:pt x="12" y="40"/>
                    </a:lnTo>
                    <a:lnTo>
                      <a:pt x="21" y="40"/>
                    </a:lnTo>
                    <a:lnTo>
                      <a:pt x="12" y="57"/>
                    </a:lnTo>
                    <a:lnTo>
                      <a:pt x="21" y="57"/>
                    </a:lnTo>
                    <a:lnTo>
                      <a:pt x="21" y="69"/>
                    </a:lnTo>
                    <a:lnTo>
                      <a:pt x="12" y="78"/>
                    </a:lnTo>
                    <a:lnTo>
                      <a:pt x="21" y="78"/>
                    </a:lnTo>
                    <a:lnTo>
                      <a:pt x="21" y="85"/>
                    </a:lnTo>
                    <a:lnTo>
                      <a:pt x="21" y="78"/>
                    </a:lnTo>
                    <a:lnTo>
                      <a:pt x="33" y="85"/>
                    </a:lnTo>
                    <a:lnTo>
                      <a:pt x="21" y="97"/>
                    </a:lnTo>
                    <a:lnTo>
                      <a:pt x="33" y="106"/>
                    </a:lnTo>
                    <a:lnTo>
                      <a:pt x="52" y="97"/>
                    </a:lnTo>
                    <a:lnTo>
                      <a:pt x="52" y="106"/>
                    </a:lnTo>
                    <a:lnTo>
                      <a:pt x="52" y="114"/>
                    </a:lnTo>
                    <a:lnTo>
                      <a:pt x="61" y="114"/>
                    </a:lnTo>
                    <a:lnTo>
                      <a:pt x="61" y="135"/>
                    </a:lnTo>
                    <a:lnTo>
                      <a:pt x="33" y="135"/>
                    </a:lnTo>
                    <a:lnTo>
                      <a:pt x="42" y="142"/>
                    </a:lnTo>
                    <a:lnTo>
                      <a:pt x="33" y="154"/>
                    </a:lnTo>
                    <a:lnTo>
                      <a:pt x="42" y="154"/>
                    </a:lnTo>
                    <a:lnTo>
                      <a:pt x="42" y="163"/>
                    </a:lnTo>
                    <a:lnTo>
                      <a:pt x="21" y="170"/>
                    </a:lnTo>
                    <a:lnTo>
                      <a:pt x="33" y="182"/>
                    </a:lnTo>
                    <a:lnTo>
                      <a:pt x="42" y="182"/>
                    </a:lnTo>
                    <a:lnTo>
                      <a:pt x="52" y="192"/>
                    </a:lnTo>
                    <a:lnTo>
                      <a:pt x="61" y="182"/>
                    </a:lnTo>
                    <a:lnTo>
                      <a:pt x="61" y="192"/>
                    </a:lnTo>
                    <a:lnTo>
                      <a:pt x="42" y="192"/>
                    </a:lnTo>
                    <a:lnTo>
                      <a:pt x="21" y="22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81" name="Google Shape;1881;p206"/>
              <p:cNvSpPr/>
              <p:nvPr/>
            </p:nvSpPr>
            <p:spPr>
              <a:xfrm>
                <a:off x="3649" y="2012"/>
                <a:ext cx="135" cy="220"/>
              </a:xfrm>
              <a:custGeom>
                <a:avLst/>
                <a:gdLst/>
                <a:ahLst/>
                <a:cxnLst/>
                <a:rect l="l" t="t" r="r" b="b"/>
                <a:pathLst>
                  <a:path w="135" h="220" extrusionOk="0">
                    <a:moveTo>
                      <a:pt x="21" y="220"/>
                    </a:moveTo>
                    <a:lnTo>
                      <a:pt x="33" y="211"/>
                    </a:lnTo>
                    <a:lnTo>
                      <a:pt x="52" y="220"/>
                    </a:lnTo>
                    <a:lnTo>
                      <a:pt x="52" y="211"/>
                    </a:lnTo>
                    <a:lnTo>
                      <a:pt x="61" y="199"/>
                    </a:lnTo>
                    <a:lnTo>
                      <a:pt x="73" y="211"/>
                    </a:lnTo>
                    <a:lnTo>
                      <a:pt x="83" y="199"/>
                    </a:lnTo>
                    <a:lnTo>
                      <a:pt x="125" y="199"/>
                    </a:lnTo>
                    <a:lnTo>
                      <a:pt x="135" y="192"/>
                    </a:lnTo>
                    <a:lnTo>
                      <a:pt x="113" y="192"/>
                    </a:lnTo>
                    <a:lnTo>
                      <a:pt x="135" y="163"/>
                    </a:lnTo>
                    <a:lnTo>
                      <a:pt x="125" y="154"/>
                    </a:lnTo>
                    <a:lnTo>
                      <a:pt x="113" y="154"/>
                    </a:lnTo>
                    <a:lnTo>
                      <a:pt x="104" y="154"/>
                    </a:lnTo>
                    <a:lnTo>
                      <a:pt x="113" y="142"/>
                    </a:lnTo>
                    <a:lnTo>
                      <a:pt x="113" y="135"/>
                    </a:lnTo>
                    <a:lnTo>
                      <a:pt x="104" y="114"/>
                    </a:lnTo>
                    <a:lnTo>
                      <a:pt x="94" y="106"/>
                    </a:lnTo>
                    <a:lnTo>
                      <a:pt x="73" y="78"/>
                    </a:lnTo>
                    <a:lnTo>
                      <a:pt x="52" y="69"/>
                    </a:lnTo>
                    <a:lnTo>
                      <a:pt x="83" y="28"/>
                    </a:lnTo>
                    <a:lnTo>
                      <a:pt x="73" y="21"/>
                    </a:lnTo>
                    <a:lnTo>
                      <a:pt x="42" y="28"/>
                    </a:lnTo>
                    <a:lnTo>
                      <a:pt x="42" y="12"/>
                    </a:lnTo>
                    <a:lnTo>
                      <a:pt x="61" y="0"/>
                    </a:lnTo>
                    <a:lnTo>
                      <a:pt x="52" y="0"/>
                    </a:lnTo>
                    <a:lnTo>
                      <a:pt x="33" y="0"/>
                    </a:lnTo>
                    <a:lnTo>
                      <a:pt x="12" y="28"/>
                    </a:lnTo>
                    <a:lnTo>
                      <a:pt x="0" y="28"/>
                    </a:lnTo>
                    <a:lnTo>
                      <a:pt x="12" y="40"/>
                    </a:lnTo>
                    <a:lnTo>
                      <a:pt x="21" y="40"/>
                    </a:lnTo>
                    <a:lnTo>
                      <a:pt x="12" y="57"/>
                    </a:lnTo>
                    <a:lnTo>
                      <a:pt x="21" y="57"/>
                    </a:lnTo>
                    <a:lnTo>
                      <a:pt x="21" y="69"/>
                    </a:lnTo>
                    <a:lnTo>
                      <a:pt x="12" y="78"/>
                    </a:lnTo>
                    <a:lnTo>
                      <a:pt x="21" y="78"/>
                    </a:lnTo>
                    <a:lnTo>
                      <a:pt x="21" y="85"/>
                    </a:lnTo>
                    <a:lnTo>
                      <a:pt x="21" y="78"/>
                    </a:lnTo>
                    <a:lnTo>
                      <a:pt x="33" y="85"/>
                    </a:lnTo>
                    <a:lnTo>
                      <a:pt x="21" y="97"/>
                    </a:lnTo>
                    <a:lnTo>
                      <a:pt x="33" y="106"/>
                    </a:lnTo>
                    <a:lnTo>
                      <a:pt x="52" y="97"/>
                    </a:lnTo>
                    <a:lnTo>
                      <a:pt x="52" y="106"/>
                    </a:lnTo>
                    <a:lnTo>
                      <a:pt x="52" y="114"/>
                    </a:lnTo>
                    <a:lnTo>
                      <a:pt x="61" y="114"/>
                    </a:lnTo>
                    <a:lnTo>
                      <a:pt x="61" y="135"/>
                    </a:lnTo>
                    <a:lnTo>
                      <a:pt x="33" y="135"/>
                    </a:lnTo>
                    <a:lnTo>
                      <a:pt x="42" y="142"/>
                    </a:lnTo>
                    <a:lnTo>
                      <a:pt x="33" y="154"/>
                    </a:lnTo>
                    <a:lnTo>
                      <a:pt x="42" y="154"/>
                    </a:lnTo>
                    <a:lnTo>
                      <a:pt x="42" y="163"/>
                    </a:lnTo>
                    <a:lnTo>
                      <a:pt x="21" y="170"/>
                    </a:lnTo>
                    <a:lnTo>
                      <a:pt x="33" y="182"/>
                    </a:lnTo>
                    <a:lnTo>
                      <a:pt x="42" y="182"/>
                    </a:lnTo>
                    <a:lnTo>
                      <a:pt x="52" y="192"/>
                    </a:lnTo>
                    <a:lnTo>
                      <a:pt x="61" y="182"/>
                    </a:lnTo>
                    <a:lnTo>
                      <a:pt x="61" y="192"/>
                    </a:lnTo>
                    <a:lnTo>
                      <a:pt x="42" y="192"/>
                    </a:lnTo>
                    <a:lnTo>
                      <a:pt x="21" y="22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82" name="Google Shape;1882;p206"/>
              <p:cNvSpPr/>
              <p:nvPr/>
            </p:nvSpPr>
            <p:spPr>
              <a:xfrm>
                <a:off x="3649" y="2012"/>
                <a:ext cx="135" cy="220"/>
              </a:xfrm>
              <a:custGeom>
                <a:avLst/>
                <a:gdLst/>
                <a:ahLst/>
                <a:cxnLst/>
                <a:rect l="l" t="t" r="r" b="b"/>
                <a:pathLst>
                  <a:path w="135" h="220" extrusionOk="0">
                    <a:moveTo>
                      <a:pt x="21" y="220"/>
                    </a:moveTo>
                    <a:lnTo>
                      <a:pt x="33" y="211"/>
                    </a:lnTo>
                    <a:lnTo>
                      <a:pt x="52" y="220"/>
                    </a:lnTo>
                    <a:lnTo>
                      <a:pt x="52" y="211"/>
                    </a:lnTo>
                    <a:lnTo>
                      <a:pt x="61" y="199"/>
                    </a:lnTo>
                    <a:lnTo>
                      <a:pt x="73" y="211"/>
                    </a:lnTo>
                    <a:lnTo>
                      <a:pt x="83" y="199"/>
                    </a:lnTo>
                    <a:lnTo>
                      <a:pt x="125" y="199"/>
                    </a:lnTo>
                    <a:lnTo>
                      <a:pt x="135" y="192"/>
                    </a:lnTo>
                    <a:lnTo>
                      <a:pt x="113" y="192"/>
                    </a:lnTo>
                    <a:lnTo>
                      <a:pt x="135" y="163"/>
                    </a:lnTo>
                    <a:lnTo>
                      <a:pt x="125" y="154"/>
                    </a:lnTo>
                    <a:lnTo>
                      <a:pt x="113" y="154"/>
                    </a:lnTo>
                    <a:lnTo>
                      <a:pt x="104" y="154"/>
                    </a:lnTo>
                    <a:lnTo>
                      <a:pt x="113" y="142"/>
                    </a:lnTo>
                    <a:lnTo>
                      <a:pt x="113" y="135"/>
                    </a:lnTo>
                    <a:lnTo>
                      <a:pt x="104" y="114"/>
                    </a:lnTo>
                    <a:lnTo>
                      <a:pt x="94" y="106"/>
                    </a:lnTo>
                    <a:lnTo>
                      <a:pt x="73" y="78"/>
                    </a:lnTo>
                    <a:lnTo>
                      <a:pt x="52" y="69"/>
                    </a:lnTo>
                    <a:lnTo>
                      <a:pt x="83" y="28"/>
                    </a:lnTo>
                    <a:lnTo>
                      <a:pt x="73" y="21"/>
                    </a:lnTo>
                    <a:lnTo>
                      <a:pt x="42" y="28"/>
                    </a:lnTo>
                    <a:lnTo>
                      <a:pt x="42" y="12"/>
                    </a:lnTo>
                    <a:lnTo>
                      <a:pt x="61" y="0"/>
                    </a:lnTo>
                    <a:lnTo>
                      <a:pt x="52" y="0"/>
                    </a:lnTo>
                    <a:lnTo>
                      <a:pt x="33" y="0"/>
                    </a:lnTo>
                    <a:lnTo>
                      <a:pt x="12" y="28"/>
                    </a:lnTo>
                    <a:lnTo>
                      <a:pt x="0" y="28"/>
                    </a:lnTo>
                    <a:lnTo>
                      <a:pt x="12" y="40"/>
                    </a:lnTo>
                    <a:lnTo>
                      <a:pt x="21" y="40"/>
                    </a:lnTo>
                    <a:lnTo>
                      <a:pt x="12" y="57"/>
                    </a:lnTo>
                    <a:lnTo>
                      <a:pt x="21" y="57"/>
                    </a:lnTo>
                    <a:lnTo>
                      <a:pt x="21" y="69"/>
                    </a:lnTo>
                    <a:lnTo>
                      <a:pt x="12" y="78"/>
                    </a:lnTo>
                    <a:lnTo>
                      <a:pt x="21" y="78"/>
                    </a:lnTo>
                    <a:lnTo>
                      <a:pt x="21" y="85"/>
                    </a:lnTo>
                    <a:lnTo>
                      <a:pt x="21" y="78"/>
                    </a:lnTo>
                    <a:lnTo>
                      <a:pt x="33" y="85"/>
                    </a:lnTo>
                    <a:lnTo>
                      <a:pt x="21" y="97"/>
                    </a:lnTo>
                    <a:lnTo>
                      <a:pt x="33" y="106"/>
                    </a:lnTo>
                    <a:lnTo>
                      <a:pt x="52" y="97"/>
                    </a:lnTo>
                    <a:lnTo>
                      <a:pt x="52" y="106"/>
                    </a:lnTo>
                    <a:lnTo>
                      <a:pt x="52" y="114"/>
                    </a:lnTo>
                    <a:lnTo>
                      <a:pt x="61" y="114"/>
                    </a:lnTo>
                    <a:lnTo>
                      <a:pt x="61" y="135"/>
                    </a:lnTo>
                    <a:lnTo>
                      <a:pt x="33" y="135"/>
                    </a:lnTo>
                    <a:lnTo>
                      <a:pt x="42" y="142"/>
                    </a:lnTo>
                    <a:lnTo>
                      <a:pt x="33" y="154"/>
                    </a:lnTo>
                    <a:lnTo>
                      <a:pt x="42" y="154"/>
                    </a:lnTo>
                    <a:lnTo>
                      <a:pt x="42" y="163"/>
                    </a:lnTo>
                    <a:lnTo>
                      <a:pt x="21" y="170"/>
                    </a:lnTo>
                    <a:lnTo>
                      <a:pt x="33" y="182"/>
                    </a:lnTo>
                    <a:lnTo>
                      <a:pt x="42" y="182"/>
                    </a:lnTo>
                    <a:lnTo>
                      <a:pt x="52" y="192"/>
                    </a:lnTo>
                    <a:lnTo>
                      <a:pt x="61" y="182"/>
                    </a:lnTo>
                    <a:lnTo>
                      <a:pt x="61" y="192"/>
                    </a:lnTo>
                    <a:lnTo>
                      <a:pt x="42" y="192"/>
                    </a:lnTo>
                    <a:lnTo>
                      <a:pt x="21" y="220"/>
                    </a:lnTo>
                  </a:path>
                </a:pathLst>
              </a:custGeom>
              <a:solidFill>
                <a:schemeClr val="accent2">
                  <a:lumMod val="50000"/>
                </a:schemeClr>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83" name="Google Shape;1883;p206"/>
              <p:cNvSpPr/>
              <p:nvPr/>
            </p:nvSpPr>
            <p:spPr>
              <a:xfrm>
                <a:off x="3793" y="2438"/>
                <a:ext cx="21" cy="21"/>
              </a:xfrm>
              <a:custGeom>
                <a:avLst/>
                <a:gdLst/>
                <a:ahLst/>
                <a:cxnLst/>
                <a:rect l="l" t="t" r="r" b="b"/>
                <a:pathLst>
                  <a:path w="21" h="21" extrusionOk="0">
                    <a:moveTo>
                      <a:pt x="0" y="12"/>
                    </a:moveTo>
                    <a:lnTo>
                      <a:pt x="0" y="12"/>
                    </a:lnTo>
                    <a:lnTo>
                      <a:pt x="10" y="21"/>
                    </a:lnTo>
                    <a:lnTo>
                      <a:pt x="21" y="12"/>
                    </a:lnTo>
                    <a:lnTo>
                      <a:pt x="10" y="0"/>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84" name="Google Shape;1884;p206"/>
              <p:cNvSpPr/>
              <p:nvPr/>
            </p:nvSpPr>
            <p:spPr>
              <a:xfrm>
                <a:off x="3793" y="2438"/>
                <a:ext cx="21" cy="21"/>
              </a:xfrm>
              <a:custGeom>
                <a:avLst/>
                <a:gdLst/>
                <a:ahLst/>
                <a:cxnLst/>
                <a:rect l="l" t="t" r="r" b="b"/>
                <a:pathLst>
                  <a:path w="21" h="21" extrusionOk="0">
                    <a:moveTo>
                      <a:pt x="0" y="12"/>
                    </a:moveTo>
                    <a:lnTo>
                      <a:pt x="0" y="12"/>
                    </a:lnTo>
                    <a:lnTo>
                      <a:pt x="10" y="21"/>
                    </a:lnTo>
                    <a:lnTo>
                      <a:pt x="21" y="12"/>
                    </a:lnTo>
                    <a:lnTo>
                      <a:pt x="10" y="0"/>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85" name="Google Shape;1885;p206"/>
              <p:cNvSpPr/>
              <p:nvPr/>
            </p:nvSpPr>
            <p:spPr>
              <a:xfrm>
                <a:off x="3793" y="2438"/>
                <a:ext cx="21" cy="21"/>
              </a:xfrm>
              <a:custGeom>
                <a:avLst/>
                <a:gdLst/>
                <a:ahLst/>
                <a:cxnLst/>
                <a:rect l="l" t="t" r="r" b="b"/>
                <a:pathLst>
                  <a:path w="21" h="21" extrusionOk="0">
                    <a:moveTo>
                      <a:pt x="0" y="12"/>
                    </a:moveTo>
                    <a:lnTo>
                      <a:pt x="0" y="12"/>
                    </a:lnTo>
                    <a:lnTo>
                      <a:pt x="10" y="21"/>
                    </a:lnTo>
                    <a:lnTo>
                      <a:pt x="21" y="12"/>
                    </a:lnTo>
                    <a:lnTo>
                      <a:pt x="10" y="0"/>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86" name="Google Shape;1886;p206"/>
              <p:cNvSpPr/>
              <p:nvPr/>
            </p:nvSpPr>
            <p:spPr>
              <a:xfrm>
                <a:off x="3486" y="2646"/>
                <a:ext cx="11" cy="12"/>
              </a:xfrm>
              <a:custGeom>
                <a:avLst/>
                <a:gdLst/>
                <a:ahLst/>
                <a:cxnLst/>
                <a:rect l="l" t="t" r="r" b="b"/>
                <a:pathLst>
                  <a:path w="11" h="12" extrusionOk="0">
                    <a:moveTo>
                      <a:pt x="0" y="0"/>
                    </a:moveTo>
                    <a:lnTo>
                      <a:pt x="0" y="0"/>
                    </a:lnTo>
                    <a:lnTo>
                      <a:pt x="0" y="12"/>
                    </a:lnTo>
                    <a:lnTo>
                      <a:pt x="11" y="0"/>
                    </a:lnTo>
                    <a:lnTo>
                      <a:pt x="0"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87" name="Google Shape;1887;p206"/>
              <p:cNvSpPr/>
              <p:nvPr/>
            </p:nvSpPr>
            <p:spPr>
              <a:xfrm>
                <a:off x="3486" y="2646"/>
                <a:ext cx="11" cy="12"/>
              </a:xfrm>
              <a:custGeom>
                <a:avLst/>
                <a:gdLst/>
                <a:ahLst/>
                <a:cxnLst/>
                <a:rect l="l" t="t" r="r" b="b"/>
                <a:pathLst>
                  <a:path w="11" h="12" extrusionOk="0">
                    <a:moveTo>
                      <a:pt x="0" y="0"/>
                    </a:moveTo>
                    <a:lnTo>
                      <a:pt x="0" y="0"/>
                    </a:lnTo>
                    <a:lnTo>
                      <a:pt x="0" y="12"/>
                    </a:lnTo>
                    <a:lnTo>
                      <a:pt x="11" y="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88" name="Google Shape;1888;p206"/>
              <p:cNvSpPr/>
              <p:nvPr/>
            </p:nvSpPr>
            <p:spPr>
              <a:xfrm>
                <a:off x="3486" y="2646"/>
                <a:ext cx="11" cy="12"/>
              </a:xfrm>
              <a:custGeom>
                <a:avLst/>
                <a:gdLst/>
                <a:ahLst/>
                <a:cxnLst/>
                <a:rect l="l" t="t" r="r" b="b"/>
                <a:pathLst>
                  <a:path w="11" h="12" extrusionOk="0">
                    <a:moveTo>
                      <a:pt x="0" y="0"/>
                    </a:moveTo>
                    <a:lnTo>
                      <a:pt x="0" y="0"/>
                    </a:lnTo>
                    <a:lnTo>
                      <a:pt x="0" y="12"/>
                    </a:lnTo>
                    <a:lnTo>
                      <a:pt x="11" y="0"/>
                    </a:lnTo>
                    <a:lnTo>
                      <a:pt x="0"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89" name="Google Shape;1889;p206"/>
              <p:cNvSpPr/>
              <p:nvPr/>
            </p:nvSpPr>
            <p:spPr>
              <a:xfrm>
                <a:off x="3680" y="2204"/>
                <a:ext cx="205" cy="189"/>
              </a:xfrm>
              <a:custGeom>
                <a:avLst/>
                <a:gdLst/>
                <a:ahLst/>
                <a:cxnLst/>
                <a:rect l="l" t="t" r="r" b="b"/>
                <a:pathLst>
                  <a:path w="205" h="189" extrusionOk="0">
                    <a:moveTo>
                      <a:pt x="123" y="0"/>
                    </a:moveTo>
                    <a:lnTo>
                      <a:pt x="123" y="0"/>
                    </a:lnTo>
                    <a:lnTo>
                      <a:pt x="101" y="7"/>
                    </a:lnTo>
                    <a:lnTo>
                      <a:pt x="101" y="28"/>
                    </a:lnTo>
                    <a:lnTo>
                      <a:pt x="82" y="35"/>
                    </a:lnTo>
                    <a:lnTo>
                      <a:pt x="71" y="47"/>
                    </a:lnTo>
                    <a:lnTo>
                      <a:pt x="61" y="47"/>
                    </a:lnTo>
                    <a:lnTo>
                      <a:pt x="52" y="35"/>
                    </a:lnTo>
                    <a:lnTo>
                      <a:pt x="42" y="35"/>
                    </a:lnTo>
                    <a:lnTo>
                      <a:pt x="52" y="56"/>
                    </a:lnTo>
                    <a:lnTo>
                      <a:pt x="30" y="64"/>
                    </a:lnTo>
                    <a:lnTo>
                      <a:pt x="30" y="56"/>
                    </a:lnTo>
                    <a:lnTo>
                      <a:pt x="0" y="64"/>
                    </a:lnTo>
                    <a:lnTo>
                      <a:pt x="0" y="75"/>
                    </a:lnTo>
                    <a:lnTo>
                      <a:pt x="42" y="85"/>
                    </a:lnTo>
                    <a:lnTo>
                      <a:pt x="61" y="113"/>
                    </a:lnTo>
                    <a:lnTo>
                      <a:pt x="61" y="120"/>
                    </a:lnTo>
                    <a:lnTo>
                      <a:pt x="52" y="170"/>
                    </a:lnTo>
                    <a:lnTo>
                      <a:pt x="71" y="180"/>
                    </a:lnTo>
                    <a:lnTo>
                      <a:pt x="123" y="189"/>
                    </a:lnTo>
                    <a:lnTo>
                      <a:pt x="123" y="180"/>
                    </a:lnTo>
                    <a:lnTo>
                      <a:pt x="144" y="170"/>
                    </a:lnTo>
                    <a:lnTo>
                      <a:pt x="175" y="180"/>
                    </a:lnTo>
                    <a:lnTo>
                      <a:pt x="184" y="180"/>
                    </a:lnTo>
                    <a:lnTo>
                      <a:pt x="196" y="161"/>
                    </a:lnTo>
                    <a:lnTo>
                      <a:pt x="184" y="142"/>
                    </a:lnTo>
                    <a:lnTo>
                      <a:pt x="184" y="120"/>
                    </a:lnTo>
                    <a:lnTo>
                      <a:pt x="184" y="104"/>
                    </a:lnTo>
                    <a:lnTo>
                      <a:pt x="175" y="113"/>
                    </a:lnTo>
                    <a:lnTo>
                      <a:pt x="175" y="104"/>
                    </a:lnTo>
                    <a:lnTo>
                      <a:pt x="184" y="85"/>
                    </a:lnTo>
                    <a:lnTo>
                      <a:pt x="196" y="85"/>
                    </a:lnTo>
                    <a:lnTo>
                      <a:pt x="205" y="56"/>
                    </a:lnTo>
                    <a:lnTo>
                      <a:pt x="175" y="35"/>
                    </a:lnTo>
                    <a:lnTo>
                      <a:pt x="165" y="35"/>
                    </a:lnTo>
                    <a:lnTo>
                      <a:pt x="153" y="35"/>
                    </a:lnTo>
                    <a:lnTo>
                      <a:pt x="153" y="28"/>
                    </a:lnTo>
                    <a:lnTo>
                      <a:pt x="144" y="28"/>
                    </a:lnTo>
                    <a:lnTo>
                      <a:pt x="144" y="19"/>
                    </a:lnTo>
                    <a:lnTo>
                      <a:pt x="123" y="7"/>
                    </a:lnTo>
                    <a:lnTo>
                      <a:pt x="123" y="0"/>
                    </a:lnTo>
                    <a:close/>
                  </a:path>
                </a:pathLst>
              </a:custGeom>
              <a:solidFill>
                <a:schemeClr val="accent2">
                  <a:lumMod val="500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90" name="Google Shape;1890;p206"/>
              <p:cNvSpPr/>
              <p:nvPr/>
            </p:nvSpPr>
            <p:spPr>
              <a:xfrm>
                <a:off x="3680" y="2204"/>
                <a:ext cx="205" cy="189"/>
              </a:xfrm>
              <a:custGeom>
                <a:avLst/>
                <a:gdLst/>
                <a:ahLst/>
                <a:cxnLst/>
                <a:rect l="l" t="t" r="r" b="b"/>
                <a:pathLst>
                  <a:path w="205" h="189" extrusionOk="0">
                    <a:moveTo>
                      <a:pt x="123" y="0"/>
                    </a:moveTo>
                    <a:lnTo>
                      <a:pt x="123" y="0"/>
                    </a:lnTo>
                    <a:lnTo>
                      <a:pt x="101" y="7"/>
                    </a:lnTo>
                    <a:lnTo>
                      <a:pt x="101" y="28"/>
                    </a:lnTo>
                    <a:lnTo>
                      <a:pt x="82" y="35"/>
                    </a:lnTo>
                    <a:lnTo>
                      <a:pt x="71" y="47"/>
                    </a:lnTo>
                    <a:lnTo>
                      <a:pt x="61" y="47"/>
                    </a:lnTo>
                    <a:lnTo>
                      <a:pt x="52" y="35"/>
                    </a:lnTo>
                    <a:lnTo>
                      <a:pt x="42" y="35"/>
                    </a:lnTo>
                    <a:lnTo>
                      <a:pt x="52" y="56"/>
                    </a:lnTo>
                    <a:lnTo>
                      <a:pt x="30" y="64"/>
                    </a:lnTo>
                    <a:lnTo>
                      <a:pt x="30" y="56"/>
                    </a:lnTo>
                    <a:lnTo>
                      <a:pt x="0" y="64"/>
                    </a:lnTo>
                    <a:lnTo>
                      <a:pt x="0" y="75"/>
                    </a:lnTo>
                    <a:lnTo>
                      <a:pt x="42" y="85"/>
                    </a:lnTo>
                    <a:lnTo>
                      <a:pt x="61" y="113"/>
                    </a:lnTo>
                    <a:lnTo>
                      <a:pt x="61" y="120"/>
                    </a:lnTo>
                    <a:lnTo>
                      <a:pt x="52" y="170"/>
                    </a:lnTo>
                    <a:lnTo>
                      <a:pt x="71" y="180"/>
                    </a:lnTo>
                    <a:lnTo>
                      <a:pt x="123" y="189"/>
                    </a:lnTo>
                    <a:lnTo>
                      <a:pt x="123" y="180"/>
                    </a:lnTo>
                    <a:lnTo>
                      <a:pt x="144" y="170"/>
                    </a:lnTo>
                    <a:lnTo>
                      <a:pt x="175" y="180"/>
                    </a:lnTo>
                    <a:lnTo>
                      <a:pt x="184" y="180"/>
                    </a:lnTo>
                    <a:lnTo>
                      <a:pt x="196" y="161"/>
                    </a:lnTo>
                    <a:lnTo>
                      <a:pt x="184" y="142"/>
                    </a:lnTo>
                    <a:lnTo>
                      <a:pt x="184" y="120"/>
                    </a:lnTo>
                    <a:lnTo>
                      <a:pt x="184" y="104"/>
                    </a:lnTo>
                    <a:lnTo>
                      <a:pt x="175" y="113"/>
                    </a:lnTo>
                    <a:lnTo>
                      <a:pt x="175" y="104"/>
                    </a:lnTo>
                    <a:lnTo>
                      <a:pt x="184" y="85"/>
                    </a:lnTo>
                    <a:lnTo>
                      <a:pt x="196" y="85"/>
                    </a:lnTo>
                    <a:lnTo>
                      <a:pt x="205" y="56"/>
                    </a:lnTo>
                    <a:lnTo>
                      <a:pt x="175" y="35"/>
                    </a:lnTo>
                    <a:lnTo>
                      <a:pt x="165" y="35"/>
                    </a:lnTo>
                    <a:lnTo>
                      <a:pt x="153" y="35"/>
                    </a:lnTo>
                    <a:lnTo>
                      <a:pt x="153" y="28"/>
                    </a:lnTo>
                    <a:lnTo>
                      <a:pt x="144" y="28"/>
                    </a:lnTo>
                    <a:lnTo>
                      <a:pt x="144" y="19"/>
                    </a:lnTo>
                    <a:lnTo>
                      <a:pt x="123" y="7"/>
                    </a:lnTo>
                    <a:lnTo>
                      <a:pt x="123"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91" name="Google Shape;1891;p206"/>
              <p:cNvSpPr/>
              <p:nvPr/>
            </p:nvSpPr>
            <p:spPr>
              <a:xfrm>
                <a:off x="3680" y="2204"/>
                <a:ext cx="205" cy="189"/>
              </a:xfrm>
              <a:custGeom>
                <a:avLst/>
                <a:gdLst/>
                <a:ahLst/>
                <a:cxnLst/>
                <a:rect l="l" t="t" r="r" b="b"/>
                <a:pathLst>
                  <a:path w="205" h="189" extrusionOk="0">
                    <a:moveTo>
                      <a:pt x="123" y="0"/>
                    </a:moveTo>
                    <a:lnTo>
                      <a:pt x="123" y="0"/>
                    </a:lnTo>
                    <a:lnTo>
                      <a:pt x="101" y="7"/>
                    </a:lnTo>
                    <a:lnTo>
                      <a:pt x="101" y="28"/>
                    </a:lnTo>
                    <a:lnTo>
                      <a:pt x="82" y="35"/>
                    </a:lnTo>
                    <a:lnTo>
                      <a:pt x="71" y="47"/>
                    </a:lnTo>
                    <a:lnTo>
                      <a:pt x="61" y="47"/>
                    </a:lnTo>
                    <a:lnTo>
                      <a:pt x="52" y="35"/>
                    </a:lnTo>
                    <a:lnTo>
                      <a:pt x="42" y="35"/>
                    </a:lnTo>
                    <a:lnTo>
                      <a:pt x="52" y="56"/>
                    </a:lnTo>
                    <a:lnTo>
                      <a:pt x="30" y="64"/>
                    </a:lnTo>
                    <a:lnTo>
                      <a:pt x="30" y="56"/>
                    </a:lnTo>
                    <a:lnTo>
                      <a:pt x="0" y="64"/>
                    </a:lnTo>
                    <a:lnTo>
                      <a:pt x="0" y="75"/>
                    </a:lnTo>
                    <a:lnTo>
                      <a:pt x="42" y="85"/>
                    </a:lnTo>
                    <a:lnTo>
                      <a:pt x="61" y="113"/>
                    </a:lnTo>
                    <a:lnTo>
                      <a:pt x="61" y="120"/>
                    </a:lnTo>
                    <a:lnTo>
                      <a:pt x="52" y="170"/>
                    </a:lnTo>
                    <a:lnTo>
                      <a:pt x="71" y="180"/>
                    </a:lnTo>
                    <a:lnTo>
                      <a:pt x="123" y="189"/>
                    </a:lnTo>
                    <a:lnTo>
                      <a:pt x="123" y="180"/>
                    </a:lnTo>
                    <a:lnTo>
                      <a:pt x="144" y="170"/>
                    </a:lnTo>
                    <a:lnTo>
                      <a:pt x="175" y="180"/>
                    </a:lnTo>
                    <a:lnTo>
                      <a:pt x="184" y="180"/>
                    </a:lnTo>
                    <a:lnTo>
                      <a:pt x="196" y="161"/>
                    </a:lnTo>
                    <a:lnTo>
                      <a:pt x="184" y="142"/>
                    </a:lnTo>
                    <a:lnTo>
                      <a:pt x="184" y="120"/>
                    </a:lnTo>
                    <a:lnTo>
                      <a:pt x="184" y="104"/>
                    </a:lnTo>
                    <a:lnTo>
                      <a:pt x="175" y="113"/>
                    </a:lnTo>
                    <a:lnTo>
                      <a:pt x="175" y="104"/>
                    </a:lnTo>
                    <a:lnTo>
                      <a:pt x="184" y="85"/>
                    </a:lnTo>
                    <a:lnTo>
                      <a:pt x="196" y="85"/>
                    </a:lnTo>
                    <a:lnTo>
                      <a:pt x="205" y="56"/>
                    </a:lnTo>
                    <a:lnTo>
                      <a:pt x="175" y="35"/>
                    </a:lnTo>
                    <a:lnTo>
                      <a:pt x="165" y="35"/>
                    </a:lnTo>
                    <a:lnTo>
                      <a:pt x="153" y="35"/>
                    </a:lnTo>
                    <a:lnTo>
                      <a:pt x="153" y="28"/>
                    </a:lnTo>
                    <a:lnTo>
                      <a:pt x="144" y="28"/>
                    </a:lnTo>
                    <a:lnTo>
                      <a:pt x="144" y="19"/>
                    </a:lnTo>
                    <a:lnTo>
                      <a:pt x="123" y="7"/>
                    </a:lnTo>
                    <a:lnTo>
                      <a:pt x="123"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92" name="Google Shape;1892;p206"/>
              <p:cNvSpPr/>
              <p:nvPr/>
            </p:nvSpPr>
            <p:spPr>
              <a:xfrm>
                <a:off x="3528" y="2646"/>
                <a:ext cx="7" cy="12"/>
              </a:xfrm>
              <a:custGeom>
                <a:avLst/>
                <a:gdLst/>
                <a:ahLst/>
                <a:cxnLst/>
                <a:rect l="l" t="t" r="r" b="b"/>
                <a:pathLst>
                  <a:path w="7" h="12" extrusionOk="0">
                    <a:moveTo>
                      <a:pt x="7" y="0"/>
                    </a:moveTo>
                    <a:lnTo>
                      <a:pt x="7" y="0"/>
                    </a:lnTo>
                    <a:lnTo>
                      <a:pt x="0" y="12"/>
                    </a:lnTo>
                    <a:lnTo>
                      <a:pt x="7" y="12"/>
                    </a:lnTo>
                    <a:lnTo>
                      <a:pt x="7"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93" name="Google Shape;1893;p206"/>
              <p:cNvSpPr/>
              <p:nvPr/>
            </p:nvSpPr>
            <p:spPr>
              <a:xfrm>
                <a:off x="3528" y="2646"/>
                <a:ext cx="7" cy="12"/>
              </a:xfrm>
              <a:custGeom>
                <a:avLst/>
                <a:gdLst/>
                <a:ahLst/>
                <a:cxnLst/>
                <a:rect l="l" t="t" r="r" b="b"/>
                <a:pathLst>
                  <a:path w="7" h="12" extrusionOk="0">
                    <a:moveTo>
                      <a:pt x="7" y="0"/>
                    </a:moveTo>
                    <a:lnTo>
                      <a:pt x="7" y="0"/>
                    </a:lnTo>
                    <a:lnTo>
                      <a:pt x="0" y="12"/>
                    </a:lnTo>
                    <a:lnTo>
                      <a:pt x="7" y="12"/>
                    </a:lnTo>
                    <a:lnTo>
                      <a:pt x="7"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94" name="Google Shape;1894;p206"/>
              <p:cNvSpPr/>
              <p:nvPr/>
            </p:nvSpPr>
            <p:spPr>
              <a:xfrm>
                <a:off x="3528" y="2646"/>
                <a:ext cx="7" cy="12"/>
              </a:xfrm>
              <a:custGeom>
                <a:avLst/>
                <a:gdLst/>
                <a:ahLst/>
                <a:cxnLst/>
                <a:rect l="l" t="t" r="r" b="b"/>
                <a:pathLst>
                  <a:path w="7" h="12" extrusionOk="0">
                    <a:moveTo>
                      <a:pt x="7" y="0"/>
                    </a:moveTo>
                    <a:lnTo>
                      <a:pt x="7" y="0"/>
                    </a:lnTo>
                    <a:lnTo>
                      <a:pt x="0" y="12"/>
                    </a:lnTo>
                    <a:lnTo>
                      <a:pt x="7" y="12"/>
                    </a:lnTo>
                    <a:lnTo>
                      <a:pt x="7"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95" name="Google Shape;1895;p206"/>
              <p:cNvSpPr/>
              <p:nvPr/>
            </p:nvSpPr>
            <p:spPr>
              <a:xfrm>
                <a:off x="3885" y="2040"/>
                <a:ext cx="52" cy="69"/>
              </a:xfrm>
              <a:custGeom>
                <a:avLst/>
                <a:gdLst/>
                <a:ahLst/>
                <a:cxnLst/>
                <a:rect l="l" t="t" r="r" b="b"/>
                <a:pathLst>
                  <a:path w="52" h="69" extrusionOk="0">
                    <a:moveTo>
                      <a:pt x="12" y="69"/>
                    </a:moveTo>
                    <a:lnTo>
                      <a:pt x="12" y="69"/>
                    </a:lnTo>
                    <a:lnTo>
                      <a:pt x="22" y="69"/>
                    </a:lnTo>
                    <a:lnTo>
                      <a:pt x="31" y="69"/>
                    </a:lnTo>
                    <a:lnTo>
                      <a:pt x="43" y="41"/>
                    </a:lnTo>
                    <a:lnTo>
                      <a:pt x="52" y="41"/>
                    </a:lnTo>
                    <a:lnTo>
                      <a:pt x="52" y="29"/>
                    </a:lnTo>
                    <a:lnTo>
                      <a:pt x="43" y="29"/>
                    </a:lnTo>
                    <a:lnTo>
                      <a:pt x="43" y="0"/>
                    </a:lnTo>
                    <a:lnTo>
                      <a:pt x="12" y="12"/>
                    </a:lnTo>
                    <a:lnTo>
                      <a:pt x="0" y="29"/>
                    </a:lnTo>
                    <a:lnTo>
                      <a:pt x="0" y="50"/>
                    </a:lnTo>
                    <a:lnTo>
                      <a:pt x="12" y="57"/>
                    </a:lnTo>
                    <a:lnTo>
                      <a:pt x="12" y="69"/>
                    </a:lnTo>
                    <a:lnTo>
                      <a:pt x="12" y="69"/>
                    </a:lnTo>
                    <a:lnTo>
                      <a:pt x="12" y="6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96" name="Google Shape;1896;p206"/>
              <p:cNvSpPr/>
              <p:nvPr/>
            </p:nvSpPr>
            <p:spPr>
              <a:xfrm>
                <a:off x="3885" y="2040"/>
                <a:ext cx="52" cy="69"/>
              </a:xfrm>
              <a:custGeom>
                <a:avLst/>
                <a:gdLst/>
                <a:ahLst/>
                <a:cxnLst/>
                <a:rect l="l" t="t" r="r" b="b"/>
                <a:pathLst>
                  <a:path w="52" h="69" extrusionOk="0">
                    <a:moveTo>
                      <a:pt x="12" y="69"/>
                    </a:moveTo>
                    <a:lnTo>
                      <a:pt x="12" y="69"/>
                    </a:lnTo>
                    <a:lnTo>
                      <a:pt x="22" y="69"/>
                    </a:lnTo>
                    <a:lnTo>
                      <a:pt x="31" y="69"/>
                    </a:lnTo>
                    <a:lnTo>
                      <a:pt x="43" y="41"/>
                    </a:lnTo>
                    <a:lnTo>
                      <a:pt x="52" y="41"/>
                    </a:lnTo>
                    <a:lnTo>
                      <a:pt x="52" y="29"/>
                    </a:lnTo>
                    <a:lnTo>
                      <a:pt x="43" y="29"/>
                    </a:lnTo>
                    <a:lnTo>
                      <a:pt x="43" y="0"/>
                    </a:lnTo>
                    <a:lnTo>
                      <a:pt x="12" y="12"/>
                    </a:lnTo>
                    <a:lnTo>
                      <a:pt x="0" y="29"/>
                    </a:lnTo>
                    <a:lnTo>
                      <a:pt x="0" y="50"/>
                    </a:lnTo>
                    <a:lnTo>
                      <a:pt x="12" y="57"/>
                    </a:lnTo>
                    <a:lnTo>
                      <a:pt x="12" y="69"/>
                    </a:lnTo>
                    <a:lnTo>
                      <a:pt x="12" y="69"/>
                    </a:lnTo>
                    <a:lnTo>
                      <a:pt x="12" y="6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97" name="Google Shape;1897;p206"/>
              <p:cNvSpPr/>
              <p:nvPr/>
            </p:nvSpPr>
            <p:spPr>
              <a:xfrm>
                <a:off x="3814" y="2147"/>
                <a:ext cx="60" cy="64"/>
              </a:xfrm>
              <a:custGeom>
                <a:avLst/>
                <a:gdLst/>
                <a:ahLst/>
                <a:cxnLst/>
                <a:rect l="l" t="t" r="r" b="b"/>
                <a:pathLst>
                  <a:path w="60" h="64" extrusionOk="0">
                    <a:moveTo>
                      <a:pt x="41" y="64"/>
                    </a:moveTo>
                    <a:lnTo>
                      <a:pt x="41" y="64"/>
                    </a:lnTo>
                    <a:lnTo>
                      <a:pt x="41" y="35"/>
                    </a:lnTo>
                    <a:lnTo>
                      <a:pt x="50" y="28"/>
                    </a:lnTo>
                    <a:lnTo>
                      <a:pt x="60" y="0"/>
                    </a:lnTo>
                    <a:lnTo>
                      <a:pt x="31" y="7"/>
                    </a:lnTo>
                    <a:lnTo>
                      <a:pt x="41" y="28"/>
                    </a:lnTo>
                    <a:lnTo>
                      <a:pt x="31" y="28"/>
                    </a:lnTo>
                    <a:lnTo>
                      <a:pt x="31" y="19"/>
                    </a:lnTo>
                    <a:lnTo>
                      <a:pt x="22" y="19"/>
                    </a:lnTo>
                    <a:lnTo>
                      <a:pt x="0" y="57"/>
                    </a:lnTo>
                    <a:lnTo>
                      <a:pt x="31" y="57"/>
                    </a:lnTo>
                    <a:lnTo>
                      <a:pt x="41" y="64"/>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98" name="Google Shape;1898;p206"/>
              <p:cNvSpPr/>
              <p:nvPr/>
            </p:nvSpPr>
            <p:spPr>
              <a:xfrm>
                <a:off x="3814" y="2147"/>
                <a:ext cx="60" cy="64"/>
              </a:xfrm>
              <a:custGeom>
                <a:avLst/>
                <a:gdLst/>
                <a:ahLst/>
                <a:cxnLst/>
                <a:rect l="l" t="t" r="r" b="b"/>
                <a:pathLst>
                  <a:path w="60" h="64" extrusionOk="0">
                    <a:moveTo>
                      <a:pt x="41" y="64"/>
                    </a:moveTo>
                    <a:lnTo>
                      <a:pt x="41" y="64"/>
                    </a:lnTo>
                    <a:lnTo>
                      <a:pt x="41" y="35"/>
                    </a:lnTo>
                    <a:lnTo>
                      <a:pt x="50" y="28"/>
                    </a:lnTo>
                    <a:lnTo>
                      <a:pt x="60" y="0"/>
                    </a:lnTo>
                    <a:lnTo>
                      <a:pt x="31" y="7"/>
                    </a:lnTo>
                    <a:lnTo>
                      <a:pt x="41" y="28"/>
                    </a:lnTo>
                    <a:lnTo>
                      <a:pt x="31" y="28"/>
                    </a:lnTo>
                    <a:lnTo>
                      <a:pt x="31" y="19"/>
                    </a:lnTo>
                    <a:lnTo>
                      <a:pt x="22" y="19"/>
                    </a:lnTo>
                    <a:lnTo>
                      <a:pt x="0" y="57"/>
                    </a:lnTo>
                    <a:lnTo>
                      <a:pt x="31" y="57"/>
                    </a:lnTo>
                    <a:lnTo>
                      <a:pt x="41" y="64"/>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899" name="Google Shape;1899;p206"/>
              <p:cNvSpPr/>
              <p:nvPr/>
            </p:nvSpPr>
            <p:spPr>
              <a:xfrm>
                <a:off x="3814" y="2147"/>
                <a:ext cx="60" cy="64"/>
              </a:xfrm>
              <a:custGeom>
                <a:avLst/>
                <a:gdLst/>
                <a:ahLst/>
                <a:cxnLst/>
                <a:rect l="l" t="t" r="r" b="b"/>
                <a:pathLst>
                  <a:path w="60" h="64" extrusionOk="0">
                    <a:moveTo>
                      <a:pt x="41" y="64"/>
                    </a:moveTo>
                    <a:lnTo>
                      <a:pt x="41" y="64"/>
                    </a:lnTo>
                    <a:lnTo>
                      <a:pt x="41" y="35"/>
                    </a:lnTo>
                    <a:lnTo>
                      <a:pt x="50" y="28"/>
                    </a:lnTo>
                    <a:lnTo>
                      <a:pt x="60" y="0"/>
                    </a:lnTo>
                    <a:lnTo>
                      <a:pt x="31" y="7"/>
                    </a:lnTo>
                    <a:lnTo>
                      <a:pt x="41" y="28"/>
                    </a:lnTo>
                    <a:lnTo>
                      <a:pt x="31" y="28"/>
                    </a:lnTo>
                    <a:lnTo>
                      <a:pt x="31" y="19"/>
                    </a:lnTo>
                    <a:lnTo>
                      <a:pt x="22" y="19"/>
                    </a:lnTo>
                    <a:lnTo>
                      <a:pt x="0" y="57"/>
                    </a:lnTo>
                    <a:lnTo>
                      <a:pt x="31" y="57"/>
                    </a:lnTo>
                    <a:lnTo>
                      <a:pt x="41" y="64"/>
                    </a:lnTo>
                  </a:path>
                </a:pathLst>
              </a:custGeom>
              <a:solidFill>
                <a:srgbClr val="BFBFBF"/>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00" name="Google Shape;1900;p206"/>
              <p:cNvSpPr/>
              <p:nvPr/>
            </p:nvSpPr>
            <p:spPr>
              <a:xfrm>
                <a:off x="3803" y="2204"/>
                <a:ext cx="52" cy="35"/>
              </a:xfrm>
              <a:custGeom>
                <a:avLst/>
                <a:gdLst/>
                <a:ahLst/>
                <a:cxnLst/>
                <a:rect l="l" t="t" r="r" b="b"/>
                <a:pathLst>
                  <a:path w="52" h="35" extrusionOk="0">
                    <a:moveTo>
                      <a:pt x="42" y="35"/>
                    </a:moveTo>
                    <a:lnTo>
                      <a:pt x="42" y="35"/>
                    </a:lnTo>
                    <a:lnTo>
                      <a:pt x="30" y="35"/>
                    </a:lnTo>
                    <a:lnTo>
                      <a:pt x="30" y="28"/>
                    </a:lnTo>
                    <a:lnTo>
                      <a:pt x="21" y="28"/>
                    </a:lnTo>
                    <a:lnTo>
                      <a:pt x="21" y="19"/>
                    </a:lnTo>
                    <a:lnTo>
                      <a:pt x="0" y="7"/>
                    </a:lnTo>
                    <a:lnTo>
                      <a:pt x="0" y="0"/>
                    </a:lnTo>
                    <a:lnTo>
                      <a:pt x="11" y="0"/>
                    </a:lnTo>
                    <a:lnTo>
                      <a:pt x="42" y="0"/>
                    </a:lnTo>
                    <a:lnTo>
                      <a:pt x="52" y="7"/>
                    </a:lnTo>
                    <a:lnTo>
                      <a:pt x="52" y="28"/>
                    </a:lnTo>
                    <a:lnTo>
                      <a:pt x="42" y="28"/>
                    </a:lnTo>
                    <a:lnTo>
                      <a:pt x="42" y="35"/>
                    </a:lnTo>
                    <a:lnTo>
                      <a:pt x="42" y="35"/>
                    </a:lnTo>
                    <a:lnTo>
                      <a:pt x="42" y="3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01" name="Google Shape;1901;p206"/>
              <p:cNvSpPr/>
              <p:nvPr/>
            </p:nvSpPr>
            <p:spPr>
              <a:xfrm>
                <a:off x="3803" y="2204"/>
                <a:ext cx="52" cy="35"/>
              </a:xfrm>
              <a:custGeom>
                <a:avLst/>
                <a:gdLst/>
                <a:ahLst/>
                <a:cxnLst/>
                <a:rect l="l" t="t" r="r" b="b"/>
                <a:pathLst>
                  <a:path w="52" h="35" extrusionOk="0">
                    <a:moveTo>
                      <a:pt x="42" y="35"/>
                    </a:moveTo>
                    <a:lnTo>
                      <a:pt x="42" y="35"/>
                    </a:lnTo>
                    <a:lnTo>
                      <a:pt x="30" y="35"/>
                    </a:lnTo>
                    <a:lnTo>
                      <a:pt x="30" y="28"/>
                    </a:lnTo>
                    <a:lnTo>
                      <a:pt x="21" y="28"/>
                    </a:lnTo>
                    <a:lnTo>
                      <a:pt x="21" y="19"/>
                    </a:lnTo>
                    <a:lnTo>
                      <a:pt x="0" y="7"/>
                    </a:lnTo>
                    <a:lnTo>
                      <a:pt x="0" y="0"/>
                    </a:lnTo>
                    <a:lnTo>
                      <a:pt x="11" y="0"/>
                    </a:lnTo>
                    <a:lnTo>
                      <a:pt x="42" y="0"/>
                    </a:lnTo>
                    <a:lnTo>
                      <a:pt x="52" y="7"/>
                    </a:lnTo>
                    <a:lnTo>
                      <a:pt x="52" y="28"/>
                    </a:lnTo>
                    <a:lnTo>
                      <a:pt x="42" y="28"/>
                    </a:lnTo>
                    <a:lnTo>
                      <a:pt x="42" y="35"/>
                    </a:lnTo>
                    <a:lnTo>
                      <a:pt x="42" y="35"/>
                    </a:lnTo>
                    <a:lnTo>
                      <a:pt x="42" y="35"/>
                    </a:lnTo>
                    <a:close/>
                  </a:path>
                </a:pathLst>
              </a:custGeom>
              <a:solidFill>
                <a:schemeClr val="dk2"/>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02" name="Google Shape;1902;p206"/>
              <p:cNvSpPr/>
              <p:nvPr/>
            </p:nvSpPr>
            <p:spPr>
              <a:xfrm>
                <a:off x="3904" y="2251"/>
                <a:ext cx="126" cy="57"/>
              </a:xfrm>
              <a:custGeom>
                <a:avLst/>
                <a:gdLst/>
                <a:ahLst/>
                <a:cxnLst/>
                <a:rect l="l" t="t" r="r" b="b"/>
                <a:pathLst>
                  <a:path w="126" h="57" extrusionOk="0">
                    <a:moveTo>
                      <a:pt x="0" y="38"/>
                    </a:moveTo>
                    <a:lnTo>
                      <a:pt x="0" y="38"/>
                    </a:lnTo>
                    <a:lnTo>
                      <a:pt x="22" y="38"/>
                    </a:lnTo>
                    <a:lnTo>
                      <a:pt x="64" y="28"/>
                    </a:lnTo>
                    <a:lnTo>
                      <a:pt x="64" y="19"/>
                    </a:lnTo>
                    <a:lnTo>
                      <a:pt x="74" y="9"/>
                    </a:lnTo>
                    <a:lnTo>
                      <a:pt x="95" y="9"/>
                    </a:lnTo>
                    <a:lnTo>
                      <a:pt x="95" y="0"/>
                    </a:lnTo>
                    <a:lnTo>
                      <a:pt x="126" y="9"/>
                    </a:lnTo>
                    <a:lnTo>
                      <a:pt x="126" y="28"/>
                    </a:lnTo>
                    <a:lnTo>
                      <a:pt x="116" y="47"/>
                    </a:lnTo>
                    <a:lnTo>
                      <a:pt x="74" y="57"/>
                    </a:lnTo>
                    <a:lnTo>
                      <a:pt x="52" y="47"/>
                    </a:lnTo>
                    <a:lnTo>
                      <a:pt x="22" y="47"/>
                    </a:lnTo>
                    <a:lnTo>
                      <a:pt x="12" y="47"/>
                    </a:lnTo>
                    <a:lnTo>
                      <a:pt x="0" y="3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03" name="Google Shape;1903;p206"/>
              <p:cNvSpPr/>
              <p:nvPr/>
            </p:nvSpPr>
            <p:spPr>
              <a:xfrm>
                <a:off x="3904" y="2251"/>
                <a:ext cx="126" cy="57"/>
              </a:xfrm>
              <a:custGeom>
                <a:avLst/>
                <a:gdLst/>
                <a:ahLst/>
                <a:cxnLst/>
                <a:rect l="l" t="t" r="r" b="b"/>
                <a:pathLst>
                  <a:path w="126" h="57" extrusionOk="0">
                    <a:moveTo>
                      <a:pt x="0" y="38"/>
                    </a:moveTo>
                    <a:lnTo>
                      <a:pt x="0" y="38"/>
                    </a:lnTo>
                    <a:lnTo>
                      <a:pt x="22" y="38"/>
                    </a:lnTo>
                    <a:lnTo>
                      <a:pt x="64" y="28"/>
                    </a:lnTo>
                    <a:lnTo>
                      <a:pt x="64" y="19"/>
                    </a:lnTo>
                    <a:lnTo>
                      <a:pt x="74" y="9"/>
                    </a:lnTo>
                    <a:lnTo>
                      <a:pt x="95" y="9"/>
                    </a:lnTo>
                    <a:lnTo>
                      <a:pt x="95" y="0"/>
                    </a:lnTo>
                    <a:lnTo>
                      <a:pt x="126" y="9"/>
                    </a:lnTo>
                    <a:lnTo>
                      <a:pt x="126" y="28"/>
                    </a:lnTo>
                    <a:lnTo>
                      <a:pt x="116" y="47"/>
                    </a:lnTo>
                    <a:lnTo>
                      <a:pt x="74" y="57"/>
                    </a:lnTo>
                    <a:lnTo>
                      <a:pt x="52" y="47"/>
                    </a:lnTo>
                    <a:lnTo>
                      <a:pt x="22" y="47"/>
                    </a:lnTo>
                    <a:lnTo>
                      <a:pt x="12" y="47"/>
                    </a:lnTo>
                    <a:lnTo>
                      <a:pt x="0" y="3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04" name="Google Shape;1904;p206"/>
              <p:cNvSpPr/>
              <p:nvPr/>
            </p:nvSpPr>
            <p:spPr>
              <a:xfrm>
                <a:off x="3904" y="2251"/>
                <a:ext cx="126" cy="57"/>
              </a:xfrm>
              <a:custGeom>
                <a:avLst/>
                <a:gdLst/>
                <a:ahLst/>
                <a:cxnLst/>
                <a:rect l="l" t="t" r="r" b="b"/>
                <a:pathLst>
                  <a:path w="126" h="57" extrusionOk="0">
                    <a:moveTo>
                      <a:pt x="0" y="38"/>
                    </a:moveTo>
                    <a:lnTo>
                      <a:pt x="0" y="38"/>
                    </a:lnTo>
                    <a:lnTo>
                      <a:pt x="22" y="38"/>
                    </a:lnTo>
                    <a:lnTo>
                      <a:pt x="64" y="28"/>
                    </a:lnTo>
                    <a:lnTo>
                      <a:pt x="64" y="19"/>
                    </a:lnTo>
                    <a:lnTo>
                      <a:pt x="74" y="9"/>
                    </a:lnTo>
                    <a:lnTo>
                      <a:pt x="95" y="9"/>
                    </a:lnTo>
                    <a:lnTo>
                      <a:pt x="95" y="0"/>
                    </a:lnTo>
                    <a:lnTo>
                      <a:pt x="126" y="9"/>
                    </a:lnTo>
                    <a:lnTo>
                      <a:pt x="126" y="28"/>
                    </a:lnTo>
                    <a:lnTo>
                      <a:pt x="116" y="47"/>
                    </a:lnTo>
                    <a:lnTo>
                      <a:pt x="74" y="57"/>
                    </a:lnTo>
                    <a:lnTo>
                      <a:pt x="52" y="47"/>
                    </a:lnTo>
                    <a:lnTo>
                      <a:pt x="22" y="47"/>
                    </a:lnTo>
                    <a:lnTo>
                      <a:pt x="12" y="47"/>
                    </a:lnTo>
                    <a:lnTo>
                      <a:pt x="0" y="3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grpSp>
        <p:sp>
          <p:nvSpPr>
            <p:cNvPr id="1905" name="Google Shape;1905;p206"/>
            <p:cNvSpPr/>
            <p:nvPr/>
          </p:nvSpPr>
          <p:spPr>
            <a:xfrm>
              <a:off x="5724249" y="3744339"/>
              <a:ext cx="115888" cy="55563"/>
            </a:xfrm>
            <a:custGeom>
              <a:avLst/>
              <a:gdLst/>
              <a:ahLst/>
              <a:cxnLst/>
              <a:rect l="l" t="t" r="r" b="b"/>
              <a:pathLst>
                <a:path w="73" h="35" extrusionOk="0">
                  <a:moveTo>
                    <a:pt x="21" y="35"/>
                  </a:moveTo>
                  <a:lnTo>
                    <a:pt x="21" y="35"/>
                  </a:lnTo>
                  <a:lnTo>
                    <a:pt x="42" y="28"/>
                  </a:lnTo>
                  <a:lnTo>
                    <a:pt x="52" y="28"/>
                  </a:lnTo>
                  <a:lnTo>
                    <a:pt x="52" y="19"/>
                  </a:lnTo>
                  <a:lnTo>
                    <a:pt x="63" y="28"/>
                  </a:lnTo>
                  <a:lnTo>
                    <a:pt x="73" y="7"/>
                  </a:lnTo>
                  <a:lnTo>
                    <a:pt x="63" y="7"/>
                  </a:lnTo>
                  <a:lnTo>
                    <a:pt x="52" y="0"/>
                  </a:lnTo>
                  <a:lnTo>
                    <a:pt x="21" y="0"/>
                  </a:lnTo>
                  <a:lnTo>
                    <a:pt x="9" y="0"/>
                  </a:lnTo>
                  <a:lnTo>
                    <a:pt x="0" y="19"/>
                  </a:lnTo>
                  <a:lnTo>
                    <a:pt x="0" y="28"/>
                  </a:lnTo>
                  <a:lnTo>
                    <a:pt x="9" y="19"/>
                  </a:lnTo>
                  <a:lnTo>
                    <a:pt x="9" y="35"/>
                  </a:lnTo>
                  <a:lnTo>
                    <a:pt x="21" y="35"/>
                  </a:lnTo>
                  <a:lnTo>
                    <a:pt x="21" y="35"/>
                  </a:lnTo>
                  <a:lnTo>
                    <a:pt x="21" y="3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06" name="Google Shape;1906;p206"/>
            <p:cNvSpPr/>
            <p:nvPr/>
          </p:nvSpPr>
          <p:spPr>
            <a:xfrm>
              <a:off x="5724249" y="3744339"/>
              <a:ext cx="115888" cy="55563"/>
            </a:xfrm>
            <a:custGeom>
              <a:avLst/>
              <a:gdLst/>
              <a:ahLst/>
              <a:cxnLst/>
              <a:rect l="l" t="t" r="r" b="b"/>
              <a:pathLst>
                <a:path w="73" h="35" extrusionOk="0">
                  <a:moveTo>
                    <a:pt x="21" y="35"/>
                  </a:moveTo>
                  <a:lnTo>
                    <a:pt x="21" y="35"/>
                  </a:lnTo>
                  <a:lnTo>
                    <a:pt x="42" y="28"/>
                  </a:lnTo>
                  <a:lnTo>
                    <a:pt x="52" y="28"/>
                  </a:lnTo>
                  <a:lnTo>
                    <a:pt x="52" y="19"/>
                  </a:lnTo>
                  <a:lnTo>
                    <a:pt x="63" y="28"/>
                  </a:lnTo>
                  <a:lnTo>
                    <a:pt x="73" y="7"/>
                  </a:lnTo>
                  <a:lnTo>
                    <a:pt x="63" y="7"/>
                  </a:lnTo>
                  <a:lnTo>
                    <a:pt x="52" y="0"/>
                  </a:lnTo>
                  <a:lnTo>
                    <a:pt x="21" y="0"/>
                  </a:lnTo>
                  <a:lnTo>
                    <a:pt x="9" y="0"/>
                  </a:lnTo>
                  <a:lnTo>
                    <a:pt x="0" y="19"/>
                  </a:lnTo>
                  <a:lnTo>
                    <a:pt x="0" y="28"/>
                  </a:lnTo>
                  <a:lnTo>
                    <a:pt x="9" y="19"/>
                  </a:lnTo>
                  <a:lnTo>
                    <a:pt x="9" y="35"/>
                  </a:lnTo>
                  <a:lnTo>
                    <a:pt x="21" y="35"/>
                  </a:lnTo>
                  <a:lnTo>
                    <a:pt x="21" y="35"/>
                  </a:lnTo>
                  <a:lnTo>
                    <a:pt x="21" y="35"/>
                  </a:lnTo>
                  <a:close/>
                </a:path>
              </a:pathLst>
            </a:custGeom>
            <a:solidFill>
              <a:srgbClr val="BFBFBF"/>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07" name="Google Shape;1907;p206"/>
            <p:cNvSpPr/>
            <p:nvPr/>
          </p:nvSpPr>
          <p:spPr>
            <a:xfrm>
              <a:off x="5386112" y="3304601"/>
              <a:ext cx="25400" cy="44450"/>
            </a:xfrm>
            <a:custGeom>
              <a:avLst/>
              <a:gdLst/>
              <a:ahLst/>
              <a:cxnLst/>
              <a:rect l="l" t="t" r="r" b="b"/>
              <a:pathLst>
                <a:path w="16" h="28" extrusionOk="0">
                  <a:moveTo>
                    <a:pt x="0" y="28"/>
                  </a:moveTo>
                  <a:lnTo>
                    <a:pt x="9" y="12"/>
                  </a:lnTo>
                  <a:lnTo>
                    <a:pt x="16" y="0"/>
                  </a:lnTo>
                  <a:lnTo>
                    <a:pt x="0" y="12"/>
                  </a:lnTo>
                  <a:lnTo>
                    <a:pt x="0"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08" name="Google Shape;1908;p206"/>
            <p:cNvSpPr/>
            <p:nvPr/>
          </p:nvSpPr>
          <p:spPr>
            <a:xfrm>
              <a:off x="5386112" y="3304601"/>
              <a:ext cx="25400" cy="44450"/>
            </a:xfrm>
            <a:custGeom>
              <a:avLst/>
              <a:gdLst/>
              <a:ahLst/>
              <a:cxnLst/>
              <a:rect l="l" t="t" r="r" b="b"/>
              <a:pathLst>
                <a:path w="16" h="28" extrusionOk="0">
                  <a:moveTo>
                    <a:pt x="0" y="28"/>
                  </a:moveTo>
                  <a:lnTo>
                    <a:pt x="9" y="12"/>
                  </a:lnTo>
                  <a:lnTo>
                    <a:pt x="16" y="0"/>
                  </a:lnTo>
                  <a:lnTo>
                    <a:pt x="0" y="12"/>
                  </a:lnTo>
                  <a:lnTo>
                    <a:pt x="0" y="2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09" name="Google Shape;1909;p206"/>
            <p:cNvSpPr/>
            <p:nvPr/>
          </p:nvSpPr>
          <p:spPr>
            <a:xfrm>
              <a:off x="5386112" y="3304601"/>
              <a:ext cx="25400" cy="44450"/>
            </a:xfrm>
            <a:custGeom>
              <a:avLst/>
              <a:gdLst/>
              <a:ahLst/>
              <a:cxnLst/>
              <a:rect l="l" t="t" r="r" b="b"/>
              <a:pathLst>
                <a:path w="16" h="28" extrusionOk="0">
                  <a:moveTo>
                    <a:pt x="0" y="28"/>
                  </a:moveTo>
                  <a:lnTo>
                    <a:pt x="9" y="12"/>
                  </a:lnTo>
                  <a:lnTo>
                    <a:pt x="16" y="0"/>
                  </a:lnTo>
                  <a:lnTo>
                    <a:pt x="0" y="12"/>
                  </a:lnTo>
                  <a:lnTo>
                    <a:pt x="0" y="2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10" name="Google Shape;1910;p206"/>
            <p:cNvSpPr/>
            <p:nvPr/>
          </p:nvSpPr>
          <p:spPr>
            <a:xfrm>
              <a:off x="5528987" y="3214114"/>
              <a:ext cx="14288" cy="19050"/>
            </a:xfrm>
            <a:custGeom>
              <a:avLst/>
              <a:gdLst/>
              <a:ahLst/>
              <a:cxnLst/>
              <a:rect l="l" t="t" r="r" b="b"/>
              <a:pathLst>
                <a:path w="9" h="12" extrusionOk="0">
                  <a:moveTo>
                    <a:pt x="0" y="12"/>
                  </a:moveTo>
                  <a:lnTo>
                    <a:pt x="0" y="12"/>
                  </a:lnTo>
                  <a:lnTo>
                    <a:pt x="9" y="0"/>
                  </a:lnTo>
                  <a:lnTo>
                    <a:pt x="9" y="12"/>
                  </a:lnTo>
                  <a:lnTo>
                    <a:pt x="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11" name="Google Shape;1911;p206"/>
            <p:cNvSpPr/>
            <p:nvPr/>
          </p:nvSpPr>
          <p:spPr>
            <a:xfrm>
              <a:off x="5528987" y="3214114"/>
              <a:ext cx="14288" cy="19050"/>
            </a:xfrm>
            <a:custGeom>
              <a:avLst/>
              <a:gdLst/>
              <a:ahLst/>
              <a:cxnLst/>
              <a:rect l="l" t="t" r="r" b="b"/>
              <a:pathLst>
                <a:path w="9" h="12" extrusionOk="0">
                  <a:moveTo>
                    <a:pt x="0" y="12"/>
                  </a:moveTo>
                  <a:lnTo>
                    <a:pt x="0" y="12"/>
                  </a:lnTo>
                  <a:lnTo>
                    <a:pt x="9" y="0"/>
                  </a:lnTo>
                  <a:lnTo>
                    <a:pt x="9" y="12"/>
                  </a:lnTo>
                  <a:lnTo>
                    <a:pt x="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12" name="Google Shape;1912;p206"/>
            <p:cNvSpPr/>
            <p:nvPr/>
          </p:nvSpPr>
          <p:spPr>
            <a:xfrm>
              <a:off x="5528987" y="3214114"/>
              <a:ext cx="14288" cy="19050"/>
            </a:xfrm>
            <a:custGeom>
              <a:avLst/>
              <a:gdLst/>
              <a:ahLst/>
              <a:cxnLst/>
              <a:rect l="l" t="t" r="r" b="b"/>
              <a:pathLst>
                <a:path w="9" h="12" extrusionOk="0">
                  <a:moveTo>
                    <a:pt x="0" y="12"/>
                  </a:moveTo>
                  <a:lnTo>
                    <a:pt x="0" y="12"/>
                  </a:lnTo>
                  <a:lnTo>
                    <a:pt x="9" y="0"/>
                  </a:lnTo>
                  <a:lnTo>
                    <a:pt x="9" y="12"/>
                  </a:lnTo>
                  <a:lnTo>
                    <a:pt x="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cxnSp>
          <p:nvCxnSpPr>
            <p:cNvPr id="1913" name="Google Shape;1913;p206"/>
            <p:cNvCxnSpPr/>
            <p:nvPr/>
          </p:nvCxnSpPr>
          <p:spPr>
            <a:xfrm>
              <a:off x="5487712" y="3301426"/>
              <a:ext cx="14288" cy="11113"/>
            </a:xfrm>
            <a:prstGeom prst="straightConnector1">
              <a:avLst/>
            </a:prstGeom>
            <a:noFill/>
            <a:ln w="12700" cap="rnd" cmpd="sng">
              <a:solidFill>
                <a:srgbClr val="FFFFFF"/>
              </a:solidFill>
              <a:prstDash val="solid"/>
              <a:round/>
              <a:headEnd type="none" w="sm" len="sm"/>
              <a:tailEnd type="none" w="sm" len="sm"/>
            </a:ln>
          </p:spPr>
        </p:cxnSp>
        <p:sp>
          <p:nvSpPr>
            <p:cNvPr id="1914" name="Google Shape;1914;p206"/>
            <p:cNvSpPr/>
            <p:nvPr/>
          </p:nvSpPr>
          <p:spPr>
            <a:xfrm>
              <a:off x="5724249" y="3458589"/>
              <a:ext cx="228600" cy="285750"/>
            </a:xfrm>
            <a:custGeom>
              <a:avLst/>
              <a:gdLst/>
              <a:ahLst/>
              <a:cxnLst/>
              <a:rect l="l" t="t" r="r" b="b"/>
              <a:pathLst>
                <a:path w="144" h="180" extrusionOk="0">
                  <a:moveTo>
                    <a:pt x="82" y="28"/>
                  </a:moveTo>
                  <a:lnTo>
                    <a:pt x="82" y="28"/>
                  </a:lnTo>
                  <a:lnTo>
                    <a:pt x="123" y="9"/>
                  </a:lnTo>
                  <a:lnTo>
                    <a:pt x="123" y="17"/>
                  </a:lnTo>
                  <a:lnTo>
                    <a:pt x="113" y="17"/>
                  </a:lnTo>
                  <a:lnTo>
                    <a:pt x="134" y="28"/>
                  </a:lnTo>
                  <a:lnTo>
                    <a:pt x="144" y="102"/>
                  </a:lnTo>
                  <a:lnTo>
                    <a:pt x="134" y="95"/>
                  </a:lnTo>
                  <a:lnTo>
                    <a:pt x="113" y="102"/>
                  </a:lnTo>
                  <a:lnTo>
                    <a:pt x="92" y="114"/>
                  </a:lnTo>
                  <a:lnTo>
                    <a:pt x="104" y="130"/>
                  </a:lnTo>
                  <a:lnTo>
                    <a:pt x="123" y="151"/>
                  </a:lnTo>
                  <a:lnTo>
                    <a:pt x="113" y="159"/>
                  </a:lnTo>
                  <a:lnTo>
                    <a:pt x="113" y="170"/>
                  </a:lnTo>
                  <a:lnTo>
                    <a:pt x="73" y="180"/>
                  </a:lnTo>
                  <a:lnTo>
                    <a:pt x="52" y="180"/>
                  </a:lnTo>
                  <a:lnTo>
                    <a:pt x="21" y="180"/>
                  </a:lnTo>
                  <a:lnTo>
                    <a:pt x="30" y="151"/>
                  </a:lnTo>
                  <a:lnTo>
                    <a:pt x="0" y="130"/>
                  </a:lnTo>
                  <a:lnTo>
                    <a:pt x="0" y="123"/>
                  </a:lnTo>
                  <a:lnTo>
                    <a:pt x="0" y="102"/>
                  </a:lnTo>
                  <a:lnTo>
                    <a:pt x="0" y="73"/>
                  </a:lnTo>
                  <a:lnTo>
                    <a:pt x="9" y="66"/>
                  </a:lnTo>
                  <a:lnTo>
                    <a:pt x="21" y="38"/>
                  </a:lnTo>
                  <a:lnTo>
                    <a:pt x="42" y="38"/>
                  </a:lnTo>
                  <a:lnTo>
                    <a:pt x="52" y="17"/>
                  </a:lnTo>
                  <a:lnTo>
                    <a:pt x="42" y="17"/>
                  </a:lnTo>
                  <a:lnTo>
                    <a:pt x="52" y="9"/>
                  </a:lnTo>
                  <a:lnTo>
                    <a:pt x="42" y="0"/>
                  </a:lnTo>
                  <a:lnTo>
                    <a:pt x="52" y="0"/>
                  </a:lnTo>
                  <a:lnTo>
                    <a:pt x="61" y="0"/>
                  </a:lnTo>
                  <a:lnTo>
                    <a:pt x="61" y="9"/>
                  </a:lnTo>
                  <a:lnTo>
                    <a:pt x="82" y="17"/>
                  </a:lnTo>
                  <a:lnTo>
                    <a:pt x="73" y="28"/>
                  </a:lnTo>
                  <a:lnTo>
                    <a:pt x="82" y="28"/>
                  </a:lnTo>
                  <a:lnTo>
                    <a:pt x="82" y="28"/>
                  </a:lnTo>
                  <a:lnTo>
                    <a:pt x="82" y="28"/>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15" name="Google Shape;1915;p206"/>
            <p:cNvSpPr/>
            <p:nvPr/>
          </p:nvSpPr>
          <p:spPr>
            <a:xfrm>
              <a:off x="5724249" y="3458589"/>
              <a:ext cx="228600" cy="285750"/>
            </a:xfrm>
            <a:custGeom>
              <a:avLst/>
              <a:gdLst/>
              <a:ahLst/>
              <a:cxnLst/>
              <a:rect l="l" t="t" r="r" b="b"/>
              <a:pathLst>
                <a:path w="144" h="180" extrusionOk="0">
                  <a:moveTo>
                    <a:pt x="82" y="28"/>
                  </a:moveTo>
                  <a:lnTo>
                    <a:pt x="82" y="28"/>
                  </a:lnTo>
                  <a:lnTo>
                    <a:pt x="123" y="9"/>
                  </a:lnTo>
                  <a:lnTo>
                    <a:pt x="123" y="17"/>
                  </a:lnTo>
                  <a:lnTo>
                    <a:pt x="113" y="17"/>
                  </a:lnTo>
                  <a:lnTo>
                    <a:pt x="134" y="28"/>
                  </a:lnTo>
                  <a:lnTo>
                    <a:pt x="144" y="102"/>
                  </a:lnTo>
                  <a:lnTo>
                    <a:pt x="134" y="95"/>
                  </a:lnTo>
                  <a:lnTo>
                    <a:pt x="113" y="102"/>
                  </a:lnTo>
                  <a:lnTo>
                    <a:pt x="92" y="114"/>
                  </a:lnTo>
                  <a:lnTo>
                    <a:pt x="104" y="130"/>
                  </a:lnTo>
                  <a:lnTo>
                    <a:pt x="123" y="151"/>
                  </a:lnTo>
                  <a:lnTo>
                    <a:pt x="113" y="159"/>
                  </a:lnTo>
                  <a:lnTo>
                    <a:pt x="113" y="170"/>
                  </a:lnTo>
                  <a:lnTo>
                    <a:pt x="73" y="180"/>
                  </a:lnTo>
                  <a:lnTo>
                    <a:pt x="52" y="180"/>
                  </a:lnTo>
                  <a:lnTo>
                    <a:pt x="21" y="180"/>
                  </a:lnTo>
                  <a:lnTo>
                    <a:pt x="30" y="151"/>
                  </a:lnTo>
                  <a:lnTo>
                    <a:pt x="0" y="130"/>
                  </a:lnTo>
                  <a:lnTo>
                    <a:pt x="0" y="123"/>
                  </a:lnTo>
                  <a:lnTo>
                    <a:pt x="0" y="102"/>
                  </a:lnTo>
                  <a:lnTo>
                    <a:pt x="0" y="73"/>
                  </a:lnTo>
                  <a:lnTo>
                    <a:pt x="9" y="66"/>
                  </a:lnTo>
                  <a:lnTo>
                    <a:pt x="21" y="38"/>
                  </a:lnTo>
                  <a:lnTo>
                    <a:pt x="42" y="38"/>
                  </a:lnTo>
                  <a:lnTo>
                    <a:pt x="52" y="17"/>
                  </a:lnTo>
                  <a:lnTo>
                    <a:pt x="42" y="17"/>
                  </a:lnTo>
                  <a:lnTo>
                    <a:pt x="52" y="9"/>
                  </a:lnTo>
                  <a:lnTo>
                    <a:pt x="42" y="0"/>
                  </a:lnTo>
                  <a:lnTo>
                    <a:pt x="52" y="0"/>
                  </a:lnTo>
                  <a:lnTo>
                    <a:pt x="61" y="0"/>
                  </a:lnTo>
                  <a:lnTo>
                    <a:pt x="61" y="9"/>
                  </a:lnTo>
                  <a:lnTo>
                    <a:pt x="82" y="17"/>
                  </a:lnTo>
                  <a:lnTo>
                    <a:pt x="73" y="28"/>
                  </a:lnTo>
                  <a:lnTo>
                    <a:pt x="82" y="28"/>
                  </a:lnTo>
                  <a:lnTo>
                    <a:pt x="82" y="28"/>
                  </a:lnTo>
                  <a:lnTo>
                    <a:pt x="82" y="28"/>
                  </a:lnTo>
                  <a:close/>
                </a:path>
              </a:pathLst>
            </a:custGeom>
            <a:solidFill>
              <a:schemeClr val="accent2">
                <a:lumMod val="50000"/>
              </a:schemeClr>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16" name="Google Shape;1916;p206"/>
            <p:cNvSpPr/>
            <p:nvPr/>
          </p:nvSpPr>
          <p:spPr>
            <a:xfrm>
              <a:off x="5741712" y="3755451"/>
              <a:ext cx="307975" cy="288925"/>
            </a:xfrm>
            <a:custGeom>
              <a:avLst/>
              <a:gdLst/>
              <a:ahLst/>
              <a:cxnLst/>
              <a:rect l="l" t="t" r="r" b="b"/>
              <a:pathLst>
                <a:path w="194" h="182" extrusionOk="0">
                  <a:moveTo>
                    <a:pt x="10" y="69"/>
                  </a:moveTo>
                  <a:lnTo>
                    <a:pt x="10" y="69"/>
                  </a:lnTo>
                  <a:lnTo>
                    <a:pt x="29" y="57"/>
                  </a:lnTo>
                  <a:lnTo>
                    <a:pt x="50" y="69"/>
                  </a:lnTo>
                  <a:lnTo>
                    <a:pt x="69" y="97"/>
                  </a:lnTo>
                  <a:lnTo>
                    <a:pt x="81" y="97"/>
                  </a:lnTo>
                  <a:lnTo>
                    <a:pt x="90" y="114"/>
                  </a:lnTo>
                  <a:lnTo>
                    <a:pt x="112" y="125"/>
                  </a:lnTo>
                  <a:lnTo>
                    <a:pt x="133" y="144"/>
                  </a:lnTo>
                  <a:lnTo>
                    <a:pt x="142" y="144"/>
                  </a:lnTo>
                  <a:lnTo>
                    <a:pt x="154" y="173"/>
                  </a:lnTo>
                  <a:lnTo>
                    <a:pt x="142" y="182"/>
                  </a:lnTo>
                  <a:lnTo>
                    <a:pt x="154" y="182"/>
                  </a:lnTo>
                  <a:lnTo>
                    <a:pt x="164" y="173"/>
                  </a:lnTo>
                  <a:lnTo>
                    <a:pt x="164" y="163"/>
                  </a:lnTo>
                  <a:lnTo>
                    <a:pt x="164" y="154"/>
                  </a:lnTo>
                  <a:lnTo>
                    <a:pt x="164" y="135"/>
                  </a:lnTo>
                  <a:lnTo>
                    <a:pt x="183" y="154"/>
                  </a:lnTo>
                  <a:lnTo>
                    <a:pt x="194" y="144"/>
                  </a:lnTo>
                  <a:lnTo>
                    <a:pt x="142" y="114"/>
                  </a:lnTo>
                  <a:lnTo>
                    <a:pt x="154" y="107"/>
                  </a:lnTo>
                  <a:lnTo>
                    <a:pt x="142" y="107"/>
                  </a:lnTo>
                  <a:lnTo>
                    <a:pt x="123" y="97"/>
                  </a:lnTo>
                  <a:lnTo>
                    <a:pt x="112" y="78"/>
                  </a:lnTo>
                  <a:lnTo>
                    <a:pt x="90" y="57"/>
                  </a:lnTo>
                  <a:lnTo>
                    <a:pt x="90" y="28"/>
                  </a:lnTo>
                  <a:lnTo>
                    <a:pt x="102" y="28"/>
                  </a:lnTo>
                  <a:lnTo>
                    <a:pt x="112" y="28"/>
                  </a:lnTo>
                  <a:lnTo>
                    <a:pt x="112" y="21"/>
                  </a:lnTo>
                  <a:lnTo>
                    <a:pt x="112" y="12"/>
                  </a:lnTo>
                  <a:lnTo>
                    <a:pt x="90" y="0"/>
                  </a:lnTo>
                  <a:lnTo>
                    <a:pt x="60" y="0"/>
                  </a:lnTo>
                  <a:lnTo>
                    <a:pt x="50" y="21"/>
                  </a:lnTo>
                  <a:lnTo>
                    <a:pt x="41" y="12"/>
                  </a:lnTo>
                  <a:lnTo>
                    <a:pt x="41" y="21"/>
                  </a:lnTo>
                  <a:lnTo>
                    <a:pt x="29" y="21"/>
                  </a:lnTo>
                  <a:lnTo>
                    <a:pt x="10" y="28"/>
                  </a:lnTo>
                  <a:lnTo>
                    <a:pt x="0" y="28"/>
                  </a:lnTo>
                  <a:lnTo>
                    <a:pt x="0" y="50"/>
                  </a:lnTo>
                  <a:lnTo>
                    <a:pt x="10" y="69"/>
                  </a:lnTo>
                  <a:lnTo>
                    <a:pt x="10" y="69"/>
                  </a:lnTo>
                  <a:lnTo>
                    <a:pt x="10" y="69"/>
                  </a:lnTo>
                  <a:close/>
                </a:path>
              </a:pathLst>
            </a:custGeom>
            <a:solidFill>
              <a:srgbClr val="BFBFB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17" name="Google Shape;1917;p206"/>
            <p:cNvSpPr/>
            <p:nvPr/>
          </p:nvSpPr>
          <p:spPr>
            <a:xfrm>
              <a:off x="5708374" y="3653851"/>
              <a:ext cx="15875" cy="11113"/>
            </a:xfrm>
            <a:custGeom>
              <a:avLst/>
              <a:gdLst/>
              <a:ahLst/>
              <a:cxnLst/>
              <a:rect l="l" t="t" r="r" b="b"/>
              <a:pathLst>
                <a:path w="10" h="7" extrusionOk="0">
                  <a:moveTo>
                    <a:pt x="0" y="7"/>
                  </a:moveTo>
                  <a:lnTo>
                    <a:pt x="0" y="7"/>
                  </a:lnTo>
                  <a:lnTo>
                    <a:pt x="0" y="0"/>
                  </a:lnTo>
                  <a:lnTo>
                    <a:pt x="10" y="0"/>
                  </a:lnTo>
                  <a:lnTo>
                    <a:pt x="10" y="7"/>
                  </a:lnTo>
                  <a:lnTo>
                    <a:pt x="0" y="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18" name="Google Shape;1918;p206"/>
            <p:cNvSpPr/>
            <p:nvPr/>
          </p:nvSpPr>
          <p:spPr>
            <a:xfrm>
              <a:off x="5708374" y="3653851"/>
              <a:ext cx="15875" cy="11113"/>
            </a:xfrm>
            <a:custGeom>
              <a:avLst/>
              <a:gdLst/>
              <a:ahLst/>
              <a:cxnLst/>
              <a:rect l="l" t="t" r="r" b="b"/>
              <a:pathLst>
                <a:path w="10" h="7" extrusionOk="0">
                  <a:moveTo>
                    <a:pt x="0" y="7"/>
                  </a:moveTo>
                  <a:lnTo>
                    <a:pt x="0" y="7"/>
                  </a:lnTo>
                  <a:lnTo>
                    <a:pt x="0" y="0"/>
                  </a:lnTo>
                  <a:lnTo>
                    <a:pt x="10" y="0"/>
                  </a:lnTo>
                  <a:lnTo>
                    <a:pt x="10" y="7"/>
                  </a:lnTo>
                  <a:lnTo>
                    <a:pt x="0" y="7"/>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19" name="Google Shape;1919;p206"/>
            <p:cNvSpPr/>
            <p:nvPr/>
          </p:nvSpPr>
          <p:spPr>
            <a:xfrm>
              <a:off x="5708374" y="3653851"/>
              <a:ext cx="15875" cy="11113"/>
            </a:xfrm>
            <a:custGeom>
              <a:avLst/>
              <a:gdLst/>
              <a:ahLst/>
              <a:cxnLst/>
              <a:rect l="l" t="t" r="r" b="b"/>
              <a:pathLst>
                <a:path w="10" h="7" extrusionOk="0">
                  <a:moveTo>
                    <a:pt x="0" y="7"/>
                  </a:moveTo>
                  <a:lnTo>
                    <a:pt x="0" y="7"/>
                  </a:lnTo>
                  <a:lnTo>
                    <a:pt x="0" y="0"/>
                  </a:lnTo>
                  <a:lnTo>
                    <a:pt x="10" y="0"/>
                  </a:lnTo>
                  <a:lnTo>
                    <a:pt x="10" y="7"/>
                  </a:lnTo>
                  <a:lnTo>
                    <a:pt x="0" y="7"/>
                  </a:lnTo>
                </a:path>
              </a:pathLst>
            </a:custGeom>
            <a:solidFill>
              <a:srgbClr val="FFFFFF"/>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20" name="Google Shape;1920;p206"/>
            <p:cNvSpPr/>
            <p:nvPr/>
          </p:nvSpPr>
          <p:spPr>
            <a:xfrm>
              <a:off x="5922687" y="3755451"/>
              <a:ext cx="63500" cy="44450"/>
            </a:xfrm>
            <a:custGeom>
              <a:avLst/>
              <a:gdLst/>
              <a:ahLst/>
              <a:cxnLst/>
              <a:rect l="l" t="t" r="r" b="b"/>
              <a:pathLst>
                <a:path w="40" h="28" extrusionOk="0">
                  <a:moveTo>
                    <a:pt x="40" y="12"/>
                  </a:moveTo>
                  <a:lnTo>
                    <a:pt x="40" y="12"/>
                  </a:lnTo>
                  <a:lnTo>
                    <a:pt x="31" y="12"/>
                  </a:lnTo>
                  <a:lnTo>
                    <a:pt x="21" y="28"/>
                  </a:lnTo>
                  <a:lnTo>
                    <a:pt x="9" y="28"/>
                  </a:lnTo>
                  <a:lnTo>
                    <a:pt x="0" y="28"/>
                  </a:lnTo>
                  <a:lnTo>
                    <a:pt x="0" y="21"/>
                  </a:lnTo>
                  <a:lnTo>
                    <a:pt x="0" y="12"/>
                  </a:lnTo>
                  <a:lnTo>
                    <a:pt x="40" y="0"/>
                  </a:lnTo>
                  <a:lnTo>
                    <a:pt x="40"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21" name="Google Shape;1921;p206"/>
            <p:cNvSpPr/>
            <p:nvPr/>
          </p:nvSpPr>
          <p:spPr>
            <a:xfrm>
              <a:off x="5922687" y="3755451"/>
              <a:ext cx="63500" cy="44450"/>
            </a:xfrm>
            <a:custGeom>
              <a:avLst/>
              <a:gdLst/>
              <a:ahLst/>
              <a:cxnLst/>
              <a:rect l="l" t="t" r="r" b="b"/>
              <a:pathLst>
                <a:path w="40" h="28" extrusionOk="0">
                  <a:moveTo>
                    <a:pt x="40" y="12"/>
                  </a:moveTo>
                  <a:lnTo>
                    <a:pt x="40" y="12"/>
                  </a:lnTo>
                  <a:lnTo>
                    <a:pt x="31" y="12"/>
                  </a:lnTo>
                  <a:lnTo>
                    <a:pt x="21" y="28"/>
                  </a:lnTo>
                  <a:lnTo>
                    <a:pt x="9" y="28"/>
                  </a:lnTo>
                  <a:lnTo>
                    <a:pt x="0" y="28"/>
                  </a:lnTo>
                  <a:lnTo>
                    <a:pt x="0" y="21"/>
                  </a:lnTo>
                  <a:lnTo>
                    <a:pt x="0" y="12"/>
                  </a:lnTo>
                  <a:lnTo>
                    <a:pt x="40" y="0"/>
                  </a:lnTo>
                  <a:lnTo>
                    <a:pt x="40"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22" name="Google Shape;1922;p206"/>
            <p:cNvSpPr/>
            <p:nvPr/>
          </p:nvSpPr>
          <p:spPr>
            <a:xfrm>
              <a:off x="5922687" y="3755451"/>
              <a:ext cx="63500" cy="44450"/>
            </a:xfrm>
            <a:custGeom>
              <a:avLst/>
              <a:gdLst/>
              <a:ahLst/>
              <a:cxnLst/>
              <a:rect l="l" t="t" r="r" b="b"/>
              <a:pathLst>
                <a:path w="40" h="28" extrusionOk="0">
                  <a:moveTo>
                    <a:pt x="40" y="12"/>
                  </a:moveTo>
                  <a:lnTo>
                    <a:pt x="40" y="12"/>
                  </a:lnTo>
                  <a:lnTo>
                    <a:pt x="31" y="12"/>
                  </a:lnTo>
                  <a:lnTo>
                    <a:pt x="21" y="28"/>
                  </a:lnTo>
                  <a:lnTo>
                    <a:pt x="9" y="28"/>
                  </a:lnTo>
                  <a:lnTo>
                    <a:pt x="0" y="28"/>
                  </a:lnTo>
                  <a:lnTo>
                    <a:pt x="0" y="21"/>
                  </a:lnTo>
                  <a:lnTo>
                    <a:pt x="0" y="12"/>
                  </a:lnTo>
                  <a:lnTo>
                    <a:pt x="40" y="0"/>
                  </a:lnTo>
                  <a:lnTo>
                    <a:pt x="40"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23" name="Google Shape;1923;p206"/>
            <p:cNvSpPr/>
            <p:nvPr/>
          </p:nvSpPr>
          <p:spPr>
            <a:xfrm>
              <a:off x="6103662" y="2661664"/>
              <a:ext cx="273050" cy="571500"/>
            </a:xfrm>
            <a:custGeom>
              <a:avLst/>
              <a:gdLst/>
              <a:ahLst/>
              <a:cxnLst/>
              <a:rect l="l" t="t" r="r" b="b"/>
              <a:pathLst>
                <a:path w="172" h="360" extrusionOk="0">
                  <a:moveTo>
                    <a:pt x="132" y="47"/>
                  </a:moveTo>
                  <a:lnTo>
                    <a:pt x="132" y="47"/>
                  </a:lnTo>
                  <a:lnTo>
                    <a:pt x="132" y="76"/>
                  </a:lnTo>
                  <a:lnTo>
                    <a:pt x="153" y="95"/>
                  </a:lnTo>
                  <a:lnTo>
                    <a:pt x="141" y="123"/>
                  </a:lnTo>
                  <a:lnTo>
                    <a:pt x="153" y="170"/>
                  </a:lnTo>
                  <a:lnTo>
                    <a:pt x="141" y="199"/>
                  </a:lnTo>
                  <a:lnTo>
                    <a:pt x="163" y="227"/>
                  </a:lnTo>
                  <a:lnTo>
                    <a:pt x="153" y="246"/>
                  </a:lnTo>
                  <a:lnTo>
                    <a:pt x="172" y="263"/>
                  </a:lnTo>
                  <a:lnTo>
                    <a:pt x="172" y="275"/>
                  </a:lnTo>
                  <a:lnTo>
                    <a:pt x="141" y="320"/>
                  </a:lnTo>
                  <a:lnTo>
                    <a:pt x="111" y="341"/>
                  </a:lnTo>
                  <a:lnTo>
                    <a:pt x="101" y="341"/>
                  </a:lnTo>
                  <a:lnTo>
                    <a:pt x="49" y="360"/>
                  </a:lnTo>
                  <a:lnTo>
                    <a:pt x="9" y="341"/>
                  </a:lnTo>
                  <a:lnTo>
                    <a:pt x="18" y="313"/>
                  </a:lnTo>
                  <a:lnTo>
                    <a:pt x="9" y="284"/>
                  </a:lnTo>
                  <a:lnTo>
                    <a:pt x="18" y="263"/>
                  </a:lnTo>
                  <a:lnTo>
                    <a:pt x="61" y="208"/>
                  </a:lnTo>
                  <a:lnTo>
                    <a:pt x="70" y="199"/>
                  </a:lnTo>
                  <a:lnTo>
                    <a:pt x="70" y="180"/>
                  </a:lnTo>
                  <a:lnTo>
                    <a:pt x="61" y="170"/>
                  </a:lnTo>
                  <a:lnTo>
                    <a:pt x="49" y="170"/>
                  </a:lnTo>
                  <a:lnTo>
                    <a:pt x="40" y="85"/>
                  </a:lnTo>
                  <a:lnTo>
                    <a:pt x="0" y="47"/>
                  </a:lnTo>
                  <a:lnTo>
                    <a:pt x="9" y="38"/>
                  </a:lnTo>
                  <a:lnTo>
                    <a:pt x="30" y="57"/>
                  </a:lnTo>
                  <a:lnTo>
                    <a:pt x="40" y="57"/>
                  </a:lnTo>
                  <a:lnTo>
                    <a:pt x="49" y="57"/>
                  </a:lnTo>
                  <a:lnTo>
                    <a:pt x="70" y="57"/>
                  </a:lnTo>
                  <a:lnTo>
                    <a:pt x="80" y="47"/>
                  </a:lnTo>
                  <a:lnTo>
                    <a:pt x="92" y="9"/>
                  </a:lnTo>
                  <a:lnTo>
                    <a:pt x="111" y="0"/>
                  </a:lnTo>
                  <a:lnTo>
                    <a:pt x="141" y="19"/>
                  </a:lnTo>
                  <a:lnTo>
                    <a:pt x="132" y="47"/>
                  </a:lnTo>
                  <a:lnTo>
                    <a:pt x="132" y="47"/>
                  </a:lnTo>
                  <a:lnTo>
                    <a:pt x="132" y="4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24" name="Google Shape;1924;p206"/>
            <p:cNvSpPr/>
            <p:nvPr/>
          </p:nvSpPr>
          <p:spPr>
            <a:xfrm>
              <a:off x="6103662" y="2661664"/>
              <a:ext cx="273050" cy="571500"/>
            </a:xfrm>
            <a:custGeom>
              <a:avLst/>
              <a:gdLst/>
              <a:ahLst/>
              <a:cxnLst/>
              <a:rect l="l" t="t" r="r" b="b"/>
              <a:pathLst>
                <a:path w="172" h="360" extrusionOk="0">
                  <a:moveTo>
                    <a:pt x="132" y="47"/>
                  </a:moveTo>
                  <a:lnTo>
                    <a:pt x="132" y="47"/>
                  </a:lnTo>
                  <a:lnTo>
                    <a:pt x="132" y="76"/>
                  </a:lnTo>
                  <a:lnTo>
                    <a:pt x="153" y="95"/>
                  </a:lnTo>
                  <a:lnTo>
                    <a:pt x="141" y="123"/>
                  </a:lnTo>
                  <a:lnTo>
                    <a:pt x="153" y="170"/>
                  </a:lnTo>
                  <a:lnTo>
                    <a:pt x="141" y="199"/>
                  </a:lnTo>
                  <a:lnTo>
                    <a:pt x="163" y="227"/>
                  </a:lnTo>
                  <a:lnTo>
                    <a:pt x="153" y="246"/>
                  </a:lnTo>
                  <a:lnTo>
                    <a:pt x="172" y="263"/>
                  </a:lnTo>
                  <a:lnTo>
                    <a:pt x="172" y="275"/>
                  </a:lnTo>
                  <a:lnTo>
                    <a:pt x="141" y="320"/>
                  </a:lnTo>
                  <a:lnTo>
                    <a:pt x="111" y="341"/>
                  </a:lnTo>
                  <a:lnTo>
                    <a:pt x="101" y="341"/>
                  </a:lnTo>
                  <a:lnTo>
                    <a:pt x="49" y="360"/>
                  </a:lnTo>
                  <a:lnTo>
                    <a:pt x="9" y="341"/>
                  </a:lnTo>
                  <a:lnTo>
                    <a:pt x="18" y="313"/>
                  </a:lnTo>
                  <a:lnTo>
                    <a:pt x="9" y="284"/>
                  </a:lnTo>
                  <a:lnTo>
                    <a:pt x="18" y="263"/>
                  </a:lnTo>
                  <a:lnTo>
                    <a:pt x="61" y="208"/>
                  </a:lnTo>
                  <a:lnTo>
                    <a:pt x="70" y="199"/>
                  </a:lnTo>
                  <a:lnTo>
                    <a:pt x="70" y="180"/>
                  </a:lnTo>
                  <a:lnTo>
                    <a:pt x="61" y="170"/>
                  </a:lnTo>
                  <a:lnTo>
                    <a:pt x="49" y="170"/>
                  </a:lnTo>
                  <a:lnTo>
                    <a:pt x="40" y="85"/>
                  </a:lnTo>
                  <a:lnTo>
                    <a:pt x="0" y="47"/>
                  </a:lnTo>
                  <a:lnTo>
                    <a:pt x="9" y="38"/>
                  </a:lnTo>
                  <a:lnTo>
                    <a:pt x="30" y="57"/>
                  </a:lnTo>
                  <a:lnTo>
                    <a:pt x="40" y="57"/>
                  </a:lnTo>
                  <a:lnTo>
                    <a:pt x="49" y="57"/>
                  </a:lnTo>
                  <a:lnTo>
                    <a:pt x="70" y="57"/>
                  </a:lnTo>
                  <a:lnTo>
                    <a:pt x="80" y="47"/>
                  </a:lnTo>
                  <a:lnTo>
                    <a:pt x="92" y="9"/>
                  </a:lnTo>
                  <a:lnTo>
                    <a:pt x="111" y="0"/>
                  </a:lnTo>
                  <a:lnTo>
                    <a:pt x="141" y="19"/>
                  </a:lnTo>
                  <a:lnTo>
                    <a:pt x="132" y="47"/>
                  </a:lnTo>
                  <a:lnTo>
                    <a:pt x="132" y="47"/>
                  </a:lnTo>
                  <a:lnTo>
                    <a:pt x="132" y="47"/>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25" name="Google Shape;1925;p206"/>
            <p:cNvSpPr/>
            <p:nvPr/>
          </p:nvSpPr>
          <p:spPr>
            <a:xfrm>
              <a:off x="5689324" y="2582289"/>
              <a:ext cx="687388" cy="741363"/>
            </a:xfrm>
            <a:custGeom>
              <a:avLst/>
              <a:gdLst/>
              <a:ahLst/>
              <a:cxnLst/>
              <a:rect l="l" t="t" r="r" b="b"/>
              <a:pathLst>
                <a:path w="433" h="467" extrusionOk="0">
                  <a:moveTo>
                    <a:pt x="102" y="448"/>
                  </a:moveTo>
                  <a:lnTo>
                    <a:pt x="102" y="448"/>
                  </a:lnTo>
                  <a:lnTo>
                    <a:pt x="102" y="438"/>
                  </a:lnTo>
                  <a:lnTo>
                    <a:pt x="93" y="426"/>
                  </a:lnTo>
                  <a:lnTo>
                    <a:pt x="93" y="438"/>
                  </a:lnTo>
                  <a:lnTo>
                    <a:pt x="83" y="438"/>
                  </a:lnTo>
                  <a:lnTo>
                    <a:pt x="52" y="467"/>
                  </a:lnTo>
                  <a:lnTo>
                    <a:pt x="31" y="467"/>
                  </a:lnTo>
                  <a:lnTo>
                    <a:pt x="10" y="455"/>
                  </a:lnTo>
                  <a:lnTo>
                    <a:pt x="22" y="426"/>
                  </a:lnTo>
                  <a:lnTo>
                    <a:pt x="10" y="438"/>
                  </a:lnTo>
                  <a:lnTo>
                    <a:pt x="10" y="426"/>
                  </a:lnTo>
                  <a:lnTo>
                    <a:pt x="10" y="419"/>
                  </a:lnTo>
                  <a:lnTo>
                    <a:pt x="10" y="398"/>
                  </a:lnTo>
                  <a:lnTo>
                    <a:pt x="0" y="381"/>
                  </a:lnTo>
                  <a:lnTo>
                    <a:pt x="10" y="363"/>
                  </a:lnTo>
                  <a:lnTo>
                    <a:pt x="0" y="353"/>
                  </a:lnTo>
                  <a:lnTo>
                    <a:pt x="43" y="325"/>
                  </a:lnTo>
                  <a:lnTo>
                    <a:pt x="52" y="313"/>
                  </a:lnTo>
                  <a:lnTo>
                    <a:pt x="74" y="296"/>
                  </a:lnTo>
                  <a:lnTo>
                    <a:pt x="74" y="303"/>
                  </a:lnTo>
                  <a:lnTo>
                    <a:pt x="102" y="256"/>
                  </a:lnTo>
                  <a:lnTo>
                    <a:pt x="123" y="239"/>
                  </a:lnTo>
                  <a:lnTo>
                    <a:pt x="145" y="190"/>
                  </a:lnTo>
                  <a:lnTo>
                    <a:pt x="164" y="142"/>
                  </a:lnTo>
                  <a:lnTo>
                    <a:pt x="185" y="126"/>
                  </a:lnTo>
                  <a:lnTo>
                    <a:pt x="154" y="133"/>
                  </a:lnTo>
                  <a:lnTo>
                    <a:pt x="133" y="142"/>
                  </a:lnTo>
                  <a:lnTo>
                    <a:pt x="145" y="126"/>
                  </a:lnTo>
                  <a:lnTo>
                    <a:pt x="164" y="126"/>
                  </a:lnTo>
                  <a:lnTo>
                    <a:pt x="154" y="104"/>
                  </a:lnTo>
                  <a:lnTo>
                    <a:pt x="185" y="86"/>
                  </a:lnTo>
                  <a:lnTo>
                    <a:pt x="185" y="104"/>
                  </a:lnTo>
                  <a:lnTo>
                    <a:pt x="194" y="97"/>
                  </a:lnTo>
                  <a:lnTo>
                    <a:pt x="194" y="104"/>
                  </a:lnTo>
                  <a:lnTo>
                    <a:pt x="206" y="97"/>
                  </a:lnTo>
                  <a:lnTo>
                    <a:pt x="194" y="97"/>
                  </a:lnTo>
                  <a:lnTo>
                    <a:pt x="194" y="76"/>
                  </a:lnTo>
                  <a:lnTo>
                    <a:pt x="218" y="69"/>
                  </a:lnTo>
                  <a:lnTo>
                    <a:pt x="227" y="48"/>
                  </a:lnTo>
                  <a:lnTo>
                    <a:pt x="249" y="48"/>
                  </a:lnTo>
                  <a:lnTo>
                    <a:pt x="268" y="41"/>
                  </a:lnTo>
                  <a:lnTo>
                    <a:pt x="298" y="12"/>
                  </a:lnTo>
                  <a:lnTo>
                    <a:pt x="320" y="19"/>
                  </a:lnTo>
                  <a:lnTo>
                    <a:pt x="329" y="12"/>
                  </a:lnTo>
                  <a:lnTo>
                    <a:pt x="341" y="0"/>
                  </a:lnTo>
                  <a:lnTo>
                    <a:pt x="341" y="29"/>
                  </a:lnTo>
                  <a:lnTo>
                    <a:pt x="350" y="12"/>
                  </a:lnTo>
                  <a:lnTo>
                    <a:pt x="360" y="29"/>
                  </a:lnTo>
                  <a:lnTo>
                    <a:pt x="372" y="0"/>
                  </a:lnTo>
                  <a:lnTo>
                    <a:pt x="391" y="12"/>
                  </a:lnTo>
                  <a:lnTo>
                    <a:pt x="433" y="41"/>
                  </a:lnTo>
                  <a:lnTo>
                    <a:pt x="414" y="48"/>
                  </a:lnTo>
                  <a:lnTo>
                    <a:pt x="391" y="48"/>
                  </a:lnTo>
                  <a:lnTo>
                    <a:pt x="414" y="57"/>
                  </a:lnTo>
                  <a:lnTo>
                    <a:pt x="424" y="69"/>
                  </a:lnTo>
                  <a:lnTo>
                    <a:pt x="424" y="76"/>
                  </a:lnTo>
                  <a:lnTo>
                    <a:pt x="414" y="76"/>
                  </a:lnTo>
                  <a:lnTo>
                    <a:pt x="391" y="97"/>
                  </a:lnTo>
                  <a:lnTo>
                    <a:pt x="402" y="69"/>
                  </a:lnTo>
                  <a:lnTo>
                    <a:pt x="372" y="48"/>
                  </a:lnTo>
                  <a:lnTo>
                    <a:pt x="350" y="57"/>
                  </a:lnTo>
                  <a:lnTo>
                    <a:pt x="341" y="97"/>
                  </a:lnTo>
                  <a:lnTo>
                    <a:pt x="329" y="104"/>
                  </a:lnTo>
                  <a:lnTo>
                    <a:pt x="310" y="104"/>
                  </a:lnTo>
                  <a:lnTo>
                    <a:pt x="298" y="104"/>
                  </a:lnTo>
                  <a:lnTo>
                    <a:pt x="289" y="104"/>
                  </a:lnTo>
                  <a:lnTo>
                    <a:pt x="268" y="86"/>
                  </a:lnTo>
                  <a:lnTo>
                    <a:pt x="258" y="97"/>
                  </a:lnTo>
                  <a:lnTo>
                    <a:pt x="249" y="97"/>
                  </a:lnTo>
                  <a:lnTo>
                    <a:pt x="249" y="114"/>
                  </a:lnTo>
                  <a:lnTo>
                    <a:pt x="227" y="114"/>
                  </a:lnTo>
                  <a:lnTo>
                    <a:pt x="218" y="114"/>
                  </a:lnTo>
                  <a:lnTo>
                    <a:pt x="218" y="133"/>
                  </a:lnTo>
                  <a:lnTo>
                    <a:pt x="206" y="133"/>
                  </a:lnTo>
                  <a:lnTo>
                    <a:pt x="194" y="142"/>
                  </a:lnTo>
                  <a:lnTo>
                    <a:pt x="185" y="161"/>
                  </a:lnTo>
                  <a:lnTo>
                    <a:pt x="185" y="171"/>
                  </a:lnTo>
                  <a:lnTo>
                    <a:pt x="185" y="183"/>
                  </a:lnTo>
                  <a:lnTo>
                    <a:pt x="164" y="211"/>
                  </a:lnTo>
                  <a:lnTo>
                    <a:pt x="154" y="239"/>
                  </a:lnTo>
                  <a:lnTo>
                    <a:pt x="145" y="256"/>
                  </a:lnTo>
                  <a:lnTo>
                    <a:pt x="154" y="275"/>
                  </a:lnTo>
                  <a:lnTo>
                    <a:pt x="133" y="284"/>
                  </a:lnTo>
                  <a:lnTo>
                    <a:pt x="123" y="296"/>
                  </a:lnTo>
                  <a:lnTo>
                    <a:pt x="114" y="334"/>
                  </a:lnTo>
                  <a:lnTo>
                    <a:pt x="123" y="370"/>
                  </a:lnTo>
                  <a:lnTo>
                    <a:pt x="123" y="381"/>
                  </a:lnTo>
                  <a:lnTo>
                    <a:pt x="123" y="410"/>
                  </a:lnTo>
                  <a:lnTo>
                    <a:pt x="114" y="419"/>
                  </a:lnTo>
                  <a:lnTo>
                    <a:pt x="114" y="448"/>
                  </a:lnTo>
                  <a:lnTo>
                    <a:pt x="102" y="448"/>
                  </a:lnTo>
                  <a:lnTo>
                    <a:pt x="102" y="448"/>
                  </a:lnTo>
                  <a:lnTo>
                    <a:pt x="102" y="44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26" name="Google Shape;1926;p206"/>
            <p:cNvSpPr/>
            <p:nvPr/>
          </p:nvSpPr>
          <p:spPr>
            <a:xfrm>
              <a:off x="5689324" y="2582289"/>
              <a:ext cx="687388" cy="741363"/>
            </a:xfrm>
            <a:custGeom>
              <a:avLst/>
              <a:gdLst/>
              <a:ahLst/>
              <a:cxnLst/>
              <a:rect l="l" t="t" r="r" b="b"/>
              <a:pathLst>
                <a:path w="433" h="467" extrusionOk="0">
                  <a:moveTo>
                    <a:pt x="102" y="448"/>
                  </a:moveTo>
                  <a:lnTo>
                    <a:pt x="102" y="448"/>
                  </a:lnTo>
                  <a:lnTo>
                    <a:pt x="102" y="438"/>
                  </a:lnTo>
                  <a:lnTo>
                    <a:pt x="93" y="426"/>
                  </a:lnTo>
                  <a:lnTo>
                    <a:pt x="93" y="438"/>
                  </a:lnTo>
                  <a:lnTo>
                    <a:pt x="83" y="438"/>
                  </a:lnTo>
                  <a:lnTo>
                    <a:pt x="52" y="467"/>
                  </a:lnTo>
                  <a:lnTo>
                    <a:pt x="31" y="467"/>
                  </a:lnTo>
                  <a:lnTo>
                    <a:pt x="10" y="455"/>
                  </a:lnTo>
                  <a:lnTo>
                    <a:pt x="22" y="426"/>
                  </a:lnTo>
                  <a:lnTo>
                    <a:pt x="10" y="438"/>
                  </a:lnTo>
                  <a:lnTo>
                    <a:pt x="10" y="426"/>
                  </a:lnTo>
                  <a:lnTo>
                    <a:pt x="10" y="419"/>
                  </a:lnTo>
                  <a:lnTo>
                    <a:pt x="10" y="398"/>
                  </a:lnTo>
                  <a:lnTo>
                    <a:pt x="0" y="381"/>
                  </a:lnTo>
                  <a:lnTo>
                    <a:pt x="10" y="363"/>
                  </a:lnTo>
                  <a:lnTo>
                    <a:pt x="0" y="353"/>
                  </a:lnTo>
                  <a:lnTo>
                    <a:pt x="43" y="325"/>
                  </a:lnTo>
                  <a:lnTo>
                    <a:pt x="52" y="313"/>
                  </a:lnTo>
                  <a:lnTo>
                    <a:pt x="74" y="296"/>
                  </a:lnTo>
                  <a:lnTo>
                    <a:pt x="74" y="303"/>
                  </a:lnTo>
                  <a:lnTo>
                    <a:pt x="102" y="256"/>
                  </a:lnTo>
                  <a:lnTo>
                    <a:pt x="123" y="239"/>
                  </a:lnTo>
                  <a:lnTo>
                    <a:pt x="145" y="190"/>
                  </a:lnTo>
                  <a:lnTo>
                    <a:pt x="164" y="142"/>
                  </a:lnTo>
                  <a:lnTo>
                    <a:pt x="185" y="126"/>
                  </a:lnTo>
                  <a:lnTo>
                    <a:pt x="154" y="133"/>
                  </a:lnTo>
                  <a:lnTo>
                    <a:pt x="133" y="142"/>
                  </a:lnTo>
                  <a:lnTo>
                    <a:pt x="145" y="126"/>
                  </a:lnTo>
                  <a:lnTo>
                    <a:pt x="164" y="126"/>
                  </a:lnTo>
                  <a:lnTo>
                    <a:pt x="154" y="104"/>
                  </a:lnTo>
                  <a:lnTo>
                    <a:pt x="185" y="86"/>
                  </a:lnTo>
                  <a:lnTo>
                    <a:pt x="185" y="104"/>
                  </a:lnTo>
                  <a:lnTo>
                    <a:pt x="194" y="97"/>
                  </a:lnTo>
                  <a:lnTo>
                    <a:pt x="194" y="104"/>
                  </a:lnTo>
                  <a:lnTo>
                    <a:pt x="206" y="97"/>
                  </a:lnTo>
                  <a:lnTo>
                    <a:pt x="194" y="97"/>
                  </a:lnTo>
                  <a:lnTo>
                    <a:pt x="194" y="76"/>
                  </a:lnTo>
                  <a:lnTo>
                    <a:pt x="218" y="69"/>
                  </a:lnTo>
                  <a:lnTo>
                    <a:pt x="227" y="48"/>
                  </a:lnTo>
                  <a:lnTo>
                    <a:pt x="249" y="48"/>
                  </a:lnTo>
                  <a:lnTo>
                    <a:pt x="268" y="41"/>
                  </a:lnTo>
                  <a:lnTo>
                    <a:pt x="298" y="12"/>
                  </a:lnTo>
                  <a:lnTo>
                    <a:pt x="320" y="19"/>
                  </a:lnTo>
                  <a:lnTo>
                    <a:pt x="329" y="12"/>
                  </a:lnTo>
                  <a:lnTo>
                    <a:pt x="341" y="0"/>
                  </a:lnTo>
                  <a:lnTo>
                    <a:pt x="341" y="29"/>
                  </a:lnTo>
                  <a:lnTo>
                    <a:pt x="350" y="12"/>
                  </a:lnTo>
                  <a:lnTo>
                    <a:pt x="360" y="29"/>
                  </a:lnTo>
                  <a:lnTo>
                    <a:pt x="372" y="0"/>
                  </a:lnTo>
                  <a:lnTo>
                    <a:pt x="391" y="12"/>
                  </a:lnTo>
                  <a:lnTo>
                    <a:pt x="433" y="41"/>
                  </a:lnTo>
                  <a:lnTo>
                    <a:pt x="414" y="48"/>
                  </a:lnTo>
                  <a:lnTo>
                    <a:pt x="391" y="48"/>
                  </a:lnTo>
                  <a:lnTo>
                    <a:pt x="414" y="57"/>
                  </a:lnTo>
                  <a:lnTo>
                    <a:pt x="424" y="69"/>
                  </a:lnTo>
                  <a:lnTo>
                    <a:pt x="424" y="76"/>
                  </a:lnTo>
                  <a:lnTo>
                    <a:pt x="414" y="76"/>
                  </a:lnTo>
                  <a:lnTo>
                    <a:pt x="391" y="97"/>
                  </a:lnTo>
                  <a:lnTo>
                    <a:pt x="402" y="69"/>
                  </a:lnTo>
                  <a:lnTo>
                    <a:pt x="372" y="48"/>
                  </a:lnTo>
                  <a:lnTo>
                    <a:pt x="350" y="57"/>
                  </a:lnTo>
                  <a:lnTo>
                    <a:pt x="341" y="97"/>
                  </a:lnTo>
                  <a:lnTo>
                    <a:pt x="329" y="104"/>
                  </a:lnTo>
                  <a:lnTo>
                    <a:pt x="310" y="104"/>
                  </a:lnTo>
                  <a:lnTo>
                    <a:pt x="298" y="104"/>
                  </a:lnTo>
                  <a:lnTo>
                    <a:pt x="289" y="104"/>
                  </a:lnTo>
                  <a:lnTo>
                    <a:pt x="268" y="86"/>
                  </a:lnTo>
                  <a:lnTo>
                    <a:pt x="258" y="97"/>
                  </a:lnTo>
                  <a:lnTo>
                    <a:pt x="249" y="97"/>
                  </a:lnTo>
                  <a:lnTo>
                    <a:pt x="249" y="114"/>
                  </a:lnTo>
                  <a:lnTo>
                    <a:pt x="227" y="114"/>
                  </a:lnTo>
                  <a:lnTo>
                    <a:pt x="218" y="114"/>
                  </a:lnTo>
                  <a:lnTo>
                    <a:pt x="218" y="133"/>
                  </a:lnTo>
                  <a:lnTo>
                    <a:pt x="206" y="133"/>
                  </a:lnTo>
                  <a:lnTo>
                    <a:pt x="194" y="142"/>
                  </a:lnTo>
                  <a:lnTo>
                    <a:pt x="185" y="161"/>
                  </a:lnTo>
                  <a:lnTo>
                    <a:pt x="185" y="171"/>
                  </a:lnTo>
                  <a:lnTo>
                    <a:pt x="185" y="183"/>
                  </a:lnTo>
                  <a:lnTo>
                    <a:pt x="164" y="211"/>
                  </a:lnTo>
                  <a:lnTo>
                    <a:pt x="154" y="239"/>
                  </a:lnTo>
                  <a:lnTo>
                    <a:pt x="145" y="256"/>
                  </a:lnTo>
                  <a:lnTo>
                    <a:pt x="154" y="275"/>
                  </a:lnTo>
                  <a:lnTo>
                    <a:pt x="133" y="284"/>
                  </a:lnTo>
                  <a:lnTo>
                    <a:pt x="123" y="296"/>
                  </a:lnTo>
                  <a:lnTo>
                    <a:pt x="114" y="334"/>
                  </a:lnTo>
                  <a:lnTo>
                    <a:pt x="123" y="370"/>
                  </a:lnTo>
                  <a:lnTo>
                    <a:pt x="123" y="381"/>
                  </a:lnTo>
                  <a:lnTo>
                    <a:pt x="123" y="410"/>
                  </a:lnTo>
                  <a:lnTo>
                    <a:pt x="114" y="419"/>
                  </a:lnTo>
                  <a:lnTo>
                    <a:pt x="114" y="448"/>
                  </a:lnTo>
                  <a:lnTo>
                    <a:pt x="102" y="448"/>
                  </a:lnTo>
                  <a:lnTo>
                    <a:pt x="102" y="448"/>
                  </a:lnTo>
                  <a:lnTo>
                    <a:pt x="102" y="448"/>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27" name="Google Shape;1927;p206"/>
            <p:cNvSpPr/>
            <p:nvPr/>
          </p:nvSpPr>
          <p:spPr>
            <a:xfrm>
              <a:off x="5854424" y="2736276"/>
              <a:ext cx="323850" cy="703263"/>
            </a:xfrm>
            <a:custGeom>
              <a:avLst/>
              <a:gdLst/>
              <a:ahLst/>
              <a:cxnLst/>
              <a:rect l="l" t="t" r="r" b="b"/>
              <a:pathLst>
                <a:path w="204" h="443" extrusionOk="0">
                  <a:moveTo>
                    <a:pt x="0" y="351"/>
                  </a:moveTo>
                  <a:lnTo>
                    <a:pt x="0" y="351"/>
                  </a:lnTo>
                  <a:lnTo>
                    <a:pt x="10" y="351"/>
                  </a:lnTo>
                  <a:lnTo>
                    <a:pt x="10" y="322"/>
                  </a:lnTo>
                  <a:lnTo>
                    <a:pt x="22" y="313"/>
                  </a:lnTo>
                  <a:lnTo>
                    <a:pt x="22" y="284"/>
                  </a:lnTo>
                  <a:lnTo>
                    <a:pt x="22" y="273"/>
                  </a:lnTo>
                  <a:lnTo>
                    <a:pt x="10" y="237"/>
                  </a:lnTo>
                  <a:lnTo>
                    <a:pt x="22" y="199"/>
                  </a:lnTo>
                  <a:lnTo>
                    <a:pt x="31" y="187"/>
                  </a:lnTo>
                  <a:lnTo>
                    <a:pt x="52" y="180"/>
                  </a:lnTo>
                  <a:lnTo>
                    <a:pt x="41" y="161"/>
                  </a:lnTo>
                  <a:lnTo>
                    <a:pt x="52" y="142"/>
                  </a:lnTo>
                  <a:lnTo>
                    <a:pt x="62" y="114"/>
                  </a:lnTo>
                  <a:lnTo>
                    <a:pt x="83" y="86"/>
                  </a:lnTo>
                  <a:lnTo>
                    <a:pt x="83" y="76"/>
                  </a:lnTo>
                  <a:lnTo>
                    <a:pt x="83" y="67"/>
                  </a:lnTo>
                  <a:lnTo>
                    <a:pt x="93" y="48"/>
                  </a:lnTo>
                  <a:lnTo>
                    <a:pt x="102" y="38"/>
                  </a:lnTo>
                  <a:lnTo>
                    <a:pt x="112" y="38"/>
                  </a:lnTo>
                  <a:lnTo>
                    <a:pt x="112" y="19"/>
                  </a:lnTo>
                  <a:lnTo>
                    <a:pt x="123" y="19"/>
                  </a:lnTo>
                  <a:lnTo>
                    <a:pt x="142" y="19"/>
                  </a:lnTo>
                  <a:lnTo>
                    <a:pt x="142" y="0"/>
                  </a:lnTo>
                  <a:lnTo>
                    <a:pt x="154" y="0"/>
                  </a:lnTo>
                  <a:lnTo>
                    <a:pt x="194" y="38"/>
                  </a:lnTo>
                  <a:lnTo>
                    <a:pt x="204" y="123"/>
                  </a:lnTo>
                  <a:lnTo>
                    <a:pt x="185" y="123"/>
                  </a:lnTo>
                  <a:lnTo>
                    <a:pt x="164" y="142"/>
                  </a:lnTo>
                  <a:lnTo>
                    <a:pt x="164" y="152"/>
                  </a:lnTo>
                  <a:lnTo>
                    <a:pt x="164" y="161"/>
                  </a:lnTo>
                  <a:lnTo>
                    <a:pt x="173" y="171"/>
                  </a:lnTo>
                  <a:lnTo>
                    <a:pt x="154" y="187"/>
                  </a:lnTo>
                  <a:lnTo>
                    <a:pt x="123" y="216"/>
                  </a:lnTo>
                  <a:lnTo>
                    <a:pt x="102" y="244"/>
                  </a:lnTo>
                  <a:lnTo>
                    <a:pt x="102" y="294"/>
                  </a:lnTo>
                  <a:lnTo>
                    <a:pt x="123" y="322"/>
                  </a:lnTo>
                  <a:lnTo>
                    <a:pt x="112" y="329"/>
                  </a:lnTo>
                  <a:lnTo>
                    <a:pt x="112" y="341"/>
                  </a:lnTo>
                  <a:lnTo>
                    <a:pt x="93" y="358"/>
                  </a:lnTo>
                  <a:lnTo>
                    <a:pt x="83" y="427"/>
                  </a:lnTo>
                  <a:lnTo>
                    <a:pt x="62" y="427"/>
                  </a:lnTo>
                  <a:lnTo>
                    <a:pt x="52" y="436"/>
                  </a:lnTo>
                  <a:lnTo>
                    <a:pt x="52" y="443"/>
                  </a:lnTo>
                  <a:lnTo>
                    <a:pt x="31" y="443"/>
                  </a:lnTo>
                  <a:lnTo>
                    <a:pt x="22" y="427"/>
                  </a:lnTo>
                  <a:lnTo>
                    <a:pt x="31" y="415"/>
                  </a:lnTo>
                  <a:lnTo>
                    <a:pt x="22" y="408"/>
                  </a:lnTo>
                  <a:lnTo>
                    <a:pt x="0" y="351"/>
                  </a:lnTo>
                  <a:lnTo>
                    <a:pt x="0" y="351"/>
                  </a:lnTo>
                  <a:lnTo>
                    <a:pt x="0" y="35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28" name="Google Shape;1928;p206"/>
            <p:cNvSpPr/>
            <p:nvPr/>
          </p:nvSpPr>
          <p:spPr>
            <a:xfrm>
              <a:off x="5854424" y="2736276"/>
              <a:ext cx="323850" cy="703263"/>
            </a:xfrm>
            <a:custGeom>
              <a:avLst/>
              <a:gdLst/>
              <a:ahLst/>
              <a:cxnLst/>
              <a:rect l="l" t="t" r="r" b="b"/>
              <a:pathLst>
                <a:path w="204" h="443" extrusionOk="0">
                  <a:moveTo>
                    <a:pt x="0" y="351"/>
                  </a:moveTo>
                  <a:lnTo>
                    <a:pt x="0" y="351"/>
                  </a:lnTo>
                  <a:lnTo>
                    <a:pt x="10" y="351"/>
                  </a:lnTo>
                  <a:lnTo>
                    <a:pt x="10" y="322"/>
                  </a:lnTo>
                  <a:lnTo>
                    <a:pt x="22" y="313"/>
                  </a:lnTo>
                  <a:lnTo>
                    <a:pt x="22" y="284"/>
                  </a:lnTo>
                  <a:lnTo>
                    <a:pt x="22" y="273"/>
                  </a:lnTo>
                  <a:lnTo>
                    <a:pt x="10" y="237"/>
                  </a:lnTo>
                  <a:lnTo>
                    <a:pt x="22" y="199"/>
                  </a:lnTo>
                  <a:lnTo>
                    <a:pt x="31" y="187"/>
                  </a:lnTo>
                  <a:lnTo>
                    <a:pt x="52" y="180"/>
                  </a:lnTo>
                  <a:lnTo>
                    <a:pt x="41" y="161"/>
                  </a:lnTo>
                  <a:lnTo>
                    <a:pt x="52" y="142"/>
                  </a:lnTo>
                  <a:lnTo>
                    <a:pt x="62" y="114"/>
                  </a:lnTo>
                  <a:lnTo>
                    <a:pt x="83" y="86"/>
                  </a:lnTo>
                  <a:lnTo>
                    <a:pt x="83" y="76"/>
                  </a:lnTo>
                  <a:lnTo>
                    <a:pt x="83" y="67"/>
                  </a:lnTo>
                  <a:lnTo>
                    <a:pt x="93" y="48"/>
                  </a:lnTo>
                  <a:lnTo>
                    <a:pt x="102" y="38"/>
                  </a:lnTo>
                  <a:lnTo>
                    <a:pt x="112" y="38"/>
                  </a:lnTo>
                  <a:lnTo>
                    <a:pt x="112" y="19"/>
                  </a:lnTo>
                  <a:lnTo>
                    <a:pt x="123" y="19"/>
                  </a:lnTo>
                  <a:lnTo>
                    <a:pt x="142" y="19"/>
                  </a:lnTo>
                  <a:lnTo>
                    <a:pt x="142" y="0"/>
                  </a:lnTo>
                  <a:lnTo>
                    <a:pt x="154" y="0"/>
                  </a:lnTo>
                  <a:lnTo>
                    <a:pt x="194" y="38"/>
                  </a:lnTo>
                  <a:lnTo>
                    <a:pt x="204" y="123"/>
                  </a:lnTo>
                  <a:lnTo>
                    <a:pt x="185" y="123"/>
                  </a:lnTo>
                  <a:lnTo>
                    <a:pt x="164" y="142"/>
                  </a:lnTo>
                  <a:lnTo>
                    <a:pt x="164" y="152"/>
                  </a:lnTo>
                  <a:lnTo>
                    <a:pt x="164" y="161"/>
                  </a:lnTo>
                  <a:lnTo>
                    <a:pt x="173" y="171"/>
                  </a:lnTo>
                  <a:lnTo>
                    <a:pt x="154" y="187"/>
                  </a:lnTo>
                  <a:lnTo>
                    <a:pt x="123" y="216"/>
                  </a:lnTo>
                  <a:lnTo>
                    <a:pt x="102" y="244"/>
                  </a:lnTo>
                  <a:lnTo>
                    <a:pt x="102" y="294"/>
                  </a:lnTo>
                  <a:lnTo>
                    <a:pt x="123" y="322"/>
                  </a:lnTo>
                  <a:lnTo>
                    <a:pt x="112" y="329"/>
                  </a:lnTo>
                  <a:lnTo>
                    <a:pt x="112" y="341"/>
                  </a:lnTo>
                  <a:lnTo>
                    <a:pt x="93" y="358"/>
                  </a:lnTo>
                  <a:lnTo>
                    <a:pt x="83" y="427"/>
                  </a:lnTo>
                  <a:lnTo>
                    <a:pt x="62" y="427"/>
                  </a:lnTo>
                  <a:lnTo>
                    <a:pt x="52" y="436"/>
                  </a:lnTo>
                  <a:lnTo>
                    <a:pt x="52" y="443"/>
                  </a:lnTo>
                  <a:lnTo>
                    <a:pt x="31" y="443"/>
                  </a:lnTo>
                  <a:lnTo>
                    <a:pt x="22" y="427"/>
                  </a:lnTo>
                  <a:lnTo>
                    <a:pt x="31" y="415"/>
                  </a:lnTo>
                  <a:lnTo>
                    <a:pt x="22" y="408"/>
                  </a:lnTo>
                  <a:lnTo>
                    <a:pt x="0" y="351"/>
                  </a:lnTo>
                  <a:lnTo>
                    <a:pt x="0" y="351"/>
                  </a:lnTo>
                  <a:lnTo>
                    <a:pt x="0" y="35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29" name="Google Shape;1929;p206"/>
            <p:cNvSpPr/>
            <p:nvPr/>
          </p:nvSpPr>
          <p:spPr>
            <a:xfrm>
              <a:off x="5873474" y="5423914"/>
              <a:ext cx="338138" cy="304800"/>
            </a:xfrm>
            <a:custGeom>
              <a:avLst/>
              <a:gdLst/>
              <a:ahLst/>
              <a:cxnLst/>
              <a:rect l="l" t="t" r="r" b="b"/>
              <a:pathLst>
                <a:path w="213" h="192" extrusionOk="0">
                  <a:moveTo>
                    <a:pt x="71" y="192"/>
                  </a:moveTo>
                  <a:lnTo>
                    <a:pt x="71" y="192"/>
                  </a:lnTo>
                  <a:lnTo>
                    <a:pt x="59" y="173"/>
                  </a:lnTo>
                  <a:lnTo>
                    <a:pt x="40" y="116"/>
                  </a:lnTo>
                  <a:lnTo>
                    <a:pt x="40" y="88"/>
                  </a:lnTo>
                  <a:lnTo>
                    <a:pt x="0" y="12"/>
                  </a:lnTo>
                  <a:lnTo>
                    <a:pt x="0" y="0"/>
                  </a:lnTo>
                  <a:lnTo>
                    <a:pt x="19" y="0"/>
                  </a:lnTo>
                  <a:lnTo>
                    <a:pt x="40" y="0"/>
                  </a:lnTo>
                  <a:lnTo>
                    <a:pt x="102" y="12"/>
                  </a:lnTo>
                  <a:lnTo>
                    <a:pt x="123" y="12"/>
                  </a:lnTo>
                  <a:lnTo>
                    <a:pt x="163" y="21"/>
                  </a:lnTo>
                  <a:lnTo>
                    <a:pt x="185" y="12"/>
                  </a:lnTo>
                  <a:lnTo>
                    <a:pt x="194" y="0"/>
                  </a:lnTo>
                  <a:lnTo>
                    <a:pt x="213" y="12"/>
                  </a:lnTo>
                  <a:lnTo>
                    <a:pt x="194" y="29"/>
                  </a:lnTo>
                  <a:lnTo>
                    <a:pt x="185" y="21"/>
                  </a:lnTo>
                  <a:lnTo>
                    <a:pt x="154" y="21"/>
                  </a:lnTo>
                  <a:lnTo>
                    <a:pt x="142" y="78"/>
                  </a:lnTo>
                  <a:lnTo>
                    <a:pt x="133" y="88"/>
                  </a:lnTo>
                  <a:lnTo>
                    <a:pt x="133" y="126"/>
                  </a:lnTo>
                  <a:lnTo>
                    <a:pt x="133" y="182"/>
                  </a:lnTo>
                  <a:lnTo>
                    <a:pt x="111" y="192"/>
                  </a:lnTo>
                  <a:lnTo>
                    <a:pt x="92" y="192"/>
                  </a:lnTo>
                  <a:lnTo>
                    <a:pt x="81" y="182"/>
                  </a:lnTo>
                  <a:lnTo>
                    <a:pt x="71" y="192"/>
                  </a:lnTo>
                  <a:lnTo>
                    <a:pt x="71" y="192"/>
                  </a:lnTo>
                  <a:lnTo>
                    <a:pt x="71" y="19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30" name="Google Shape;1930;p206"/>
            <p:cNvSpPr/>
            <p:nvPr/>
          </p:nvSpPr>
          <p:spPr>
            <a:xfrm>
              <a:off x="5873474" y="5423914"/>
              <a:ext cx="338138" cy="304800"/>
            </a:xfrm>
            <a:custGeom>
              <a:avLst/>
              <a:gdLst/>
              <a:ahLst/>
              <a:cxnLst/>
              <a:rect l="l" t="t" r="r" b="b"/>
              <a:pathLst>
                <a:path w="213" h="192" extrusionOk="0">
                  <a:moveTo>
                    <a:pt x="71" y="192"/>
                  </a:moveTo>
                  <a:lnTo>
                    <a:pt x="71" y="192"/>
                  </a:lnTo>
                  <a:lnTo>
                    <a:pt x="59" y="173"/>
                  </a:lnTo>
                  <a:lnTo>
                    <a:pt x="40" y="116"/>
                  </a:lnTo>
                  <a:lnTo>
                    <a:pt x="40" y="88"/>
                  </a:lnTo>
                  <a:lnTo>
                    <a:pt x="0" y="12"/>
                  </a:lnTo>
                  <a:lnTo>
                    <a:pt x="0" y="0"/>
                  </a:lnTo>
                  <a:lnTo>
                    <a:pt x="19" y="0"/>
                  </a:lnTo>
                  <a:lnTo>
                    <a:pt x="40" y="0"/>
                  </a:lnTo>
                  <a:lnTo>
                    <a:pt x="102" y="12"/>
                  </a:lnTo>
                  <a:lnTo>
                    <a:pt x="123" y="12"/>
                  </a:lnTo>
                  <a:lnTo>
                    <a:pt x="163" y="21"/>
                  </a:lnTo>
                  <a:lnTo>
                    <a:pt x="185" y="12"/>
                  </a:lnTo>
                  <a:lnTo>
                    <a:pt x="194" y="0"/>
                  </a:lnTo>
                  <a:lnTo>
                    <a:pt x="213" y="12"/>
                  </a:lnTo>
                  <a:lnTo>
                    <a:pt x="194" y="29"/>
                  </a:lnTo>
                  <a:lnTo>
                    <a:pt x="185" y="21"/>
                  </a:lnTo>
                  <a:lnTo>
                    <a:pt x="154" y="21"/>
                  </a:lnTo>
                  <a:lnTo>
                    <a:pt x="142" y="78"/>
                  </a:lnTo>
                  <a:lnTo>
                    <a:pt x="133" y="88"/>
                  </a:lnTo>
                  <a:lnTo>
                    <a:pt x="133" y="126"/>
                  </a:lnTo>
                  <a:lnTo>
                    <a:pt x="133" y="182"/>
                  </a:lnTo>
                  <a:lnTo>
                    <a:pt x="111" y="192"/>
                  </a:lnTo>
                  <a:lnTo>
                    <a:pt x="92" y="192"/>
                  </a:lnTo>
                  <a:lnTo>
                    <a:pt x="81" y="182"/>
                  </a:lnTo>
                  <a:lnTo>
                    <a:pt x="71" y="192"/>
                  </a:lnTo>
                  <a:lnTo>
                    <a:pt x="71" y="192"/>
                  </a:lnTo>
                  <a:lnTo>
                    <a:pt x="71" y="19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31" name="Google Shape;1931;p206"/>
            <p:cNvSpPr/>
            <p:nvPr/>
          </p:nvSpPr>
          <p:spPr>
            <a:xfrm>
              <a:off x="5983012" y="5547739"/>
              <a:ext cx="423863" cy="342900"/>
            </a:xfrm>
            <a:custGeom>
              <a:avLst/>
              <a:gdLst/>
              <a:ahLst/>
              <a:cxnLst/>
              <a:rect l="l" t="t" r="r" b="b"/>
              <a:pathLst>
                <a:path w="267" h="216" extrusionOk="0">
                  <a:moveTo>
                    <a:pt x="246" y="7"/>
                  </a:moveTo>
                  <a:lnTo>
                    <a:pt x="258" y="64"/>
                  </a:lnTo>
                  <a:lnTo>
                    <a:pt x="246" y="64"/>
                  </a:lnTo>
                  <a:lnTo>
                    <a:pt x="236" y="76"/>
                  </a:lnTo>
                  <a:lnTo>
                    <a:pt x="246" y="83"/>
                  </a:lnTo>
                  <a:lnTo>
                    <a:pt x="258" y="76"/>
                  </a:lnTo>
                  <a:lnTo>
                    <a:pt x="267" y="76"/>
                  </a:lnTo>
                  <a:lnTo>
                    <a:pt x="267" y="83"/>
                  </a:lnTo>
                  <a:lnTo>
                    <a:pt x="267" y="112"/>
                  </a:lnTo>
                  <a:lnTo>
                    <a:pt x="246" y="121"/>
                  </a:lnTo>
                  <a:lnTo>
                    <a:pt x="227" y="149"/>
                  </a:lnTo>
                  <a:lnTo>
                    <a:pt x="196" y="178"/>
                  </a:lnTo>
                  <a:lnTo>
                    <a:pt x="175" y="197"/>
                  </a:lnTo>
                  <a:lnTo>
                    <a:pt x="144" y="206"/>
                  </a:lnTo>
                  <a:lnTo>
                    <a:pt x="125" y="206"/>
                  </a:lnTo>
                  <a:lnTo>
                    <a:pt x="94" y="206"/>
                  </a:lnTo>
                  <a:lnTo>
                    <a:pt x="61" y="216"/>
                  </a:lnTo>
                  <a:lnTo>
                    <a:pt x="52" y="216"/>
                  </a:lnTo>
                  <a:lnTo>
                    <a:pt x="42" y="206"/>
                  </a:lnTo>
                  <a:lnTo>
                    <a:pt x="31" y="178"/>
                  </a:lnTo>
                  <a:lnTo>
                    <a:pt x="31" y="168"/>
                  </a:lnTo>
                  <a:lnTo>
                    <a:pt x="12" y="112"/>
                  </a:lnTo>
                  <a:lnTo>
                    <a:pt x="0" y="112"/>
                  </a:lnTo>
                  <a:lnTo>
                    <a:pt x="12" y="102"/>
                  </a:lnTo>
                  <a:lnTo>
                    <a:pt x="21" y="112"/>
                  </a:lnTo>
                  <a:lnTo>
                    <a:pt x="42" y="112"/>
                  </a:lnTo>
                  <a:lnTo>
                    <a:pt x="61" y="102"/>
                  </a:lnTo>
                  <a:lnTo>
                    <a:pt x="61" y="48"/>
                  </a:lnTo>
                  <a:lnTo>
                    <a:pt x="73" y="57"/>
                  </a:lnTo>
                  <a:lnTo>
                    <a:pt x="73" y="76"/>
                  </a:lnTo>
                  <a:lnTo>
                    <a:pt x="94" y="76"/>
                  </a:lnTo>
                  <a:lnTo>
                    <a:pt x="125" y="57"/>
                  </a:lnTo>
                  <a:lnTo>
                    <a:pt x="135" y="64"/>
                  </a:lnTo>
                  <a:lnTo>
                    <a:pt x="144" y="57"/>
                  </a:lnTo>
                  <a:lnTo>
                    <a:pt x="187" y="19"/>
                  </a:lnTo>
                  <a:lnTo>
                    <a:pt x="215" y="0"/>
                  </a:lnTo>
                  <a:lnTo>
                    <a:pt x="236" y="7"/>
                  </a:lnTo>
                  <a:lnTo>
                    <a:pt x="246" y="7"/>
                  </a:lnTo>
                  <a:lnTo>
                    <a:pt x="246" y="7"/>
                  </a:lnTo>
                  <a:lnTo>
                    <a:pt x="246" y="7"/>
                  </a:lnTo>
                  <a:close/>
                </a:path>
              </a:pathLst>
            </a:custGeom>
            <a:solidFill>
              <a:schemeClr val="accent2">
                <a:lumMod val="500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32" name="Google Shape;1932;p206"/>
            <p:cNvSpPr/>
            <p:nvPr/>
          </p:nvSpPr>
          <p:spPr>
            <a:xfrm>
              <a:off x="6079849" y="5439789"/>
              <a:ext cx="247650" cy="225425"/>
            </a:xfrm>
            <a:custGeom>
              <a:avLst/>
              <a:gdLst/>
              <a:ahLst/>
              <a:cxnLst/>
              <a:rect l="l" t="t" r="r" b="b"/>
              <a:pathLst>
                <a:path w="156" h="142" extrusionOk="0">
                  <a:moveTo>
                    <a:pt x="0" y="113"/>
                  </a:moveTo>
                  <a:lnTo>
                    <a:pt x="0" y="113"/>
                  </a:lnTo>
                  <a:lnTo>
                    <a:pt x="12" y="123"/>
                  </a:lnTo>
                  <a:lnTo>
                    <a:pt x="12" y="142"/>
                  </a:lnTo>
                  <a:lnTo>
                    <a:pt x="31" y="142"/>
                  </a:lnTo>
                  <a:lnTo>
                    <a:pt x="64" y="123"/>
                  </a:lnTo>
                  <a:lnTo>
                    <a:pt x="74" y="132"/>
                  </a:lnTo>
                  <a:lnTo>
                    <a:pt x="83" y="123"/>
                  </a:lnTo>
                  <a:lnTo>
                    <a:pt x="126" y="85"/>
                  </a:lnTo>
                  <a:lnTo>
                    <a:pt x="156" y="66"/>
                  </a:lnTo>
                  <a:lnTo>
                    <a:pt x="137" y="66"/>
                  </a:lnTo>
                  <a:lnTo>
                    <a:pt x="126" y="47"/>
                  </a:lnTo>
                  <a:lnTo>
                    <a:pt x="104" y="28"/>
                  </a:lnTo>
                  <a:lnTo>
                    <a:pt x="83" y="0"/>
                  </a:lnTo>
                  <a:lnTo>
                    <a:pt x="64" y="19"/>
                  </a:lnTo>
                  <a:lnTo>
                    <a:pt x="52" y="9"/>
                  </a:lnTo>
                  <a:lnTo>
                    <a:pt x="22" y="9"/>
                  </a:lnTo>
                  <a:lnTo>
                    <a:pt x="12" y="66"/>
                  </a:lnTo>
                  <a:lnTo>
                    <a:pt x="0" y="75"/>
                  </a:lnTo>
                  <a:lnTo>
                    <a:pt x="0" y="113"/>
                  </a:lnTo>
                  <a:lnTo>
                    <a:pt x="0" y="113"/>
                  </a:lnTo>
                  <a:lnTo>
                    <a:pt x="0" y="113"/>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33" name="Google Shape;1933;p206"/>
            <p:cNvSpPr/>
            <p:nvPr/>
          </p:nvSpPr>
          <p:spPr>
            <a:xfrm>
              <a:off x="6079849" y="5439789"/>
              <a:ext cx="247650" cy="225425"/>
            </a:xfrm>
            <a:custGeom>
              <a:avLst/>
              <a:gdLst/>
              <a:ahLst/>
              <a:cxnLst/>
              <a:rect l="l" t="t" r="r" b="b"/>
              <a:pathLst>
                <a:path w="156" h="142" extrusionOk="0">
                  <a:moveTo>
                    <a:pt x="0" y="113"/>
                  </a:moveTo>
                  <a:lnTo>
                    <a:pt x="0" y="113"/>
                  </a:lnTo>
                  <a:lnTo>
                    <a:pt x="12" y="123"/>
                  </a:lnTo>
                  <a:lnTo>
                    <a:pt x="12" y="142"/>
                  </a:lnTo>
                  <a:lnTo>
                    <a:pt x="31" y="142"/>
                  </a:lnTo>
                  <a:lnTo>
                    <a:pt x="64" y="123"/>
                  </a:lnTo>
                  <a:lnTo>
                    <a:pt x="74" y="132"/>
                  </a:lnTo>
                  <a:lnTo>
                    <a:pt x="83" y="123"/>
                  </a:lnTo>
                  <a:lnTo>
                    <a:pt x="126" y="85"/>
                  </a:lnTo>
                  <a:lnTo>
                    <a:pt x="156" y="66"/>
                  </a:lnTo>
                  <a:lnTo>
                    <a:pt x="137" y="66"/>
                  </a:lnTo>
                  <a:lnTo>
                    <a:pt x="126" y="47"/>
                  </a:lnTo>
                  <a:lnTo>
                    <a:pt x="104" y="28"/>
                  </a:lnTo>
                  <a:lnTo>
                    <a:pt x="83" y="0"/>
                  </a:lnTo>
                  <a:lnTo>
                    <a:pt x="64" y="19"/>
                  </a:lnTo>
                  <a:lnTo>
                    <a:pt x="52" y="9"/>
                  </a:lnTo>
                  <a:lnTo>
                    <a:pt x="22" y="9"/>
                  </a:lnTo>
                  <a:lnTo>
                    <a:pt x="12" y="66"/>
                  </a:lnTo>
                  <a:lnTo>
                    <a:pt x="0" y="75"/>
                  </a:lnTo>
                  <a:lnTo>
                    <a:pt x="0" y="113"/>
                  </a:lnTo>
                  <a:lnTo>
                    <a:pt x="0" y="113"/>
                  </a:lnTo>
                  <a:lnTo>
                    <a:pt x="0" y="113"/>
                  </a:lnTo>
                  <a:close/>
                </a:path>
              </a:pathLst>
            </a:custGeom>
            <a:solidFill>
              <a:srgbClr val="B5B5B5"/>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34" name="Google Shape;1934;p206"/>
            <p:cNvSpPr/>
            <p:nvPr/>
          </p:nvSpPr>
          <p:spPr>
            <a:xfrm>
              <a:off x="6211612" y="5393751"/>
              <a:ext cx="214313" cy="165100"/>
            </a:xfrm>
            <a:custGeom>
              <a:avLst/>
              <a:gdLst/>
              <a:ahLst/>
              <a:cxnLst/>
              <a:rect l="l" t="t" r="r" b="b"/>
              <a:pathLst>
                <a:path w="135" h="104" extrusionOk="0">
                  <a:moveTo>
                    <a:pt x="83" y="0"/>
                  </a:moveTo>
                  <a:lnTo>
                    <a:pt x="83" y="0"/>
                  </a:lnTo>
                  <a:lnTo>
                    <a:pt x="64" y="0"/>
                  </a:lnTo>
                  <a:lnTo>
                    <a:pt x="64" y="10"/>
                  </a:lnTo>
                  <a:lnTo>
                    <a:pt x="31" y="29"/>
                  </a:lnTo>
                  <a:lnTo>
                    <a:pt x="0" y="29"/>
                  </a:lnTo>
                  <a:lnTo>
                    <a:pt x="21" y="57"/>
                  </a:lnTo>
                  <a:lnTo>
                    <a:pt x="43" y="76"/>
                  </a:lnTo>
                  <a:lnTo>
                    <a:pt x="52" y="95"/>
                  </a:lnTo>
                  <a:lnTo>
                    <a:pt x="73" y="95"/>
                  </a:lnTo>
                  <a:lnTo>
                    <a:pt x="95" y="104"/>
                  </a:lnTo>
                  <a:lnTo>
                    <a:pt x="104" y="104"/>
                  </a:lnTo>
                  <a:lnTo>
                    <a:pt x="125" y="66"/>
                  </a:lnTo>
                  <a:lnTo>
                    <a:pt x="135" y="29"/>
                  </a:lnTo>
                  <a:lnTo>
                    <a:pt x="125" y="10"/>
                  </a:lnTo>
                  <a:lnTo>
                    <a:pt x="104" y="0"/>
                  </a:lnTo>
                  <a:lnTo>
                    <a:pt x="83" y="0"/>
                  </a:lnTo>
                  <a:lnTo>
                    <a:pt x="83" y="0"/>
                  </a:lnTo>
                  <a:lnTo>
                    <a:pt x="83"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35" name="Google Shape;1935;p206"/>
            <p:cNvSpPr/>
            <p:nvPr/>
          </p:nvSpPr>
          <p:spPr>
            <a:xfrm>
              <a:off x="6343374" y="5258814"/>
              <a:ext cx="274638" cy="406400"/>
            </a:xfrm>
            <a:custGeom>
              <a:avLst/>
              <a:gdLst/>
              <a:ahLst/>
              <a:cxnLst/>
              <a:rect l="l" t="t" r="r" b="b"/>
              <a:pathLst>
                <a:path w="173" h="256" extrusionOk="0">
                  <a:moveTo>
                    <a:pt x="40" y="256"/>
                  </a:moveTo>
                  <a:lnTo>
                    <a:pt x="40" y="256"/>
                  </a:lnTo>
                  <a:lnTo>
                    <a:pt x="40" y="246"/>
                  </a:lnTo>
                  <a:lnTo>
                    <a:pt x="40" y="237"/>
                  </a:lnTo>
                  <a:lnTo>
                    <a:pt x="83" y="227"/>
                  </a:lnTo>
                  <a:lnTo>
                    <a:pt x="92" y="218"/>
                  </a:lnTo>
                  <a:lnTo>
                    <a:pt x="92" y="189"/>
                  </a:lnTo>
                  <a:lnTo>
                    <a:pt x="71" y="151"/>
                  </a:lnTo>
                  <a:lnTo>
                    <a:pt x="113" y="114"/>
                  </a:lnTo>
                  <a:lnTo>
                    <a:pt x="144" y="104"/>
                  </a:lnTo>
                  <a:lnTo>
                    <a:pt x="173" y="76"/>
                  </a:lnTo>
                  <a:lnTo>
                    <a:pt x="163" y="0"/>
                  </a:lnTo>
                  <a:lnTo>
                    <a:pt x="144" y="19"/>
                  </a:lnTo>
                  <a:lnTo>
                    <a:pt x="102" y="19"/>
                  </a:lnTo>
                  <a:lnTo>
                    <a:pt x="83" y="19"/>
                  </a:lnTo>
                  <a:lnTo>
                    <a:pt x="71" y="28"/>
                  </a:lnTo>
                  <a:lnTo>
                    <a:pt x="83" y="47"/>
                  </a:lnTo>
                  <a:lnTo>
                    <a:pt x="92" y="66"/>
                  </a:lnTo>
                  <a:lnTo>
                    <a:pt x="92" y="85"/>
                  </a:lnTo>
                  <a:lnTo>
                    <a:pt x="83" y="104"/>
                  </a:lnTo>
                  <a:lnTo>
                    <a:pt x="71" y="85"/>
                  </a:lnTo>
                  <a:lnTo>
                    <a:pt x="71" y="66"/>
                  </a:lnTo>
                  <a:lnTo>
                    <a:pt x="61" y="66"/>
                  </a:lnTo>
                  <a:lnTo>
                    <a:pt x="52" y="57"/>
                  </a:lnTo>
                  <a:lnTo>
                    <a:pt x="0" y="76"/>
                  </a:lnTo>
                  <a:lnTo>
                    <a:pt x="0" y="85"/>
                  </a:lnTo>
                  <a:lnTo>
                    <a:pt x="19" y="85"/>
                  </a:lnTo>
                  <a:lnTo>
                    <a:pt x="40" y="95"/>
                  </a:lnTo>
                  <a:lnTo>
                    <a:pt x="52" y="114"/>
                  </a:lnTo>
                  <a:lnTo>
                    <a:pt x="40" y="151"/>
                  </a:lnTo>
                  <a:lnTo>
                    <a:pt x="19" y="189"/>
                  </a:lnTo>
                  <a:lnTo>
                    <a:pt x="31" y="246"/>
                  </a:lnTo>
                  <a:lnTo>
                    <a:pt x="31" y="256"/>
                  </a:lnTo>
                  <a:lnTo>
                    <a:pt x="40" y="256"/>
                  </a:lnTo>
                  <a:lnTo>
                    <a:pt x="40" y="256"/>
                  </a:lnTo>
                  <a:lnTo>
                    <a:pt x="40" y="256"/>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36" name="Google Shape;1936;p206"/>
            <p:cNvSpPr/>
            <p:nvPr/>
          </p:nvSpPr>
          <p:spPr>
            <a:xfrm>
              <a:off x="6406874" y="5242939"/>
              <a:ext cx="82550" cy="180975"/>
            </a:xfrm>
            <a:custGeom>
              <a:avLst/>
              <a:gdLst/>
              <a:ahLst/>
              <a:cxnLst/>
              <a:rect l="l" t="t" r="r" b="b"/>
              <a:pathLst>
                <a:path w="52" h="114" extrusionOk="0">
                  <a:moveTo>
                    <a:pt x="12" y="69"/>
                  </a:moveTo>
                  <a:lnTo>
                    <a:pt x="12" y="69"/>
                  </a:lnTo>
                  <a:lnTo>
                    <a:pt x="0" y="57"/>
                  </a:lnTo>
                  <a:lnTo>
                    <a:pt x="12" y="41"/>
                  </a:lnTo>
                  <a:lnTo>
                    <a:pt x="12" y="29"/>
                  </a:lnTo>
                  <a:lnTo>
                    <a:pt x="21" y="22"/>
                  </a:lnTo>
                  <a:lnTo>
                    <a:pt x="12" y="0"/>
                  </a:lnTo>
                  <a:lnTo>
                    <a:pt x="21" y="0"/>
                  </a:lnTo>
                  <a:lnTo>
                    <a:pt x="31" y="0"/>
                  </a:lnTo>
                  <a:lnTo>
                    <a:pt x="43" y="29"/>
                  </a:lnTo>
                  <a:lnTo>
                    <a:pt x="31" y="41"/>
                  </a:lnTo>
                  <a:lnTo>
                    <a:pt x="43" y="57"/>
                  </a:lnTo>
                  <a:lnTo>
                    <a:pt x="52" y="79"/>
                  </a:lnTo>
                  <a:lnTo>
                    <a:pt x="52" y="98"/>
                  </a:lnTo>
                  <a:lnTo>
                    <a:pt x="43" y="114"/>
                  </a:lnTo>
                  <a:lnTo>
                    <a:pt x="31" y="98"/>
                  </a:lnTo>
                  <a:lnTo>
                    <a:pt x="31" y="79"/>
                  </a:lnTo>
                  <a:lnTo>
                    <a:pt x="21" y="79"/>
                  </a:lnTo>
                  <a:lnTo>
                    <a:pt x="12" y="6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37" name="Google Shape;1937;p206"/>
            <p:cNvSpPr/>
            <p:nvPr/>
          </p:nvSpPr>
          <p:spPr>
            <a:xfrm>
              <a:off x="6406874" y="5242939"/>
              <a:ext cx="82550" cy="180975"/>
            </a:xfrm>
            <a:custGeom>
              <a:avLst/>
              <a:gdLst/>
              <a:ahLst/>
              <a:cxnLst/>
              <a:rect l="l" t="t" r="r" b="b"/>
              <a:pathLst>
                <a:path w="52" h="114" extrusionOk="0">
                  <a:moveTo>
                    <a:pt x="12" y="69"/>
                  </a:moveTo>
                  <a:lnTo>
                    <a:pt x="12" y="69"/>
                  </a:lnTo>
                  <a:lnTo>
                    <a:pt x="0" y="57"/>
                  </a:lnTo>
                  <a:lnTo>
                    <a:pt x="12" y="41"/>
                  </a:lnTo>
                  <a:lnTo>
                    <a:pt x="12" y="29"/>
                  </a:lnTo>
                  <a:lnTo>
                    <a:pt x="21" y="22"/>
                  </a:lnTo>
                  <a:lnTo>
                    <a:pt x="12" y="0"/>
                  </a:lnTo>
                  <a:lnTo>
                    <a:pt x="21" y="0"/>
                  </a:lnTo>
                  <a:lnTo>
                    <a:pt x="31" y="0"/>
                  </a:lnTo>
                  <a:lnTo>
                    <a:pt x="43" y="29"/>
                  </a:lnTo>
                  <a:lnTo>
                    <a:pt x="31" y="41"/>
                  </a:lnTo>
                  <a:lnTo>
                    <a:pt x="43" y="57"/>
                  </a:lnTo>
                  <a:lnTo>
                    <a:pt x="52" y="79"/>
                  </a:lnTo>
                  <a:lnTo>
                    <a:pt x="52" y="98"/>
                  </a:lnTo>
                  <a:lnTo>
                    <a:pt x="43" y="114"/>
                  </a:lnTo>
                  <a:lnTo>
                    <a:pt x="31" y="98"/>
                  </a:lnTo>
                  <a:lnTo>
                    <a:pt x="31" y="79"/>
                  </a:lnTo>
                  <a:lnTo>
                    <a:pt x="21" y="79"/>
                  </a:lnTo>
                  <a:lnTo>
                    <a:pt x="12" y="6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38" name="Google Shape;1938;p206"/>
            <p:cNvSpPr/>
            <p:nvPr/>
          </p:nvSpPr>
          <p:spPr>
            <a:xfrm>
              <a:off x="6406874" y="5242939"/>
              <a:ext cx="82550" cy="180975"/>
            </a:xfrm>
            <a:custGeom>
              <a:avLst/>
              <a:gdLst/>
              <a:ahLst/>
              <a:cxnLst/>
              <a:rect l="l" t="t" r="r" b="b"/>
              <a:pathLst>
                <a:path w="52" h="114" extrusionOk="0">
                  <a:moveTo>
                    <a:pt x="12" y="69"/>
                  </a:moveTo>
                  <a:lnTo>
                    <a:pt x="12" y="69"/>
                  </a:lnTo>
                  <a:lnTo>
                    <a:pt x="0" y="57"/>
                  </a:lnTo>
                  <a:lnTo>
                    <a:pt x="12" y="41"/>
                  </a:lnTo>
                  <a:lnTo>
                    <a:pt x="12" y="29"/>
                  </a:lnTo>
                  <a:lnTo>
                    <a:pt x="21" y="22"/>
                  </a:lnTo>
                  <a:lnTo>
                    <a:pt x="12" y="0"/>
                  </a:lnTo>
                  <a:lnTo>
                    <a:pt x="21" y="0"/>
                  </a:lnTo>
                  <a:lnTo>
                    <a:pt x="31" y="0"/>
                  </a:lnTo>
                  <a:lnTo>
                    <a:pt x="43" y="29"/>
                  </a:lnTo>
                  <a:lnTo>
                    <a:pt x="31" y="41"/>
                  </a:lnTo>
                  <a:lnTo>
                    <a:pt x="43" y="57"/>
                  </a:lnTo>
                  <a:lnTo>
                    <a:pt x="52" y="79"/>
                  </a:lnTo>
                  <a:lnTo>
                    <a:pt x="52" y="98"/>
                  </a:lnTo>
                  <a:lnTo>
                    <a:pt x="43" y="114"/>
                  </a:lnTo>
                  <a:lnTo>
                    <a:pt x="31" y="98"/>
                  </a:lnTo>
                  <a:lnTo>
                    <a:pt x="31" y="79"/>
                  </a:lnTo>
                  <a:lnTo>
                    <a:pt x="21" y="79"/>
                  </a:lnTo>
                  <a:lnTo>
                    <a:pt x="12" y="6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39" name="Google Shape;1939;p206"/>
            <p:cNvSpPr/>
            <p:nvPr/>
          </p:nvSpPr>
          <p:spPr>
            <a:xfrm>
              <a:off x="6357662" y="5649339"/>
              <a:ext cx="34925" cy="33338"/>
            </a:xfrm>
            <a:custGeom>
              <a:avLst/>
              <a:gdLst/>
              <a:ahLst/>
              <a:cxnLst/>
              <a:rect l="l" t="t" r="r" b="b"/>
              <a:pathLst>
                <a:path w="22" h="21" extrusionOk="0">
                  <a:moveTo>
                    <a:pt x="22" y="12"/>
                  </a:moveTo>
                  <a:lnTo>
                    <a:pt x="22" y="12"/>
                  </a:lnTo>
                  <a:lnTo>
                    <a:pt x="22" y="0"/>
                  </a:lnTo>
                  <a:lnTo>
                    <a:pt x="12" y="0"/>
                  </a:lnTo>
                  <a:lnTo>
                    <a:pt x="0" y="12"/>
                  </a:lnTo>
                  <a:lnTo>
                    <a:pt x="12" y="21"/>
                  </a:lnTo>
                  <a:lnTo>
                    <a:pt x="22" y="1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40" name="Google Shape;1940;p206"/>
            <p:cNvSpPr/>
            <p:nvPr/>
          </p:nvSpPr>
          <p:spPr>
            <a:xfrm>
              <a:off x="6357662" y="5649339"/>
              <a:ext cx="34925" cy="33338"/>
            </a:xfrm>
            <a:custGeom>
              <a:avLst/>
              <a:gdLst/>
              <a:ahLst/>
              <a:cxnLst/>
              <a:rect l="l" t="t" r="r" b="b"/>
              <a:pathLst>
                <a:path w="22" h="21" extrusionOk="0">
                  <a:moveTo>
                    <a:pt x="22" y="12"/>
                  </a:moveTo>
                  <a:lnTo>
                    <a:pt x="22" y="12"/>
                  </a:lnTo>
                  <a:lnTo>
                    <a:pt x="22" y="0"/>
                  </a:lnTo>
                  <a:lnTo>
                    <a:pt x="12" y="0"/>
                  </a:lnTo>
                  <a:lnTo>
                    <a:pt x="0" y="12"/>
                  </a:lnTo>
                  <a:lnTo>
                    <a:pt x="12" y="21"/>
                  </a:lnTo>
                  <a:lnTo>
                    <a:pt x="22" y="12"/>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41" name="Google Shape;1941;p206"/>
            <p:cNvSpPr/>
            <p:nvPr/>
          </p:nvSpPr>
          <p:spPr>
            <a:xfrm>
              <a:off x="6357662" y="5649339"/>
              <a:ext cx="34925" cy="33338"/>
            </a:xfrm>
            <a:custGeom>
              <a:avLst/>
              <a:gdLst/>
              <a:ahLst/>
              <a:cxnLst/>
              <a:rect l="l" t="t" r="r" b="b"/>
              <a:pathLst>
                <a:path w="22" h="21" extrusionOk="0">
                  <a:moveTo>
                    <a:pt x="22" y="12"/>
                  </a:moveTo>
                  <a:lnTo>
                    <a:pt x="22" y="12"/>
                  </a:lnTo>
                  <a:lnTo>
                    <a:pt x="22" y="0"/>
                  </a:lnTo>
                  <a:lnTo>
                    <a:pt x="12" y="0"/>
                  </a:lnTo>
                  <a:lnTo>
                    <a:pt x="0" y="12"/>
                  </a:lnTo>
                  <a:lnTo>
                    <a:pt x="12" y="21"/>
                  </a:lnTo>
                  <a:lnTo>
                    <a:pt x="22" y="12"/>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42" name="Google Shape;1942;p206"/>
            <p:cNvSpPr/>
            <p:nvPr/>
          </p:nvSpPr>
          <p:spPr>
            <a:xfrm>
              <a:off x="6687862" y="5303264"/>
              <a:ext cx="173038" cy="334963"/>
            </a:xfrm>
            <a:custGeom>
              <a:avLst/>
              <a:gdLst/>
              <a:ahLst/>
              <a:cxnLst/>
              <a:rect l="l" t="t" r="r" b="b"/>
              <a:pathLst>
                <a:path w="109" h="211" extrusionOk="0">
                  <a:moveTo>
                    <a:pt x="0" y="154"/>
                  </a:moveTo>
                  <a:lnTo>
                    <a:pt x="0" y="154"/>
                  </a:lnTo>
                  <a:lnTo>
                    <a:pt x="10" y="190"/>
                  </a:lnTo>
                  <a:lnTo>
                    <a:pt x="19" y="211"/>
                  </a:lnTo>
                  <a:lnTo>
                    <a:pt x="50" y="211"/>
                  </a:lnTo>
                  <a:lnTo>
                    <a:pt x="60" y="202"/>
                  </a:lnTo>
                  <a:lnTo>
                    <a:pt x="90" y="95"/>
                  </a:lnTo>
                  <a:lnTo>
                    <a:pt x="100" y="48"/>
                  </a:lnTo>
                  <a:lnTo>
                    <a:pt x="109" y="57"/>
                  </a:lnTo>
                  <a:lnTo>
                    <a:pt x="109" y="48"/>
                  </a:lnTo>
                  <a:lnTo>
                    <a:pt x="100" y="10"/>
                  </a:lnTo>
                  <a:lnTo>
                    <a:pt x="90" y="0"/>
                  </a:lnTo>
                  <a:lnTo>
                    <a:pt x="81" y="19"/>
                  </a:lnTo>
                  <a:lnTo>
                    <a:pt x="69" y="19"/>
                  </a:lnTo>
                  <a:lnTo>
                    <a:pt x="69" y="38"/>
                  </a:lnTo>
                  <a:lnTo>
                    <a:pt x="19" y="67"/>
                  </a:lnTo>
                  <a:lnTo>
                    <a:pt x="10" y="86"/>
                  </a:lnTo>
                  <a:lnTo>
                    <a:pt x="19" y="123"/>
                  </a:lnTo>
                  <a:lnTo>
                    <a:pt x="0" y="154"/>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43" name="Google Shape;1943;p206"/>
            <p:cNvSpPr/>
            <p:nvPr/>
          </p:nvSpPr>
          <p:spPr>
            <a:xfrm>
              <a:off x="6687862" y="5303264"/>
              <a:ext cx="173038" cy="334963"/>
            </a:xfrm>
            <a:custGeom>
              <a:avLst/>
              <a:gdLst/>
              <a:ahLst/>
              <a:cxnLst/>
              <a:rect l="l" t="t" r="r" b="b"/>
              <a:pathLst>
                <a:path w="109" h="211" extrusionOk="0">
                  <a:moveTo>
                    <a:pt x="0" y="154"/>
                  </a:moveTo>
                  <a:lnTo>
                    <a:pt x="0" y="154"/>
                  </a:lnTo>
                  <a:lnTo>
                    <a:pt x="10" y="190"/>
                  </a:lnTo>
                  <a:lnTo>
                    <a:pt x="19" y="211"/>
                  </a:lnTo>
                  <a:lnTo>
                    <a:pt x="50" y="211"/>
                  </a:lnTo>
                  <a:lnTo>
                    <a:pt x="60" y="202"/>
                  </a:lnTo>
                  <a:lnTo>
                    <a:pt x="90" y="95"/>
                  </a:lnTo>
                  <a:lnTo>
                    <a:pt x="100" y="48"/>
                  </a:lnTo>
                  <a:lnTo>
                    <a:pt x="109" y="57"/>
                  </a:lnTo>
                  <a:lnTo>
                    <a:pt x="109" y="48"/>
                  </a:lnTo>
                  <a:lnTo>
                    <a:pt x="100" y="10"/>
                  </a:lnTo>
                  <a:lnTo>
                    <a:pt x="90" y="0"/>
                  </a:lnTo>
                  <a:lnTo>
                    <a:pt x="81" y="19"/>
                  </a:lnTo>
                  <a:lnTo>
                    <a:pt x="69" y="19"/>
                  </a:lnTo>
                  <a:lnTo>
                    <a:pt x="69" y="38"/>
                  </a:lnTo>
                  <a:lnTo>
                    <a:pt x="19" y="67"/>
                  </a:lnTo>
                  <a:lnTo>
                    <a:pt x="10" y="86"/>
                  </a:lnTo>
                  <a:lnTo>
                    <a:pt x="19" y="123"/>
                  </a:lnTo>
                  <a:lnTo>
                    <a:pt x="0" y="154"/>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44" name="Google Shape;1944;p206"/>
            <p:cNvSpPr/>
            <p:nvPr/>
          </p:nvSpPr>
          <p:spPr>
            <a:xfrm>
              <a:off x="6687862" y="5303264"/>
              <a:ext cx="173038" cy="334963"/>
            </a:xfrm>
            <a:custGeom>
              <a:avLst/>
              <a:gdLst/>
              <a:ahLst/>
              <a:cxnLst/>
              <a:rect l="l" t="t" r="r" b="b"/>
              <a:pathLst>
                <a:path w="109" h="211" extrusionOk="0">
                  <a:moveTo>
                    <a:pt x="0" y="154"/>
                  </a:moveTo>
                  <a:lnTo>
                    <a:pt x="0" y="154"/>
                  </a:lnTo>
                  <a:lnTo>
                    <a:pt x="10" y="190"/>
                  </a:lnTo>
                  <a:lnTo>
                    <a:pt x="19" y="211"/>
                  </a:lnTo>
                  <a:lnTo>
                    <a:pt x="50" y="211"/>
                  </a:lnTo>
                  <a:lnTo>
                    <a:pt x="60" y="202"/>
                  </a:lnTo>
                  <a:lnTo>
                    <a:pt x="90" y="95"/>
                  </a:lnTo>
                  <a:lnTo>
                    <a:pt x="100" y="48"/>
                  </a:lnTo>
                  <a:lnTo>
                    <a:pt x="109" y="57"/>
                  </a:lnTo>
                  <a:lnTo>
                    <a:pt x="109" y="48"/>
                  </a:lnTo>
                  <a:lnTo>
                    <a:pt x="100" y="10"/>
                  </a:lnTo>
                  <a:lnTo>
                    <a:pt x="90" y="0"/>
                  </a:lnTo>
                  <a:lnTo>
                    <a:pt x="81" y="19"/>
                  </a:lnTo>
                  <a:lnTo>
                    <a:pt x="69" y="19"/>
                  </a:lnTo>
                  <a:lnTo>
                    <a:pt x="69" y="38"/>
                  </a:lnTo>
                  <a:lnTo>
                    <a:pt x="19" y="67"/>
                  </a:lnTo>
                  <a:lnTo>
                    <a:pt x="10" y="86"/>
                  </a:lnTo>
                  <a:lnTo>
                    <a:pt x="19" y="123"/>
                  </a:lnTo>
                  <a:lnTo>
                    <a:pt x="0" y="154"/>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45" name="Google Shape;1945;p206"/>
            <p:cNvSpPr/>
            <p:nvPr/>
          </p:nvSpPr>
          <p:spPr>
            <a:xfrm>
              <a:off x="7045049" y="5503289"/>
              <a:ext cx="15875" cy="11113"/>
            </a:xfrm>
            <a:custGeom>
              <a:avLst/>
              <a:gdLst/>
              <a:ahLst/>
              <a:cxnLst/>
              <a:rect l="l" t="t" r="r" b="b"/>
              <a:pathLst>
                <a:path w="10" h="7" extrusionOk="0">
                  <a:moveTo>
                    <a:pt x="0" y="7"/>
                  </a:moveTo>
                  <a:lnTo>
                    <a:pt x="0" y="7"/>
                  </a:lnTo>
                  <a:lnTo>
                    <a:pt x="10" y="7"/>
                  </a:lnTo>
                  <a:lnTo>
                    <a:pt x="0" y="0"/>
                  </a:lnTo>
                  <a:lnTo>
                    <a:pt x="0" y="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46" name="Google Shape;1946;p206"/>
            <p:cNvSpPr/>
            <p:nvPr/>
          </p:nvSpPr>
          <p:spPr>
            <a:xfrm>
              <a:off x="7045049" y="5503289"/>
              <a:ext cx="15875" cy="11113"/>
            </a:xfrm>
            <a:custGeom>
              <a:avLst/>
              <a:gdLst/>
              <a:ahLst/>
              <a:cxnLst/>
              <a:rect l="l" t="t" r="r" b="b"/>
              <a:pathLst>
                <a:path w="10" h="7" extrusionOk="0">
                  <a:moveTo>
                    <a:pt x="0" y="7"/>
                  </a:moveTo>
                  <a:lnTo>
                    <a:pt x="0" y="7"/>
                  </a:lnTo>
                  <a:lnTo>
                    <a:pt x="10" y="7"/>
                  </a:lnTo>
                  <a:lnTo>
                    <a:pt x="0" y="0"/>
                  </a:lnTo>
                  <a:lnTo>
                    <a:pt x="0" y="7"/>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47" name="Google Shape;1947;p206"/>
            <p:cNvSpPr/>
            <p:nvPr/>
          </p:nvSpPr>
          <p:spPr>
            <a:xfrm>
              <a:off x="7045049" y="5503289"/>
              <a:ext cx="15875" cy="11113"/>
            </a:xfrm>
            <a:custGeom>
              <a:avLst/>
              <a:gdLst/>
              <a:ahLst/>
              <a:cxnLst/>
              <a:rect l="l" t="t" r="r" b="b"/>
              <a:pathLst>
                <a:path w="10" h="7" extrusionOk="0">
                  <a:moveTo>
                    <a:pt x="0" y="7"/>
                  </a:moveTo>
                  <a:lnTo>
                    <a:pt x="0" y="7"/>
                  </a:lnTo>
                  <a:lnTo>
                    <a:pt x="10" y="7"/>
                  </a:lnTo>
                  <a:lnTo>
                    <a:pt x="0" y="0"/>
                  </a:lnTo>
                  <a:lnTo>
                    <a:pt x="0" y="7"/>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48" name="Google Shape;1948;p206"/>
            <p:cNvSpPr/>
            <p:nvPr/>
          </p:nvSpPr>
          <p:spPr>
            <a:xfrm>
              <a:off x="5790924" y="4928614"/>
              <a:ext cx="11113" cy="14288"/>
            </a:xfrm>
            <a:custGeom>
              <a:avLst/>
              <a:gdLst/>
              <a:ahLst/>
              <a:cxnLst/>
              <a:rect l="l" t="t" r="r" b="b"/>
              <a:pathLst>
                <a:path w="7" h="9" extrusionOk="0">
                  <a:moveTo>
                    <a:pt x="0" y="9"/>
                  </a:moveTo>
                  <a:lnTo>
                    <a:pt x="0" y="9"/>
                  </a:lnTo>
                  <a:lnTo>
                    <a:pt x="7" y="0"/>
                  </a:lnTo>
                  <a:lnTo>
                    <a:pt x="0" y="0"/>
                  </a:lnTo>
                  <a:lnTo>
                    <a:pt x="0" y="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49" name="Google Shape;1949;p206"/>
            <p:cNvSpPr/>
            <p:nvPr/>
          </p:nvSpPr>
          <p:spPr>
            <a:xfrm>
              <a:off x="5790924" y="4928614"/>
              <a:ext cx="11113" cy="14288"/>
            </a:xfrm>
            <a:custGeom>
              <a:avLst/>
              <a:gdLst/>
              <a:ahLst/>
              <a:cxnLst/>
              <a:rect l="l" t="t" r="r" b="b"/>
              <a:pathLst>
                <a:path w="7" h="9" extrusionOk="0">
                  <a:moveTo>
                    <a:pt x="0" y="9"/>
                  </a:moveTo>
                  <a:lnTo>
                    <a:pt x="0" y="9"/>
                  </a:lnTo>
                  <a:lnTo>
                    <a:pt x="7" y="0"/>
                  </a:lnTo>
                  <a:lnTo>
                    <a:pt x="0" y="0"/>
                  </a:lnTo>
                  <a:lnTo>
                    <a:pt x="0" y="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50" name="Google Shape;1950;p206"/>
            <p:cNvSpPr/>
            <p:nvPr/>
          </p:nvSpPr>
          <p:spPr>
            <a:xfrm>
              <a:off x="5790924" y="4928614"/>
              <a:ext cx="11113" cy="14288"/>
            </a:xfrm>
            <a:custGeom>
              <a:avLst/>
              <a:gdLst/>
              <a:ahLst/>
              <a:cxnLst/>
              <a:rect l="l" t="t" r="r" b="b"/>
              <a:pathLst>
                <a:path w="7" h="9" extrusionOk="0">
                  <a:moveTo>
                    <a:pt x="0" y="9"/>
                  </a:moveTo>
                  <a:lnTo>
                    <a:pt x="0" y="9"/>
                  </a:lnTo>
                  <a:lnTo>
                    <a:pt x="7" y="0"/>
                  </a:lnTo>
                  <a:lnTo>
                    <a:pt x="0" y="0"/>
                  </a:lnTo>
                  <a:lnTo>
                    <a:pt x="0" y="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51" name="Google Shape;1951;p206"/>
            <p:cNvSpPr/>
            <p:nvPr/>
          </p:nvSpPr>
          <p:spPr>
            <a:xfrm>
              <a:off x="6260824" y="5709664"/>
              <a:ext cx="66675" cy="63500"/>
            </a:xfrm>
            <a:custGeom>
              <a:avLst/>
              <a:gdLst/>
              <a:ahLst/>
              <a:cxnLst/>
              <a:rect l="l" t="t" r="r" b="b"/>
              <a:pathLst>
                <a:path w="42" h="40" extrusionOk="0">
                  <a:moveTo>
                    <a:pt x="42" y="19"/>
                  </a:moveTo>
                  <a:lnTo>
                    <a:pt x="42" y="19"/>
                  </a:lnTo>
                  <a:lnTo>
                    <a:pt x="33" y="31"/>
                  </a:lnTo>
                  <a:lnTo>
                    <a:pt x="12" y="40"/>
                  </a:lnTo>
                  <a:lnTo>
                    <a:pt x="0" y="31"/>
                  </a:lnTo>
                  <a:lnTo>
                    <a:pt x="21" y="0"/>
                  </a:lnTo>
                  <a:lnTo>
                    <a:pt x="33" y="10"/>
                  </a:lnTo>
                  <a:lnTo>
                    <a:pt x="42" y="1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52" name="Google Shape;1952;p206"/>
            <p:cNvSpPr/>
            <p:nvPr/>
          </p:nvSpPr>
          <p:spPr>
            <a:xfrm>
              <a:off x="6260824" y="5709664"/>
              <a:ext cx="66675" cy="63500"/>
            </a:xfrm>
            <a:custGeom>
              <a:avLst/>
              <a:gdLst/>
              <a:ahLst/>
              <a:cxnLst/>
              <a:rect l="l" t="t" r="r" b="b"/>
              <a:pathLst>
                <a:path w="42" h="40" extrusionOk="0">
                  <a:moveTo>
                    <a:pt x="42" y="19"/>
                  </a:moveTo>
                  <a:lnTo>
                    <a:pt x="42" y="19"/>
                  </a:lnTo>
                  <a:lnTo>
                    <a:pt x="33" y="31"/>
                  </a:lnTo>
                  <a:lnTo>
                    <a:pt x="12" y="40"/>
                  </a:lnTo>
                  <a:lnTo>
                    <a:pt x="0" y="31"/>
                  </a:lnTo>
                  <a:lnTo>
                    <a:pt x="21" y="0"/>
                  </a:lnTo>
                  <a:lnTo>
                    <a:pt x="33" y="10"/>
                  </a:lnTo>
                  <a:lnTo>
                    <a:pt x="42" y="1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53" name="Google Shape;1953;p206"/>
            <p:cNvSpPr/>
            <p:nvPr/>
          </p:nvSpPr>
          <p:spPr>
            <a:xfrm>
              <a:off x="6260824" y="5709664"/>
              <a:ext cx="66675" cy="63500"/>
            </a:xfrm>
            <a:custGeom>
              <a:avLst/>
              <a:gdLst/>
              <a:ahLst/>
              <a:cxnLst/>
              <a:rect l="l" t="t" r="r" b="b"/>
              <a:pathLst>
                <a:path w="42" h="40" extrusionOk="0">
                  <a:moveTo>
                    <a:pt x="42" y="19"/>
                  </a:moveTo>
                  <a:lnTo>
                    <a:pt x="42" y="19"/>
                  </a:lnTo>
                  <a:lnTo>
                    <a:pt x="33" y="31"/>
                  </a:lnTo>
                  <a:lnTo>
                    <a:pt x="12" y="40"/>
                  </a:lnTo>
                  <a:lnTo>
                    <a:pt x="0" y="31"/>
                  </a:lnTo>
                  <a:lnTo>
                    <a:pt x="21" y="0"/>
                  </a:lnTo>
                  <a:lnTo>
                    <a:pt x="33" y="10"/>
                  </a:lnTo>
                  <a:lnTo>
                    <a:pt x="42" y="1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54" name="Google Shape;1954;p206"/>
            <p:cNvSpPr/>
            <p:nvPr/>
          </p:nvSpPr>
          <p:spPr>
            <a:xfrm>
              <a:off x="6327499" y="5033389"/>
              <a:ext cx="277813" cy="255588"/>
            </a:xfrm>
            <a:custGeom>
              <a:avLst/>
              <a:gdLst/>
              <a:ahLst/>
              <a:cxnLst/>
              <a:rect l="l" t="t" r="r" b="b"/>
              <a:pathLst>
                <a:path w="175" h="161" extrusionOk="0">
                  <a:moveTo>
                    <a:pt x="62" y="132"/>
                  </a:moveTo>
                  <a:lnTo>
                    <a:pt x="62" y="132"/>
                  </a:lnTo>
                  <a:lnTo>
                    <a:pt x="31" y="116"/>
                  </a:lnTo>
                  <a:lnTo>
                    <a:pt x="22" y="116"/>
                  </a:lnTo>
                  <a:lnTo>
                    <a:pt x="0" y="85"/>
                  </a:lnTo>
                  <a:lnTo>
                    <a:pt x="0" y="57"/>
                  </a:lnTo>
                  <a:lnTo>
                    <a:pt x="22" y="38"/>
                  </a:lnTo>
                  <a:lnTo>
                    <a:pt x="22" y="28"/>
                  </a:lnTo>
                  <a:lnTo>
                    <a:pt x="22" y="19"/>
                  </a:lnTo>
                  <a:lnTo>
                    <a:pt x="22" y="0"/>
                  </a:lnTo>
                  <a:lnTo>
                    <a:pt x="41" y="0"/>
                  </a:lnTo>
                  <a:lnTo>
                    <a:pt x="71" y="0"/>
                  </a:lnTo>
                  <a:lnTo>
                    <a:pt x="83" y="0"/>
                  </a:lnTo>
                  <a:lnTo>
                    <a:pt x="133" y="28"/>
                  </a:lnTo>
                  <a:lnTo>
                    <a:pt x="133" y="47"/>
                  </a:lnTo>
                  <a:lnTo>
                    <a:pt x="166" y="57"/>
                  </a:lnTo>
                  <a:lnTo>
                    <a:pt x="154" y="76"/>
                  </a:lnTo>
                  <a:lnTo>
                    <a:pt x="166" y="95"/>
                  </a:lnTo>
                  <a:lnTo>
                    <a:pt x="166" y="125"/>
                  </a:lnTo>
                  <a:lnTo>
                    <a:pt x="166" y="132"/>
                  </a:lnTo>
                  <a:lnTo>
                    <a:pt x="175" y="144"/>
                  </a:lnTo>
                  <a:lnTo>
                    <a:pt x="154" y="161"/>
                  </a:lnTo>
                  <a:lnTo>
                    <a:pt x="114" y="161"/>
                  </a:lnTo>
                  <a:lnTo>
                    <a:pt x="93" y="161"/>
                  </a:lnTo>
                  <a:lnTo>
                    <a:pt x="83" y="132"/>
                  </a:lnTo>
                  <a:lnTo>
                    <a:pt x="71" y="132"/>
                  </a:lnTo>
                  <a:lnTo>
                    <a:pt x="62" y="132"/>
                  </a:lnTo>
                  <a:lnTo>
                    <a:pt x="62" y="132"/>
                  </a:lnTo>
                  <a:lnTo>
                    <a:pt x="62" y="132"/>
                  </a:lnTo>
                  <a:close/>
                </a:path>
              </a:pathLst>
            </a:custGeom>
            <a:solidFill>
              <a:schemeClr val="accent2">
                <a:lumMod val="500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55" name="Google Shape;1955;p206"/>
            <p:cNvSpPr/>
            <p:nvPr/>
          </p:nvSpPr>
          <p:spPr>
            <a:xfrm>
              <a:off x="6327499" y="5033389"/>
              <a:ext cx="277813" cy="255588"/>
            </a:xfrm>
            <a:custGeom>
              <a:avLst/>
              <a:gdLst/>
              <a:ahLst/>
              <a:cxnLst/>
              <a:rect l="l" t="t" r="r" b="b"/>
              <a:pathLst>
                <a:path w="175" h="161" extrusionOk="0">
                  <a:moveTo>
                    <a:pt x="62" y="132"/>
                  </a:moveTo>
                  <a:lnTo>
                    <a:pt x="62" y="132"/>
                  </a:lnTo>
                  <a:lnTo>
                    <a:pt x="31" y="116"/>
                  </a:lnTo>
                  <a:lnTo>
                    <a:pt x="22" y="116"/>
                  </a:lnTo>
                  <a:lnTo>
                    <a:pt x="0" y="85"/>
                  </a:lnTo>
                  <a:lnTo>
                    <a:pt x="0" y="57"/>
                  </a:lnTo>
                  <a:lnTo>
                    <a:pt x="22" y="38"/>
                  </a:lnTo>
                  <a:lnTo>
                    <a:pt x="22" y="28"/>
                  </a:lnTo>
                  <a:lnTo>
                    <a:pt x="22" y="19"/>
                  </a:lnTo>
                  <a:lnTo>
                    <a:pt x="22" y="0"/>
                  </a:lnTo>
                  <a:lnTo>
                    <a:pt x="41" y="0"/>
                  </a:lnTo>
                  <a:lnTo>
                    <a:pt x="71" y="0"/>
                  </a:lnTo>
                  <a:lnTo>
                    <a:pt x="83" y="0"/>
                  </a:lnTo>
                  <a:lnTo>
                    <a:pt x="133" y="28"/>
                  </a:lnTo>
                  <a:lnTo>
                    <a:pt x="133" y="47"/>
                  </a:lnTo>
                  <a:lnTo>
                    <a:pt x="166" y="57"/>
                  </a:lnTo>
                  <a:lnTo>
                    <a:pt x="154" y="76"/>
                  </a:lnTo>
                  <a:lnTo>
                    <a:pt x="166" y="95"/>
                  </a:lnTo>
                  <a:lnTo>
                    <a:pt x="166" y="125"/>
                  </a:lnTo>
                  <a:lnTo>
                    <a:pt x="166" y="132"/>
                  </a:lnTo>
                  <a:lnTo>
                    <a:pt x="175" y="144"/>
                  </a:lnTo>
                  <a:lnTo>
                    <a:pt x="154" y="161"/>
                  </a:lnTo>
                  <a:lnTo>
                    <a:pt x="114" y="161"/>
                  </a:lnTo>
                  <a:lnTo>
                    <a:pt x="93" y="161"/>
                  </a:lnTo>
                  <a:lnTo>
                    <a:pt x="83" y="132"/>
                  </a:lnTo>
                  <a:lnTo>
                    <a:pt x="71" y="132"/>
                  </a:lnTo>
                  <a:lnTo>
                    <a:pt x="62" y="132"/>
                  </a:lnTo>
                  <a:lnTo>
                    <a:pt x="62" y="132"/>
                  </a:lnTo>
                  <a:lnTo>
                    <a:pt x="62" y="13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56" name="Google Shape;1956;p206"/>
            <p:cNvSpPr/>
            <p:nvPr/>
          </p:nvSpPr>
          <p:spPr>
            <a:xfrm>
              <a:off x="5790924" y="4961951"/>
              <a:ext cx="146050" cy="146050"/>
            </a:xfrm>
            <a:custGeom>
              <a:avLst/>
              <a:gdLst/>
              <a:ahLst/>
              <a:cxnLst/>
              <a:rect l="l" t="t" r="r" b="b"/>
              <a:pathLst>
                <a:path w="92" h="92" extrusionOk="0">
                  <a:moveTo>
                    <a:pt x="19" y="19"/>
                  </a:moveTo>
                  <a:lnTo>
                    <a:pt x="19" y="19"/>
                  </a:lnTo>
                  <a:lnTo>
                    <a:pt x="40" y="19"/>
                  </a:lnTo>
                  <a:lnTo>
                    <a:pt x="40" y="0"/>
                  </a:lnTo>
                  <a:lnTo>
                    <a:pt x="71" y="0"/>
                  </a:lnTo>
                  <a:lnTo>
                    <a:pt x="71" y="19"/>
                  </a:lnTo>
                  <a:lnTo>
                    <a:pt x="83" y="7"/>
                  </a:lnTo>
                  <a:lnTo>
                    <a:pt x="92" y="19"/>
                  </a:lnTo>
                  <a:lnTo>
                    <a:pt x="92" y="28"/>
                  </a:lnTo>
                  <a:lnTo>
                    <a:pt x="92" y="64"/>
                  </a:lnTo>
                  <a:lnTo>
                    <a:pt x="62" y="64"/>
                  </a:lnTo>
                  <a:lnTo>
                    <a:pt x="50" y="76"/>
                  </a:lnTo>
                  <a:lnTo>
                    <a:pt x="50" y="85"/>
                  </a:lnTo>
                  <a:lnTo>
                    <a:pt x="40" y="85"/>
                  </a:lnTo>
                  <a:lnTo>
                    <a:pt x="40" y="92"/>
                  </a:lnTo>
                  <a:lnTo>
                    <a:pt x="19" y="76"/>
                  </a:lnTo>
                  <a:lnTo>
                    <a:pt x="0" y="47"/>
                  </a:lnTo>
                  <a:lnTo>
                    <a:pt x="10" y="35"/>
                  </a:lnTo>
                  <a:lnTo>
                    <a:pt x="10" y="28"/>
                  </a:lnTo>
                  <a:lnTo>
                    <a:pt x="19" y="19"/>
                  </a:lnTo>
                  <a:close/>
                </a:path>
              </a:pathLst>
            </a:custGeom>
            <a:solidFill>
              <a:srgbClr val="BFBFB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57" name="Google Shape;1957;p206"/>
            <p:cNvSpPr/>
            <p:nvPr/>
          </p:nvSpPr>
          <p:spPr>
            <a:xfrm>
              <a:off x="5790924" y="4961951"/>
              <a:ext cx="146050" cy="146050"/>
            </a:xfrm>
            <a:custGeom>
              <a:avLst/>
              <a:gdLst/>
              <a:ahLst/>
              <a:cxnLst/>
              <a:rect l="l" t="t" r="r" b="b"/>
              <a:pathLst>
                <a:path w="92" h="92" extrusionOk="0">
                  <a:moveTo>
                    <a:pt x="19" y="19"/>
                  </a:moveTo>
                  <a:lnTo>
                    <a:pt x="19" y="19"/>
                  </a:lnTo>
                  <a:lnTo>
                    <a:pt x="40" y="19"/>
                  </a:lnTo>
                  <a:lnTo>
                    <a:pt x="40" y="0"/>
                  </a:lnTo>
                  <a:lnTo>
                    <a:pt x="71" y="0"/>
                  </a:lnTo>
                  <a:lnTo>
                    <a:pt x="71" y="19"/>
                  </a:lnTo>
                  <a:lnTo>
                    <a:pt x="83" y="7"/>
                  </a:lnTo>
                  <a:lnTo>
                    <a:pt x="92" y="19"/>
                  </a:lnTo>
                  <a:lnTo>
                    <a:pt x="92" y="28"/>
                  </a:lnTo>
                  <a:lnTo>
                    <a:pt x="92" y="64"/>
                  </a:lnTo>
                  <a:lnTo>
                    <a:pt x="62" y="64"/>
                  </a:lnTo>
                  <a:lnTo>
                    <a:pt x="50" y="76"/>
                  </a:lnTo>
                  <a:lnTo>
                    <a:pt x="50" y="85"/>
                  </a:lnTo>
                  <a:lnTo>
                    <a:pt x="40" y="85"/>
                  </a:lnTo>
                  <a:lnTo>
                    <a:pt x="40" y="92"/>
                  </a:lnTo>
                  <a:lnTo>
                    <a:pt x="19" y="76"/>
                  </a:lnTo>
                  <a:lnTo>
                    <a:pt x="0" y="47"/>
                  </a:lnTo>
                  <a:lnTo>
                    <a:pt x="10" y="35"/>
                  </a:lnTo>
                  <a:lnTo>
                    <a:pt x="10" y="28"/>
                  </a:lnTo>
                  <a:lnTo>
                    <a:pt x="19" y="1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58" name="Google Shape;1958;p206"/>
            <p:cNvSpPr/>
            <p:nvPr/>
          </p:nvSpPr>
          <p:spPr>
            <a:xfrm>
              <a:off x="5790924" y="4961951"/>
              <a:ext cx="146050" cy="146050"/>
            </a:xfrm>
            <a:custGeom>
              <a:avLst/>
              <a:gdLst/>
              <a:ahLst/>
              <a:cxnLst/>
              <a:rect l="l" t="t" r="r" b="b"/>
              <a:pathLst>
                <a:path w="92" h="92" extrusionOk="0">
                  <a:moveTo>
                    <a:pt x="19" y="19"/>
                  </a:moveTo>
                  <a:lnTo>
                    <a:pt x="19" y="19"/>
                  </a:lnTo>
                  <a:lnTo>
                    <a:pt x="40" y="19"/>
                  </a:lnTo>
                  <a:lnTo>
                    <a:pt x="40" y="0"/>
                  </a:lnTo>
                  <a:lnTo>
                    <a:pt x="71" y="0"/>
                  </a:lnTo>
                  <a:lnTo>
                    <a:pt x="71" y="19"/>
                  </a:lnTo>
                  <a:lnTo>
                    <a:pt x="83" y="7"/>
                  </a:lnTo>
                  <a:lnTo>
                    <a:pt x="92" y="19"/>
                  </a:lnTo>
                  <a:lnTo>
                    <a:pt x="92" y="28"/>
                  </a:lnTo>
                  <a:lnTo>
                    <a:pt x="92" y="64"/>
                  </a:lnTo>
                  <a:lnTo>
                    <a:pt x="62" y="64"/>
                  </a:lnTo>
                  <a:lnTo>
                    <a:pt x="50" y="76"/>
                  </a:lnTo>
                  <a:lnTo>
                    <a:pt x="50" y="85"/>
                  </a:lnTo>
                  <a:lnTo>
                    <a:pt x="40" y="85"/>
                  </a:lnTo>
                  <a:lnTo>
                    <a:pt x="40" y="92"/>
                  </a:lnTo>
                  <a:lnTo>
                    <a:pt x="19" y="76"/>
                  </a:lnTo>
                  <a:lnTo>
                    <a:pt x="0" y="47"/>
                  </a:lnTo>
                  <a:lnTo>
                    <a:pt x="10" y="35"/>
                  </a:lnTo>
                  <a:lnTo>
                    <a:pt x="10" y="28"/>
                  </a:lnTo>
                  <a:lnTo>
                    <a:pt x="19" y="1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59" name="Google Shape;1959;p206"/>
            <p:cNvSpPr/>
            <p:nvPr/>
          </p:nvSpPr>
          <p:spPr>
            <a:xfrm>
              <a:off x="5854424" y="4928614"/>
              <a:ext cx="195263" cy="214313"/>
            </a:xfrm>
            <a:custGeom>
              <a:avLst/>
              <a:gdLst/>
              <a:ahLst/>
              <a:cxnLst/>
              <a:rect l="l" t="t" r="r" b="b"/>
              <a:pathLst>
                <a:path w="123" h="135" extrusionOk="0">
                  <a:moveTo>
                    <a:pt x="83" y="11"/>
                  </a:moveTo>
                  <a:lnTo>
                    <a:pt x="83" y="11"/>
                  </a:lnTo>
                  <a:lnTo>
                    <a:pt x="83" y="28"/>
                  </a:lnTo>
                  <a:lnTo>
                    <a:pt x="31" y="21"/>
                  </a:lnTo>
                  <a:lnTo>
                    <a:pt x="31" y="40"/>
                  </a:lnTo>
                  <a:lnTo>
                    <a:pt x="41" y="28"/>
                  </a:lnTo>
                  <a:lnTo>
                    <a:pt x="52" y="40"/>
                  </a:lnTo>
                  <a:lnTo>
                    <a:pt x="52" y="49"/>
                  </a:lnTo>
                  <a:lnTo>
                    <a:pt x="52" y="85"/>
                  </a:lnTo>
                  <a:lnTo>
                    <a:pt x="22" y="85"/>
                  </a:lnTo>
                  <a:lnTo>
                    <a:pt x="10" y="97"/>
                  </a:lnTo>
                  <a:lnTo>
                    <a:pt x="10" y="106"/>
                  </a:lnTo>
                  <a:lnTo>
                    <a:pt x="0" y="106"/>
                  </a:lnTo>
                  <a:lnTo>
                    <a:pt x="0" y="113"/>
                  </a:lnTo>
                  <a:lnTo>
                    <a:pt x="22" y="135"/>
                  </a:lnTo>
                  <a:lnTo>
                    <a:pt x="22" y="125"/>
                  </a:lnTo>
                  <a:lnTo>
                    <a:pt x="31" y="125"/>
                  </a:lnTo>
                  <a:lnTo>
                    <a:pt x="52" y="125"/>
                  </a:lnTo>
                  <a:lnTo>
                    <a:pt x="71" y="113"/>
                  </a:lnTo>
                  <a:lnTo>
                    <a:pt x="83" y="85"/>
                  </a:lnTo>
                  <a:lnTo>
                    <a:pt x="102" y="68"/>
                  </a:lnTo>
                  <a:lnTo>
                    <a:pt x="123" y="0"/>
                  </a:lnTo>
                  <a:lnTo>
                    <a:pt x="93" y="11"/>
                  </a:lnTo>
                  <a:lnTo>
                    <a:pt x="83" y="11"/>
                  </a:lnTo>
                  <a:lnTo>
                    <a:pt x="83" y="11"/>
                  </a:lnTo>
                  <a:lnTo>
                    <a:pt x="83" y="1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60" name="Google Shape;1960;p206"/>
            <p:cNvSpPr/>
            <p:nvPr/>
          </p:nvSpPr>
          <p:spPr>
            <a:xfrm>
              <a:off x="5854424" y="4928614"/>
              <a:ext cx="195263" cy="214313"/>
            </a:xfrm>
            <a:custGeom>
              <a:avLst/>
              <a:gdLst/>
              <a:ahLst/>
              <a:cxnLst/>
              <a:rect l="l" t="t" r="r" b="b"/>
              <a:pathLst>
                <a:path w="123" h="135" extrusionOk="0">
                  <a:moveTo>
                    <a:pt x="83" y="11"/>
                  </a:moveTo>
                  <a:lnTo>
                    <a:pt x="83" y="11"/>
                  </a:lnTo>
                  <a:lnTo>
                    <a:pt x="83" y="28"/>
                  </a:lnTo>
                  <a:lnTo>
                    <a:pt x="31" y="21"/>
                  </a:lnTo>
                  <a:lnTo>
                    <a:pt x="31" y="40"/>
                  </a:lnTo>
                  <a:lnTo>
                    <a:pt x="41" y="28"/>
                  </a:lnTo>
                  <a:lnTo>
                    <a:pt x="52" y="40"/>
                  </a:lnTo>
                  <a:lnTo>
                    <a:pt x="52" y="49"/>
                  </a:lnTo>
                  <a:lnTo>
                    <a:pt x="52" y="85"/>
                  </a:lnTo>
                  <a:lnTo>
                    <a:pt x="22" y="85"/>
                  </a:lnTo>
                  <a:lnTo>
                    <a:pt x="10" y="97"/>
                  </a:lnTo>
                  <a:lnTo>
                    <a:pt x="10" y="106"/>
                  </a:lnTo>
                  <a:lnTo>
                    <a:pt x="0" y="106"/>
                  </a:lnTo>
                  <a:lnTo>
                    <a:pt x="0" y="113"/>
                  </a:lnTo>
                  <a:lnTo>
                    <a:pt x="22" y="135"/>
                  </a:lnTo>
                  <a:lnTo>
                    <a:pt x="22" y="125"/>
                  </a:lnTo>
                  <a:lnTo>
                    <a:pt x="31" y="125"/>
                  </a:lnTo>
                  <a:lnTo>
                    <a:pt x="52" y="125"/>
                  </a:lnTo>
                  <a:lnTo>
                    <a:pt x="71" y="113"/>
                  </a:lnTo>
                  <a:lnTo>
                    <a:pt x="83" y="85"/>
                  </a:lnTo>
                  <a:lnTo>
                    <a:pt x="102" y="68"/>
                  </a:lnTo>
                  <a:lnTo>
                    <a:pt x="123" y="0"/>
                  </a:lnTo>
                  <a:lnTo>
                    <a:pt x="93" y="11"/>
                  </a:lnTo>
                  <a:lnTo>
                    <a:pt x="83" y="11"/>
                  </a:lnTo>
                  <a:lnTo>
                    <a:pt x="83" y="11"/>
                  </a:lnTo>
                  <a:lnTo>
                    <a:pt x="83" y="1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61" name="Google Shape;1961;p206"/>
            <p:cNvSpPr/>
            <p:nvPr/>
          </p:nvSpPr>
          <p:spPr>
            <a:xfrm>
              <a:off x="5889349" y="4898451"/>
              <a:ext cx="487363" cy="434975"/>
            </a:xfrm>
            <a:custGeom>
              <a:avLst/>
              <a:gdLst/>
              <a:ahLst/>
              <a:cxnLst/>
              <a:rect l="l" t="t" r="r" b="b"/>
              <a:pathLst>
                <a:path w="307" h="274" extrusionOk="0">
                  <a:moveTo>
                    <a:pt x="246" y="0"/>
                  </a:moveTo>
                  <a:lnTo>
                    <a:pt x="246" y="0"/>
                  </a:lnTo>
                  <a:lnTo>
                    <a:pt x="172" y="0"/>
                  </a:lnTo>
                  <a:lnTo>
                    <a:pt x="163" y="9"/>
                  </a:lnTo>
                  <a:lnTo>
                    <a:pt x="132" y="9"/>
                  </a:lnTo>
                  <a:lnTo>
                    <a:pt x="120" y="0"/>
                  </a:lnTo>
                  <a:lnTo>
                    <a:pt x="111" y="0"/>
                  </a:lnTo>
                  <a:lnTo>
                    <a:pt x="101" y="19"/>
                  </a:lnTo>
                  <a:lnTo>
                    <a:pt x="80" y="85"/>
                  </a:lnTo>
                  <a:lnTo>
                    <a:pt x="61" y="104"/>
                  </a:lnTo>
                  <a:lnTo>
                    <a:pt x="49" y="132"/>
                  </a:lnTo>
                  <a:lnTo>
                    <a:pt x="30" y="142"/>
                  </a:lnTo>
                  <a:lnTo>
                    <a:pt x="9" y="142"/>
                  </a:lnTo>
                  <a:lnTo>
                    <a:pt x="0" y="161"/>
                  </a:lnTo>
                  <a:lnTo>
                    <a:pt x="0" y="170"/>
                  </a:lnTo>
                  <a:lnTo>
                    <a:pt x="19" y="161"/>
                  </a:lnTo>
                  <a:lnTo>
                    <a:pt x="61" y="161"/>
                  </a:lnTo>
                  <a:lnTo>
                    <a:pt x="71" y="161"/>
                  </a:lnTo>
                  <a:lnTo>
                    <a:pt x="71" y="180"/>
                  </a:lnTo>
                  <a:lnTo>
                    <a:pt x="90" y="201"/>
                  </a:lnTo>
                  <a:lnTo>
                    <a:pt x="111" y="189"/>
                  </a:lnTo>
                  <a:lnTo>
                    <a:pt x="111" y="180"/>
                  </a:lnTo>
                  <a:lnTo>
                    <a:pt x="132" y="180"/>
                  </a:lnTo>
                  <a:lnTo>
                    <a:pt x="153" y="189"/>
                  </a:lnTo>
                  <a:lnTo>
                    <a:pt x="153" y="217"/>
                  </a:lnTo>
                  <a:lnTo>
                    <a:pt x="163" y="229"/>
                  </a:lnTo>
                  <a:lnTo>
                    <a:pt x="153" y="239"/>
                  </a:lnTo>
                  <a:lnTo>
                    <a:pt x="153" y="246"/>
                  </a:lnTo>
                  <a:lnTo>
                    <a:pt x="184" y="239"/>
                  </a:lnTo>
                  <a:lnTo>
                    <a:pt x="224" y="258"/>
                  </a:lnTo>
                  <a:lnTo>
                    <a:pt x="234" y="246"/>
                  </a:lnTo>
                  <a:lnTo>
                    <a:pt x="267" y="267"/>
                  </a:lnTo>
                  <a:lnTo>
                    <a:pt x="276" y="274"/>
                  </a:lnTo>
                  <a:lnTo>
                    <a:pt x="276" y="258"/>
                  </a:lnTo>
                  <a:lnTo>
                    <a:pt x="267" y="258"/>
                  </a:lnTo>
                  <a:lnTo>
                    <a:pt x="267" y="246"/>
                  </a:lnTo>
                  <a:lnTo>
                    <a:pt x="267" y="210"/>
                  </a:lnTo>
                  <a:lnTo>
                    <a:pt x="267" y="201"/>
                  </a:lnTo>
                  <a:lnTo>
                    <a:pt x="298" y="201"/>
                  </a:lnTo>
                  <a:lnTo>
                    <a:pt x="276" y="170"/>
                  </a:lnTo>
                  <a:lnTo>
                    <a:pt x="276" y="142"/>
                  </a:lnTo>
                  <a:lnTo>
                    <a:pt x="276" y="123"/>
                  </a:lnTo>
                  <a:lnTo>
                    <a:pt x="276" y="113"/>
                  </a:lnTo>
                  <a:lnTo>
                    <a:pt x="267" y="113"/>
                  </a:lnTo>
                  <a:lnTo>
                    <a:pt x="276" y="94"/>
                  </a:lnTo>
                  <a:lnTo>
                    <a:pt x="288" y="66"/>
                  </a:lnTo>
                  <a:lnTo>
                    <a:pt x="298" y="57"/>
                  </a:lnTo>
                  <a:lnTo>
                    <a:pt x="307" y="38"/>
                  </a:lnTo>
                  <a:lnTo>
                    <a:pt x="298" y="38"/>
                  </a:lnTo>
                  <a:lnTo>
                    <a:pt x="298" y="19"/>
                  </a:lnTo>
                  <a:lnTo>
                    <a:pt x="288" y="9"/>
                  </a:lnTo>
                  <a:lnTo>
                    <a:pt x="255" y="9"/>
                  </a:lnTo>
                  <a:lnTo>
                    <a:pt x="246" y="0"/>
                  </a:lnTo>
                  <a:lnTo>
                    <a:pt x="246" y="0"/>
                  </a:lnTo>
                  <a:lnTo>
                    <a:pt x="246" y="0"/>
                  </a:lnTo>
                  <a:close/>
                </a:path>
              </a:pathLst>
            </a:custGeom>
            <a:solidFill>
              <a:schemeClr val="accent2">
                <a:lumMod val="500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62" name="Google Shape;1962;p206"/>
            <p:cNvSpPr/>
            <p:nvPr/>
          </p:nvSpPr>
          <p:spPr>
            <a:xfrm>
              <a:off x="5889349" y="4898451"/>
              <a:ext cx="487363" cy="434975"/>
            </a:xfrm>
            <a:custGeom>
              <a:avLst/>
              <a:gdLst/>
              <a:ahLst/>
              <a:cxnLst/>
              <a:rect l="l" t="t" r="r" b="b"/>
              <a:pathLst>
                <a:path w="307" h="274" extrusionOk="0">
                  <a:moveTo>
                    <a:pt x="246" y="0"/>
                  </a:moveTo>
                  <a:lnTo>
                    <a:pt x="246" y="0"/>
                  </a:lnTo>
                  <a:lnTo>
                    <a:pt x="172" y="0"/>
                  </a:lnTo>
                  <a:lnTo>
                    <a:pt x="163" y="9"/>
                  </a:lnTo>
                  <a:lnTo>
                    <a:pt x="132" y="9"/>
                  </a:lnTo>
                  <a:lnTo>
                    <a:pt x="120" y="0"/>
                  </a:lnTo>
                  <a:lnTo>
                    <a:pt x="111" y="0"/>
                  </a:lnTo>
                  <a:lnTo>
                    <a:pt x="101" y="19"/>
                  </a:lnTo>
                  <a:lnTo>
                    <a:pt x="80" y="85"/>
                  </a:lnTo>
                  <a:lnTo>
                    <a:pt x="61" y="104"/>
                  </a:lnTo>
                  <a:lnTo>
                    <a:pt x="49" y="132"/>
                  </a:lnTo>
                  <a:lnTo>
                    <a:pt x="30" y="142"/>
                  </a:lnTo>
                  <a:lnTo>
                    <a:pt x="9" y="142"/>
                  </a:lnTo>
                  <a:lnTo>
                    <a:pt x="0" y="161"/>
                  </a:lnTo>
                  <a:lnTo>
                    <a:pt x="0" y="170"/>
                  </a:lnTo>
                  <a:lnTo>
                    <a:pt x="19" y="161"/>
                  </a:lnTo>
                  <a:lnTo>
                    <a:pt x="61" y="161"/>
                  </a:lnTo>
                  <a:lnTo>
                    <a:pt x="71" y="161"/>
                  </a:lnTo>
                  <a:lnTo>
                    <a:pt x="71" y="180"/>
                  </a:lnTo>
                  <a:lnTo>
                    <a:pt x="90" y="201"/>
                  </a:lnTo>
                  <a:lnTo>
                    <a:pt x="111" y="189"/>
                  </a:lnTo>
                  <a:lnTo>
                    <a:pt x="111" y="180"/>
                  </a:lnTo>
                  <a:lnTo>
                    <a:pt x="132" y="180"/>
                  </a:lnTo>
                  <a:lnTo>
                    <a:pt x="153" y="189"/>
                  </a:lnTo>
                  <a:lnTo>
                    <a:pt x="153" y="217"/>
                  </a:lnTo>
                  <a:lnTo>
                    <a:pt x="163" y="229"/>
                  </a:lnTo>
                  <a:lnTo>
                    <a:pt x="153" y="239"/>
                  </a:lnTo>
                  <a:lnTo>
                    <a:pt x="153" y="246"/>
                  </a:lnTo>
                  <a:lnTo>
                    <a:pt x="184" y="239"/>
                  </a:lnTo>
                  <a:lnTo>
                    <a:pt x="224" y="258"/>
                  </a:lnTo>
                  <a:lnTo>
                    <a:pt x="234" y="246"/>
                  </a:lnTo>
                  <a:lnTo>
                    <a:pt x="267" y="267"/>
                  </a:lnTo>
                  <a:lnTo>
                    <a:pt x="276" y="274"/>
                  </a:lnTo>
                  <a:lnTo>
                    <a:pt x="276" y="258"/>
                  </a:lnTo>
                  <a:lnTo>
                    <a:pt x="267" y="258"/>
                  </a:lnTo>
                  <a:lnTo>
                    <a:pt x="267" y="246"/>
                  </a:lnTo>
                  <a:lnTo>
                    <a:pt x="267" y="210"/>
                  </a:lnTo>
                  <a:lnTo>
                    <a:pt x="267" y="201"/>
                  </a:lnTo>
                  <a:lnTo>
                    <a:pt x="298" y="201"/>
                  </a:lnTo>
                  <a:lnTo>
                    <a:pt x="276" y="170"/>
                  </a:lnTo>
                  <a:lnTo>
                    <a:pt x="276" y="142"/>
                  </a:lnTo>
                  <a:lnTo>
                    <a:pt x="276" y="123"/>
                  </a:lnTo>
                  <a:lnTo>
                    <a:pt x="276" y="113"/>
                  </a:lnTo>
                  <a:lnTo>
                    <a:pt x="267" y="113"/>
                  </a:lnTo>
                  <a:lnTo>
                    <a:pt x="276" y="94"/>
                  </a:lnTo>
                  <a:lnTo>
                    <a:pt x="288" y="66"/>
                  </a:lnTo>
                  <a:lnTo>
                    <a:pt x="298" y="57"/>
                  </a:lnTo>
                  <a:lnTo>
                    <a:pt x="307" y="38"/>
                  </a:lnTo>
                  <a:lnTo>
                    <a:pt x="298" y="38"/>
                  </a:lnTo>
                  <a:lnTo>
                    <a:pt x="298" y="19"/>
                  </a:lnTo>
                  <a:lnTo>
                    <a:pt x="288" y="9"/>
                  </a:lnTo>
                  <a:lnTo>
                    <a:pt x="255" y="9"/>
                  </a:lnTo>
                  <a:lnTo>
                    <a:pt x="246" y="0"/>
                  </a:lnTo>
                  <a:lnTo>
                    <a:pt x="246" y="0"/>
                  </a:lnTo>
                  <a:lnTo>
                    <a:pt x="246"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63" name="Google Shape;1963;p206"/>
            <p:cNvSpPr/>
            <p:nvPr/>
          </p:nvSpPr>
          <p:spPr>
            <a:xfrm>
              <a:off x="6129062" y="5214364"/>
              <a:ext cx="311150" cy="225425"/>
            </a:xfrm>
            <a:custGeom>
              <a:avLst/>
              <a:gdLst/>
              <a:ahLst/>
              <a:cxnLst/>
              <a:rect l="l" t="t" r="r" b="b"/>
              <a:pathLst>
                <a:path w="196" h="142" extrusionOk="0">
                  <a:moveTo>
                    <a:pt x="31" y="37"/>
                  </a:moveTo>
                  <a:lnTo>
                    <a:pt x="31" y="37"/>
                  </a:lnTo>
                  <a:lnTo>
                    <a:pt x="73" y="56"/>
                  </a:lnTo>
                  <a:lnTo>
                    <a:pt x="83" y="47"/>
                  </a:lnTo>
                  <a:lnTo>
                    <a:pt x="114" y="66"/>
                  </a:lnTo>
                  <a:lnTo>
                    <a:pt x="125" y="75"/>
                  </a:lnTo>
                  <a:lnTo>
                    <a:pt x="125" y="56"/>
                  </a:lnTo>
                  <a:lnTo>
                    <a:pt x="114" y="56"/>
                  </a:lnTo>
                  <a:lnTo>
                    <a:pt x="114" y="47"/>
                  </a:lnTo>
                  <a:lnTo>
                    <a:pt x="114" y="9"/>
                  </a:lnTo>
                  <a:lnTo>
                    <a:pt x="114" y="0"/>
                  </a:lnTo>
                  <a:lnTo>
                    <a:pt x="144" y="0"/>
                  </a:lnTo>
                  <a:lnTo>
                    <a:pt x="156" y="0"/>
                  </a:lnTo>
                  <a:lnTo>
                    <a:pt x="187" y="18"/>
                  </a:lnTo>
                  <a:lnTo>
                    <a:pt x="196" y="37"/>
                  </a:lnTo>
                  <a:lnTo>
                    <a:pt x="187" y="47"/>
                  </a:lnTo>
                  <a:lnTo>
                    <a:pt x="187" y="56"/>
                  </a:lnTo>
                  <a:lnTo>
                    <a:pt x="175" y="75"/>
                  </a:lnTo>
                  <a:lnTo>
                    <a:pt x="187" y="85"/>
                  </a:lnTo>
                  <a:lnTo>
                    <a:pt x="135" y="104"/>
                  </a:lnTo>
                  <a:lnTo>
                    <a:pt x="135" y="113"/>
                  </a:lnTo>
                  <a:lnTo>
                    <a:pt x="114" y="113"/>
                  </a:lnTo>
                  <a:lnTo>
                    <a:pt x="114" y="123"/>
                  </a:lnTo>
                  <a:lnTo>
                    <a:pt x="83" y="142"/>
                  </a:lnTo>
                  <a:lnTo>
                    <a:pt x="52" y="142"/>
                  </a:lnTo>
                  <a:lnTo>
                    <a:pt x="31" y="132"/>
                  </a:lnTo>
                  <a:lnTo>
                    <a:pt x="21" y="142"/>
                  </a:lnTo>
                  <a:lnTo>
                    <a:pt x="0" y="123"/>
                  </a:lnTo>
                  <a:lnTo>
                    <a:pt x="0" y="75"/>
                  </a:lnTo>
                  <a:lnTo>
                    <a:pt x="43" y="66"/>
                  </a:lnTo>
                  <a:lnTo>
                    <a:pt x="31" y="37"/>
                  </a:lnTo>
                  <a:lnTo>
                    <a:pt x="31" y="37"/>
                  </a:lnTo>
                  <a:lnTo>
                    <a:pt x="31" y="3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64" name="Google Shape;1964;p206"/>
            <p:cNvSpPr/>
            <p:nvPr/>
          </p:nvSpPr>
          <p:spPr>
            <a:xfrm>
              <a:off x="5873474" y="5154039"/>
              <a:ext cx="327025" cy="303213"/>
            </a:xfrm>
            <a:custGeom>
              <a:avLst/>
              <a:gdLst/>
              <a:ahLst/>
              <a:cxnLst/>
              <a:rect l="l" t="t" r="r" b="b"/>
              <a:pathLst>
                <a:path w="206" h="191" extrusionOk="0">
                  <a:moveTo>
                    <a:pt x="0" y="170"/>
                  </a:moveTo>
                  <a:lnTo>
                    <a:pt x="0" y="170"/>
                  </a:lnTo>
                  <a:lnTo>
                    <a:pt x="19" y="170"/>
                  </a:lnTo>
                  <a:lnTo>
                    <a:pt x="40" y="170"/>
                  </a:lnTo>
                  <a:lnTo>
                    <a:pt x="102" y="182"/>
                  </a:lnTo>
                  <a:lnTo>
                    <a:pt x="123" y="182"/>
                  </a:lnTo>
                  <a:lnTo>
                    <a:pt x="163" y="191"/>
                  </a:lnTo>
                  <a:lnTo>
                    <a:pt x="185" y="182"/>
                  </a:lnTo>
                  <a:lnTo>
                    <a:pt x="163" y="163"/>
                  </a:lnTo>
                  <a:lnTo>
                    <a:pt x="163" y="113"/>
                  </a:lnTo>
                  <a:lnTo>
                    <a:pt x="206" y="106"/>
                  </a:lnTo>
                  <a:lnTo>
                    <a:pt x="194" y="78"/>
                  </a:lnTo>
                  <a:lnTo>
                    <a:pt x="163" y="85"/>
                  </a:lnTo>
                  <a:lnTo>
                    <a:pt x="163" y="78"/>
                  </a:lnTo>
                  <a:lnTo>
                    <a:pt x="173" y="68"/>
                  </a:lnTo>
                  <a:lnTo>
                    <a:pt x="163" y="56"/>
                  </a:lnTo>
                  <a:lnTo>
                    <a:pt x="163" y="28"/>
                  </a:lnTo>
                  <a:lnTo>
                    <a:pt x="142" y="21"/>
                  </a:lnTo>
                  <a:lnTo>
                    <a:pt x="123" y="21"/>
                  </a:lnTo>
                  <a:lnTo>
                    <a:pt x="123" y="28"/>
                  </a:lnTo>
                  <a:lnTo>
                    <a:pt x="102" y="40"/>
                  </a:lnTo>
                  <a:lnTo>
                    <a:pt x="81" y="21"/>
                  </a:lnTo>
                  <a:lnTo>
                    <a:pt x="81" y="0"/>
                  </a:lnTo>
                  <a:lnTo>
                    <a:pt x="71" y="0"/>
                  </a:lnTo>
                  <a:lnTo>
                    <a:pt x="31" y="0"/>
                  </a:lnTo>
                  <a:lnTo>
                    <a:pt x="10" y="12"/>
                  </a:lnTo>
                  <a:lnTo>
                    <a:pt x="19" y="40"/>
                  </a:lnTo>
                  <a:lnTo>
                    <a:pt x="19" y="49"/>
                  </a:lnTo>
                  <a:lnTo>
                    <a:pt x="31" y="85"/>
                  </a:lnTo>
                  <a:lnTo>
                    <a:pt x="31" y="106"/>
                  </a:lnTo>
                  <a:lnTo>
                    <a:pt x="10" y="113"/>
                  </a:lnTo>
                  <a:lnTo>
                    <a:pt x="0" y="154"/>
                  </a:lnTo>
                  <a:lnTo>
                    <a:pt x="0" y="170"/>
                  </a:lnTo>
                  <a:lnTo>
                    <a:pt x="0" y="170"/>
                  </a:lnTo>
                  <a:lnTo>
                    <a:pt x="0" y="17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65" name="Google Shape;1965;p206"/>
            <p:cNvSpPr/>
            <p:nvPr/>
          </p:nvSpPr>
          <p:spPr>
            <a:xfrm>
              <a:off x="5873474" y="5154039"/>
              <a:ext cx="327025" cy="303213"/>
            </a:xfrm>
            <a:custGeom>
              <a:avLst/>
              <a:gdLst/>
              <a:ahLst/>
              <a:cxnLst/>
              <a:rect l="l" t="t" r="r" b="b"/>
              <a:pathLst>
                <a:path w="206" h="191" extrusionOk="0">
                  <a:moveTo>
                    <a:pt x="0" y="170"/>
                  </a:moveTo>
                  <a:lnTo>
                    <a:pt x="0" y="170"/>
                  </a:lnTo>
                  <a:lnTo>
                    <a:pt x="19" y="170"/>
                  </a:lnTo>
                  <a:lnTo>
                    <a:pt x="40" y="170"/>
                  </a:lnTo>
                  <a:lnTo>
                    <a:pt x="102" y="182"/>
                  </a:lnTo>
                  <a:lnTo>
                    <a:pt x="123" y="182"/>
                  </a:lnTo>
                  <a:lnTo>
                    <a:pt x="163" y="191"/>
                  </a:lnTo>
                  <a:lnTo>
                    <a:pt x="185" y="182"/>
                  </a:lnTo>
                  <a:lnTo>
                    <a:pt x="163" y="163"/>
                  </a:lnTo>
                  <a:lnTo>
                    <a:pt x="163" y="113"/>
                  </a:lnTo>
                  <a:lnTo>
                    <a:pt x="206" y="106"/>
                  </a:lnTo>
                  <a:lnTo>
                    <a:pt x="194" y="78"/>
                  </a:lnTo>
                  <a:lnTo>
                    <a:pt x="163" y="85"/>
                  </a:lnTo>
                  <a:lnTo>
                    <a:pt x="163" y="78"/>
                  </a:lnTo>
                  <a:lnTo>
                    <a:pt x="173" y="68"/>
                  </a:lnTo>
                  <a:lnTo>
                    <a:pt x="163" y="56"/>
                  </a:lnTo>
                  <a:lnTo>
                    <a:pt x="163" y="28"/>
                  </a:lnTo>
                  <a:lnTo>
                    <a:pt x="142" y="21"/>
                  </a:lnTo>
                  <a:lnTo>
                    <a:pt x="123" y="21"/>
                  </a:lnTo>
                  <a:lnTo>
                    <a:pt x="123" y="28"/>
                  </a:lnTo>
                  <a:lnTo>
                    <a:pt x="102" y="40"/>
                  </a:lnTo>
                  <a:lnTo>
                    <a:pt x="81" y="21"/>
                  </a:lnTo>
                  <a:lnTo>
                    <a:pt x="81" y="0"/>
                  </a:lnTo>
                  <a:lnTo>
                    <a:pt x="71" y="0"/>
                  </a:lnTo>
                  <a:lnTo>
                    <a:pt x="31" y="0"/>
                  </a:lnTo>
                  <a:lnTo>
                    <a:pt x="10" y="12"/>
                  </a:lnTo>
                  <a:lnTo>
                    <a:pt x="19" y="40"/>
                  </a:lnTo>
                  <a:lnTo>
                    <a:pt x="19" y="49"/>
                  </a:lnTo>
                  <a:lnTo>
                    <a:pt x="31" y="85"/>
                  </a:lnTo>
                  <a:lnTo>
                    <a:pt x="31" y="106"/>
                  </a:lnTo>
                  <a:lnTo>
                    <a:pt x="10" y="113"/>
                  </a:lnTo>
                  <a:lnTo>
                    <a:pt x="0" y="154"/>
                  </a:lnTo>
                  <a:lnTo>
                    <a:pt x="0" y="170"/>
                  </a:lnTo>
                  <a:lnTo>
                    <a:pt x="0" y="170"/>
                  </a:lnTo>
                  <a:lnTo>
                    <a:pt x="0" y="17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66" name="Google Shape;1966;p206"/>
            <p:cNvSpPr/>
            <p:nvPr/>
          </p:nvSpPr>
          <p:spPr>
            <a:xfrm>
              <a:off x="5802037" y="4195189"/>
              <a:ext cx="409575" cy="360363"/>
            </a:xfrm>
            <a:custGeom>
              <a:avLst/>
              <a:gdLst/>
              <a:ahLst/>
              <a:cxnLst/>
              <a:rect l="l" t="t" r="r" b="b"/>
              <a:pathLst>
                <a:path w="258" h="227" extrusionOk="0">
                  <a:moveTo>
                    <a:pt x="43" y="161"/>
                  </a:moveTo>
                  <a:lnTo>
                    <a:pt x="43" y="161"/>
                  </a:lnTo>
                  <a:lnTo>
                    <a:pt x="31" y="142"/>
                  </a:lnTo>
                  <a:lnTo>
                    <a:pt x="22" y="142"/>
                  </a:lnTo>
                  <a:lnTo>
                    <a:pt x="0" y="114"/>
                  </a:lnTo>
                  <a:lnTo>
                    <a:pt x="12" y="104"/>
                  </a:lnTo>
                  <a:lnTo>
                    <a:pt x="12" y="85"/>
                  </a:lnTo>
                  <a:lnTo>
                    <a:pt x="12" y="66"/>
                  </a:lnTo>
                  <a:lnTo>
                    <a:pt x="0" y="57"/>
                  </a:lnTo>
                  <a:lnTo>
                    <a:pt x="0" y="47"/>
                  </a:lnTo>
                  <a:lnTo>
                    <a:pt x="12" y="38"/>
                  </a:lnTo>
                  <a:lnTo>
                    <a:pt x="12" y="28"/>
                  </a:lnTo>
                  <a:lnTo>
                    <a:pt x="31" y="9"/>
                  </a:lnTo>
                  <a:lnTo>
                    <a:pt x="31" y="0"/>
                  </a:lnTo>
                  <a:lnTo>
                    <a:pt x="52" y="0"/>
                  </a:lnTo>
                  <a:lnTo>
                    <a:pt x="85" y="9"/>
                  </a:lnTo>
                  <a:lnTo>
                    <a:pt x="104" y="9"/>
                  </a:lnTo>
                  <a:lnTo>
                    <a:pt x="104" y="28"/>
                  </a:lnTo>
                  <a:lnTo>
                    <a:pt x="166" y="47"/>
                  </a:lnTo>
                  <a:lnTo>
                    <a:pt x="175" y="38"/>
                  </a:lnTo>
                  <a:lnTo>
                    <a:pt x="175" y="19"/>
                  </a:lnTo>
                  <a:lnTo>
                    <a:pt x="208" y="0"/>
                  </a:lnTo>
                  <a:lnTo>
                    <a:pt x="230" y="9"/>
                  </a:lnTo>
                  <a:lnTo>
                    <a:pt x="230" y="19"/>
                  </a:lnTo>
                  <a:lnTo>
                    <a:pt x="258" y="19"/>
                  </a:lnTo>
                  <a:lnTo>
                    <a:pt x="249" y="57"/>
                  </a:lnTo>
                  <a:lnTo>
                    <a:pt x="258" y="76"/>
                  </a:lnTo>
                  <a:lnTo>
                    <a:pt x="258" y="180"/>
                  </a:lnTo>
                  <a:lnTo>
                    <a:pt x="258" y="208"/>
                  </a:lnTo>
                  <a:lnTo>
                    <a:pt x="249" y="218"/>
                  </a:lnTo>
                  <a:lnTo>
                    <a:pt x="239" y="227"/>
                  </a:lnTo>
                  <a:lnTo>
                    <a:pt x="116" y="161"/>
                  </a:lnTo>
                  <a:lnTo>
                    <a:pt x="95" y="170"/>
                  </a:lnTo>
                  <a:lnTo>
                    <a:pt x="85" y="161"/>
                  </a:lnTo>
                  <a:lnTo>
                    <a:pt x="43" y="161"/>
                  </a:lnTo>
                  <a:lnTo>
                    <a:pt x="43" y="161"/>
                  </a:lnTo>
                  <a:lnTo>
                    <a:pt x="43" y="16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67" name="Google Shape;1967;p206"/>
            <p:cNvSpPr/>
            <p:nvPr/>
          </p:nvSpPr>
          <p:spPr>
            <a:xfrm>
              <a:off x="5802037" y="4195189"/>
              <a:ext cx="409575" cy="360363"/>
            </a:xfrm>
            <a:custGeom>
              <a:avLst/>
              <a:gdLst/>
              <a:ahLst/>
              <a:cxnLst/>
              <a:rect l="l" t="t" r="r" b="b"/>
              <a:pathLst>
                <a:path w="258" h="227" extrusionOk="0">
                  <a:moveTo>
                    <a:pt x="43" y="161"/>
                  </a:moveTo>
                  <a:lnTo>
                    <a:pt x="43" y="161"/>
                  </a:lnTo>
                  <a:lnTo>
                    <a:pt x="31" y="142"/>
                  </a:lnTo>
                  <a:lnTo>
                    <a:pt x="22" y="142"/>
                  </a:lnTo>
                  <a:lnTo>
                    <a:pt x="0" y="114"/>
                  </a:lnTo>
                  <a:lnTo>
                    <a:pt x="12" y="104"/>
                  </a:lnTo>
                  <a:lnTo>
                    <a:pt x="12" y="85"/>
                  </a:lnTo>
                  <a:lnTo>
                    <a:pt x="12" y="66"/>
                  </a:lnTo>
                  <a:lnTo>
                    <a:pt x="0" y="57"/>
                  </a:lnTo>
                  <a:lnTo>
                    <a:pt x="0" y="47"/>
                  </a:lnTo>
                  <a:lnTo>
                    <a:pt x="12" y="38"/>
                  </a:lnTo>
                  <a:lnTo>
                    <a:pt x="12" y="28"/>
                  </a:lnTo>
                  <a:lnTo>
                    <a:pt x="31" y="9"/>
                  </a:lnTo>
                  <a:lnTo>
                    <a:pt x="31" y="0"/>
                  </a:lnTo>
                  <a:lnTo>
                    <a:pt x="52" y="0"/>
                  </a:lnTo>
                  <a:lnTo>
                    <a:pt x="85" y="9"/>
                  </a:lnTo>
                  <a:lnTo>
                    <a:pt x="104" y="9"/>
                  </a:lnTo>
                  <a:lnTo>
                    <a:pt x="104" y="28"/>
                  </a:lnTo>
                  <a:lnTo>
                    <a:pt x="166" y="47"/>
                  </a:lnTo>
                  <a:lnTo>
                    <a:pt x="175" y="38"/>
                  </a:lnTo>
                  <a:lnTo>
                    <a:pt x="175" y="19"/>
                  </a:lnTo>
                  <a:lnTo>
                    <a:pt x="208" y="0"/>
                  </a:lnTo>
                  <a:lnTo>
                    <a:pt x="230" y="9"/>
                  </a:lnTo>
                  <a:lnTo>
                    <a:pt x="230" y="19"/>
                  </a:lnTo>
                  <a:lnTo>
                    <a:pt x="258" y="19"/>
                  </a:lnTo>
                  <a:lnTo>
                    <a:pt x="249" y="57"/>
                  </a:lnTo>
                  <a:lnTo>
                    <a:pt x="258" y="76"/>
                  </a:lnTo>
                  <a:lnTo>
                    <a:pt x="258" y="180"/>
                  </a:lnTo>
                  <a:lnTo>
                    <a:pt x="258" y="208"/>
                  </a:lnTo>
                  <a:lnTo>
                    <a:pt x="249" y="218"/>
                  </a:lnTo>
                  <a:lnTo>
                    <a:pt x="239" y="227"/>
                  </a:lnTo>
                  <a:lnTo>
                    <a:pt x="116" y="161"/>
                  </a:lnTo>
                  <a:lnTo>
                    <a:pt x="95" y="170"/>
                  </a:lnTo>
                  <a:lnTo>
                    <a:pt x="85" y="161"/>
                  </a:lnTo>
                  <a:lnTo>
                    <a:pt x="43" y="161"/>
                  </a:lnTo>
                  <a:lnTo>
                    <a:pt x="43" y="161"/>
                  </a:lnTo>
                  <a:lnTo>
                    <a:pt x="43" y="161"/>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68" name="Google Shape;1968;p206"/>
            <p:cNvSpPr/>
            <p:nvPr/>
          </p:nvSpPr>
          <p:spPr>
            <a:xfrm>
              <a:off x="6200499" y="4225351"/>
              <a:ext cx="288925" cy="266700"/>
            </a:xfrm>
            <a:custGeom>
              <a:avLst/>
              <a:gdLst/>
              <a:ahLst/>
              <a:cxnLst/>
              <a:rect l="l" t="t" r="r" b="b"/>
              <a:pathLst>
                <a:path w="182" h="168" extrusionOk="0">
                  <a:moveTo>
                    <a:pt x="182" y="149"/>
                  </a:moveTo>
                  <a:lnTo>
                    <a:pt x="182" y="149"/>
                  </a:lnTo>
                  <a:lnTo>
                    <a:pt x="151" y="168"/>
                  </a:lnTo>
                  <a:lnTo>
                    <a:pt x="142" y="159"/>
                  </a:lnTo>
                  <a:lnTo>
                    <a:pt x="9" y="159"/>
                  </a:lnTo>
                  <a:lnTo>
                    <a:pt x="9" y="57"/>
                  </a:lnTo>
                  <a:lnTo>
                    <a:pt x="0" y="35"/>
                  </a:lnTo>
                  <a:lnTo>
                    <a:pt x="9" y="0"/>
                  </a:lnTo>
                  <a:lnTo>
                    <a:pt x="9" y="7"/>
                  </a:lnTo>
                  <a:lnTo>
                    <a:pt x="40" y="7"/>
                  </a:lnTo>
                  <a:lnTo>
                    <a:pt x="71" y="16"/>
                  </a:lnTo>
                  <a:lnTo>
                    <a:pt x="111" y="7"/>
                  </a:lnTo>
                  <a:lnTo>
                    <a:pt x="121" y="7"/>
                  </a:lnTo>
                  <a:lnTo>
                    <a:pt x="121" y="16"/>
                  </a:lnTo>
                  <a:lnTo>
                    <a:pt x="130" y="7"/>
                  </a:lnTo>
                  <a:lnTo>
                    <a:pt x="130" y="16"/>
                  </a:lnTo>
                  <a:lnTo>
                    <a:pt x="151" y="7"/>
                  </a:lnTo>
                  <a:lnTo>
                    <a:pt x="161" y="45"/>
                  </a:lnTo>
                  <a:lnTo>
                    <a:pt x="151" y="73"/>
                  </a:lnTo>
                  <a:lnTo>
                    <a:pt x="142" y="57"/>
                  </a:lnTo>
                  <a:lnTo>
                    <a:pt x="130" y="28"/>
                  </a:lnTo>
                  <a:lnTo>
                    <a:pt x="130" y="35"/>
                  </a:lnTo>
                  <a:lnTo>
                    <a:pt x="130" y="45"/>
                  </a:lnTo>
                  <a:lnTo>
                    <a:pt x="182" y="149"/>
                  </a:lnTo>
                  <a:lnTo>
                    <a:pt x="182" y="149"/>
                  </a:lnTo>
                  <a:lnTo>
                    <a:pt x="182" y="14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69" name="Google Shape;1969;p206"/>
            <p:cNvSpPr/>
            <p:nvPr/>
          </p:nvSpPr>
          <p:spPr>
            <a:xfrm>
              <a:off x="6200499" y="4225351"/>
              <a:ext cx="288925" cy="266700"/>
            </a:xfrm>
            <a:custGeom>
              <a:avLst/>
              <a:gdLst/>
              <a:ahLst/>
              <a:cxnLst/>
              <a:rect l="l" t="t" r="r" b="b"/>
              <a:pathLst>
                <a:path w="182" h="168" extrusionOk="0">
                  <a:moveTo>
                    <a:pt x="182" y="149"/>
                  </a:moveTo>
                  <a:lnTo>
                    <a:pt x="182" y="149"/>
                  </a:lnTo>
                  <a:lnTo>
                    <a:pt x="151" y="168"/>
                  </a:lnTo>
                  <a:lnTo>
                    <a:pt x="142" y="159"/>
                  </a:lnTo>
                  <a:lnTo>
                    <a:pt x="9" y="159"/>
                  </a:lnTo>
                  <a:lnTo>
                    <a:pt x="9" y="57"/>
                  </a:lnTo>
                  <a:lnTo>
                    <a:pt x="0" y="35"/>
                  </a:lnTo>
                  <a:lnTo>
                    <a:pt x="9" y="0"/>
                  </a:lnTo>
                  <a:lnTo>
                    <a:pt x="9" y="7"/>
                  </a:lnTo>
                  <a:lnTo>
                    <a:pt x="40" y="7"/>
                  </a:lnTo>
                  <a:lnTo>
                    <a:pt x="71" y="16"/>
                  </a:lnTo>
                  <a:lnTo>
                    <a:pt x="111" y="7"/>
                  </a:lnTo>
                  <a:lnTo>
                    <a:pt x="121" y="7"/>
                  </a:lnTo>
                  <a:lnTo>
                    <a:pt x="121" y="16"/>
                  </a:lnTo>
                  <a:lnTo>
                    <a:pt x="130" y="7"/>
                  </a:lnTo>
                  <a:lnTo>
                    <a:pt x="130" y="16"/>
                  </a:lnTo>
                  <a:lnTo>
                    <a:pt x="151" y="7"/>
                  </a:lnTo>
                  <a:lnTo>
                    <a:pt x="161" y="45"/>
                  </a:lnTo>
                  <a:lnTo>
                    <a:pt x="151" y="73"/>
                  </a:lnTo>
                  <a:lnTo>
                    <a:pt x="142" y="57"/>
                  </a:lnTo>
                  <a:lnTo>
                    <a:pt x="130" y="28"/>
                  </a:lnTo>
                  <a:lnTo>
                    <a:pt x="130" y="35"/>
                  </a:lnTo>
                  <a:lnTo>
                    <a:pt x="130" y="45"/>
                  </a:lnTo>
                  <a:lnTo>
                    <a:pt x="182" y="149"/>
                  </a:lnTo>
                  <a:lnTo>
                    <a:pt x="182" y="149"/>
                  </a:lnTo>
                  <a:lnTo>
                    <a:pt x="182" y="14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70" name="Google Shape;1970;p206"/>
            <p:cNvSpPr/>
            <p:nvPr/>
          </p:nvSpPr>
          <p:spPr>
            <a:xfrm>
              <a:off x="6618012" y="4736526"/>
              <a:ext cx="261938" cy="315913"/>
            </a:xfrm>
            <a:custGeom>
              <a:avLst/>
              <a:gdLst/>
              <a:ahLst/>
              <a:cxnLst/>
              <a:rect l="l" t="t" r="r" b="b"/>
              <a:pathLst>
                <a:path w="165" h="199" extrusionOk="0">
                  <a:moveTo>
                    <a:pt x="21" y="121"/>
                  </a:moveTo>
                  <a:lnTo>
                    <a:pt x="21" y="121"/>
                  </a:lnTo>
                  <a:lnTo>
                    <a:pt x="0" y="142"/>
                  </a:lnTo>
                  <a:lnTo>
                    <a:pt x="0" y="189"/>
                  </a:lnTo>
                  <a:lnTo>
                    <a:pt x="11" y="199"/>
                  </a:lnTo>
                  <a:lnTo>
                    <a:pt x="42" y="170"/>
                  </a:lnTo>
                  <a:lnTo>
                    <a:pt x="85" y="142"/>
                  </a:lnTo>
                  <a:lnTo>
                    <a:pt x="113" y="114"/>
                  </a:lnTo>
                  <a:lnTo>
                    <a:pt x="134" y="92"/>
                  </a:lnTo>
                  <a:lnTo>
                    <a:pt x="165" y="19"/>
                  </a:lnTo>
                  <a:lnTo>
                    <a:pt x="165" y="0"/>
                  </a:lnTo>
                  <a:lnTo>
                    <a:pt x="156" y="0"/>
                  </a:lnTo>
                  <a:lnTo>
                    <a:pt x="134" y="7"/>
                  </a:lnTo>
                  <a:lnTo>
                    <a:pt x="61" y="28"/>
                  </a:lnTo>
                  <a:lnTo>
                    <a:pt x="52" y="19"/>
                  </a:lnTo>
                  <a:lnTo>
                    <a:pt x="42" y="7"/>
                  </a:lnTo>
                  <a:lnTo>
                    <a:pt x="30" y="19"/>
                  </a:lnTo>
                  <a:lnTo>
                    <a:pt x="30" y="28"/>
                  </a:lnTo>
                  <a:lnTo>
                    <a:pt x="52" y="47"/>
                  </a:lnTo>
                  <a:lnTo>
                    <a:pt x="104" y="57"/>
                  </a:lnTo>
                  <a:lnTo>
                    <a:pt x="113" y="57"/>
                  </a:lnTo>
                  <a:lnTo>
                    <a:pt x="73" y="104"/>
                  </a:lnTo>
                  <a:lnTo>
                    <a:pt x="42" y="104"/>
                  </a:lnTo>
                  <a:lnTo>
                    <a:pt x="21" y="121"/>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71" name="Google Shape;1971;p206"/>
            <p:cNvSpPr/>
            <p:nvPr/>
          </p:nvSpPr>
          <p:spPr>
            <a:xfrm>
              <a:off x="6618012" y="4736526"/>
              <a:ext cx="261938" cy="315913"/>
            </a:xfrm>
            <a:custGeom>
              <a:avLst/>
              <a:gdLst/>
              <a:ahLst/>
              <a:cxnLst/>
              <a:rect l="l" t="t" r="r" b="b"/>
              <a:pathLst>
                <a:path w="165" h="199" extrusionOk="0">
                  <a:moveTo>
                    <a:pt x="21" y="121"/>
                  </a:moveTo>
                  <a:lnTo>
                    <a:pt x="21" y="121"/>
                  </a:lnTo>
                  <a:lnTo>
                    <a:pt x="0" y="142"/>
                  </a:lnTo>
                  <a:lnTo>
                    <a:pt x="0" y="189"/>
                  </a:lnTo>
                  <a:lnTo>
                    <a:pt x="11" y="199"/>
                  </a:lnTo>
                  <a:lnTo>
                    <a:pt x="42" y="170"/>
                  </a:lnTo>
                  <a:lnTo>
                    <a:pt x="85" y="142"/>
                  </a:lnTo>
                  <a:lnTo>
                    <a:pt x="113" y="114"/>
                  </a:lnTo>
                  <a:lnTo>
                    <a:pt x="134" y="92"/>
                  </a:lnTo>
                  <a:lnTo>
                    <a:pt x="165" y="19"/>
                  </a:lnTo>
                  <a:lnTo>
                    <a:pt x="165" y="0"/>
                  </a:lnTo>
                  <a:lnTo>
                    <a:pt x="156" y="0"/>
                  </a:lnTo>
                  <a:lnTo>
                    <a:pt x="134" y="7"/>
                  </a:lnTo>
                  <a:lnTo>
                    <a:pt x="61" y="28"/>
                  </a:lnTo>
                  <a:lnTo>
                    <a:pt x="52" y="19"/>
                  </a:lnTo>
                  <a:lnTo>
                    <a:pt x="42" y="7"/>
                  </a:lnTo>
                  <a:lnTo>
                    <a:pt x="30" y="19"/>
                  </a:lnTo>
                  <a:lnTo>
                    <a:pt x="30" y="28"/>
                  </a:lnTo>
                  <a:lnTo>
                    <a:pt x="52" y="47"/>
                  </a:lnTo>
                  <a:lnTo>
                    <a:pt x="104" y="57"/>
                  </a:lnTo>
                  <a:lnTo>
                    <a:pt x="113" y="57"/>
                  </a:lnTo>
                  <a:lnTo>
                    <a:pt x="73" y="104"/>
                  </a:lnTo>
                  <a:lnTo>
                    <a:pt x="42" y="104"/>
                  </a:lnTo>
                  <a:lnTo>
                    <a:pt x="21" y="121"/>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72" name="Google Shape;1972;p206"/>
            <p:cNvSpPr/>
            <p:nvPr/>
          </p:nvSpPr>
          <p:spPr>
            <a:xfrm>
              <a:off x="6618012" y="4736526"/>
              <a:ext cx="261938" cy="315913"/>
            </a:xfrm>
            <a:custGeom>
              <a:avLst/>
              <a:gdLst/>
              <a:ahLst/>
              <a:cxnLst/>
              <a:rect l="l" t="t" r="r" b="b"/>
              <a:pathLst>
                <a:path w="165" h="199" extrusionOk="0">
                  <a:moveTo>
                    <a:pt x="21" y="121"/>
                  </a:moveTo>
                  <a:lnTo>
                    <a:pt x="21" y="121"/>
                  </a:lnTo>
                  <a:lnTo>
                    <a:pt x="0" y="142"/>
                  </a:lnTo>
                  <a:lnTo>
                    <a:pt x="0" y="189"/>
                  </a:lnTo>
                  <a:lnTo>
                    <a:pt x="11" y="199"/>
                  </a:lnTo>
                  <a:lnTo>
                    <a:pt x="42" y="170"/>
                  </a:lnTo>
                  <a:lnTo>
                    <a:pt x="85" y="142"/>
                  </a:lnTo>
                  <a:lnTo>
                    <a:pt x="113" y="114"/>
                  </a:lnTo>
                  <a:lnTo>
                    <a:pt x="134" y="92"/>
                  </a:lnTo>
                  <a:lnTo>
                    <a:pt x="165" y="19"/>
                  </a:lnTo>
                  <a:lnTo>
                    <a:pt x="165" y="0"/>
                  </a:lnTo>
                  <a:lnTo>
                    <a:pt x="156" y="0"/>
                  </a:lnTo>
                  <a:lnTo>
                    <a:pt x="134" y="7"/>
                  </a:lnTo>
                  <a:lnTo>
                    <a:pt x="61" y="28"/>
                  </a:lnTo>
                  <a:lnTo>
                    <a:pt x="52" y="19"/>
                  </a:lnTo>
                  <a:lnTo>
                    <a:pt x="42" y="7"/>
                  </a:lnTo>
                  <a:lnTo>
                    <a:pt x="30" y="19"/>
                  </a:lnTo>
                  <a:lnTo>
                    <a:pt x="30" y="28"/>
                  </a:lnTo>
                  <a:lnTo>
                    <a:pt x="52" y="47"/>
                  </a:lnTo>
                  <a:lnTo>
                    <a:pt x="104" y="57"/>
                  </a:lnTo>
                  <a:lnTo>
                    <a:pt x="113" y="57"/>
                  </a:lnTo>
                  <a:lnTo>
                    <a:pt x="73" y="104"/>
                  </a:lnTo>
                  <a:lnTo>
                    <a:pt x="42" y="104"/>
                  </a:lnTo>
                  <a:lnTo>
                    <a:pt x="21" y="121"/>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73" name="Google Shape;1973;p206"/>
            <p:cNvSpPr/>
            <p:nvPr/>
          </p:nvSpPr>
          <p:spPr>
            <a:xfrm>
              <a:off x="5933799" y="4747639"/>
              <a:ext cx="341313" cy="195263"/>
            </a:xfrm>
            <a:custGeom>
              <a:avLst/>
              <a:gdLst/>
              <a:ahLst/>
              <a:cxnLst/>
              <a:rect l="l" t="t" r="r" b="b"/>
              <a:pathLst>
                <a:path w="215" h="123" extrusionOk="0">
                  <a:moveTo>
                    <a:pt x="133" y="0"/>
                  </a:moveTo>
                  <a:lnTo>
                    <a:pt x="133" y="0"/>
                  </a:lnTo>
                  <a:lnTo>
                    <a:pt x="154" y="21"/>
                  </a:lnTo>
                  <a:lnTo>
                    <a:pt x="154" y="40"/>
                  </a:lnTo>
                  <a:lnTo>
                    <a:pt x="175" y="47"/>
                  </a:lnTo>
                  <a:lnTo>
                    <a:pt x="215" y="95"/>
                  </a:lnTo>
                  <a:lnTo>
                    <a:pt x="144" y="95"/>
                  </a:lnTo>
                  <a:lnTo>
                    <a:pt x="133" y="104"/>
                  </a:lnTo>
                  <a:lnTo>
                    <a:pt x="104" y="104"/>
                  </a:lnTo>
                  <a:lnTo>
                    <a:pt x="92" y="95"/>
                  </a:lnTo>
                  <a:lnTo>
                    <a:pt x="83" y="95"/>
                  </a:lnTo>
                  <a:lnTo>
                    <a:pt x="73" y="114"/>
                  </a:lnTo>
                  <a:lnTo>
                    <a:pt x="43" y="123"/>
                  </a:lnTo>
                  <a:lnTo>
                    <a:pt x="31" y="123"/>
                  </a:lnTo>
                  <a:lnTo>
                    <a:pt x="12" y="95"/>
                  </a:lnTo>
                  <a:lnTo>
                    <a:pt x="0" y="85"/>
                  </a:lnTo>
                  <a:lnTo>
                    <a:pt x="21" y="57"/>
                  </a:lnTo>
                  <a:lnTo>
                    <a:pt x="73" y="47"/>
                  </a:lnTo>
                  <a:lnTo>
                    <a:pt x="83" y="40"/>
                  </a:lnTo>
                  <a:lnTo>
                    <a:pt x="73" y="40"/>
                  </a:lnTo>
                  <a:lnTo>
                    <a:pt x="104" y="28"/>
                  </a:lnTo>
                  <a:lnTo>
                    <a:pt x="123" y="12"/>
                  </a:lnTo>
                  <a:lnTo>
                    <a:pt x="133" y="0"/>
                  </a:lnTo>
                  <a:lnTo>
                    <a:pt x="133" y="0"/>
                  </a:lnTo>
                  <a:lnTo>
                    <a:pt x="133"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74" name="Google Shape;1974;p206"/>
            <p:cNvSpPr/>
            <p:nvPr/>
          </p:nvSpPr>
          <p:spPr>
            <a:xfrm>
              <a:off x="5922687" y="4447601"/>
              <a:ext cx="255588" cy="390525"/>
            </a:xfrm>
            <a:custGeom>
              <a:avLst/>
              <a:gdLst/>
              <a:ahLst/>
              <a:cxnLst/>
              <a:rect l="l" t="t" r="r" b="b"/>
              <a:pathLst>
                <a:path w="161" h="246" extrusionOk="0">
                  <a:moveTo>
                    <a:pt x="21" y="9"/>
                  </a:moveTo>
                  <a:lnTo>
                    <a:pt x="21" y="9"/>
                  </a:lnTo>
                  <a:lnTo>
                    <a:pt x="21" y="28"/>
                  </a:lnTo>
                  <a:lnTo>
                    <a:pt x="40" y="47"/>
                  </a:lnTo>
                  <a:lnTo>
                    <a:pt x="31" y="104"/>
                  </a:lnTo>
                  <a:lnTo>
                    <a:pt x="0" y="144"/>
                  </a:lnTo>
                  <a:lnTo>
                    <a:pt x="0" y="151"/>
                  </a:lnTo>
                  <a:lnTo>
                    <a:pt x="12" y="161"/>
                  </a:lnTo>
                  <a:lnTo>
                    <a:pt x="12" y="172"/>
                  </a:lnTo>
                  <a:lnTo>
                    <a:pt x="31" y="210"/>
                  </a:lnTo>
                  <a:lnTo>
                    <a:pt x="12" y="210"/>
                  </a:lnTo>
                  <a:lnTo>
                    <a:pt x="12" y="217"/>
                  </a:lnTo>
                  <a:lnTo>
                    <a:pt x="21" y="229"/>
                  </a:lnTo>
                  <a:lnTo>
                    <a:pt x="31" y="246"/>
                  </a:lnTo>
                  <a:lnTo>
                    <a:pt x="80" y="239"/>
                  </a:lnTo>
                  <a:lnTo>
                    <a:pt x="90" y="229"/>
                  </a:lnTo>
                  <a:lnTo>
                    <a:pt x="80" y="229"/>
                  </a:lnTo>
                  <a:lnTo>
                    <a:pt x="111" y="217"/>
                  </a:lnTo>
                  <a:lnTo>
                    <a:pt x="130" y="201"/>
                  </a:lnTo>
                  <a:lnTo>
                    <a:pt x="142" y="189"/>
                  </a:lnTo>
                  <a:lnTo>
                    <a:pt x="151" y="189"/>
                  </a:lnTo>
                  <a:lnTo>
                    <a:pt x="130" y="161"/>
                  </a:lnTo>
                  <a:lnTo>
                    <a:pt x="151" y="123"/>
                  </a:lnTo>
                  <a:lnTo>
                    <a:pt x="161" y="123"/>
                  </a:lnTo>
                  <a:lnTo>
                    <a:pt x="161" y="116"/>
                  </a:lnTo>
                  <a:lnTo>
                    <a:pt x="161" y="66"/>
                  </a:lnTo>
                  <a:lnTo>
                    <a:pt x="40" y="0"/>
                  </a:lnTo>
                  <a:lnTo>
                    <a:pt x="21" y="9"/>
                  </a:lnTo>
                  <a:lnTo>
                    <a:pt x="21" y="9"/>
                  </a:lnTo>
                  <a:lnTo>
                    <a:pt x="21" y="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75" name="Google Shape;1975;p206"/>
            <p:cNvSpPr/>
            <p:nvPr/>
          </p:nvSpPr>
          <p:spPr>
            <a:xfrm>
              <a:off x="5922687" y="4447601"/>
              <a:ext cx="255588" cy="390525"/>
            </a:xfrm>
            <a:custGeom>
              <a:avLst/>
              <a:gdLst/>
              <a:ahLst/>
              <a:cxnLst/>
              <a:rect l="l" t="t" r="r" b="b"/>
              <a:pathLst>
                <a:path w="161" h="246" extrusionOk="0">
                  <a:moveTo>
                    <a:pt x="21" y="9"/>
                  </a:moveTo>
                  <a:lnTo>
                    <a:pt x="21" y="9"/>
                  </a:lnTo>
                  <a:lnTo>
                    <a:pt x="21" y="28"/>
                  </a:lnTo>
                  <a:lnTo>
                    <a:pt x="40" y="47"/>
                  </a:lnTo>
                  <a:lnTo>
                    <a:pt x="31" y="104"/>
                  </a:lnTo>
                  <a:lnTo>
                    <a:pt x="0" y="144"/>
                  </a:lnTo>
                  <a:lnTo>
                    <a:pt x="0" y="151"/>
                  </a:lnTo>
                  <a:lnTo>
                    <a:pt x="12" y="161"/>
                  </a:lnTo>
                  <a:lnTo>
                    <a:pt x="12" y="172"/>
                  </a:lnTo>
                  <a:lnTo>
                    <a:pt x="31" y="210"/>
                  </a:lnTo>
                  <a:lnTo>
                    <a:pt x="12" y="210"/>
                  </a:lnTo>
                  <a:lnTo>
                    <a:pt x="12" y="217"/>
                  </a:lnTo>
                  <a:lnTo>
                    <a:pt x="21" y="229"/>
                  </a:lnTo>
                  <a:lnTo>
                    <a:pt x="31" y="246"/>
                  </a:lnTo>
                  <a:lnTo>
                    <a:pt x="80" y="239"/>
                  </a:lnTo>
                  <a:lnTo>
                    <a:pt x="90" y="229"/>
                  </a:lnTo>
                  <a:lnTo>
                    <a:pt x="80" y="229"/>
                  </a:lnTo>
                  <a:lnTo>
                    <a:pt x="111" y="217"/>
                  </a:lnTo>
                  <a:lnTo>
                    <a:pt x="130" y="201"/>
                  </a:lnTo>
                  <a:lnTo>
                    <a:pt x="142" y="189"/>
                  </a:lnTo>
                  <a:lnTo>
                    <a:pt x="151" y="189"/>
                  </a:lnTo>
                  <a:lnTo>
                    <a:pt x="130" y="161"/>
                  </a:lnTo>
                  <a:lnTo>
                    <a:pt x="151" y="123"/>
                  </a:lnTo>
                  <a:lnTo>
                    <a:pt x="161" y="123"/>
                  </a:lnTo>
                  <a:lnTo>
                    <a:pt x="161" y="116"/>
                  </a:lnTo>
                  <a:lnTo>
                    <a:pt x="161" y="66"/>
                  </a:lnTo>
                  <a:lnTo>
                    <a:pt x="40" y="0"/>
                  </a:lnTo>
                  <a:lnTo>
                    <a:pt x="21" y="9"/>
                  </a:lnTo>
                  <a:lnTo>
                    <a:pt x="21" y="9"/>
                  </a:lnTo>
                  <a:lnTo>
                    <a:pt x="21" y="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76" name="Google Shape;1976;p206"/>
            <p:cNvSpPr/>
            <p:nvPr/>
          </p:nvSpPr>
          <p:spPr>
            <a:xfrm>
              <a:off x="6508474" y="4582539"/>
              <a:ext cx="157163" cy="134938"/>
            </a:xfrm>
            <a:custGeom>
              <a:avLst/>
              <a:gdLst/>
              <a:ahLst/>
              <a:cxnLst/>
              <a:rect l="l" t="t" r="r" b="b"/>
              <a:pathLst>
                <a:path w="99" h="85" extrusionOk="0">
                  <a:moveTo>
                    <a:pt x="90" y="85"/>
                  </a:moveTo>
                  <a:lnTo>
                    <a:pt x="90" y="85"/>
                  </a:lnTo>
                  <a:lnTo>
                    <a:pt x="99" y="85"/>
                  </a:lnTo>
                  <a:lnTo>
                    <a:pt x="71" y="57"/>
                  </a:lnTo>
                  <a:lnTo>
                    <a:pt x="50" y="38"/>
                  </a:lnTo>
                  <a:lnTo>
                    <a:pt x="31" y="0"/>
                  </a:lnTo>
                  <a:lnTo>
                    <a:pt x="31" y="9"/>
                  </a:lnTo>
                  <a:lnTo>
                    <a:pt x="12" y="19"/>
                  </a:lnTo>
                  <a:lnTo>
                    <a:pt x="0" y="57"/>
                  </a:lnTo>
                  <a:lnTo>
                    <a:pt x="12" y="57"/>
                  </a:lnTo>
                  <a:lnTo>
                    <a:pt x="21" y="66"/>
                  </a:lnTo>
                  <a:lnTo>
                    <a:pt x="21" y="47"/>
                  </a:lnTo>
                  <a:lnTo>
                    <a:pt x="31" y="57"/>
                  </a:lnTo>
                  <a:lnTo>
                    <a:pt x="59" y="57"/>
                  </a:lnTo>
                  <a:lnTo>
                    <a:pt x="90" y="85"/>
                  </a:lnTo>
                  <a:lnTo>
                    <a:pt x="90" y="85"/>
                  </a:lnTo>
                  <a:lnTo>
                    <a:pt x="90" y="8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77" name="Google Shape;1977;p206"/>
            <p:cNvSpPr/>
            <p:nvPr/>
          </p:nvSpPr>
          <p:spPr>
            <a:xfrm>
              <a:off x="6508474" y="4582539"/>
              <a:ext cx="157163" cy="134938"/>
            </a:xfrm>
            <a:custGeom>
              <a:avLst/>
              <a:gdLst/>
              <a:ahLst/>
              <a:cxnLst/>
              <a:rect l="l" t="t" r="r" b="b"/>
              <a:pathLst>
                <a:path w="99" h="85" extrusionOk="0">
                  <a:moveTo>
                    <a:pt x="90" y="85"/>
                  </a:moveTo>
                  <a:lnTo>
                    <a:pt x="90" y="85"/>
                  </a:lnTo>
                  <a:lnTo>
                    <a:pt x="99" y="85"/>
                  </a:lnTo>
                  <a:lnTo>
                    <a:pt x="71" y="57"/>
                  </a:lnTo>
                  <a:lnTo>
                    <a:pt x="50" y="38"/>
                  </a:lnTo>
                  <a:lnTo>
                    <a:pt x="31" y="0"/>
                  </a:lnTo>
                  <a:lnTo>
                    <a:pt x="31" y="9"/>
                  </a:lnTo>
                  <a:lnTo>
                    <a:pt x="12" y="19"/>
                  </a:lnTo>
                  <a:lnTo>
                    <a:pt x="0" y="57"/>
                  </a:lnTo>
                  <a:lnTo>
                    <a:pt x="12" y="57"/>
                  </a:lnTo>
                  <a:lnTo>
                    <a:pt x="21" y="66"/>
                  </a:lnTo>
                  <a:lnTo>
                    <a:pt x="21" y="47"/>
                  </a:lnTo>
                  <a:lnTo>
                    <a:pt x="31" y="57"/>
                  </a:lnTo>
                  <a:lnTo>
                    <a:pt x="59" y="57"/>
                  </a:lnTo>
                  <a:lnTo>
                    <a:pt x="90" y="85"/>
                  </a:lnTo>
                  <a:lnTo>
                    <a:pt x="90" y="85"/>
                  </a:lnTo>
                  <a:lnTo>
                    <a:pt x="90" y="85"/>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78" name="Google Shape;1978;p206"/>
            <p:cNvSpPr/>
            <p:nvPr/>
          </p:nvSpPr>
          <p:spPr>
            <a:xfrm>
              <a:off x="6181449" y="4725414"/>
              <a:ext cx="311150" cy="203200"/>
            </a:xfrm>
            <a:custGeom>
              <a:avLst/>
              <a:gdLst/>
              <a:ahLst/>
              <a:cxnLst/>
              <a:rect l="l" t="t" r="r" b="b"/>
              <a:pathLst>
                <a:path w="196" h="128" extrusionOk="0">
                  <a:moveTo>
                    <a:pt x="185" y="102"/>
                  </a:moveTo>
                  <a:lnTo>
                    <a:pt x="163" y="73"/>
                  </a:lnTo>
                  <a:lnTo>
                    <a:pt x="154" y="64"/>
                  </a:lnTo>
                  <a:lnTo>
                    <a:pt x="163" y="57"/>
                  </a:lnTo>
                  <a:lnTo>
                    <a:pt x="163" y="54"/>
                  </a:lnTo>
                  <a:lnTo>
                    <a:pt x="173" y="31"/>
                  </a:lnTo>
                  <a:lnTo>
                    <a:pt x="159" y="21"/>
                  </a:lnTo>
                  <a:lnTo>
                    <a:pt x="159" y="0"/>
                  </a:lnTo>
                  <a:lnTo>
                    <a:pt x="140" y="2"/>
                  </a:lnTo>
                  <a:lnTo>
                    <a:pt x="142" y="26"/>
                  </a:lnTo>
                  <a:lnTo>
                    <a:pt x="128" y="42"/>
                  </a:lnTo>
                  <a:lnTo>
                    <a:pt x="104" y="33"/>
                  </a:lnTo>
                  <a:lnTo>
                    <a:pt x="73" y="45"/>
                  </a:lnTo>
                  <a:lnTo>
                    <a:pt x="55" y="45"/>
                  </a:lnTo>
                  <a:lnTo>
                    <a:pt x="38" y="28"/>
                  </a:lnTo>
                  <a:lnTo>
                    <a:pt x="29" y="31"/>
                  </a:lnTo>
                  <a:lnTo>
                    <a:pt x="21" y="40"/>
                  </a:lnTo>
                  <a:lnTo>
                    <a:pt x="10" y="54"/>
                  </a:lnTo>
                  <a:lnTo>
                    <a:pt x="0" y="54"/>
                  </a:lnTo>
                  <a:lnTo>
                    <a:pt x="3" y="57"/>
                  </a:lnTo>
                  <a:lnTo>
                    <a:pt x="21" y="64"/>
                  </a:lnTo>
                  <a:lnTo>
                    <a:pt x="62" y="111"/>
                  </a:lnTo>
                  <a:lnTo>
                    <a:pt x="73" y="121"/>
                  </a:lnTo>
                  <a:lnTo>
                    <a:pt x="102" y="121"/>
                  </a:lnTo>
                  <a:lnTo>
                    <a:pt x="114" y="128"/>
                  </a:lnTo>
                  <a:lnTo>
                    <a:pt x="133" y="128"/>
                  </a:lnTo>
                  <a:lnTo>
                    <a:pt x="163" y="121"/>
                  </a:lnTo>
                  <a:lnTo>
                    <a:pt x="175" y="121"/>
                  </a:lnTo>
                  <a:lnTo>
                    <a:pt x="196" y="121"/>
                  </a:lnTo>
                  <a:lnTo>
                    <a:pt x="196" y="102"/>
                  </a:lnTo>
                  <a:lnTo>
                    <a:pt x="185" y="102"/>
                  </a:lnTo>
                  <a:lnTo>
                    <a:pt x="185" y="102"/>
                  </a:lnTo>
                  <a:lnTo>
                    <a:pt x="185" y="102"/>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79" name="Google Shape;1979;p206"/>
            <p:cNvSpPr/>
            <p:nvPr/>
          </p:nvSpPr>
          <p:spPr>
            <a:xfrm>
              <a:off x="6181449" y="4725414"/>
              <a:ext cx="311150" cy="203200"/>
            </a:xfrm>
            <a:custGeom>
              <a:avLst/>
              <a:gdLst/>
              <a:ahLst/>
              <a:cxnLst/>
              <a:rect l="l" t="t" r="r" b="b"/>
              <a:pathLst>
                <a:path w="196" h="128" extrusionOk="0">
                  <a:moveTo>
                    <a:pt x="185" y="102"/>
                  </a:moveTo>
                  <a:lnTo>
                    <a:pt x="163" y="73"/>
                  </a:lnTo>
                  <a:lnTo>
                    <a:pt x="154" y="64"/>
                  </a:lnTo>
                  <a:lnTo>
                    <a:pt x="163" y="57"/>
                  </a:lnTo>
                  <a:lnTo>
                    <a:pt x="163" y="54"/>
                  </a:lnTo>
                  <a:lnTo>
                    <a:pt x="173" y="31"/>
                  </a:lnTo>
                  <a:lnTo>
                    <a:pt x="159" y="21"/>
                  </a:lnTo>
                  <a:lnTo>
                    <a:pt x="159" y="0"/>
                  </a:lnTo>
                  <a:lnTo>
                    <a:pt x="140" y="2"/>
                  </a:lnTo>
                  <a:lnTo>
                    <a:pt x="142" y="26"/>
                  </a:lnTo>
                  <a:lnTo>
                    <a:pt x="128" y="42"/>
                  </a:lnTo>
                  <a:lnTo>
                    <a:pt x="104" y="33"/>
                  </a:lnTo>
                  <a:lnTo>
                    <a:pt x="73" y="45"/>
                  </a:lnTo>
                  <a:lnTo>
                    <a:pt x="55" y="45"/>
                  </a:lnTo>
                  <a:lnTo>
                    <a:pt x="38" y="28"/>
                  </a:lnTo>
                  <a:lnTo>
                    <a:pt x="29" y="31"/>
                  </a:lnTo>
                  <a:lnTo>
                    <a:pt x="21" y="40"/>
                  </a:lnTo>
                  <a:lnTo>
                    <a:pt x="10" y="54"/>
                  </a:lnTo>
                  <a:lnTo>
                    <a:pt x="0" y="54"/>
                  </a:lnTo>
                  <a:lnTo>
                    <a:pt x="3" y="57"/>
                  </a:lnTo>
                  <a:lnTo>
                    <a:pt x="21" y="64"/>
                  </a:lnTo>
                  <a:lnTo>
                    <a:pt x="62" y="111"/>
                  </a:lnTo>
                  <a:lnTo>
                    <a:pt x="73" y="121"/>
                  </a:lnTo>
                  <a:lnTo>
                    <a:pt x="102" y="121"/>
                  </a:lnTo>
                  <a:lnTo>
                    <a:pt x="114" y="128"/>
                  </a:lnTo>
                  <a:lnTo>
                    <a:pt x="133" y="128"/>
                  </a:lnTo>
                  <a:lnTo>
                    <a:pt x="163" y="121"/>
                  </a:lnTo>
                  <a:lnTo>
                    <a:pt x="175" y="121"/>
                  </a:lnTo>
                  <a:lnTo>
                    <a:pt x="196" y="121"/>
                  </a:lnTo>
                  <a:lnTo>
                    <a:pt x="196" y="102"/>
                  </a:lnTo>
                  <a:lnTo>
                    <a:pt x="185" y="102"/>
                  </a:lnTo>
                  <a:lnTo>
                    <a:pt x="185" y="102"/>
                  </a:lnTo>
                  <a:lnTo>
                    <a:pt x="185" y="102"/>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80" name="Google Shape;1980;p206"/>
            <p:cNvSpPr/>
            <p:nvPr/>
          </p:nvSpPr>
          <p:spPr>
            <a:xfrm>
              <a:off x="6129062" y="4465064"/>
              <a:ext cx="428625" cy="346075"/>
            </a:xfrm>
            <a:custGeom>
              <a:avLst/>
              <a:gdLst/>
              <a:ahLst/>
              <a:cxnLst/>
              <a:rect l="l" t="t" r="r" b="b"/>
              <a:pathLst>
                <a:path w="270" h="218" extrusionOk="0">
                  <a:moveTo>
                    <a:pt x="263" y="67"/>
                  </a:moveTo>
                  <a:lnTo>
                    <a:pt x="251" y="10"/>
                  </a:lnTo>
                  <a:lnTo>
                    <a:pt x="229" y="0"/>
                  </a:lnTo>
                  <a:lnTo>
                    <a:pt x="199" y="19"/>
                  </a:lnTo>
                  <a:lnTo>
                    <a:pt x="187" y="10"/>
                  </a:lnTo>
                  <a:lnTo>
                    <a:pt x="54" y="10"/>
                  </a:lnTo>
                  <a:lnTo>
                    <a:pt x="54" y="38"/>
                  </a:lnTo>
                  <a:lnTo>
                    <a:pt x="43" y="48"/>
                  </a:lnTo>
                  <a:lnTo>
                    <a:pt x="33" y="57"/>
                  </a:lnTo>
                  <a:lnTo>
                    <a:pt x="33" y="105"/>
                  </a:lnTo>
                  <a:lnTo>
                    <a:pt x="33" y="114"/>
                  </a:lnTo>
                  <a:lnTo>
                    <a:pt x="21" y="114"/>
                  </a:lnTo>
                  <a:lnTo>
                    <a:pt x="0" y="152"/>
                  </a:lnTo>
                  <a:lnTo>
                    <a:pt x="21" y="180"/>
                  </a:lnTo>
                  <a:lnTo>
                    <a:pt x="12" y="180"/>
                  </a:lnTo>
                  <a:lnTo>
                    <a:pt x="33" y="199"/>
                  </a:lnTo>
                  <a:lnTo>
                    <a:pt x="33" y="218"/>
                  </a:lnTo>
                  <a:lnTo>
                    <a:pt x="33" y="218"/>
                  </a:lnTo>
                  <a:lnTo>
                    <a:pt x="40" y="218"/>
                  </a:lnTo>
                  <a:lnTo>
                    <a:pt x="54" y="204"/>
                  </a:lnTo>
                  <a:lnTo>
                    <a:pt x="62" y="192"/>
                  </a:lnTo>
                  <a:lnTo>
                    <a:pt x="71" y="192"/>
                  </a:lnTo>
                  <a:lnTo>
                    <a:pt x="88" y="206"/>
                  </a:lnTo>
                  <a:lnTo>
                    <a:pt x="106" y="209"/>
                  </a:lnTo>
                  <a:lnTo>
                    <a:pt x="137" y="197"/>
                  </a:lnTo>
                  <a:lnTo>
                    <a:pt x="161" y="204"/>
                  </a:lnTo>
                  <a:lnTo>
                    <a:pt x="175" y="190"/>
                  </a:lnTo>
                  <a:lnTo>
                    <a:pt x="173" y="166"/>
                  </a:lnTo>
                  <a:lnTo>
                    <a:pt x="192" y="164"/>
                  </a:lnTo>
                  <a:lnTo>
                    <a:pt x="192" y="185"/>
                  </a:lnTo>
                  <a:lnTo>
                    <a:pt x="206" y="192"/>
                  </a:lnTo>
                  <a:lnTo>
                    <a:pt x="208" y="190"/>
                  </a:lnTo>
                  <a:lnTo>
                    <a:pt x="239" y="152"/>
                  </a:lnTo>
                  <a:lnTo>
                    <a:pt x="239" y="133"/>
                  </a:lnTo>
                  <a:lnTo>
                    <a:pt x="251" y="95"/>
                  </a:lnTo>
                  <a:lnTo>
                    <a:pt x="270" y="86"/>
                  </a:lnTo>
                  <a:lnTo>
                    <a:pt x="270" y="76"/>
                  </a:lnTo>
                  <a:lnTo>
                    <a:pt x="263" y="67"/>
                  </a:lnTo>
                  <a:lnTo>
                    <a:pt x="263" y="67"/>
                  </a:lnTo>
                  <a:lnTo>
                    <a:pt x="263" y="67"/>
                  </a:lnTo>
                  <a:close/>
                </a:path>
              </a:pathLst>
            </a:custGeom>
            <a:solidFill>
              <a:srgbClr val="BFBFB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81" name="Google Shape;1981;p206"/>
            <p:cNvSpPr/>
            <p:nvPr/>
          </p:nvSpPr>
          <p:spPr>
            <a:xfrm>
              <a:off x="5790924" y="4703189"/>
              <a:ext cx="195263" cy="269875"/>
            </a:xfrm>
            <a:custGeom>
              <a:avLst/>
              <a:gdLst/>
              <a:ahLst/>
              <a:cxnLst/>
              <a:rect l="l" t="t" r="r" b="b"/>
              <a:pathLst>
                <a:path w="123" h="170" extrusionOk="0">
                  <a:moveTo>
                    <a:pt x="0" y="125"/>
                  </a:moveTo>
                  <a:lnTo>
                    <a:pt x="0" y="125"/>
                  </a:lnTo>
                  <a:lnTo>
                    <a:pt x="19" y="97"/>
                  </a:lnTo>
                  <a:lnTo>
                    <a:pt x="29" y="97"/>
                  </a:lnTo>
                  <a:lnTo>
                    <a:pt x="40" y="106"/>
                  </a:lnTo>
                  <a:lnTo>
                    <a:pt x="52" y="97"/>
                  </a:lnTo>
                  <a:lnTo>
                    <a:pt x="71" y="68"/>
                  </a:lnTo>
                  <a:lnTo>
                    <a:pt x="81" y="40"/>
                  </a:lnTo>
                  <a:lnTo>
                    <a:pt x="92" y="21"/>
                  </a:lnTo>
                  <a:lnTo>
                    <a:pt x="92" y="11"/>
                  </a:lnTo>
                  <a:lnTo>
                    <a:pt x="92" y="0"/>
                  </a:lnTo>
                  <a:lnTo>
                    <a:pt x="92" y="11"/>
                  </a:lnTo>
                  <a:lnTo>
                    <a:pt x="111" y="49"/>
                  </a:lnTo>
                  <a:lnTo>
                    <a:pt x="92" y="49"/>
                  </a:lnTo>
                  <a:lnTo>
                    <a:pt x="92" y="56"/>
                  </a:lnTo>
                  <a:lnTo>
                    <a:pt x="102" y="68"/>
                  </a:lnTo>
                  <a:lnTo>
                    <a:pt x="111" y="85"/>
                  </a:lnTo>
                  <a:lnTo>
                    <a:pt x="92" y="113"/>
                  </a:lnTo>
                  <a:lnTo>
                    <a:pt x="102" y="125"/>
                  </a:lnTo>
                  <a:lnTo>
                    <a:pt x="123" y="153"/>
                  </a:lnTo>
                  <a:lnTo>
                    <a:pt x="123" y="170"/>
                  </a:lnTo>
                  <a:lnTo>
                    <a:pt x="71" y="163"/>
                  </a:lnTo>
                  <a:lnTo>
                    <a:pt x="40" y="163"/>
                  </a:lnTo>
                  <a:lnTo>
                    <a:pt x="19" y="163"/>
                  </a:lnTo>
                  <a:lnTo>
                    <a:pt x="19" y="153"/>
                  </a:lnTo>
                  <a:lnTo>
                    <a:pt x="10" y="142"/>
                  </a:lnTo>
                  <a:lnTo>
                    <a:pt x="0" y="135"/>
                  </a:lnTo>
                  <a:lnTo>
                    <a:pt x="0" y="125"/>
                  </a:lnTo>
                  <a:lnTo>
                    <a:pt x="0" y="125"/>
                  </a:lnTo>
                  <a:lnTo>
                    <a:pt x="0" y="125"/>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82" name="Google Shape;1982;p206"/>
            <p:cNvSpPr/>
            <p:nvPr/>
          </p:nvSpPr>
          <p:spPr>
            <a:xfrm>
              <a:off x="5790924" y="4703189"/>
              <a:ext cx="195263" cy="269875"/>
            </a:xfrm>
            <a:custGeom>
              <a:avLst/>
              <a:gdLst/>
              <a:ahLst/>
              <a:cxnLst/>
              <a:rect l="l" t="t" r="r" b="b"/>
              <a:pathLst>
                <a:path w="123" h="170" extrusionOk="0">
                  <a:moveTo>
                    <a:pt x="0" y="125"/>
                  </a:moveTo>
                  <a:lnTo>
                    <a:pt x="0" y="125"/>
                  </a:lnTo>
                  <a:lnTo>
                    <a:pt x="19" y="97"/>
                  </a:lnTo>
                  <a:lnTo>
                    <a:pt x="29" y="97"/>
                  </a:lnTo>
                  <a:lnTo>
                    <a:pt x="40" y="106"/>
                  </a:lnTo>
                  <a:lnTo>
                    <a:pt x="52" y="97"/>
                  </a:lnTo>
                  <a:lnTo>
                    <a:pt x="71" y="68"/>
                  </a:lnTo>
                  <a:lnTo>
                    <a:pt x="81" y="40"/>
                  </a:lnTo>
                  <a:lnTo>
                    <a:pt x="92" y="21"/>
                  </a:lnTo>
                  <a:lnTo>
                    <a:pt x="92" y="11"/>
                  </a:lnTo>
                  <a:lnTo>
                    <a:pt x="92" y="0"/>
                  </a:lnTo>
                  <a:lnTo>
                    <a:pt x="92" y="11"/>
                  </a:lnTo>
                  <a:lnTo>
                    <a:pt x="111" y="49"/>
                  </a:lnTo>
                  <a:lnTo>
                    <a:pt x="92" y="49"/>
                  </a:lnTo>
                  <a:lnTo>
                    <a:pt x="92" y="56"/>
                  </a:lnTo>
                  <a:lnTo>
                    <a:pt x="102" y="68"/>
                  </a:lnTo>
                  <a:lnTo>
                    <a:pt x="111" y="85"/>
                  </a:lnTo>
                  <a:lnTo>
                    <a:pt x="92" y="113"/>
                  </a:lnTo>
                  <a:lnTo>
                    <a:pt x="102" y="125"/>
                  </a:lnTo>
                  <a:lnTo>
                    <a:pt x="123" y="153"/>
                  </a:lnTo>
                  <a:lnTo>
                    <a:pt x="123" y="170"/>
                  </a:lnTo>
                  <a:lnTo>
                    <a:pt x="71" y="163"/>
                  </a:lnTo>
                  <a:lnTo>
                    <a:pt x="40" y="163"/>
                  </a:lnTo>
                  <a:lnTo>
                    <a:pt x="19" y="163"/>
                  </a:lnTo>
                  <a:lnTo>
                    <a:pt x="19" y="153"/>
                  </a:lnTo>
                  <a:lnTo>
                    <a:pt x="10" y="142"/>
                  </a:lnTo>
                  <a:lnTo>
                    <a:pt x="0" y="135"/>
                  </a:lnTo>
                  <a:lnTo>
                    <a:pt x="0" y="125"/>
                  </a:lnTo>
                  <a:lnTo>
                    <a:pt x="0" y="125"/>
                  </a:lnTo>
                  <a:lnTo>
                    <a:pt x="0" y="125"/>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83" name="Google Shape;1983;p206"/>
            <p:cNvSpPr/>
            <p:nvPr/>
          </p:nvSpPr>
          <p:spPr>
            <a:xfrm>
              <a:off x="5802037" y="4961951"/>
              <a:ext cx="52388" cy="26988"/>
            </a:xfrm>
            <a:custGeom>
              <a:avLst/>
              <a:gdLst/>
              <a:ahLst/>
              <a:cxnLst/>
              <a:rect l="l" t="t" r="r" b="b"/>
              <a:pathLst>
                <a:path w="33" h="17" extrusionOk="0">
                  <a:moveTo>
                    <a:pt x="33" y="0"/>
                  </a:moveTo>
                  <a:lnTo>
                    <a:pt x="33" y="0"/>
                  </a:lnTo>
                  <a:lnTo>
                    <a:pt x="33" y="17"/>
                  </a:lnTo>
                  <a:lnTo>
                    <a:pt x="12" y="17"/>
                  </a:lnTo>
                  <a:lnTo>
                    <a:pt x="0" y="17"/>
                  </a:lnTo>
                  <a:lnTo>
                    <a:pt x="12" y="0"/>
                  </a:lnTo>
                  <a:lnTo>
                    <a:pt x="33"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84" name="Google Shape;1984;p206"/>
            <p:cNvSpPr/>
            <p:nvPr/>
          </p:nvSpPr>
          <p:spPr>
            <a:xfrm>
              <a:off x="5802037" y="4961951"/>
              <a:ext cx="52388" cy="26988"/>
            </a:xfrm>
            <a:custGeom>
              <a:avLst/>
              <a:gdLst/>
              <a:ahLst/>
              <a:cxnLst/>
              <a:rect l="l" t="t" r="r" b="b"/>
              <a:pathLst>
                <a:path w="33" h="17" extrusionOk="0">
                  <a:moveTo>
                    <a:pt x="33" y="0"/>
                  </a:moveTo>
                  <a:lnTo>
                    <a:pt x="33" y="0"/>
                  </a:lnTo>
                  <a:lnTo>
                    <a:pt x="33" y="17"/>
                  </a:lnTo>
                  <a:lnTo>
                    <a:pt x="12" y="17"/>
                  </a:lnTo>
                  <a:lnTo>
                    <a:pt x="0" y="17"/>
                  </a:lnTo>
                  <a:lnTo>
                    <a:pt x="12" y="0"/>
                  </a:lnTo>
                  <a:lnTo>
                    <a:pt x="33"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85" name="Google Shape;1985;p206"/>
            <p:cNvSpPr/>
            <p:nvPr/>
          </p:nvSpPr>
          <p:spPr>
            <a:xfrm>
              <a:off x="5802037" y="4961951"/>
              <a:ext cx="52388" cy="26988"/>
            </a:xfrm>
            <a:custGeom>
              <a:avLst/>
              <a:gdLst/>
              <a:ahLst/>
              <a:cxnLst/>
              <a:rect l="l" t="t" r="r" b="b"/>
              <a:pathLst>
                <a:path w="33" h="17" extrusionOk="0">
                  <a:moveTo>
                    <a:pt x="33" y="0"/>
                  </a:moveTo>
                  <a:lnTo>
                    <a:pt x="33" y="0"/>
                  </a:lnTo>
                  <a:lnTo>
                    <a:pt x="33" y="17"/>
                  </a:lnTo>
                  <a:lnTo>
                    <a:pt x="12" y="17"/>
                  </a:lnTo>
                  <a:lnTo>
                    <a:pt x="0" y="17"/>
                  </a:lnTo>
                  <a:lnTo>
                    <a:pt x="12" y="0"/>
                  </a:lnTo>
                  <a:lnTo>
                    <a:pt x="33"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86" name="Google Shape;1986;p206"/>
            <p:cNvSpPr/>
            <p:nvPr/>
          </p:nvSpPr>
          <p:spPr>
            <a:xfrm>
              <a:off x="6425924" y="4657151"/>
              <a:ext cx="371475" cy="271463"/>
            </a:xfrm>
            <a:custGeom>
              <a:avLst/>
              <a:gdLst/>
              <a:ahLst/>
              <a:cxnLst/>
              <a:rect l="l" t="t" r="r" b="b"/>
              <a:pathLst>
                <a:path w="234" h="171" extrusionOk="0">
                  <a:moveTo>
                    <a:pt x="144" y="40"/>
                  </a:moveTo>
                  <a:lnTo>
                    <a:pt x="144" y="40"/>
                  </a:lnTo>
                  <a:lnTo>
                    <a:pt x="144" y="57"/>
                  </a:lnTo>
                  <a:lnTo>
                    <a:pt x="144" y="69"/>
                  </a:lnTo>
                  <a:lnTo>
                    <a:pt x="154" y="69"/>
                  </a:lnTo>
                  <a:lnTo>
                    <a:pt x="154" y="78"/>
                  </a:lnTo>
                  <a:lnTo>
                    <a:pt x="175" y="97"/>
                  </a:lnTo>
                  <a:lnTo>
                    <a:pt x="225" y="107"/>
                  </a:lnTo>
                  <a:lnTo>
                    <a:pt x="234" y="107"/>
                  </a:lnTo>
                  <a:lnTo>
                    <a:pt x="194" y="154"/>
                  </a:lnTo>
                  <a:lnTo>
                    <a:pt x="163" y="154"/>
                  </a:lnTo>
                  <a:lnTo>
                    <a:pt x="144" y="171"/>
                  </a:lnTo>
                  <a:lnTo>
                    <a:pt x="123" y="164"/>
                  </a:lnTo>
                  <a:lnTo>
                    <a:pt x="92" y="171"/>
                  </a:lnTo>
                  <a:lnTo>
                    <a:pt x="40" y="164"/>
                  </a:lnTo>
                  <a:lnTo>
                    <a:pt x="40" y="142"/>
                  </a:lnTo>
                  <a:lnTo>
                    <a:pt x="31" y="142"/>
                  </a:lnTo>
                  <a:lnTo>
                    <a:pt x="9" y="114"/>
                  </a:lnTo>
                  <a:lnTo>
                    <a:pt x="0" y="107"/>
                  </a:lnTo>
                  <a:lnTo>
                    <a:pt x="9" y="97"/>
                  </a:lnTo>
                  <a:lnTo>
                    <a:pt x="21" y="69"/>
                  </a:lnTo>
                  <a:lnTo>
                    <a:pt x="50" y="29"/>
                  </a:lnTo>
                  <a:lnTo>
                    <a:pt x="50" y="12"/>
                  </a:lnTo>
                  <a:lnTo>
                    <a:pt x="61" y="12"/>
                  </a:lnTo>
                  <a:lnTo>
                    <a:pt x="71" y="21"/>
                  </a:lnTo>
                  <a:lnTo>
                    <a:pt x="71" y="0"/>
                  </a:lnTo>
                  <a:lnTo>
                    <a:pt x="80" y="12"/>
                  </a:lnTo>
                  <a:lnTo>
                    <a:pt x="111" y="12"/>
                  </a:lnTo>
                  <a:lnTo>
                    <a:pt x="144" y="40"/>
                  </a:lnTo>
                  <a:lnTo>
                    <a:pt x="144" y="40"/>
                  </a:lnTo>
                  <a:lnTo>
                    <a:pt x="144" y="4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87" name="Google Shape;1987;p206"/>
            <p:cNvSpPr/>
            <p:nvPr/>
          </p:nvSpPr>
          <p:spPr>
            <a:xfrm>
              <a:off x="6425924" y="4657151"/>
              <a:ext cx="371475" cy="271463"/>
            </a:xfrm>
            <a:custGeom>
              <a:avLst/>
              <a:gdLst/>
              <a:ahLst/>
              <a:cxnLst/>
              <a:rect l="l" t="t" r="r" b="b"/>
              <a:pathLst>
                <a:path w="234" h="171" extrusionOk="0">
                  <a:moveTo>
                    <a:pt x="144" y="40"/>
                  </a:moveTo>
                  <a:lnTo>
                    <a:pt x="144" y="40"/>
                  </a:lnTo>
                  <a:lnTo>
                    <a:pt x="144" y="57"/>
                  </a:lnTo>
                  <a:lnTo>
                    <a:pt x="144" y="69"/>
                  </a:lnTo>
                  <a:lnTo>
                    <a:pt x="154" y="69"/>
                  </a:lnTo>
                  <a:lnTo>
                    <a:pt x="154" y="78"/>
                  </a:lnTo>
                  <a:lnTo>
                    <a:pt x="175" y="97"/>
                  </a:lnTo>
                  <a:lnTo>
                    <a:pt x="225" y="107"/>
                  </a:lnTo>
                  <a:lnTo>
                    <a:pt x="234" y="107"/>
                  </a:lnTo>
                  <a:lnTo>
                    <a:pt x="194" y="154"/>
                  </a:lnTo>
                  <a:lnTo>
                    <a:pt x="163" y="154"/>
                  </a:lnTo>
                  <a:lnTo>
                    <a:pt x="144" y="171"/>
                  </a:lnTo>
                  <a:lnTo>
                    <a:pt x="123" y="164"/>
                  </a:lnTo>
                  <a:lnTo>
                    <a:pt x="92" y="171"/>
                  </a:lnTo>
                  <a:lnTo>
                    <a:pt x="40" y="164"/>
                  </a:lnTo>
                  <a:lnTo>
                    <a:pt x="40" y="142"/>
                  </a:lnTo>
                  <a:lnTo>
                    <a:pt x="31" y="142"/>
                  </a:lnTo>
                  <a:lnTo>
                    <a:pt x="9" y="114"/>
                  </a:lnTo>
                  <a:lnTo>
                    <a:pt x="0" y="107"/>
                  </a:lnTo>
                  <a:lnTo>
                    <a:pt x="9" y="97"/>
                  </a:lnTo>
                  <a:lnTo>
                    <a:pt x="21" y="69"/>
                  </a:lnTo>
                  <a:lnTo>
                    <a:pt x="50" y="29"/>
                  </a:lnTo>
                  <a:lnTo>
                    <a:pt x="50" y="12"/>
                  </a:lnTo>
                  <a:lnTo>
                    <a:pt x="61" y="12"/>
                  </a:lnTo>
                  <a:lnTo>
                    <a:pt x="71" y="21"/>
                  </a:lnTo>
                  <a:lnTo>
                    <a:pt x="71" y="0"/>
                  </a:lnTo>
                  <a:lnTo>
                    <a:pt x="80" y="12"/>
                  </a:lnTo>
                  <a:lnTo>
                    <a:pt x="111" y="12"/>
                  </a:lnTo>
                  <a:lnTo>
                    <a:pt x="144" y="40"/>
                  </a:lnTo>
                  <a:lnTo>
                    <a:pt x="144" y="40"/>
                  </a:lnTo>
                  <a:lnTo>
                    <a:pt x="144" y="40"/>
                  </a:lnTo>
                  <a:close/>
                </a:path>
              </a:pathLst>
            </a:custGeom>
            <a:solidFill>
              <a:srgbClr val="BFBFBF"/>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88" name="Google Shape;1988;p206"/>
            <p:cNvSpPr/>
            <p:nvPr/>
          </p:nvSpPr>
          <p:spPr>
            <a:xfrm>
              <a:off x="6654524" y="4717476"/>
              <a:ext cx="33338" cy="44450"/>
            </a:xfrm>
            <a:custGeom>
              <a:avLst/>
              <a:gdLst/>
              <a:ahLst/>
              <a:cxnLst/>
              <a:rect l="l" t="t" r="r" b="b"/>
              <a:pathLst>
                <a:path w="21" h="28" extrusionOk="0">
                  <a:moveTo>
                    <a:pt x="10" y="28"/>
                  </a:moveTo>
                  <a:lnTo>
                    <a:pt x="10" y="28"/>
                  </a:lnTo>
                  <a:lnTo>
                    <a:pt x="0" y="28"/>
                  </a:lnTo>
                  <a:lnTo>
                    <a:pt x="0" y="19"/>
                  </a:lnTo>
                  <a:lnTo>
                    <a:pt x="0" y="0"/>
                  </a:lnTo>
                  <a:lnTo>
                    <a:pt x="10" y="0"/>
                  </a:lnTo>
                  <a:lnTo>
                    <a:pt x="21" y="0"/>
                  </a:lnTo>
                  <a:lnTo>
                    <a:pt x="21" y="10"/>
                  </a:lnTo>
                  <a:lnTo>
                    <a:pt x="10" y="10"/>
                  </a:lnTo>
                  <a:lnTo>
                    <a:pt x="21" y="19"/>
                  </a:lnTo>
                  <a:lnTo>
                    <a:pt x="10"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89" name="Google Shape;1989;p206"/>
            <p:cNvSpPr/>
            <p:nvPr/>
          </p:nvSpPr>
          <p:spPr>
            <a:xfrm>
              <a:off x="6654524" y="4717476"/>
              <a:ext cx="33338" cy="44450"/>
            </a:xfrm>
            <a:custGeom>
              <a:avLst/>
              <a:gdLst/>
              <a:ahLst/>
              <a:cxnLst/>
              <a:rect l="l" t="t" r="r" b="b"/>
              <a:pathLst>
                <a:path w="21" h="28" extrusionOk="0">
                  <a:moveTo>
                    <a:pt x="10" y="28"/>
                  </a:moveTo>
                  <a:lnTo>
                    <a:pt x="10" y="28"/>
                  </a:lnTo>
                  <a:lnTo>
                    <a:pt x="0" y="28"/>
                  </a:lnTo>
                  <a:lnTo>
                    <a:pt x="0" y="19"/>
                  </a:lnTo>
                  <a:lnTo>
                    <a:pt x="0" y="0"/>
                  </a:lnTo>
                  <a:lnTo>
                    <a:pt x="10" y="0"/>
                  </a:lnTo>
                  <a:lnTo>
                    <a:pt x="21" y="0"/>
                  </a:lnTo>
                  <a:lnTo>
                    <a:pt x="21" y="10"/>
                  </a:lnTo>
                  <a:lnTo>
                    <a:pt x="10" y="10"/>
                  </a:lnTo>
                  <a:lnTo>
                    <a:pt x="21" y="19"/>
                  </a:lnTo>
                  <a:lnTo>
                    <a:pt x="10" y="2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90" name="Google Shape;1990;p206"/>
            <p:cNvSpPr/>
            <p:nvPr/>
          </p:nvSpPr>
          <p:spPr>
            <a:xfrm>
              <a:off x="6654524" y="4717476"/>
              <a:ext cx="33338" cy="44450"/>
            </a:xfrm>
            <a:custGeom>
              <a:avLst/>
              <a:gdLst/>
              <a:ahLst/>
              <a:cxnLst/>
              <a:rect l="l" t="t" r="r" b="b"/>
              <a:pathLst>
                <a:path w="21" h="28" extrusionOk="0">
                  <a:moveTo>
                    <a:pt x="10" y="28"/>
                  </a:moveTo>
                  <a:lnTo>
                    <a:pt x="10" y="28"/>
                  </a:lnTo>
                  <a:lnTo>
                    <a:pt x="0" y="28"/>
                  </a:lnTo>
                  <a:lnTo>
                    <a:pt x="0" y="19"/>
                  </a:lnTo>
                  <a:lnTo>
                    <a:pt x="0" y="0"/>
                  </a:lnTo>
                  <a:lnTo>
                    <a:pt x="10" y="0"/>
                  </a:lnTo>
                  <a:lnTo>
                    <a:pt x="21" y="0"/>
                  </a:lnTo>
                  <a:lnTo>
                    <a:pt x="21" y="10"/>
                  </a:lnTo>
                  <a:lnTo>
                    <a:pt x="10" y="10"/>
                  </a:lnTo>
                  <a:lnTo>
                    <a:pt x="21" y="19"/>
                  </a:lnTo>
                  <a:lnTo>
                    <a:pt x="10" y="2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91" name="Google Shape;1991;p206"/>
            <p:cNvSpPr/>
            <p:nvPr/>
          </p:nvSpPr>
          <p:spPr>
            <a:xfrm>
              <a:off x="6440212" y="4917501"/>
              <a:ext cx="214313" cy="206375"/>
            </a:xfrm>
            <a:custGeom>
              <a:avLst/>
              <a:gdLst/>
              <a:ahLst/>
              <a:cxnLst/>
              <a:rect l="l" t="t" r="r" b="b"/>
              <a:pathLst>
                <a:path w="135" h="130" extrusionOk="0">
                  <a:moveTo>
                    <a:pt x="135" y="7"/>
                  </a:moveTo>
                  <a:lnTo>
                    <a:pt x="135" y="7"/>
                  </a:lnTo>
                  <a:lnTo>
                    <a:pt x="114" y="0"/>
                  </a:lnTo>
                  <a:lnTo>
                    <a:pt x="83" y="7"/>
                  </a:lnTo>
                  <a:lnTo>
                    <a:pt x="31" y="0"/>
                  </a:lnTo>
                  <a:lnTo>
                    <a:pt x="10" y="0"/>
                  </a:lnTo>
                  <a:lnTo>
                    <a:pt x="0" y="0"/>
                  </a:lnTo>
                  <a:lnTo>
                    <a:pt x="10" y="7"/>
                  </a:lnTo>
                  <a:lnTo>
                    <a:pt x="22" y="35"/>
                  </a:lnTo>
                  <a:lnTo>
                    <a:pt x="0" y="63"/>
                  </a:lnTo>
                  <a:lnTo>
                    <a:pt x="0" y="75"/>
                  </a:lnTo>
                  <a:lnTo>
                    <a:pt x="10" y="75"/>
                  </a:lnTo>
                  <a:lnTo>
                    <a:pt x="62" y="101"/>
                  </a:lnTo>
                  <a:lnTo>
                    <a:pt x="62" y="120"/>
                  </a:lnTo>
                  <a:lnTo>
                    <a:pt x="93" y="130"/>
                  </a:lnTo>
                  <a:lnTo>
                    <a:pt x="104" y="101"/>
                  </a:lnTo>
                  <a:lnTo>
                    <a:pt x="114" y="101"/>
                  </a:lnTo>
                  <a:lnTo>
                    <a:pt x="123" y="82"/>
                  </a:lnTo>
                  <a:lnTo>
                    <a:pt x="114" y="75"/>
                  </a:lnTo>
                  <a:lnTo>
                    <a:pt x="114" y="28"/>
                  </a:lnTo>
                  <a:lnTo>
                    <a:pt x="135" y="7"/>
                  </a:lnTo>
                  <a:lnTo>
                    <a:pt x="135" y="7"/>
                  </a:lnTo>
                  <a:lnTo>
                    <a:pt x="135" y="7"/>
                  </a:lnTo>
                  <a:close/>
                </a:path>
              </a:pathLst>
            </a:custGeom>
            <a:solidFill>
              <a:srgbClr val="B5B5B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92" name="Google Shape;1992;p206"/>
            <p:cNvSpPr/>
            <p:nvPr/>
          </p:nvSpPr>
          <p:spPr>
            <a:xfrm>
              <a:off x="6327499" y="4917501"/>
              <a:ext cx="147638" cy="134938"/>
            </a:xfrm>
            <a:custGeom>
              <a:avLst/>
              <a:gdLst/>
              <a:ahLst/>
              <a:cxnLst/>
              <a:rect l="l" t="t" r="r" b="b"/>
              <a:pathLst>
                <a:path w="93" h="85" extrusionOk="0">
                  <a:moveTo>
                    <a:pt x="71" y="0"/>
                  </a:moveTo>
                  <a:lnTo>
                    <a:pt x="71" y="0"/>
                  </a:lnTo>
                  <a:lnTo>
                    <a:pt x="81" y="7"/>
                  </a:lnTo>
                  <a:lnTo>
                    <a:pt x="93" y="35"/>
                  </a:lnTo>
                  <a:lnTo>
                    <a:pt x="71" y="63"/>
                  </a:lnTo>
                  <a:lnTo>
                    <a:pt x="71" y="75"/>
                  </a:lnTo>
                  <a:lnTo>
                    <a:pt x="41" y="75"/>
                  </a:lnTo>
                  <a:lnTo>
                    <a:pt x="22" y="75"/>
                  </a:lnTo>
                  <a:lnTo>
                    <a:pt x="0" y="85"/>
                  </a:lnTo>
                  <a:lnTo>
                    <a:pt x="12" y="56"/>
                  </a:lnTo>
                  <a:lnTo>
                    <a:pt x="22" y="47"/>
                  </a:lnTo>
                  <a:lnTo>
                    <a:pt x="31" y="28"/>
                  </a:lnTo>
                  <a:lnTo>
                    <a:pt x="22" y="28"/>
                  </a:lnTo>
                  <a:lnTo>
                    <a:pt x="22" y="7"/>
                  </a:lnTo>
                  <a:lnTo>
                    <a:pt x="41" y="7"/>
                  </a:lnTo>
                  <a:lnTo>
                    <a:pt x="71" y="0"/>
                  </a:lnTo>
                  <a:lnTo>
                    <a:pt x="71" y="0"/>
                  </a:lnTo>
                  <a:lnTo>
                    <a:pt x="71" y="0"/>
                  </a:lnTo>
                  <a:close/>
                </a:path>
              </a:pathLst>
            </a:custGeom>
            <a:solidFill>
              <a:schemeClr val="accent2">
                <a:lumMod val="500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93" name="Google Shape;1993;p206"/>
            <p:cNvSpPr/>
            <p:nvPr/>
          </p:nvSpPr>
          <p:spPr>
            <a:xfrm>
              <a:off x="6310037" y="5033389"/>
              <a:ext cx="47625" cy="44450"/>
            </a:xfrm>
            <a:custGeom>
              <a:avLst/>
              <a:gdLst/>
              <a:ahLst/>
              <a:cxnLst/>
              <a:rect l="l" t="t" r="r" b="b"/>
              <a:pathLst>
                <a:path w="30" h="28" extrusionOk="0">
                  <a:moveTo>
                    <a:pt x="30" y="28"/>
                  </a:moveTo>
                  <a:lnTo>
                    <a:pt x="30" y="28"/>
                  </a:lnTo>
                  <a:lnTo>
                    <a:pt x="11" y="28"/>
                  </a:lnTo>
                  <a:lnTo>
                    <a:pt x="0" y="28"/>
                  </a:lnTo>
                  <a:lnTo>
                    <a:pt x="11" y="9"/>
                  </a:lnTo>
                  <a:lnTo>
                    <a:pt x="30" y="0"/>
                  </a:lnTo>
                  <a:lnTo>
                    <a:pt x="30" y="19"/>
                  </a:lnTo>
                  <a:lnTo>
                    <a:pt x="30"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94" name="Google Shape;1994;p206"/>
            <p:cNvSpPr/>
            <p:nvPr/>
          </p:nvSpPr>
          <p:spPr>
            <a:xfrm>
              <a:off x="6310037" y="5033389"/>
              <a:ext cx="47625" cy="44450"/>
            </a:xfrm>
            <a:custGeom>
              <a:avLst/>
              <a:gdLst/>
              <a:ahLst/>
              <a:cxnLst/>
              <a:rect l="l" t="t" r="r" b="b"/>
              <a:pathLst>
                <a:path w="30" h="28" extrusionOk="0">
                  <a:moveTo>
                    <a:pt x="30" y="28"/>
                  </a:moveTo>
                  <a:lnTo>
                    <a:pt x="30" y="28"/>
                  </a:lnTo>
                  <a:lnTo>
                    <a:pt x="11" y="28"/>
                  </a:lnTo>
                  <a:lnTo>
                    <a:pt x="0" y="28"/>
                  </a:lnTo>
                  <a:lnTo>
                    <a:pt x="11" y="9"/>
                  </a:lnTo>
                  <a:lnTo>
                    <a:pt x="30" y="0"/>
                  </a:lnTo>
                  <a:lnTo>
                    <a:pt x="30" y="19"/>
                  </a:lnTo>
                  <a:lnTo>
                    <a:pt x="30" y="2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95" name="Google Shape;1995;p206"/>
            <p:cNvSpPr/>
            <p:nvPr/>
          </p:nvSpPr>
          <p:spPr>
            <a:xfrm>
              <a:off x="6310037" y="5033389"/>
              <a:ext cx="47625" cy="44450"/>
            </a:xfrm>
            <a:custGeom>
              <a:avLst/>
              <a:gdLst/>
              <a:ahLst/>
              <a:cxnLst/>
              <a:rect l="l" t="t" r="r" b="b"/>
              <a:pathLst>
                <a:path w="30" h="28" extrusionOk="0">
                  <a:moveTo>
                    <a:pt x="30" y="28"/>
                  </a:moveTo>
                  <a:lnTo>
                    <a:pt x="30" y="28"/>
                  </a:lnTo>
                  <a:lnTo>
                    <a:pt x="11" y="28"/>
                  </a:lnTo>
                  <a:lnTo>
                    <a:pt x="0" y="28"/>
                  </a:lnTo>
                  <a:lnTo>
                    <a:pt x="11" y="9"/>
                  </a:lnTo>
                  <a:lnTo>
                    <a:pt x="30" y="0"/>
                  </a:lnTo>
                  <a:lnTo>
                    <a:pt x="30" y="19"/>
                  </a:lnTo>
                  <a:lnTo>
                    <a:pt x="30" y="2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96" name="Google Shape;1996;p206"/>
            <p:cNvSpPr/>
            <p:nvPr/>
          </p:nvSpPr>
          <p:spPr>
            <a:xfrm>
              <a:off x="6327499" y="5077839"/>
              <a:ext cx="30163" cy="46038"/>
            </a:xfrm>
            <a:custGeom>
              <a:avLst/>
              <a:gdLst/>
              <a:ahLst/>
              <a:cxnLst/>
              <a:rect l="l" t="t" r="r" b="b"/>
              <a:pathLst>
                <a:path w="19" h="29" extrusionOk="0">
                  <a:moveTo>
                    <a:pt x="19" y="0"/>
                  </a:moveTo>
                  <a:lnTo>
                    <a:pt x="19" y="0"/>
                  </a:lnTo>
                  <a:lnTo>
                    <a:pt x="19" y="10"/>
                  </a:lnTo>
                  <a:lnTo>
                    <a:pt x="0" y="29"/>
                  </a:lnTo>
                  <a:lnTo>
                    <a:pt x="0" y="10"/>
                  </a:lnTo>
                  <a:lnTo>
                    <a:pt x="0" y="0"/>
                  </a:lnTo>
                  <a:lnTo>
                    <a:pt x="19" y="0"/>
                  </a:lnTo>
                  <a:close/>
                </a:path>
              </a:pathLst>
            </a:custGeom>
            <a:solidFill>
              <a:schemeClr val="accent2">
                <a:lumMod val="500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97" name="Google Shape;1997;p206"/>
            <p:cNvSpPr/>
            <p:nvPr/>
          </p:nvSpPr>
          <p:spPr>
            <a:xfrm>
              <a:off x="6327499" y="5077839"/>
              <a:ext cx="30163" cy="46038"/>
            </a:xfrm>
            <a:custGeom>
              <a:avLst/>
              <a:gdLst/>
              <a:ahLst/>
              <a:cxnLst/>
              <a:rect l="l" t="t" r="r" b="b"/>
              <a:pathLst>
                <a:path w="19" h="29" extrusionOk="0">
                  <a:moveTo>
                    <a:pt x="19" y="0"/>
                  </a:moveTo>
                  <a:lnTo>
                    <a:pt x="19" y="0"/>
                  </a:lnTo>
                  <a:lnTo>
                    <a:pt x="19" y="10"/>
                  </a:lnTo>
                  <a:lnTo>
                    <a:pt x="0" y="29"/>
                  </a:lnTo>
                  <a:lnTo>
                    <a:pt x="0" y="10"/>
                  </a:lnTo>
                  <a:lnTo>
                    <a:pt x="0" y="0"/>
                  </a:lnTo>
                  <a:lnTo>
                    <a:pt x="19"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98" name="Google Shape;1998;p206"/>
            <p:cNvSpPr/>
            <p:nvPr/>
          </p:nvSpPr>
          <p:spPr>
            <a:xfrm>
              <a:off x="5235299" y="4120576"/>
              <a:ext cx="307975" cy="225425"/>
            </a:xfrm>
            <a:custGeom>
              <a:avLst/>
              <a:gdLst/>
              <a:ahLst/>
              <a:cxnLst/>
              <a:rect l="l" t="t" r="r" b="b"/>
              <a:pathLst>
                <a:path w="194" h="142" extrusionOk="0">
                  <a:moveTo>
                    <a:pt x="175" y="9"/>
                  </a:moveTo>
                  <a:lnTo>
                    <a:pt x="175" y="9"/>
                  </a:lnTo>
                  <a:lnTo>
                    <a:pt x="185" y="9"/>
                  </a:lnTo>
                  <a:lnTo>
                    <a:pt x="194" y="56"/>
                  </a:lnTo>
                  <a:lnTo>
                    <a:pt x="154" y="66"/>
                  </a:lnTo>
                  <a:lnTo>
                    <a:pt x="154" y="75"/>
                  </a:lnTo>
                  <a:lnTo>
                    <a:pt x="123" y="94"/>
                  </a:lnTo>
                  <a:lnTo>
                    <a:pt x="83" y="113"/>
                  </a:lnTo>
                  <a:lnTo>
                    <a:pt x="73" y="123"/>
                  </a:lnTo>
                  <a:lnTo>
                    <a:pt x="73" y="142"/>
                  </a:lnTo>
                  <a:lnTo>
                    <a:pt x="0" y="132"/>
                  </a:lnTo>
                  <a:lnTo>
                    <a:pt x="21" y="132"/>
                  </a:lnTo>
                  <a:lnTo>
                    <a:pt x="43" y="113"/>
                  </a:lnTo>
                  <a:lnTo>
                    <a:pt x="52" y="94"/>
                  </a:lnTo>
                  <a:lnTo>
                    <a:pt x="52" y="75"/>
                  </a:lnTo>
                  <a:lnTo>
                    <a:pt x="62" y="56"/>
                  </a:lnTo>
                  <a:lnTo>
                    <a:pt x="73" y="37"/>
                  </a:lnTo>
                  <a:lnTo>
                    <a:pt x="104" y="28"/>
                  </a:lnTo>
                  <a:lnTo>
                    <a:pt x="114" y="0"/>
                  </a:lnTo>
                  <a:lnTo>
                    <a:pt x="123" y="0"/>
                  </a:lnTo>
                  <a:lnTo>
                    <a:pt x="135" y="9"/>
                  </a:lnTo>
                  <a:lnTo>
                    <a:pt x="163" y="9"/>
                  </a:lnTo>
                  <a:lnTo>
                    <a:pt x="175" y="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1999" name="Google Shape;1999;p206"/>
            <p:cNvSpPr/>
            <p:nvPr/>
          </p:nvSpPr>
          <p:spPr>
            <a:xfrm>
              <a:off x="5235299" y="4120576"/>
              <a:ext cx="307975" cy="225425"/>
            </a:xfrm>
            <a:custGeom>
              <a:avLst/>
              <a:gdLst/>
              <a:ahLst/>
              <a:cxnLst/>
              <a:rect l="l" t="t" r="r" b="b"/>
              <a:pathLst>
                <a:path w="194" h="142" extrusionOk="0">
                  <a:moveTo>
                    <a:pt x="175" y="9"/>
                  </a:moveTo>
                  <a:lnTo>
                    <a:pt x="175" y="9"/>
                  </a:lnTo>
                  <a:lnTo>
                    <a:pt x="185" y="9"/>
                  </a:lnTo>
                  <a:lnTo>
                    <a:pt x="194" y="56"/>
                  </a:lnTo>
                  <a:lnTo>
                    <a:pt x="154" y="66"/>
                  </a:lnTo>
                  <a:lnTo>
                    <a:pt x="154" y="75"/>
                  </a:lnTo>
                  <a:lnTo>
                    <a:pt x="123" y="94"/>
                  </a:lnTo>
                  <a:lnTo>
                    <a:pt x="83" y="113"/>
                  </a:lnTo>
                  <a:lnTo>
                    <a:pt x="73" y="123"/>
                  </a:lnTo>
                  <a:lnTo>
                    <a:pt x="73" y="142"/>
                  </a:lnTo>
                  <a:lnTo>
                    <a:pt x="0" y="132"/>
                  </a:lnTo>
                  <a:lnTo>
                    <a:pt x="21" y="132"/>
                  </a:lnTo>
                  <a:lnTo>
                    <a:pt x="43" y="113"/>
                  </a:lnTo>
                  <a:lnTo>
                    <a:pt x="52" y="94"/>
                  </a:lnTo>
                  <a:lnTo>
                    <a:pt x="52" y="75"/>
                  </a:lnTo>
                  <a:lnTo>
                    <a:pt x="62" y="56"/>
                  </a:lnTo>
                  <a:lnTo>
                    <a:pt x="73" y="37"/>
                  </a:lnTo>
                  <a:lnTo>
                    <a:pt x="104" y="28"/>
                  </a:lnTo>
                  <a:lnTo>
                    <a:pt x="114" y="0"/>
                  </a:lnTo>
                  <a:lnTo>
                    <a:pt x="123" y="0"/>
                  </a:lnTo>
                  <a:lnTo>
                    <a:pt x="135" y="9"/>
                  </a:lnTo>
                  <a:lnTo>
                    <a:pt x="163" y="9"/>
                  </a:lnTo>
                  <a:lnTo>
                    <a:pt x="175" y="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00" name="Google Shape;2000;p206"/>
            <p:cNvSpPr/>
            <p:nvPr/>
          </p:nvSpPr>
          <p:spPr>
            <a:xfrm>
              <a:off x="5235299" y="4120576"/>
              <a:ext cx="307975" cy="225425"/>
            </a:xfrm>
            <a:custGeom>
              <a:avLst/>
              <a:gdLst/>
              <a:ahLst/>
              <a:cxnLst/>
              <a:rect l="l" t="t" r="r" b="b"/>
              <a:pathLst>
                <a:path w="194" h="142" extrusionOk="0">
                  <a:moveTo>
                    <a:pt x="175" y="9"/>
                  </a:moveTo>
                  <a:lnTo>
                    <a:pt x="175" y="9"/>
                  </a:lnTo>
                  <a:lnTo>
                    <a:pt x="185" y="9"/>
                  </a:lnTo>
                  <a:lnTo>
                    <a:pt x="194" y="56"/>
                  </a:lnTo>
                  <a:lnTo>
                    <a:pt x="154" y="66"/>
                  </a:lnTo>
                  <a:lnTo>
                    <a:pt x="154" y="75"/>
                  </a:lnTo>
                  <a:lnTo>
                    <a:pt x="123" y="94"/>
                  </a:lnTo>
                  <a:lnTo>
                    <a:pt x="83" y="113"/>
                  </a:lnTo>
                  <a:lnTo>
                    <a:pt x="73" y="123"/>
                  </a:lnTo>
                  <a:lnTo>
                    <a:pt x="73" y="142"/>
                  </a:lnTo>
                  <a:lnTo>
                    <a:pt x="0" y="132"/>
                  </a:lnTo>
                  <a:lnTo>
                    <a:pt x="21" y="132"/>
                  </a:lnTo>
                  <a:lnTo>
                    <a:pt x="43" y="113"/>
                  </a:lnTo>
                  <a:lnTo>
                    <a:pt x="52" y="94"/>
                  </a:lnTo>
                  <a:lnTo>
                    <a:pt x="52" y="75"/>
                  </a:lnTo>
                  <a:lnTo>
                    <a:pt x="62" y="56"/>
                  </a:lnTo>
                  <a:lnTo>
                    <a:pt x="73" y="37"/>
                  </a:lnTo>
                  <a:lnTo>
                    <a:pt x="104" y="28"/>
                  </a:lnTo>
                  <a:lnTo>
                    <a:pt x="114" y="0"/>
                  </a:lnTo>
                  <a:lnTo>
                    <a:pt x="123" y="0"/>
                  </a:lnTo>
                  <a:lnTo>
                    <a:pt x="135" y="9"/>
                  </a:lnTo>
                  <a:lnTo>
                    <a:pt x="163" y="9"/>
                  </a:lnTo>
                  <a:lnTo>
                    <a:pt x="175" y="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01" name="Google Shape;2001;p206"/>
            <p:cNvSpPr/>
            <p:nvPr/>
          </p:nvSpPr>
          <p:spPr>
            <a:xfrm>
              <a:off x="5348012" y="4074539"/>
              <a:ext cx="522288" cy="481013"/>
            </a:xfrm>
            <a:custGeom>
              <a:avLst/>
              <a:gdLst/>
              <a:ahLst/>
              <a:cxnLst/>
              <a:rect l="l" t="t" r="r" b="b"/>
              <a:pathLst>
                <a:path w="329" h="303" extrusionOk="0">
                  <a:moveTo>
                    <a:pt x="104" y="38"/>
                  </a:moveTo>
                  <a:lnTo>
                    <a:pt x="104" y="38"/>
                  </a:lnTo>
                  <a:lnTo>
                    <a:pt x="114" y="38"/>
                  </a:lnTo>
                  <a:lnTo>
                    <a:pt x="125" y="85"/>
                  </a:lnTo>
                  <a:lnTo>
                    <a:pt x="83" y="95"/>
                  </a:lnTo>
                  <a:lnTo>
                    <a:pt x="83" y="104"/>
                  </a:lnTo>
                  <a:lnTo>
                    <a:pt x="52" y="123"/>
                  </a:lnTo>
                  <a:lnTo>
                    <a:pt x="12" y="142"/>
                  </a:lnTo>
                  <a:lnTo>
                    <a:pt x="0" y="152"/>
                  </a:lnTo>
                  <a:lnTo>
                    <a:pt x="0" y="171"/>
                  </a:lnTo>
                  <a:lnTo>
                    <a:pt x="62" y="209"/>
                  </a:lnTo>
                  <a:lnTo>
                    <a:pt x="156" y="275"/>
                  </a:lnTo>
                  <a:lnTo>
                    <a:pt x="166" y="284"/>
                  </a:lnTo>
                  <a:lnTo>
                    <a:pt x="187" y="294"/>
                  </a:lnTo>
                  <a:lnTo>
                    <a:pt x="196" y="303"/>
                  </a:lnTo>
                  <a:lnTo>
                    <a:pt x="206" y="303"/>
                  </a:lnTo>
                  <a:lnTo>
                    <a:pt x="227" y="303"/>
                  </a:lnTo>
                  <a:lnTo>
                    <a:pt x="329" y="237"/>
                  </a:lnTo>
                  <a:lnTo>
                    <a:pt x="319" y="218"/>
                  </a:lnTo>
                  <a:lnTo>
                    <a:pt x="308" y="218"/>
                  </a:lnTo>
                  <a:lnTo>
                    <a:pt x="289" y="190"/>
                  </a:lnTo>
                  <a:lnTo>
                    <a:pt x="298" y="180"/>
                  </a:lnTo>
                  <a:lnTo>
                    <a:pt x="298" y="161"/>
                  </a:lnTo>
                  <a:lnTo>
                    <a:pt x="298" y="142"/>
                  </a:lnTo>
                  <a:lnTo>
                    <a:pt x="289" y="133"/>
                  </a:lnTo>
                  <a:lnTo>
                    <a:pt x="289" y="123"/>
                  </a:lnTo>
                  <a:lnTo>
                    <a:pt x="289" y="95"/>
                  </a:lnTo>
                  <a:lnTo>
                    <a:pt x="267" y="85"/>
                  </a:lnTo>
                  <a:lnTo>
                    <a:pt x="258" y="66"/>
                  </a:lnTo>
                  <a:lnTo>
                    <a:pt x="277" y="48"/>
                  </a:lnTo>
                  <a:lnTo>
                    <a:pt x="267" y="10"/>
                  </a:lnTo>
                  <a:lnTo>
                    <a:pt x="277" y="0"/>
                  </a:lnTo>
                  <a:lnTo>
                    <a:pt x="267" y="10"/>
                  </a:lnTo>
                  <a:lnTo>
                    <a:pt x="237" y="0"/>
                  </a:lnTo>
                  <a:lnTo>
                    <a:pt x="227" y="10"/>
                  </a:lnTo>
                  <a:lnTo>
                    <a:pt x="206" y="0"/>
                  </a:lnTo>
                  <a:lnTo>
                    <a:pt x="187" y="10"/>
                  </a:lnTo>
                  <a:lnTo>
                    <a:pt x="156" y="10"/>
                  </a:lnTo>
                  <a:lnTo>
                    <a:pt x="104" y="38"/>
                  </a:lnTo>
                  <a:lnTo>
                    <a:pt x="104" y="38"/>
                  </a:lnTo>
                  <a:lnTo>
                    <a:pt x="104" y="3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02" name="Google Shape;2002;p206"/>
            <p:cNvSpPr/>
            <p:nvPr/>
          </p:nvSpPr>
          <p:spPr>
            <a:xfrm>
              <a:off x="5348012" y="4074539"/>
              <a:ext cx="522288" cy="481013"/>
            </a:xfrm>
            <a:custGeom>
              <a:avLst/>
              <a:gdLst/>
              <a:ahLst/>
              <a:cxnLst/>
              <a:rect l="l" t="t" r="r" b="b"/>
              <a:pathLst>
                <a:path w="329" h="303" extrusionOk="0">
                  <a:moveTo>
                    <a:pt x="104" y="38"/>
                  </a:moveTo>
                  <a:lnTo>
                    <a:pt x="104" y="38"/>
                  </a:lnTo>
                  <a:lnTo>
                    <a:pt x="114" y="38"/>
                  </a:lnTo>
                  <a:lnTo>
                    <a:pt x="125" y="85"/>
                  </a:lnTo>
                  <a:lnTo>
                    <a:pt x="83" y="95"/>
                  </a:lnTo>
                  <a:lnTo>
                    <a:pt x="83" y="104"/>
                  </a:lnTo>
                  <a:lnTo>
                    <a:pt x="52" y="123"/>
                  </a:lnTo>
                  <a:lnTo>
                    <a:pt x="12" y="142"/>
                  </a:lnTo>
                  <a:lnTo>
                    <a:pt x="0" y="152"/>
                  </a:lnTo>
                  <a:lnTo>
                    <a:pt x="0" y="171"/>
                  </a:lnTo>
                  <a:lnTo>
                    <a:pt x="62" y="209"/>
                  </a:lnTo>
                  <a:lnTo>
                    <a:pt x="156" y="275"/>
                  </a:lnTo>
                  <a:lnTo>
                    <a:pt x="166" y="284"/>
                  </a:lnTo>
                  <a:lnTo>
                    <a:pt x="187" y="294"/>
                  </a:lnTo>
                  <a:lnTo>
                    <a:pt x="196" y="303"/>
                  </a:lnTo>
                  <a:lnTo>
                    <a:pt x="206" y="303"/>
                  </a:lnTo>
                  <a:lnTo>
                    <a:pt x="227" y="303"/>
                  </a:lnTo>
                  <a:lnTo>
                    <a:pt x="329" y="237"/>
                  </a:lnTo>
                  <a:lnTo>
                    <a:pt x="319" y="218"/>
                  </a:lnTo>
                  <a:lnTo>
                    <a:pt x="308" y="218"/>
                  </a:lnTo>
                  <a:lnTo>
                    <a:pt x="289" y="190"/>
                  </a:lnTo>
                  <a:lnTo>
                    <a:pt x="298" y="180"/>
                  </a:lnTo>
                  <a:lnTo>
                    <a:pt x="298" y="161"/>
                  </a:lnTo>
                  <a:lnTo>
                    <a:pt x="298" y="142"/>
                  </a:lnTo>
                  <a:lnTo>
                    <a:pt x="289" y="133"/>
                  </a:lnTo>
                  <a:lnTo>
                    <a:pt x="289" y="123"/>
                  </a:lnTo>
                  <a:lnTo>
                    <a:pt x="289" y="95"/>
                  </a:lnTo>
                  <a:lnTo>
                    <a:pt x="267" y="85"/>
                  </a:lnTo>
                  <a:lnTo>
                    <a:pt x="258" y="66"/>
                  </a:lnTo>
                  <a:lnTo>
                    <a:pt x="277" y="48"/>
                  </a:lnTo>
                  <a:lnTo>
                    <a:pt x="267" y="10"/>
                  </a:lnTo>
                  <a:lnTo>
                    <a:pt x="277" y="0"/>
                  </a:lnTo>
                  <a:lnTo>
                    <a:pt x="267" y="10"/>
                  </a:lnTo>
                  <a:lnTo>
                    <a:pt x="237" y="0"/>
                  </a:lnTo>
                  <a:lnTo>
                    <a:pt x="227" y="10"/>
                  </a:lnTo>
                  <a:lnTo>
                    <a:pt x="206" y="0"/>
                  </a:lnTo>
                  <a:lnTo>
                    <a:pt x="187" y="10"/>
                  </a:lnTo>
                  <a:lnTo>
                    <a:pt x="156" y="10"/>
                  </a:lnTo>
                  <a:lnTo>
                    <a:pt x="104" y="38"/>
                  </a:lnTo>
                  <a:lnTo>
                    <a:pt x="104" y="38"/>
                  </a:lnTo>
                  <a:lnTo>
                    <a:pt x="104" y="38"/>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03" name="Google Shape;2003;p206"/>
            <p:cNvSpPr/>
            <p:nvPr/>
          </p:nvSpPr>
          <p:spPr>
            <a:xfrm>
              <a:off x="5754412" y="4074539"/>
              <a:ext cx="100013" cy="195263"/>
            </a:xfrm>
            <a:custGeom>
              <a:avLst/>
              <a:gdLst/>
              <a:ahLst/>
              <a:cxnLst/>
              <a:rect l="l" t="t" r="r" b="b"/>
              <a:pathLst>
                <a:path w="63" h="123" extrusionOk="0">
                  <a:moveTo>
                    <a:pt x="63" y="76"/>
                  </a:moveTo>
                  <a:lnTo>
                    <a:pt x="63" y="76"/>
                  </a:lnTo>
                  <a:lnTo>
                    <a:pt x="63" y="85"/>
                  </a:lnTo>
                  <a:lnTo>
                    <a:pt x="42" y="104"/>
                  </a:lnTo>
                  <a:lnTo>
                    <a:pt x="42" y="114"/>
                  </a:lnTo>
                  <a:lnTo>
                    <a:pt x="33" y="123"/>
                  </a:lnTo>
                  <a:lnTo>
                    <a:pt x="33" y="95"/>
                  </a:lnTo>
                  <a:lnTo>
                    <a:pt x="11" y="85"/>
                  </a:lnTo>
                  <a:lnTo>
                    <a:pt x="0" y="66"/>
                  </a:lnTo>
                  <a:lnTo>
                    <a:pt x="21" y="48"/>
                  </a:lnTo>
                  <a:lnTo>
                    <a:pt x="11" y="10"/>
                  </a:lnTo>
                  <a:lnTo>
                    <a:pt x="21" y="0"/>
                  </a:lnTo>
                  <a:lnTo>
                    <a:pt x="42" y="0"/>
                  </a:lnTo>
                  <a:lnTo>
                    <a:pt x="54" y="10"/>
                  </a:lnTo>
                  <a:lnTo>
                    <a:pt x="63" y="0"/>
                  </a:lnTo>
                  <a:lnTo>
                    <a:pt x="54" y="19"/>
                  </a:lnTo>
                  <a:lnTo>
                    <a:pt x="63" y="38"/>
                  </a:lnTo>
                  <a:lnTo>
                    <a:pt x="42" y="57"/>
                  </a:lnTo>
                  <a:lnTo>
                    <a:pt x="42" y="66"/>
                  </a:lnTo>
                  <a:lnTo>
                    <a:pt x="63" y="66"/>
                  </a:lnTo>
                  <a:lnTo>
                    <a:pt x="63" y="76"/>
                  </a:lnTo>
                  <a:lnTo>
                    <a:pt x="63" y="76"/>
                  </a:lnTo>
                  <a:lnTo>
                    <a:pt x="63" y="76"/>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04" name="Google Shape;2004;p206"/>
            <p:cNvSpPr/>
            <p:nvPr/>
          </p:nvSpPr>
          <p:spPr>
            <a:xfrm>
              <a:off x="5754412" y="4074539"/>
              <a:ext cx="100013" cy="195263"/>
            </a:xfrm>
            <a:custGeom>
              <a:avLst/>
              <a:gdLst/>
              <a:ahLst/>
              <a:cxnLst/>
              <a:rect l="l" t="t" r="r" b="b"/>
              <a:pathLst>
                <a:path w="63" h="123" extrusionOk="0">
                  <a:moveTo>
                    <a:pt x="63" y="76"/>
                  </a:moveTo>
                  <a:lnTo>
                    <a:pt x="63" y="76"/>
                  </a:lnTo>
                  <a:lnTo>
                    <a:pt x="63" y="85"/>
                  </a:lnTo>
                  <a:lnTo>
                    <a:pt x="42" y="104"/>
                  </a:lnTo>
                  <a:lnTo>
                    <a:pt x="42" y="114"/>
                  </a:lnTo>
                  <a:lnTo>
                    <a:pt x="33" y="123"/>
                  </a:lnTo>
                  <a:lnTo>
                    <a:pt x="33" y="95"/>
                  </a:lnTo>
                  <a:lnTo>
                    <a:pt x="11" y="85"/>
                  </a:lnTo>
                  <a:lnTo>
                    <a:pt x="0" y="66"/>
                  </a:lnTo>
                  <a:lnTo>
                    <a:pt x="21" y="48"/>
                  </a:lnTo>
                  <a:lnTo>
                    <a:pt x="11" y="10"/>
                  </a:lnTo>
                  <a:lnTo>
                    <a:pt x="21" y="0"/>
                  </a:lnTo>
                  <a:lnTo>
                    <a:pt x="42" y="0"/>
                  </a:lnTo>
                  <a:lnTo>
                    <a:pt x="54" y="10"/>
                  </a:lnTo>
                  <a:lnTo>
                    <a:pt x="63" y="0"/>
                  </a:lnTo>
                  <a:lnTo>
                    <a:pt x="54" y="19"/>
                  </a:lnTo>
                  <a:lnTo>
                    <a:pt x="63" y="38"/>
                  </a:lnTo>
                  <a:lnTo>
                    <a:pt x="42" y="57"/>
                  </a:lnTo>
                  <a:lnTo>
                    <a:pt x="42" y="66"/>
                  </a:lnTo>
                  <a:lnTo>
                    <a:pt x="63" y="66"/>
                  </a:lnTo>
                  <a:lnTo>
                    <a:pt x="63" y="76"/>
                  </a:lnTo>
                  <a:lnTo>
                    <a:pt x="63" y="76"/>
                  </a:lnTo>
                  <a:lnTo>
                    <a:pt x="63" y="76"/>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05" name="Google Shape;2005;p206"/>
            <p:cNvSpPr/>
            <p:nvPr/>
          </p:nvSpPr>
          <p:spPr>
            <a:xfrm>
              <a:off x="5254349" y="4401564"/>
              <a:ext cx="420688" cy="379413"/>
            </a:xfrm>
            <a:custGeom>
              <a:avLst/>
              <a:gdLst/>
              <a:ahLst/>
              <a:cxnLst/>
              <a:rect l="l" t="t" r="r" b="b"/>
              <a:pathLst>
                <a:path w="265" h="239" extrusionOk="0">
                  <a:moveTo>
                    <a:pt x="123" y="0"/>
                  </a:moveTo>
                  <a:lnTo>
                    <a:pt x="123" y="0"/>
                  </a:lnTo>
                  <a:lnTo>
                    <a:pt x="213" y="66"/>
                  </a:lnTo>
                  <a:lnTo>
                    <a:pt x="225" y="76"/>
                  </a:lnTo>
                  <a:lnTo>
                    <a:pt x="244" y="85"/>
                  </a:lnTo>
                  <a:lnTo>
                    <a:pt x="255" y="95"/>
                  </a:lnTo>
                  <a:lnTo>
                    <a:pt x="265" y="95"/>
                  </a:lnTo>
                  <a:lnTo>
                    <a:pt x="265" y="145"/>
                  </a:lnTo>
                  <a:lnTo>
                    <a:pt x="255" y="152"/>
                  </a:lnTo>
                  <a:lnTo>
                    <a:pt x="203" y="161"/>
                  </a:lnTo>
                  <a:lnTo>
                    <a:pt x="184" y="161"/>
                  </a:lnTo>
                  <a:lnTo>
                    <a:pt x="163" y="180"/>
                  </a:lnTo>
                  <a:lnTo>
                    <a:pt x="142" y="190"/>
                  </a:lnTo>
                  <a:lnTo>
                    <a:pt x="123" y="218"/>
                  </a:lnTo>
                  <a:lnTo>
                    <a:pt x="111" y="230"/>
                  </a:lnTo>
                  <a:lnTo>
                    <a:pt x="102" y="239"/>
                  </a:lnTo>
                  <a:lnTo>
                    <a:pt x="92" y="230"/>
                  </a:lnTo>
                  <a:lnTo>
                    <a:pt x="80" y="239"/>
                  </a:lnTo>
                  <a:lnTo>
                    <a:pt x="71" y="239"/>
                  </a:lnTo>
                  <a:lnTo>
                    <a:pt x="52" y="201"/>
                  </a:lnTo>
                  <a:lnTo>
                    <a:pt x="31" y="211"/>
                  </a:lnTo>
                  <a:lnTo>
                    <a:pt x="9" y="211"/>
                  </a:lnTo>
                  <a:lnTo>
                    <a:pt x="21" y="201"/>
                  </a:lnTo>
                  <a:lnTo>
                    <a:pt x="0" y="161"/>
                  </a:lnTo>
                  <a:lnTo>
                    <a:pt x="21" y="152"/>
                  </a:lnTo>
                  <a:lnTo>
                    <a:pt x="31" y="161"/>
                  </a:lnTo>
                  <a:lnTo>
                    <a:pt x="40" y="152"/>
                  </a:lnTo>
                  <a:lnTo>
                    <a:pt x="111" y="152"/>
                  </a:lnTo>
                  <a:lnTo>
                    <a:pt x="92" y="0"/>
                  </a:lnTo>
                  <a:lnTo>
                    <a:pt x="123" y="0"/>
                  </a:lnTo>
                  <a:lnTo>
                    <a:pt x="123" y="0"/>
                  </a:lnTo>
                  <a:lnTo>
                    <a:pt x="123"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06" name="Google Shape;2006;p206"/>
            <p:cNvSpPr/>
            <p:nvPr/>
          </p:nvSpPr>
          <p:spPr>
            <a:xfrm>
              <a:off x="5254349" y="4401564"/>
              <a:ext cx="420688" cy="379413"/>
            </a:xfrm>
            <a:custGeom>
              <a:avLst/>
              <a:gdLst/>
              <a:ahLst/>
              <a:cxnLst/>
              <a:rect l="l" t="t" r="r" b="b"/>
              <a:pathLst>
                <a:path w="265" h="239" extrusionOk="0">
                  <a:moveTo>
                    <a:pt x="123" y="0"/>
                  </a:moveTo>
                  <a:lnTo>
                    <a:pt x="123" y="0"/>
                  </a:lnTo>
                  <a:lnTo>
                    <a:pt x="213" y="66"/>
                  </a:lnTo>
                  <a:lnTo>
                    <a:pt x="225" y="76"/>
                  </a:lnTo>
                  <a:lnTo>
                    <a:pt x="244" y="85"/>
                  </a:lnTo>
                  <a:lnTo>
                    <a:pt x="255" y="95"/>
                  </a:lnTo>
                  <a:lnTo>
                    <a:pt x="265" y="95"/>
                  </a:lnTo>
                  <a:lnTo>
                    <a:pt x="265" y="145"/>
                  </a:lnTo>
                  <a:lnTo>
                    <a:pt x="255" y="152"/>
                  </a:lnTo>
                  <a:lnTo>
                    <a:pt x="203" y="161"/>
                  </a:lnTo>
                  <a:lnTo>
                    <a:pt x="184" y="161"/>
                  </a:lnTo>
                  <a:lnTo>
                    <a:pt x="163" y="180"/>
                  </a:lnTo>
                  <a:lnTo>
                    <a:pt x="142" y="190"/>
                  </a:lnTo>
                  <a:lnTo>
                    <a:pt x="123" y="218"/>
                  </a:lnTo>
                  <a:lnTo>
                    <a:pt x="111" y="230"/>
                  </a:lnTo>
                  <a:lnTo>
                    <a:pt x="102" y="239"/>
                  </a:lnTo>
                  <a:lnTo>
                    <a:pt x="92" y="230"/>
                  </a:lnTo>
                  <a:lnTo>
                    <a:pt x="80" y="239"/>
                  </a:lnTo>
                  <a:lnTo>
                    <a:pt x="71" y="239"/>
                  </a:lnTo>
                  <a:lnTo>
                    <a:pt x="52" y="201"/>
                  </a:lnTo>
                  <a:lnTo>
                    <a:pt x="31" y="211"/>
                  </a:lnTo>
                  <a:lnTo>
                    <a:pt x="9" y="211"/>
                  </a:lnTo>
                  <a:lnTo>
                    <a:pt x="21" y="201"/>
                  </a:lnTo>
                  <a:lnTo>
                    <a:pt x="0" y="161"/>
                  </a:lnTo>
                  <a:lnTo>
                    <a:pt x="21" y="152"/>
                  </a:lnTo>
                  <a:lnTo>
                    <a:pt x="31" y="161"/>
                  </a:lnTo>
                  <a:lnTo>
                    <a:pt x="40" y="152"/>
                  </a:lnTo>
                  <a:lnTo>
                    <a:pt x="111" y="152"/>
                  </a:lnTo>
                  <a:lnTo>
                    <a:pt x="92" y="0"/>
                  </a:lnTo>
                  <a:lnTo>
                    <a:pt x="123" y="0"/>
                  </a:lnTo>
                  <a:lnTo>
                    <a:pt x="123" y="0"/>
                  </a:lnTo>
                  <a:lnTo>
                    <a:pt x="123" y="0"/>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07" name="Google Shape;2007;p206"/>
            <p:cNvSpPr/>
            <p:nvPr/>
          </p:nvSpPr>
          <p:spPr>
            <a:xfrm>
              <a:off x="5138462" y="4346001"/>
              <a:ext cx="307975" cy="315913"/>
            </a:xfrm>
            <a:custGeom>
              <a:avLst/>
              <a:gdLst/>
              <a:ahLst/>
              <a:cxnLst/>
              <a:rect l="l" t="t" r="r" b="b"/>
              <a:pathLst>
                <a:path w="194" h="199" extrusionOk="0">
                  <a:moveTo>
                    <a:pt x="0" y="104"/>
                  </a:moveTo>
                  <a:lnTo>
                    <a:pt x="0" y="104"/>
                  </a:lnTo>
                  <a:lnTo>
                    <a:pt x="9" y="94"/>
                  </a:lnTo>
                  <a:lnTo>
                    <a:pt x="61" y="94"/>
                  </a:lnTo>
                  <a:lnTo>
                    <a:pt x="61" y="75"/>
                  </a:lnTo>
                  <a:lnTo>
                    <a:pt x="82" y="66"/>
                  </a:lnTo>
                  <a:lnTo>
                    <a:pt x="82" y="19"/>
                  </a:lnTo>
                  <a:lnTo>
                    <a:pt x="132" y="19"/>
                  </a:lnTo>
                  <a:lnTo>
                    <a:pt x="132" y="0"/>
                  </a:lnTo>
                  <a:lnTo>
                    <a:pt x="194" y="38"/>
                  </a:lnTo>
                  <a:lnTo>
                    <a:pt x="163" y="38"/>
                  </a:lnTo>
                  <a:lnTo>
                    <a:pt x="184" y="189"/>
                  </a:lnTo>
                  <a:lnTo>
                    <a:pt x="113" y="189"/>
                  </a:lnTo>
                  <a:lnTo>
                    <a:pt x="101" y="199"/>
                  </a:lnTo>
                  <a:lnTo>
                    <a:pt x="92" y="189"/>
                  </a:lnTo>
                  <a:lnTo>
                    <a:pt x="73" y="199"/>
                  </a:lnTo>
                  <a:lnTo>
                    <a:pt x="61" y="180"/>
                  </a:lnTo>
                  <a:lnTo>
                    <a:pt x="30" y="170"/>
                  </a:lnTo>
                  <a:lnTo>
                    <a:pt x="9" y="170"/>
                  </a:lnTo>
                  <a:lnTo>
                    <a:pt x="0" y="180"/>
                  </a:lnTo>
                  <a:lnTo>
                    <a:pt x="9" y="142"/>
                  </a:lnTo>
                  <a:lnTo>
                    <a:pt x="0" y="132"/>
                  </a:lnTo>
                  <a:lnTo>
                    <a:pt x="9" y="113"/>
                  </a:lnTo>
                  <a:lnTo>
                    <a:pt x="0" y="104"/>
                  </a:lnTo>
                  <a:lnTo>
                    <a:pt x="0" y="104"/>
                  </a:lnTo>
                  <a:lnTo>
                    <a:pt x="0" y="104"/>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08" name="Google Shape;2008;p206"/>
            <p:cNvSpPr/>
            <p:nvPr/>
          </p:nvSpPr>
          <p:spPr>
            <a:xfrm>
              <a:off x="5138462" y="4346001"/>
              <a:ext cx="307975" cy="315913"/>
            </a:xfrm>
            <a:custGeom>
              <a:avLst/>
              <a:gdLst/>
              <a:ahLst/>
              <a:cxnLst/>
              <a:rect l="l" t="t" r="r" b="b"/>
              <a:pathLst>
                <a:path w="194" h="199" extrusionOk="0">
                  <a:moveTo>
                    <a:pt x="0" y="104"/>
                  </a:moveTo>
                  <a:lnTo>
                    <a:pt x="0" y="104"/>
                  </a:lnTo>
                  <a:lnTo>
                    <a:pt x="9" y="94"/>
                  </a:lnTo>
                  <a:lnTo>
                    <a:pt x="61" y="94"/>
                  </a:lnTo>
                  <a:lnTo>
                    <a:pt x="61" y="75"/>
                  </a:lnTo>
                  <a:lnTo>
                    <a:pt x="82" y="66"/>
                  </a:lnTo>
                  <a:lnTo>
                    <a:pt x="82" y="19"/>
                  </a:lnTo>
                  <a:lnTo>
                    <a:pt x="132" y="19"/>
                  </a:lnTo>
                  <a:lnTo>
                    <a:pt x="132" y="0"/>
                  </a:lnTo>
                  <a:lnTo>
                    <a:pt x="194" y="38"/>
                  </a:lnTo>
                  <a:lnTo>
                    <a:pt x="163" y="38"/>
                  </a:lnTo>
                  <a:lnTo>
                    <a:pt x="184" y="189"/>
                  </a:lnTo>
                  <a:lnTo>
                    <a:pt x="113" y="189"/>
                  </a:lnTo>
                  <a:lnTo>
                    <a:pt x="101" y="199"/>
                  </a:lnTo>
                  <a:lnTo>
                    <a:pt x="92" y="189"/>
                  </a:lnTo>
                  <a:lnTo>
                    <a:pt x="73" y="199"/>
                  </a:lnTo>
                  <a:lnTo>
                    <a:pt x="61" y="180"/>
                  </a:lnTo>
                  <a:lnTo>
                    <a:pt x="30" y="170"/>
                  </a:lnTo>
                  <a:lnTo>
                    <a:pt x="9" y="170"/>
                  </a:lnTo>
                  <a:lnTo>
                    <a:pt x="0" y="180"/>
                  </a:lnTo>
                  <a:lnTo>
                    <a:pt x="9" y="142"/>
                  </a:lnTo>
                  <a:lnTo>
                    <a:pt x="0" y="132"/>
                  </a:lnTo>
                  <a:lnTo>
                    <a:pt x="9" y="113"/>
                  </a:lnTo>
                  <a:lnTo>
                    <a:pt x="0" y="104"/>
                  </a:lnTo>
                  <a:lnTo>
                    <a:pt x="0" y="104"/>
                  </a:lnTo>
                  <a:lnTo>
                    <a:pt x="0" y="104"/>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09" name="Google Shape;2009;p206"/>
            <p:cNvSpPr/>
            <p:nvPr/>
          </p:nvSpPr>
          <p:spPr>
            <a:xfrm>
              <a:off x="5138462" y="4330126"/>
              <a:ext cx="209550" cy="180975"/>
            </a:xfrm>
            <a:custGeom>
              <a:avLst/>
              <a:gdLst/>
              <a:ahLst/>
              <a:cxnLst/>
              <a:rect l="l" t="t" r="r" b="b"/>
              <a:pathLst>
                <a:path w="132" h="114" extrusionOk="0">
                  <a:moveTo>
                    <a:pt x="0" y="114"/>
                  </a:moveTo>
                  <a:lnTo>
                    <a:pt x="0" y="114"/>
                  </a:lnTo>
                  <a:lnTo>
                    <a:pt x="9" y="104"/>
                  </a:lnTo>
                  <a:lnTo>
                    <a:pt x="61" y="104"/>
                  </a:lnTo>
                  <a:lnTo>
                    <a:pt x="61" y="85"/>
                  </a:lnTo>
                  <a:lnTo>
                    <a:pt x="82" y="76"/>
                  </a:lnTo>
                  <a:lnTo>
                    <a:pt x="82" y="29"/>
                  </a:lnTo>
                  <a:lnTo>
                    <a:pt x="132" y="29"/>
                  </a:lnTo>
                  <a:lnTo>
                    <a:pt x="132" y="10"/>
                  </a:lnTo>
                  <a:lnTo>
                    <a:pt x="61" y="0"/>
                  </a:lnTo>
                  <a:lnTo>
                    <a:pt x="52" y="19"/>
                  </a:lnTo>
                  <a:lnTo>
                    <a:pt x="40" y="29"/>
                  </a:lnTo>
                  <a:lnTo>
                    <a:pt x="30" y="57"/>
                  </a:lnTo>
                  <a:lnTo>
                    <a:pt x="0" y="95"/>
                  </a:lnTo>
                  <a:lnTo>
                    <a:pt x="0" y="114"/>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10" name="Google Shape;2010;p206"/>
            <p:cNvSpPr/>
            <p:nvPr/>
          </p:nvSpPr>
          <p:spPr>
            <a:xfrm>
              <a:off x="5138462" y="4330126"/>
              <a:ext cx="209550" cy="180975"/>
            </a:xfrm>
            <a:custGeom>
              <a:avLst/>
              <a:gdLst/>
              <a:ahLst/>
              <a:cxnLst/>
              <a:rect l="l" t="t" r="r" b="b"/>
              <a:pathLst>
                <a:path w="132" h="114" extrusionOk="0">
                  <a:moveTo>
                    <a:pt x="0" y="114"/>
                  </a:moveTo>
                  <a:lnTo>
                    <a:pt x="0" y="114"/>
                  </a:lnTo>
                  <a:lnTo>
                    <a:pt x="9" y="104"/>
                  </a:lnTo>
                  <a:lnTo>
                    <a:pt x="61" y="104"/>
                  </a:lnTo>
                  <a:lnTo>
                    <a:pt x="61" y="85"/>
                  </a:lnTo>
                  <a:lnTo>
                    <a:pt x="82" y="76"/>
                  </a:lnTo>
                  <a:lnTo>
                    <a:pt x="82" y="29"/>
                  </a:lnTo>
                  <a:lnTo>
                    <a:pt x="132" y="29"/>
                  </a:lnTo>
                  <a:lnTo>
                    <a:pt x="132" y="10"/>
                  </a:lnTo>
                  <a:lnTo>
                    <a:pt x="61" y="0"/>
                  </a:lnTo>
                  <a:lnTo>
                    <a:pt x="52" y="19"/>
                  </a:lnTo>
                  <a:lnTo>
                    <a:pt x="40" y="29"/>
                  </a:lnTo>
                  <a:lnTo>
                    <a:pt x="30" y="57"/>
                  </a:lnTo>
                  <a:lnTo>
                    <a:pt x="0" y="95"/>
                  </a:lnTo>
                  <a:lnTo>
                    <a:pt x="0" y="114"/>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11" name="Google Shape;2011;p206"/>
            <p:cNvSpPr/>
            <p:nvPr/>
          </p:nvSpPr>
          <p:spPr>
            <a:xfrm>
              <a:off x="5138462" y="4330126"/>
              <a:ext cx="209550" cy="180975"/>
            </a:xfrm>
            <a:custGeom>
              <a:avLst/>
              <a:gdLst/>
              <a:ahLst/>
              <a:cxnLst/>
              <a:rect l="l" t="t" r="r" b="b"/>
              <a:pathLst>
                <a:path w="132" h="114" extrusionOk="0">
                  <a:moveTo>
                    <a:pt x="0" y="114"/>
                  </a:moveTo>
                  <a:lnTo>
                    <a:pt x="0" y="114"/>
                  </a:lnTo>
                  <a:lnTo>
                    <a:pt x="9" y="104"/>
                  </a:lnTo>
                  <a:lnTo>
                    <a:pt x="61" y="104"/>
                  </a:lnTo>
                  <a:lnTo>
                    <a:pt x="61" y="85"/>
                  </a:lnTo>
                  <a:lnTo>
                    <a:pt x="82" y="76"/>
                  </a:lnTo>
                  <a:lnTo>
                    <a:pt x="82" y="29"/>
                  </a:lnTo>
                  <a:lnTo>
                    <a:pt x="132" y="29"/>
                  </a:lnTo>
                  <a:lnTo>
                    <a:pt x="132" y="10"/>
                  </a:lnTo>
                  <a:lnTo>
                    <a:pt x="61" y="0"/>
                  </a:lnTo>
                  <a:lnTo>
                    <a:pt x="52" y="19"/>
                  </a:lnTo>
                  <a:lnTo>
                    <a:pt x="40" y="29"/>
                  </a:lnTo>
                  <a:lnTo>
                    <a:pt x="30" y="57"/>
                  </a:lnTo>
                  <a:lnTo>
                    <a:pt x="0" y="95"/>
                  </a:lnTo>
                  <a:lnTo>
                    <a:pt x="0" y="114"/>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12" name="Google Shape;2012;p206"/>
            <p:cNvSpPr/>
            <p:nvPr/>
          </p:nvSpPr>
          <p:spPr>
            <a:xfrm>
              <a:off x="5133699" y="4690489"/>
              <a:ext cx="82550" cy="12700"/>
            </a:xfrm>
            <a:custGeom>
              <a:avLst/>
              <a:gdLst/>
              <a:ahLst/>
              <a:cxnLst/>
              <a:rect l="l" t="t" r="r" b="b"/>
              <a:pathLst>
                <a:path w="52" h="8" extrusionOk="0">
                  <a:moveTo>
                    <a:pt x="0" y="8"/>
                  </a:moveTo>
                  <a:lnTo>
                    <a:pt x="0" y="8"/>
                  </a:lnTo>
                  <a:lnTo>
                    <a:pt x="12" y="8"/>
                  </a:lnTo>
                  <a:lnTo>
                    <a:pt x="31" y="0"/>
                  </a:lnTo>
                  <a:lnTo>
                    <a:pt x="40" y="8"/>
                  </a:lnTo>
                  <a:lnTo>
                    <a:pt x="52" y="0"/>
                  </a:lnTo>
                  <a:lnTo>
                    <a:pt x="31" y="0"/>
                  </a:lnTo>
                  <a:lnTo>
                    <a:pt x="0" y="0"/>
                  </a:lnTo>
                  <a:lnTo>
                    <a:pt x="0" y="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13" name="Google Shape;2013;p206"/>
            <p:cNvSpPr/>
            <p:nvPr/>
          </p:nvSpPr>
          <p:spPr>
            <a:xfrm>
              <a:off x="5133699" y="4690489"/>
              <a:ext cx="82550" cy="12700"/>
            </a:xfrm>
            <a:custGeom>
              <a:avLst/>
              <a:gdLst/>
              <a:ahLst/>
              <a:cxnLst/>
              <a:rect l="l" t="t" r="r" b="b"/>
              <a:pathLst>
                <a:path w="52" h="8" extrusionOk="0">
                  <a:moveTo>
                    <a:pt x="0" y="8"/>
                  </a:moveTo>
                  <a:lnTo>
                    <a:pt x="0" y="8"/>
                  </a:lnTo>
                  <a:lnTo>
                    <a:pt x="12" y="8"/>
                  </a:lnTo>
                  <a:lnTo>
                    <a:pt x="31" y="0"/>
                  </a:lnTo>
                  <a:lnTo>
                    <a:pt x="40" y="8"/>
                  </a:lnTo>
                  <a:lnTo>
                    <a:pt x="52" y="0"/>
                  </a:lnTo>
                  <a:lnTo>
                    <a:pt x="31" y="0"/>
                  </a:lnTo>
                  <a:lnTo>
                    <a:pt x="0" y="0"/>
                  </a:lnTo>
                  <a:lnTo>
                    <a:pt x="0" y="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14" name="Google Shape;2014;p206"/>
            <p:cNvSpPr/>
            <p:nvPr/>
          </p:nvSpPr>
          <p:spPr>
            <a:xfrm>
              <a:off x="5133699" y="4690489"/>
              <a:ext cx="82550" cy="12700"/>
            </a:xfrm>
            <a:custGeom>
              <a:avLst/>
              <a:gdLst/>
              <a:ahLst/>
              <a:cxnLst/>
              <a:rect l="l" t="t" r="r" b="b"/>
              <a:pathLst>
                <a:path w="52" h="8" extrusionOk="0">
                  <a:moveTo>
                    <a:pt x="0" y="8"/>
                  </a:moveTo>
                  <a:lnTo>
                    <a:pt x="0" y="8"/>
                  </a:lnTo>
                  <a:lnTo>
                    <a:pt x="12" y="8"/>
                  </a:lnTo>
                  <a:lnTo>
                    <a:pt x="31" y="0"/>
                  </a:lnTo>
                  <a:lnTo>
                    <a:pt x="40" y="8"/>
                  </a:lnTo>
                  <a:lnTo>
                    <a:pt x="52" y="0"/>
                  </a:lnTo>
                  <a:lnTo>
                    <a:pt x="31" y="0"/>
                  </a:lnTo>
                  <a:lnTo>
                    <a:pt x="0" y="0"/>
                  </a:lnTo>
                  <a:lnTo>
                    <a:pt x="0" y="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15" name="Google Shape;2015;p206"/>
            <p:cNvSpPr/>
            <p:nvPr/>
          </p:nvSpPr>
          <p:spPr>
            <a:xfrm>
              <a:off x="5133699" y="4717476"/>
              <a:ext cx="82550" cy="44450"/>
            </a:xfrm>
            <a:custGeom>
              <a:avLst/>
              <a:gdLst/>
              <a:ahLst/>
              <a:cxnLst/>
              <a:rect l="l" t="t" r="r" b="b"/>
              <a:pathLst>
                <a:path w="52" h="28" extrusionOk="0">
                  <a:moveTo>
                    <a:pt x="31" y="28"/>
                  </a:moveTo>
                  <a:lnTo>
                    <a:pt x="31" y="28"/>
                  </a:lnTo>
                  <a:lnTo>
                    <a:pt x="52" y="10"/>
                  </a:lnTo>
                  <a:lnTo>
                    <a:pt x="52" y="0"/>
                  </a:lnTo>
                  <a:lnTo>
                    <a:pt x="0" y="0"/>
                  </a:lnTo>
                  <a:lnTo>
                    <a:pt x="22" y="10"/>
                  </a:lnTo>
                  <a:lnTo>
                    <a:pt x="22" y="19"/>
                  </a:lnTo>
                  <a:lnTo>
                    <a:pt x="31" y="2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16" name="Google Shape;2016;p206"/>
            <p:cNvSpPr/>
            <p:nvPr/>
          </p:nvSpPr>
          <p:spPr>
            <a:xfrm>
              <a:off x="5133699" y="4717476"/>
              <a:ext cx="82550" cy="44450"/>
            </a:xfrm>
            <a:custGeom>
              <a:avLst/>
              <a:gdLst/>
              <a:ahLst/>
              <a:cxnLst/>
              <a:rect l="l" t="t" r="r" b="b"/>
              <a:pathLst>
                <a:path w="52" h="28" extrusionOk="0">
                  <a:moveTo>
                    <a:pt x="31" y="28"/>
                  </a:moveTo>
                  <a:lnTo>
                    <a:pt x="31" y="28"/>
                  </a:lnTo>
                  <a:lnTo>
                    <a:pt x="52" y="10"/>
                  </a:lnTo>
                  <a:lnTo>
                    <a:pt x="52" y="0"/>
                  </a:lnTo>
                  <a:lnTo>
                    <a:pt x="0" y="0"/>
                  </a:lnTo>
                  <a:lnTo>
                    <a:pt x="22" y="10"/>
                  </a:lnTo>
                  <a:lnTo>
                    <a:pt x="22" y="19"/>
                  </a:lnTo>
                  <a:lnTo>
                    <a:pt x="31" y="28"/>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17" name="Google Shape;2017;p206"/>
            <p:cNvSpPr/>
            <p:nvPr/>
          </p:nvSpPr>
          <p:spPr>
            <a:xfrm>
              <a:off x="5133699" y="4717476"/>
              <a:ext cx="82550" cy="44450"/>
            </a:xfrm>
            <a:custGeom>
              <a:avLst/>
              <a:gdLst/>
              <a:ahLst/>
              <a:cxnLst/>
              <a:rect l="l" t="t" r="r" b="b"/>
              <a:pathLst>
                <a:path w="52" h="28" extrusionOk="0">
                  <a:moveTo>
                    <a:pt x="31" y="28"/>
                  </a:moveTo>
                  <a:lnTo>
                    <a:pt x="31" y="28"/>
                  </a:lnTo>
                  <a:lnTo>
                    <a:pt x="52" y="10"/>
                  </a:lnTo>
                  <a:lnTo>
                    <a:pt x="52" y="0"/>
                  </a:lnTo>
                  <a:lnTo>
                    <a:pt x="0" y="0"/>
                  </a:lnTo>
                  <a:lnTo>
                    <a:pt x="22" y="10"/>
                  </a:lnTo>
                  <a:lnTo>
                    <a:pt x="22" y="19"/>
                  </a:lnTo>
                  <a:lnTo>
                    <a:pt x="31" y="28"/>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18" name="Google Shape;2018;p206"/>
            <p:cNvSpPr/>
            <p:nvPr/>
          </p:nvSpPr>
          <p:spPr>
            <a:xfrm>
              <a:off x="5232124" y="4780976"/>
              <a:ext cx="71438" cy="71438"/>
            </a:xfrm>
            <a:custGeom>
              <a:avLst/>
              <a:gdLst/>
              <a:ahLst/>
              <a:cxnLst/>
              <a:rect l="l" t="t" r="r" b="b"/>
              <a:pathLst>
                <a:path w="45" h="45" extrusionOk="0">
                  <a:moveTo>
                    <a:pt x="0" y="7"/>
                  </a:moveTo>
                  <a:lnTo>
                    <a:pt x="0" y="7"/>
                  </a:lnTo>
                  <a:lnTo>
                    <a:pt x="12" y="0"/>
                  </a:lnTo>
                  <a:lnTo>
                    <a:pt x="23" y="0"/>
                  </a:lnTo>
                  <a:lnTo>
                    <a:pt x="45" y="19"/>
                  </a:lnTo>
                  <a:lnTo>
                    <a:pt x="45" y="26"/>
                  </a:lnTo>
                  <a:lnTo>
                    <a:pt x="23" y="45"/>
                  </a:lnTo>
                  <a:lnTo>
                    <a:pt x="12" y="36"/>
                  </a:lnTo>
                  <a:lnTo>
                    <a:pt x="0" y="36"/>
                  </a:lnTo>
                  <a:lnTo>
                    <a:pt x="0" y="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19" name="Google Shape;2019;p206"/>
            <p:cNvSpPr/>
            <p:nvPr/>
          </p:nvSpPr>
          <p:spPr>
            <a:xfrm>
              <a:off x="5232124" y="4780976"/>
              <a:ext cx="71438" cy="71438"/>
            </a:xfrm>
            <a:custGeom>
              <a:avLst/>
              <a:gdLst/>
              <a:ahLst/>
              <a:cxnLst/>
              <a:rect l="l" t="t" r="r" b="b"/>
              <a:pathLst>
                <a:path w="45" h="45" extrusionOk="0">
                  <a:moveTo>
                    <a:pt x="0" y="7"/>
                  </a:moveTo>
                  <a:lnTo>
                    <a:pt x="0" y="7"/>
                  </a:lnTo>
                  <a:lnTo>
                    <a:pt x="12" y="0"/>
                  </a:lnTo>
                  <a:lnTo>
                    <a:pt x="23" y="0"/>
                  </a:lnTo>
                  <a:lnTo>
                    <a:pt x="45" y="19"/>
                  </a:lnTo>
                  <a:lnTo>
                    <a:pt x="45" y="26"/>
                  </a:lnTo>
                  <a:lnTo>
                    <a:pt x="23" y="45"/>
                  </a:lnTo>
                  <a:lnTo>
                    <a:pt x="12" y="36"/>
                  </a:lnTo>
                  <a:lnTo>
                    <a:pt x="0" y="36"/>
                  </a:lnTo>
                  <a:lnTo>
                    <a:pt x="0" y="7"/>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20" name="Google Shape;2020;p206"/>
            <p:cNvSpPr/>
            <p:nvPr/>
          </p:nvSpPr>
          <p:spPr>
            <a:xfrm>
              <a:off x="5232124" y="4780976"/>
              <a:ext cx="71438" cy="71438"/>
            </a:xfrm>
            <a:custGeom>
              <a:avLst/>
              <a:gdLst/>
              <a:ahLst/>
              <a:cxnLst/>
              <a:rect l="l" t="t" r="r" b="b"/>
              <a:pathLst>
                <a:path w="45" h="45" extrusionOk="0">
                  <a:moveTo>
                    <a:pt x="0" y="7"/>
                  </a:moveTo>
                  <a:lnTo>
                    <a:pt x="0" y="7"/>
                  </a:lnTo>
                  <a:lnTo>
                    <a:pt x="12" y="0"/>
                  </a:lnTo>
                  <a:lnTo>
                    <a:pt x="23" y="0"/>
                  </a:lnTo>
                  <a:lnTo>
                    <a:pt x="45" y="19"/>
                  </a:lnTo>
                  <a:lnTo>
                    <a:pt x="45" y="26"/>
                  </a:lnTo>
                  <a:lnTo>
                    <a:pt x="23" y="45"/>
                  </a:lnTo>
                  <a:lnTo>
                    <a:pt x="12" y="36"/>
                  </a:lnTo>
                  <a:lnTo>
                    <a:pt x="0" y="36"/>
                  </a:lnTo>
                  <a:lnTo>
                    <a:pt x="0" y="7"/>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21" name="Google Shape;2021;p206"/>
            <p:cNvSpPr/>
            <p:nvPr/>
          </p:nvSpPr>
          <p:spPr>
            <a:xfrm>
              <a:off x="5265462" y="4807964"/>
              <a:ext cx="115888" cy="109538"/>
            </a:xfrm>
            <a:custGeom>
              <a:avLst/>
              <a:gdLst/>
              <a:ahLst/>
              <a:cxnLst/>
              <a:rect l="l" t="t" r="r" b="b"/>
              <a:pathLst>
                <a:path w="73" h="69" extrusionOk="0">
                  <a:moveTo>
                    <a:pt x="73" y="69"/>
                  </a:moveTo>
                  <a:lnTo>
                    <a:pt x="73" y="69"/>
                  </a:lnTo>
                  <a:lnTo>
                    <a:pt x="73" y="47"/>
                  </a:lnTo>
                  <a:lnTo>
                    <a:pt x="52" y="38"/>
                  </a:lnTo>
                  <a:lnTo>
                    <a:pt x="52" y="19"/>
                  </a:lnTo>
                  <a:lnTo>
                    <a:pt x="43" y="19"/>
                  </a:lnTo>
                  <a:lnTo>
                    <a:pt x="31" y="0"/>
                  </a:lnTo>
                  <a:lnTo>
                    <a:pt x="21" y="9"/>
                  </a:lnTo>
                  <a:lnTo>
                    <a:pt x="0" y="31"/>
                  </a:lnTo>
                  <a:lnTo>
                    <a:pt x="52" y="69"/>
                  </a:lnTo>
                  <a:lnTo>
                    <a:pt x="73" y="6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22" name="Google Shape;2022;p206"/>
            <p:cNvSpPr/>
            <p:nvPr/>
          </p:nvSpPr>
          <p:spPr>
            <a:xfrm>
              <a:off x="5265462" y="4807964"/>
              <a:ext cx="115888" cy="109538"/>
            </a:xfrm>
            <a:custGeom>
              <a:avLst/>
              <a:gdLst/>
              <a:ahLst/>
              <a:cxnLst/>
              <a:rect l="l" t="t" r="r" b="b"/>
              <a:pathLst>
                <a:path w="73" h="69" extrusionOk="0">
                  <a:moveTo>
                    <a:pt x="73" y="69"/>
                  </a:moveTo>
                  <a:lnTo>
                    <a:pt x="73" y="69"/>
                  </a:lnTo>
                  <a:lnTo>
                    <a:pt x="73" y="47"/>
                  </a:lnTo>
                  <a:lnTo>
                    <a:pt x="52" y="38"/>
                  </a:lnTo>
                  <a:lnTo>
                    <a:pt x="52" y="19"/>
                  </a:lnTo>
                  <a:lnTo>
                    <a:pt x="43" y="19"/>
                  </a:lnTo>
                  <a:lnTo>
                    <a:pt x="31" y="0"/>
                  </a:lnTo>
                  <a:lnTo>
                    <a:pt x="21" y="9"/>
                  </a:lnTo>
                  <a:lnTo>
                    <a:pt x="0" y="31"/>
                  </a:lnTo>
                  <a:lnTo>
                    <a:pt x="52" y="69"/>
                  </a:lnTo>
                  <a:lnTo>
                    <a:pt x="73" y="6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23" name="Google Shape;2023;p206"/>
            <p:cNvSpPr/>
            <p:nvPr/>
          </p:nvSpPr>
          <p:spPr>
            <a:xfrm>
              <a:off x="5265462" y="4807964"/>
              <a:ext cx="115888" cy="109538"/>
            </a:xfrm>
            <a:custGeom>
              <a:avLst/>
              <a:gdLst/>
              <a:ahLst/>
              <a:cxnLst/>
              <a:rect l="l" t="t" r="r" b="b"/>
              <a:pathLst>
                <a:path w="73" h="69" extrusionOk="0">
                  <a:moveTo>
                    <a:pt x="73" y="69"/>
                  </a:moveTo>
                  <a:lnTo>
                    <a:pt x="73" y="69"/>
                  </a:lnTo>
                  <a:lnTo>
                    <a:pt x="73" y="47"/>
                  </a:lnTo>
                  <a:lnTo>
                    <a:pt x="52" y="38"/>
                  </a:lnTo>
                  <a:lnTo>
                    <a:pt x="52" y="19"/>
                  </a:lnTo>
                  <a:lnTo>
                    <a:pt x="43" y="19"/>
                  </a:lnTo>
                  <a:lnTo>
                    <a:pt x="31" y="0"/>
                  </a:lnTo>
                  <a:lnTo>
                    <a:pt x="21" y="9"/>
                  </a:lnTo>
                  <a:lnTo>
                    <a:pt x="0" y="31"/>
                  </a:lnTo>
                  <a:lnTo>
                    <a:pt x="52" y="69"/>
                  </a:lnTo>
                  <a:lnTo>
                    <a:pt x="73" y="69"/>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24" name="Google Shape;2024;p206"/>
            <p:cNvSpPr/>
            <p:nvPr/>
          </p:nvSpPr>
          <p:spPr>
            <a:xfrm>
              <a:off x="5348012" y="4761926"/>
              <a:ext cx="161925" cy="155575"/>
            </a:xfrm>
            <a:custGeom>
              <a:avLst/>
              <a:gdLst/>
              <a:ahLst/>
              <a:cxnLst/>
              <a:rect l="l" t="t" r="r" b="b"/>
              <a:pathLst>
                <a:path w="102" h="98" extrusionOk="0">
                  <a:moveTo>
                    <a:pt x="92" y="88"/>
                  </a:moveTo>
                  <a:lnTo>
                    <a:pt x="92" y="88"/>
                  </a:lnTo>
                  <a:lnTo>
                    <a:pt x="92" y="60"/>
                  </a:lnTo>
                  <a:lnTo>
                    <a:pt x="102" y="38"/>
                  </a:lnTo>
                  <a:lnTo>
                    <a:pt x="92" y="19"/>
                  </a:lnTo>
                  <a:lnTo>
                    <a:pt x="81" y="10"/>
                  </a:lnTo>
                  <a:lnTo>
                    <a:pt x="62" y="10"/>
                  </a:lnTo>
                  <a:lnTo>
                    <a:pt x="50" y="0"/>
                  </a:lnTo>
                  <a:lnTo>
                    <a:pt x="40" y="10"/>
                  </a:lnTo>
                  <a:lnTo>
                    <a:pt x="31" y="0"/>
                  </a:lnTo>
                  <a:lnTo>
                    <a:pt x="19" y="10"/>
                  </a:lnTo>
                  <a:lnTo>
                    <a:pt x="10" y="10"/>
                  </a:lnTo>
                  <a:lnTo>
                    <a:pt x="10" y="19"/>
                  </a:lnTo>
                  <a:lnTo>
                    <a:pt x="10" y="29"/>
                  </a:lnTo>
                  <a:lnTo>
                    <a:pt x="10" y="38"/>
                  </a:lnTo>
                  <a:lnTo>
                    <a:pt x="10" y="48"/>
                  </a:lnTo>
                  <a:lnTo>
                    <a:pt x="0" y="48"/>
                  </a:lnTo>
                  <a:lnTo>
                    <a:pt x="0" y="67"/>
                  </a:lnTo>
                  <a:lnTo>
                    <a:pt x="19" y="76"/>
                  </a:lnTo>
                  <a:lnTo>
                    <a:pt x="19" y="98"/>
                  </a:lnTo>
                  <a:lnTo>
                    <a:pt x="40" y="88"/>
                  </a:lnTo>
                  <a:lnTo>
                    <a:pt x="71" y="88"/>
                  </a:lnTo>
                  <a:lnTo>
                    <a:pt x="92" y="88"/>
                  </a:lnTo>
                  <a:lnTo>
                    <a:pt x="92" y="88"/>
                  </a:lnTo>
                  <a:lnTo>
                    <a:pt x="92" y="88"/>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25" name="Google Shape;2025;p206"/>
            <p:cNvSpPr/>
            <p:nvPr/>
          </p:nvSpPr>
          <p:spPr>
            <a:xfrm>
              <a:off x="5348012" y="4761926"/>
              <a:ext cx="161925" cy="155575"/>
            </a:xfrm>
            <a:custGeom>
              <a:avLst/>
              <a:gdLst/>
              <a:ahLst/>
              <a:cxnLst/>
              <a:rect l="l" t="t" r="r" b="b"/>
              <a:pathLst>
                <a:path w="102" h="98" extrusionOk="0">
                  <a:moveTo>
                    <a:pt x="92" y="88"/>
                  </a:moveTo>
                  <a:lnTo>
                    <a:pt x="92" y="88"/>
                  </a:lnTo>
                  <a:lnTo>
                    <a:pt x="92" y="60"/>
                  </a:lnTo>
                  <a:lnTo>
                    <a:pt x="102" y="38"/>
                  </a:lnTo>
                  <a:lnTo>
                    <a:pt x="92" y="19"/>
                  </a:lnTo>
                  <a:lnTo>
                    <a:pt x="81" y="10"/>
                  </a:lnTo>
                  <a:lnTo>
                    <a:pt x="62" y="10"/>
                  </a:lnTo>
                  <a:lnTo>
                    <a:pt x="50" y="0"/>
                  </a:lnTo>
                  <a:lnTo>
                    <a:pt x="40" y="10"/>
                  </a:lnTo>
                  <a:lnTo>
                    <a:pt x="31" y="0"/>
                  </a:lnTo>
                  <a:lnTo>
                    <a:pt x="19" y="10"/>
                  </a:lnTo>
                  <a:lnTo>
                    <a:pt x="10" y="10"/>
                  </a:lnTo>
                  <a:lnTo>
                    <a:pt x="10" y="19"/>
                  </a:lnTo>
                  <a:lnTo>
                    <a:pt x="10" y="29"/>
                  </a:lnTo>
                  <a:lnTo>
                    <a:pt x="10" y="38"/>
                  </a:lnTo>
                  <a:lnTo>
                    <a:pt x="10" y="48"/>
                  </a:lnTo>
                  <a:lnTo>
                    <a:pt x="0" y="48"/>
                  </a:lnTo>
                  <a:lnTo>
                    <a:pt x="0" y="67"/>
                  </a:lnTo>
                  <a:lnTo>
                    <a:pt x="19" y="76"/>
                  </a:lnTo>
                  <a:lnTo>
                    <a:pt x="19" y="98"/>
                  </a:lnTo>
                  <a:lnTo>
                    <a:pt x="40" y="88"/>
                  </a:lnTo>
                  <a:lnTo>
                    <a:pt x="71" y="88"/>
                  </a:lnTo>
                  <a:lnTo>
                    <a:pt x="92" y="88"/>
                  </a:lnTo>
                  <a:lnTo>
                    <a:pt x="92" y="88"/>
                  </a:lnTo>
                  <a:lnTo>
                    <a:pt x="92" y="88"/>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26" name="Google Shape;2026;p206"/>
            <p:cNvSpPr/>
            <p:nvPr/>
          </p:nvSpPr>
          <p:spPr>
            <a:xfrm>
              <a:off x="5430562" y="4657151"/>
              <a:ext cx="192088" cy="134938"/>
            </a:xfrm>
            <a:custGeom>
              <a:avLst/>
              <a:gdLst/>
              <a:ahLst/>
              <a:cxnLst/>
              <a:rect l="l" t="t" r="r" b="b"/>
              <a:pathLst>
                <a:path w="121" h="85" extrusionOk="0">
                  <a:moveTo>
                    <a:pt x="0" y="69"/>
                  </a:moveTo>
                  <a:lnTo>
                    <a:pt x="0" y="69"/>
                  </a:lnTo>
                  <a:lnTo>
                    <a:pt x="12" y="57"/>
                  </a:lnTo>
                  <a:lnTo>
                    <a:pt x="31" y="29"/>
                  </a:lnTo>
                  <a:lnTo>
                    <a:pt x="52" y="21"/>
                  </a:lnTo>
                  <a:lnTo>
                    <a:pt x="71" y="0"/>
                  </a:lnTo>
                  <a:lnTo>
                    <a:pt x="92" y="0"/>
                  </a:lnTo>
                  <a:lnTo>
                    <a:pt x="92" y="21"/>
                  </a:lnTo>
                  <a:lnTo>
                    <a:pt x="111" y="40"/>
                  </a:lnTo>
                  <a:lnTo>
                    <a:pt x="121" y="40"/>
                  </a:lnTo>
                  <a:lnTo>
                    <a:pt x="121" y="50"/>
                  </a:lnTo>
                  <a:lnTo>
                    <a:pt x="102" y="57"/>
                  </a:lnTo>
                  <a:lnTo>
                    <a:pt x="81" y="57"/>
                  </a:lnTo>
                  <a:lnTo>
                    <a:pt x="40" y="57"/>
                  </a:lnTo>
                  <a:lnTo>
                    <a:pt x="40" y="69"/>
                  </a:lnTo>
                  <a:lnTo>
                    <a:pt x="40" y="85"/>
                  </a:lnTo>
                  <a:lnTo>
                    <a:pt x="31" y="78"/>
                  </a:lnTo>
                  <a:lnTo>
                    <a:pt x="12" y="78"/>
                  </a:lnTo>
                  <a:lnTo>
                    <a:pt x="0" y="69"/>
                  </a:lnTo>
                  <a:lnTo>
                    <a:pt x="0" y="69"/>
                  </a:lnTo>
                  <a:lnTo>
                    <a:pt x="0" y="69"/>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27" name="Google Shape;2027;p206"/>
            <p:cNvSpPr/>
            <p:nvPr/>
          </p:nvSpPr>
          <p:spPr>
            <a:xfrm>
              <a:off x="5430562" y="4657151"/>
              <a:ext cx="192088" cy="134938"/>
            </a:xfrm>
            <a:custGeom>
              <a:avLst/>
              <a:gdLst/>
              <a:ahLst/>
              <a:cxnLst/>
              <a:rect l="l" t="t" r="r" b="b"/>
              <a:pathLst>
                <a:path w="121" h="85" extrusionOk="0">
                  <a:moveTo>
                    <a:pt x="0" y="69"/>
                  </a:moveTo>
                  <a:lnTo>
                    <a:pt x="0" y="69"/>
                  </a:lnTo>
                  <a:lnTo>
                    <a:pt x="12" y="57"/>
                  </a:lnTo>
                  <a:lnTo>
                    <a:pt x="31" y="29"/>
                  </a:lnTo>
                  <a:lnTo>
                    <a:pt x="52" y="21"/>
                  </a:lnTo>
                  <a:lnTo>
                    <a:pt x="71" y="0"/>
                  </a:lnTo>
                  <a:lnTo>
                    <a:pt x="92" y="0"/>
                  </a:lnTo>
                  <a:lnTo>
                    <a:pt x="92" y="21"/>
                  </a:lnTo>
                  <a:lnTo>
                    <a:pt x="111" y="40"/>
                  </a:lnTo>
                  <a:lnTo>
                    <a:pt x="121" y="40"/>
                  </a:lnTo>
                  <a:lnTo>
                    <a:pt x="121" y="50"/>
                  </a:lnTo>
                  <a:lnTo>
                    <a:pt x="102" y="57"/>
                  </a:lnTo>
                  <a:lnTo>
                    <a:pt x="81" y="57"/>
                  </a:lnTo>
                  <a:lnTo>
                    <a:pt x="40" y="57"/>
                  </a:lnTo>
                  <a:lnTo>
                    <a:pt x="40" y="69"/>
                  </a:lnTo>
                  <a:lnTo>
                    <a:pt x="40" y="85"/>
                  </a:lnTo>
                  <a:lnTo>
                    <a:pt x="31" y="78"/>
                  </a:lnTo>
                  <a:lnTo>
                    <a:pt x="12" y="78"/>
                  </a:lnTo>
                  <a:lnTo>
                    <a:pt x="0" y="69"/>
                  </a:lnTo>
                  <a:lnTo>
                    <a:pt x="0" y="69"/>
                  </a:lnTo>
                  <a:lnTo>
                    <a:pt x="0" y="69"/>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28" name="Google Shape;2028;p206"/>
            <p:cNvSpPr/>
            <p:nvPr/>
          </p:nvSpPr>
          <p:spPr>
            <a:xfrm>
              <a:off x="5562324" y="4747639"/>
              <a:ext cx="49213" cy="123825"/>
            </a:xfrm>
            <a:custGeom>
              <a:avLst/>
              <a:gdLst/>
              <a:ahLst/>
              <a:cxnLst/>
              <a:rect l="l" t="t" r="r" b="b"/>
              <a:pathLst>
                <a:path w="31" h="78" extrusionOk="0">
                  <a:moveTo>
                    <a:pt x="19" y="0"/>
                  </a:moveTo>
                  <a:lnTo>
                    <a:pt x="19" y="0"/>
                  </a:lnTo>
                  <a:lnTo>
                    <a:pt x="0" y="0"/>
                  </a:lnTo>
                  <a:lnTo>
                    <a:pt x="9" y="40"/>
                  </a:lnTo>
                  <a:lnTo>
                    <a:pt x="19" y="69"/>
                  </a:lnTo>
                  <a:lnTo>
                    <a:pt x="19" y="78"/>
                  </a:lnTo>
                  <a:lnTo>
                    <a:pt x="31" y="78"/>
                  </a:lnTo>
                  <a:lnTo>
                    <a:pt x="31" y="40"/>
                  </a:lnTo>
                  <a:lnTo>
                    <a:pt x="31" y="21"/>
                  </a:lnTo>
                  <a:lnTo>
                    <a:pt x="19" y="12"/>
                  </a:lnTo>
                  <a:lnTo>
                    <a:pt x="19" y="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29" name="Google Shape;2029;p206"/>
            <p:cNvSpPr/>
            <p:nvPr/>
          </p:nvSpPr>
          <p:spPr>
            <a:xfrm>
              <a:off x="5562324" y="4747639"/>
              <a:ext cx="49213" cy="123825"/>
            </a:xfrm>
            <a:custGeom>
              <a:avLst/>
              <a:gdLst/>
              <a:ahLst/>
              <a:cxnLst/>
              <a:rect l="l" t="t" r="r" b="b"/>
              <a:pathLst>
                <a:path w="31" h="78" extrusionOk="0">
                  <a:moveTo>
                    <a:pt x="19" y="0"/>
                  </a:moveTo>
                  <a:lnTo>
                    <a:pt x="19" y="0"/>
                  </a:lnTo>
                  <a:lnTo>
                    <a:pt x="0" y="0"/>
                  </a:lnTo>
                  <a:lnTo>
                    <a:pt x="9" y="40"/>
                  </a:lnTo>
                  <a:lnTo>
                    <a:pt x="19" y="69"/>
                  </a:lnTo>
                  <a:lnTo>
                    <a:pt x="19" y="78"/>
                  </a:lnTo>
                  <a:lnTo>
                    <a:pt x="31" y="78"/>
                  </a:lnTo>
                  <a:lnTo>
                    <a:pt x="31" y="40"/>
                  </a:lnTo>
                  <a:lnTo>
                    <a:pt x="31" y="21"/>
                  </a:lnTo>
                  <a:lnTo>
                    <a:pt x="19" y="12"/>
                  </a:lnTo>
                  <a:lnTo>
                    <a:pt x="19"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30" name="Google Shape;2030;p206"/>
            <p:cNvSpPr/>
            <p:nvPr/>
          </p:nvSpPr>
          <p:spPr>
            <a:xfrm>
              <a:off x="5562324" y="4747639"/>
              <a:ext cx="49213" cy="123825"/>
            </a:xfrm>
            <a:custGeom>
              <a:avLst/>
              <a:gdLst/>
              <a:ahLst/>
              <a:cxnLst/>
              <a:rect l="l" t="t" r="r" b="b"/>
              <a:pathLst>
                <a:path w="31" h="78" extrusionOk="0">
                  <a:moveTo>
                    <a:pt x="19" y="0"/>
                  </a:moveTo>
                  <a:lnTo>
                    <a:pt x="19" y="0"/>
                  </a:lnTo>
                  <a:lnTo>
                    <a:pt x="0" y="0"/>
                  </a:lnTo>
                  <a:lnTo>
                    <a:pt x="9" y="40"/>
                  </a:lnTo>
                  <a:lnTo>
                    <a:pt x="19" y="69"/>
                  </a:lnTo>
                  <a:lnTo>
                    <a:pt x="19" y="78"/>
                  </a:lnTo>
                  <a:lnTo>
                    <a:pt x="31" y="78"/>
                  </a:lnTo>
                  <a:lnTo>
                    <a:pt x="31" y="40"/>
                  </a:lnTo>
                  <a:lnTo>
                    <a:pt x="31" y="21"/>
                  </a:lnTo>
                  <a:lnTo>
                    <a:pt x="19" y="12"/>
                  </a:lnTo>
                  <a:lnTo>
                    <a:pt x="19" y="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31" name="Google Shape;2031;p206"/>
            <p:cNvSpPr/>
            <p:nvPr/>
          </p:nvSpPr>
          <p:spPr>
            <a:xfrm>
              <a:off x="5576612" y="4447601"/>
              <a:ext cx="409575" cy="288925"/>
            </a:xfrm>
            <a:custGeom>
              <a:avLst/>
              <a:gdLst/>
              <a:ahLst/>
              <a:cxnLst/>
              <a:rect l="l" t="t" r="r" b="b"/>
              <a:pathLst>
                <a:path w="258" h="182" extrusionOk="0">
                  <a:moveTo>
                    <a:pt x="216" y="153"/>
                  </a:moveTo>
                  <a:lnTo>
                    <a:pt x="216" y="153"/>
                  </a:lnTo>
                  <a:lnTo>
                    <a:pt x="216" y="144"/>
                  </a:lnTo>
                  <a:lnTo>
                    <a:pt x="246" y="104"/>
                  </a:lnTo>
                  <a:lnTo>
                    <a:pt x="258" y="47"/>
                  </a:lnTo>
                  <a:lnTo>
                    <a:pt x="237" y="28"/>
                  </a:lnTo>
                  <a:lnTo>
                    <a:pt x="237" y="9"/>
                  </a:lnTo>
                  <a:lnTo>
                    <a:pt x="227" y="0"/>
                  </a:lnTo>
                  <a:lnTo>
                    <a:pt x="185" y="0"/>
                  </a:lnTo>
                  <a:lnTo>
                    <a:pt x="83" y="66"/>
                  </a:lnTo>
                  <a:lnTo>
                    <a:pt x="62" y="66"/>
                  </a:lnTo>
                  <a:lnTo>
                    <a:pt x="62" y="116"/>
                  </a:lnTo>
                  <a:lnTo>
                    <a:pt x="50" y="123"/>
                  </a:lnTo>
                  <a:lnTo>
                    <a:pt x="0" y="132"/>
                  </a:lnTo>
                  <a:lnTo>
                    <a:pt x="0" y="153"/>
                  </a:lnTo>
                  <a:lnTo>
                    <a:pt x="19" y="172"/>
                  </a:lnTo>
                  <a:lnTo>
                    <a:pt x="31" y="172"/>
                  </a:lnTo>
                  <a:lnTo>
                    <a:pt x="31" y="182"/>
                  </a:lnTo>
                  <a:lnTo>
                    <a:pt x="31" y="172"/>
                  </a:lnTo>
                  <a:lnTo>
                    <a:pt x="41" y="172"/>
                  </a:lnTo>
                  <a:lnTo>
                    <a:pt x="50" y="182"/>
                  </a:lnTo>
                  <a:lnTo>
                    <a:pt x="50" y="172"/>
                  </a:lnTo>
                  <a:lnTo>
                    <a:pt x="74" y="153"/>
                  </a:lnTo>
                  <a:lnTo>
                    <a:pt x="83" y="153"/>
                  </a:lnTo>
                  <a:lnTo>
                    <a:pt x="114" y="161"/>
                  </a:lnTo>
                  <a:lnTo>
                    <a:pt x="123" y="161"/>
                  </a:lnTo>
                  <a:lnTo>
                    <a:pt x="145" y="172"/>
                  </a:lnTo>
                  <a:lnTo>
                    <a:pt x="164" y="161"/>
                  </a:lnTo>
                  <a:lnTo>
                    <a:pt x="197" y="161"/>
                  </a:lnTo>
                  <a:lnTo>
                    <a:pt x="206" y="153"/>
                  </a:lnTo>
                  <a:lnTo>
                    <a:pt x="216" y="153"/>
                  </a:lnTo>
                  <a:lnTo>
                    <a:pt x="216" y="153"/>
                  </a:lnTo>
                  <a:lnTo>
                    <a:pt x="216" y="153"/>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32" name="Google Shape;2032;p206"/>
            <p:cNvSpPr/>
            <p:nvPr/>
          </p:nvSpPr>
          <p:spPr>
            <a:xfrm>
              <a:off x="5576612" y="4447601"/>
              <a:ext cx="409575" cy="288925"/>
            </a:xfrm>
            <a:custGeom>
              <a:avLst/>
              <a:gdLst/>
              <a:ahLst/>
              <a:cxnLst/>
              <a:rect l="l" t="t" r="r" b="b"/>
              <a:pathLst>
                <a:path w="258" h="182" extrusionOk="0">
                  <a:moveTo>
                    <a:pt x="216" y="153"/>
                  </a:moveTo>
                  <a:lnTo>
                    <a:pt x="216" y="153"/>
                  </a:lnTo>
                  <a:lnTo>
                    <a:pt x="216" y="144"/>
                  </a:lnTo>
                  <a:lnTo>
                    <a:pt x="246" y="104"/>
                  </a:lnTo>
                  <a:lnTo>
                    <a:pt x="258" y="47"/>
                  </a:lnTo>
                  <a:lnTo>
                    <a:pt x="237" y="28"/>
                  </a:lnTo>
                  <a:lnTo>
                    <a:pt x="237" y="9"/>
                  </a:lnTo>
                  <a:lnTo>
                    <a:pt x="227" y="0"/>
                  </a:lnTo>
                  <a:lnTo>
                    <a:pt x="185" y="0"/>
                  </a:lnTo>
                  <a:lnTo>
                    <a:pt x="83" y="66"/>
                  </a:lnTo>
                  <a:lnTo>
                    <a:pt x="62" y="66"/>
                  </a:lnTo>
                  <a:lnTo>
                    <a:pt x="62" y="116"/>
                  </a:lnTo>
                  <a:lnTo>
                    <a:pt x="50" y="123"/>
                  </a:lnTo>
                  <a:lnTo>
                    <a:pt x="0" y="132"/>
                  </a:lnTo>
                  <a:lnTo>
                    <a:pt x="0" y="153"/>
                  </a:lnTo>
                  <a:lnTo>
                    <a:pt x="19" y="172"/>
                  </a:lnTo>
                  <a:lnTo>
                    <a:pt x="31" y="172"/>
                  </a:lnTo>
                  <a:lnTo>
                    <a:pt x="31" y="182"/>
                  </a:lnTo>
                  <a:lnTo>
                    <a:pt x="31" y="172"/>
                  </a:lnTo>
                  <a:lnTo>
                    <a:pt x="41" y="172"/>
                  </a:lnTo>
                  <a:lnTo>
                    <a:pt x="50" y="182"/>
                  </a:lnTo>
                  <a:lnTo>
                    <a:pt x="50" y="172"/>
                  </a:lnTo>
                  <a:lnTo>
                    <a:pt x="74" y="153"/>
                  </a:lnTo>
                  <a:lnTo>
                    <a:pt x="83" y="153"/>
                  </a:lnTo>
                  <a:lnTo>
                    <a:pt x="114" y="161"/>
                  </a:lnTo>
                  <a:lnTo>
                    <a:pt x="123" y="161"/>
                  </a:lnTo>
                  <a:lnTo>
                    <a:pt x="145" y="172"/>
                  </a:lnTo>
                  <a:lnTo>
                    <a:pt x="164" y="161"/>
                  </a:lnTo>
                  <a:lnTo>
                    <a:pt x="197" y="161"/>
                  </a:lnTo>
                  <a:lnTo>
                    <a:pt x="206" y="153"/>
                  </a:lnTo>
                  <a:lnTo>
                    <a:pt x="216" y="153"/>
                  </a:lnTo>
                  <a:lnTo>
                    <a:pt x="216" y="153"/>
                  </a:lnTo>
                  <a:lnTo>
                    <a:pt x="216" y="153"/>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33" name="Google Shape;2033;p206"/>
            <p:cNvSpPr/>
            <p:nvPr/>
          </p:nvSpPr>
          <p:spPr>
            <a:xfrm>
              <a:off x="5122587" y="4612701"/>
              <a:ext cx="161925" cy="104775"/>
            </a:xfrm>
            <a:custGeom>
              <a:avLst/>
              <a:gdLst/>
              <a:ahLst/>
              <a:cxnLst/>
              <a:rect l="l" t="t" r="r" b="b"/>
              <a:pathLst>
                <a:path w="102" h="66" extrusionOk="0">
                  <a:moveTo>
                    <a:pt x="10" y="57"/>
                  </a:moveTo>
                  <a:lnTo>
                    <a:pt x="10" y="57"/>
                  </a:lnTo>
                  <a:lnTo>
                    <a:pt x="21" y="57"/>
                  </a:lnTo>
                  <a:lnTo>
                    <a:pt x="40" y="47"/>
                  </a:lnTo>
                  <a:lnTo>
                    <a:pt x="50" y="57"/>
                  </a:lnTo>
                  <a:lnTo>
                    <a:pt x="62" y="47"/>
                  </a:lnTo>
                  <a:lnTo>
                    <a:pt x="40" y="47"/>
                  </a:lnTo>
                  <a:lnTo>
                    <a:pt x="10" y="47"/>
                  </a:lnTo>
                  <a:lnTo>
                    <a:pt x="0" y="28"/>
                  </a:lnTo>
                  <a:lnTo>
                    <a:pt x="10" y="12"/>
                  </a:lnTo>
                  <a:lnTo>
                    <a:pt x="21" y="0"/>
                  </a:lnTo>
                  <a:lnTo>
                    <a:pt x="40" y="0"/>
                  </a:lnTo>
                  <a:lnTo>
                    <a:pt x="71" y="12"/>
                  </a:lnTo>
                  <a:lnTo>
                    <a:pt x="81" y="28"/>
                  </a:lnTo>
                  <a:lnTo>
                    <a:pt x="102" y="66"/>
                  </a:lnTo>
                  <a:lnTo>
                    <a:pt x="62" y="66"/>
                  </a:lnTo>
                  <a:lnTo>
                    <a:pt x="10" y="66"/>
                  </a:lnTo>
                  <a:lnTo>
                    <a:pt x="10" y="57"/>
                  </a:lnTo>
                  <a:lnTo>
                    <a:pt x="10" y="57"/>
                  </a:lnTo>
                  <a:lnTo>
                    <a:pt x="10" y="57"/>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34" name="Google Shape;2034;p206"/>
            <p:cNvSpPr/>
            <p:nvPr/>
          </p:nvSpPr>
          <p:spPr>
            <a:xfrm>
              <a:off x="5122587" y="4612701"/>
              <a:ext cx="161925" cy="104775"/>
            </a:xfrm>
            <a:custGeom>
              <a:avLst/>
              <a:gdLst/>
              <a:ahLst/>
              <a:cxnLst/>
              <a:rect l="l" t="t" r="r" b="b"/>
              <a:pathLst>
                <a:path w="102" h="66" extrusionOk="0">
                  <a:moveTo>
                    <a:pt x="10" y="57"/>
                  </a:moveTo>
                  <a:lnTo>
                    <a:pt x="10" y="57"/>
                  </a:lnTo>
                  <a:lnTo>
                    <a:pt x="21" y="57"/>
                  </a:lnTo>
                  <a:lnTo>
                    <a:pt x="40" y="47"/>
                  </a:lnTo>
                  <a:lnTo>
                    <a:pt x="50" y="57"/>
                  </a:lnTo>
                  <a:lnTo>
                    <a:pt x="62" y="47"/>
                  </a:lnTo>
                  <a:lnTo>
                    <a:pt x="40" y="47"/>
                  </a:lnTo>
                  <a:lnTo>
                    <a:pt x="10" y="47"/>
                  </a:lnTo>
                  <a:lnTo>
                    <a:pt x="0" y="28"/>
                  </a:lnTo>
                  <a:lnTo>
                    <a:pt x="10" y="12"/>
                  </a:lnTo>
                  <a:lnTo>
                    <a:pt x="21" y="0"/>
                  </a:lnTo>
                  <a:lnTo>
                    <a:pt x="40" y="0"/>
                  </a:lnTo>
                  <a:lnTo>
                    <a:pt x="71" y="12"/>
                  </a:lnTo>
                  <a:lnTo>
                    <a:pt x="81" y="28"/>
                  </a:lnTo>
                  <a:lnTo>
                    <a:pt x="102" y="66"/>
                  </a:lnTo>
                  <a:lnTo>
                    <a:pt x="62" y="66"/>
                  </a:lnTo>
                  <a:lnTo>
                    <a:pt x="10" y="66"/>
                  </a:lnTo>
                  <a:lnTo>
                    <a:pt x="10" y="57"/>
                  </a:lnTo>
                  <a:lnTo>
                    <a:pt x="10" y="57"/>
                  </a:lnTo>
                  <a:lnTo>
                    <a:pt x="10" y="57"/>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35" name="Google Shape;2035;p206"/>
            <p:cNvSpPr/>
            <p:nvPr/>
          </p:nvSpPr>
          <p:spPr>
            <a:xfrm>
              <a:off x="5494062" y="4747639"/>
              <a:ext cx="98425" cy="150813"/>
            </a:xfrm>
            <a:custGeom>
              <a:avLst/>
              <a:gdLst/>
              <a:ahLst/>
              <a:cxnLst/>
              <a:rect l="l" t="t" r="r" b="b"/>
              <a:pathLst>
                <a:path w="62" h="95" extrusionOk="0">
                  <a:moveTo>
                    <a:pt x="0" y="28"/>
                  </a:moveTo>
                  <a:lnTo>
                    <a:pt x="0" y="28"/>
                  </a:lnTo>
                  <a:lnTo>
                    <a:pt x="0" y="12"/>
                  </a:lnTo>
                  <a:lnTo>
                    <a:pt x="0" y="0"/>
                  </a:lnTo>
                  <a:lnTo>
                    <a:pt x="43" y="0"/>
                  </a:lnTo>
                  <a:lnTo>
                    <a:pt x="52" y="40"/>
                  </a:lnTo>
                  <a:lnTo>
                    <a:pt x="62" y="66"/>
                  </a:lnTo>
                  <a:lnTo>
                    <a:pt x="62" y="76"/>
                  </a:lnTo>
                  <a:lnTo>
                    <a:pt x="12" y="95"/>
                  </a:lnTo>
                  <a:lnTo>
                    <a:pt x="0" y="95"/>
                  </a:lnTo>
                  <a:lnTo>
                    <a:pt x="0" y="66"/>
                  </a:lnTo>
                  <a:lnTo>
                    <a:pt x="12" y="47"/>
                  </a:lnTo>
                  <a:lnTo>
                    <a:pt x="0" y="28"/>
                  </a:lnTo>
                  <a:lnTo>
                    <a:pt x="0" y="28"/>
                  </a:lnTo>
                  <a:lnTo>
                    <a:pt x="0" y="28"/>
                  </a:lnTo>
                  <a:close/>
                </a:path>
              </a:pathLst>
            </a:custGeom>
            <a:solidFill>
              <a:srgbClr val="BFBFB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36" name="Google Shape;2036;p206"/>
            <p:cNvSpPr/>
            <p:nvPr/>
          </p:nvSpPr>
          <p:spPr>
            <a:xfrm>
              <a:off x="5641699" y="4690489"/>
              <a:ext cx="295275" cy="227013"/>
            </a:xfrm>
            <a:custGeom>
              <a:avLst/>
              <a:gdLst/>
              <a:ahLst/>
              <a:cxnLst/>
              <a:rect l="l" t="t" r="r" b="b"/>
              <a:pathLst>
                <a:path w="186" h="143" extrusionOk="0">
                  <a:moveTo>
                    <a:pt x="92" y="133"/>
                  </a:moveTo>
                  <a:lnTo>
                    <a:pt x="92" y="133"/>
                  </a:lnTo>
                  <a:lnTo>
                    <a:pt x="113" y="105"/>
                  </a:lnTo>
                  <a:lnTo>
                    <a:pt x="123" y="105"/>
                  </a:lnTo>
                  <a:lnTo>
                    <a:pt x="134" y="114"/>
                  </a:lnTo>
                  <a:lnTo>
                    <a:pt x="144" y="105"/>
                  </a:lnTo>
                  <a:lnTo>
                    <a:pt x="165" y="76"/>
                  </a:lnTo>
                  <a:lnTo>
                    <a:pt x="175" y="48"/>
                  </a:lnTo>
                  <a:lnTo>
                    <a:pt x="186" y="29"/>
                  </a:lnTo>
                  <a:lnTo>
                    <a:pt x="186" y="19"/>
                  </a:lnTo>
                  <a:lnTo>
                    <a:pt x="186" y="8"/>
                  </a:lnTo>
                  <a:lnTo>
                    <a:pt x="175" y="0"/>
                  </a:lnTo>
                  <a:lnTo>
                    <a:pt x="165" y="0"/>
                  </a:lnTo>
                  <a:lnTo>
                    <a:pt x="156" y="8"/>
                  </a:lnTo>
                  <a:lnTo>
                    <a:pt x="123" y="8"/>
                  </a:lnTo>
                  <a:lnTo>
                    <a:pt x="104" y="19"/>
                  </a:lnTo>
                  <a:lnTo>
                    <a:pt x="82" y="8"/>
                  </a:lnTo>
                  <a:lnTo>
                    <a:pt x="71" y="8"/>
                  </a:lnTo>
                  <a:lnTo>
                    <a:pt x="40" y="0"/>
                  </a:lnTo>
                  <a:lnTo>
                    <a:pt x="30" y="0"/>
                  </a:lnTo>
                  <a:lnTo>
                    <a:pt x="11" y="19"/>
                  </a:lnTo>
                  <a:lnTo>
                    <a:pt x="11" y="29"/>
                  </a:lnTo>
                  <a:lnTo>
                    <a:pt x="11" y="48"/>
                  </a:lnTo>
                  <a:lnTo>
                    <a:pt x="0" y="86"/>
                  </a:lnTo>
                  <a:lnTo>
                    <a:pt x="0" y="114"/>
                  </a:lnTo>
                  <a:lnTo>
                    <a:pt x="30" y="114"/>
                  </a:lnTo>
                  <a:lnTo>
                    <a:pt x="30" y="121"/>
                  </a:lnTo>
                  <a:lnTo>
                    <a:pt x="40" y="143"/>
                  </a:lnTo>
                  <a:lnTo>
                    <a:pt x="52" y="143"/>
                  </a:lnTo>
                  <a:lnTo>
                    <a:pt x="92" y="143"/>
                  </a:lnTo>
                  <a:lnTo>
                    <a:pt x="92" y="133"/>
                  </a:lnTo>
                  <a:lnTo>
                    <a:pt x="92" y="133"/>
                  </a:lnTo>
                  <a:lnTo>
                    <a:pt x="92" y="133"/>
                  </a:lnTo>
                  <a:close/>
                </a:path>
              </a:pathLst>
            </a:custGeom>
            <a:solidFill>
              <a:srgbClr val="00B05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37" name="Google Shape;2037;p206"/>
            <p:cNvSpPr/>
            <p:nvPr/>
          </p:nvSpPr>
          <p:spPr>
            <a:xfrm>
              <a:off x="5641699" y="4690489"/>
              <a:ext cx="295275" cy="227013"/>
            </a:xfrm>
            <a:custGeom>
              <a:avLst/>
              <a:gdLst/>
              <a:ahLst/>
              <a:cxnLst/>
              <a:rect l="l" t="t" r="r" b="b"/>
              <a:pathLst>
                <a:path w="186" h="143" extrusionOk="0">
                  <a:moveTo>
                    <a:pt x="92" y="133"/>
                  </a:moveTo>
                  <a:lnTo>
                    <a:pt x="92" y="133"/>
                  </a:lnTo>
                  <a:lnTo>
                    <a:pt x="113" y="105"/>
                  </a:lnTo>
                  <a:lnTo>
                    <a:pt x="123" y="105"/>
                  </a:lnTo>
                  <a:lnTo>
                    <a:pt x="134" y="114"/>
                  </a:lnTo>
                  <a:lnTo>
                    <a:pt x="144" y="105"/>
                  </a:lnTo>
                  <a:lnTo>
                    <a:pt x="165" y="76"/>
                  </a:lnTo>
                  <a:lnTo>
                    <a:pt x="175" y="48"/>
                  </a:lnTo>
                  <a:lnTo>
                    <a:pt x="186" y="29"/>
                  </a:lnTo>
                  <a:lnTo>
                    <a:pt x="186" y="19"/>
                  </a:lnTo>
                  <a:lnTo>
                    <a:pt x="186" y="8"/>
                  </a:lnTo>
                  <a:lnTo>
                    <a:pt x="175" y="0"/>
                  </a:lnTo>
                  <a:lnTo>
                    <a:pt x="165" y="0"/>
                  </a:lnTo>
                  <a:lnTo>
                    <a:pt x="156" y="8"/>
                  </a:lnTo>
                  <a:lnTo>
                    <a:pt x="123" y="8"/>
                  </a:lnTo>
                  <a:lnTo>
                    <a:pt x="104" y="19"/>
                  </a:lnTo>
                  <a:lnTo>
                    <a:pt x="82" y="8"/>
                  </a:lnTo>
                  <a:lnTo>
                    <a:pt x="71" y="8"/>
                  </a:lnTo>
                  <a:lnTo>
                    <a:pt x="40" y="0"/>
                  </a:lnTo>
                  <a:lnTo>
                    <a:pt x="30" y="0"/>
                  </a:lnTo>
                  <a:lnTo>
                    <a:pt x="11" y="19"/>
                  </a:lnTo>
                  <a:lnTo>
                    <a:pt x="11" y="29"/>
                  </a:lnTo>
                  <a:lnTo>
                    <a:pt x="11" y="48"/>
                  </a:lnTo>
                  <a:lnTo>
                    <a:pt x="0" y="86"/>
                  </a:lnTo>
                  <a:lnTo>
                    <a:pt x="0" y="114"/>
                  </a:lnTo>
                  <a:lnTo>
                    <a:pt x="30" y="114"/>
                  </a:lnTo>
                  <a:lnTo>
                    <a:pt x="30" y="121"/>
                  </a:lnTo>
                  <a:lnTo>
                    <a:pt x="40" y="143"/>
                  </a:lnTo>
                  <a:lnTo>
                    <a:pt x="52" y="143"/>
                  </a:lnTo>
                  <a:lnTo>
                    <a:pt x="92" y="143"/>
                  </a:lnTo>
                  <a:lnTo>
                    <a:pt x="92" y="133"/>
                  </a:lnTo>
                  <a:lnTo>
                    <a:pt x="92" y="133"/>
                  </a:lnTo>
                  <a:lnTo>
                    <a:pt x="92" y="133"/>
                  </a:lnTo>
                  <a:close/>
                </a:path>
              </a:pathLst>
            </a:custGeom>
            <a:solidFill>
              <a:schemeClr val="accent2">
                <a:lumMod val="50000"/>
              </a:schemeClr>
            </a:solid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38" name="Google Shape;2038;p206"/>
            <p:cNvSpPr/>
            <p:nvPr/>
          </p:nvSpPr>
          <p:spPr>
            <a:xfrm>
              <a:off x="5592487" y="4717476"/>
              <a:ext cx="66675" cy="153988"/>
            </a:xfrm>
            <a:custGeom>
              <a:avLst/>
              <a:gdLst/>
              <a:ahLst/>
              <a:cxnLst/>
              <a:rect l="l" t="t" r="r" b="b"/>
              <a:pathLst>
                <a:path w="42" h="97" extrusionOk="0">
                  <a:moveTo>
                    <a:pt x="21" y="10"/>
                  </a:moveTo>
                  <a:lnTo>
                    <a:pt x="21" y="10"/>
                  </a:lnTo>
                  <a:lnTo>
                    <a:pt x="0" y="19"/>
                  </a:lnTo>
                  <a:lnTo>
                    <a:pt x="0" y="28"/>
                  </a:lnTo>
                  <a:lnTo>
                    <a:pt x="12" y="38"/>
                  </a:lnTo>
                  <a:lnTo>
                    <a:pt x="12" y="59"/>
                  </a:lnTo>
                  <a:lnTo>
                    <a:pt x="12" y="97"/>
                  </a:lnTo>
                  <a:lnTo>
                    <a:pt x="33" y="97"/>
                  </a:lnTo>
                  <a:lnTo>
                    <a:pt x="33" y="66"/>
                  </a:lnTo>
                  <a:lnTo>
                    <a:pt x="42" y="28"/>
                  </a:lnTo>
                  <a:lnTo>
                    <a:pt x="42" y="10"/>
                  </a:lnTo>
                  <a:lnTo>
                    <a:pt x="33" y="0"/>
                  </a:lnTo>
                  <a:lnTo>
                    <a:pt x="21" y="0"/>
                  </a:lnTo>
                  <a:lnTo>
                    <a:pt x="21" y="10"/>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39" name="Google Shape;2039;p206"/>
            <p:cNvSpPr/>
            <p:nvPr/>
          </p:nvSpPr>
          <p:spPr>
            <a:xfrm>
              <a:off x="5592487" y="4717476"/>
              <a:ext cx="66675" cy="153988"/>
            </a:xfrm>
            <a:custGeom>
              <a:avLst/>
              <a:gdLst/>
              <a:ahLst/>
              <a:cxnLst/>
              <a:rect l="l" t="t" r="r" b="b"/>
              <a:pathLst>
                <a:path w="42" h="97" extrusionOk="0">
                  <a:moveTo>
                    <a:pt x="21" y="10"/>
                  </a:moveTo>
                  <a:lnTo>
                    <a:pt x="21" y="10"/>
                  </a:lnTo>
                  <a:lnTo>
                    <a:pt x="0" y="19"/>
                  </a:lnTo>
                  <a:lnTo>
                    <a:pt x="0" y="28"/>
                  </a:lnTo>
                  <a:lnTo>
                    <a:pt x="12" y="38"/>
                  </a:lnTo>
                  <a:lnTo>
                    <a:pt x="12" y="59"/>
                  </a:lnTo>
                  <a:lnTo>
                    <a:pt x="12" y="97"/>
                  </a:lnTo>
                  <a:lnTo>
                    <a:pt x="33" y="97"/>
                  </a:lnTo>
                  <a:lnTo>
                    <a:pt x="33" y="66"/>
                  </a:lnTo>
                  <a:lnTo>
                    <a:pt x="42" y="28"/>
                  </a:lnTo>
                  <a:lnTo>
                    <a:pt x="42" y="10"/>
                  </a:lnTo>
                  <a:lnTo>
                    <a:pt x="33" y="0"/>
                  </a:lnTo>
                  <a:lnTo>
                    <a:pt x="21" y="0"/>
                  </a:lnTo>
                  <a:lnTo>
                    <a:pt x="21" y="1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40" name="Google Shape;2040;p206"/>
            <p:cNvSpPr/>
            <p:nvPr/>
          </p:nvSpPr>
          <p:spPr>
            <a:xfrm>
              <a:off x="5592487" y="4717476"/>
              <a:ext cx="66675" cy="153988"/>
            </a:xfrm>
            <a:custGeom>
              <a:avLst/>
              <a:gdLst/>
              <a:ahLst/>
              <a:cxnLst/>
              <a:rect l="l" t="t" r="r" b="b"/>
              <a:pathLst>
                <a:path w="42" h="97" extrusionOk="0">
                  <a:moveTo>
                    <a:pt x="21" y="10"/>
                  </a:moveTo>
                  <a:lnTo>
                    <a:pt x="21" y="10"/>
                  </a:lnTo>
                  <a:lnTo>
                    <a:pt x="0" y="19"/>
                  </a:lnTo>
                  <a:lnTo>
                    <a:pt x="0" y="28"/>
                  </a:lnTo>
                  <a:lnTo>
                    <a:pt x="12" y="38"/>
                  </a:lnTo>
                  <a:lnTo>
                    <a:pt x="12" y="59"/>
                  </a:lnTo>
                  <a:lnTo>
                    <a:pt x="12" y="97"/>
                  </a:lnTo>
                  <a:lnTo>
                    <a:pt x="33" y="97"/>
                  </a:lnTo>
                  <a:lnTo>
                    <a:pt x="33" y="66"/>
                  </a:lnTo>
                  <a:lnTo>
                    <a:pt x="42" y="28"/>
                  </a:lnTo>
                  <a:lnTo>
                    <a:pt x="42" y="10"/>
                  </a:lnTo>
                  <a:lnTo>
                    <a:pt x="33" y="0"/>
                  </a:lnTo>
                  <a:lnTo>
                    <a:pt x="21" y="0"/>
                  </a:lnTo>
                  <a:lnTo>
                    <a:pt x="21" y="10"/>
                  </a:lnTo>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41" name="Google Shape;2041;p206"/>
            <p:cNvSpPr/>
            <p:nvPr/>
          </p:nvSpPr>
          <p:spPr>
            <a:xfrm>
              <a:off x="5186087" y="4717476"/>
              <a:ext cx="177800" cy="120650"/>
            </a:xfrm>
            <a:custGeom>
              <a:avLst/>
              <a:gdLst/>
              <a:ahLst/>
              <a:cxnLst/>
              <a:rect l="l" t="t" r="r" b="b"/>
              <a:pathLst>
                <a:path w="112" h="76" extrusionOk="0">
                  <a:moveTo>
                    <a:pt x="102" y="76"/>
                  </a:moveTo>
                  <a:lnTo>
                    <a:pt x="102" y="76"/>
                  </a:lnTo>
                  <a:lnTo>
                    <a:pt x="112" y="76"/>
                  </a:lnTo>
                  <a:lnTo>
                    <a:pt x="112" y="69"/>
                  </a:lnTo>
                  <a:lnTo>
                    <a:pt x="112" y="59"/>
                  </a:lnTo>
                  <a:lnTo>
                    <a:pt x="112" y="47"/>
                  </a:lnTo>
                  <a:lnTo>
                    <a:pt x="112" y="38"/>
                  </a:lnTo>
                  <a:lnTo>
                    <a:pt x="93" y="0"/>
                  </a:lnTo>
                  <a:lnTo>
                    <a:pt x="71" y="10"/>
                  </a:lnTo>
                  <a:lnTo>
                    <a:pt x="52" y="10"/>
                  </a:lnTo>
                  <a:lnTo>
                    <a:pt x="62" y="0"/>
                  </a:lnTo>
                  <a:lnTo>
                    <a:pt x="22" y="0"/>
                  </a:lnTo>
                  <a:lnTo>
                    <a:pt x="22" y="10"/>
                  </a:lnTo>
                  <a:lnTo>
                    <a:pt x="0" y="31"/>
                  </a:lnTo>
                  <a:lnTo>
                    <a:pt x="31" y="47"/>
                  </a:lnTo>
                  <a:lnTo>
                    <a:pt x="41" y="38"/>
                  </a:lnTo>
                  <a:lnTo>
                    <a:pt x="52" y="38"/>
                  </a:lnTo>
                  <a:lnTo>
                    <a:pt x="71" y="59"/>
                  </a:lnTo>
                  <a:lnTo>
                    <a:pt x="71" y="69"/>
                  </a:lnTo>
                  <a:lnTo>
                    <a:pt x="81" y="59"/>
                  </a:lnTo>
                  <a:lnTo>
                    <a:pt x="93" y="76"/>
                  </a:lnTo>
                  <a:lnTo>
                    <a:pt x="102" y="76"/>
                  </a:lnTo>
                  <a:lnTo>
                    <a:pt x="102" y="76"/>
                  </a:lnTo>
                  <a:lnTo>
                    <a:pt x="102" y="76"/>
                  </a:lnTo>
                  <a:close/>
                </a:path>
              </a:pathLst>
            </a:custGeom>
            <a:solidFill>
              <a:srgbClr val="C8C8C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42" name="Google Shape;2042;p206"/>
            <p:cNvSpPr/>
            <p:nvPr/>
          </p:nvSpPr>
          <p:spPr>
            <a:xfrm>
              <a:off x="5186087" y="4717476"/>
              <a:ext cx="177800" cy="120650"/>
            </a:xfrm>
            <a:custGeom>
              <a:avLst/>
              <a:gdLst/>
              <a:ahLst/>
              <a:cxnLst/>
              <a:rect l="l" t="t" r="r" b="b"/>
              <a:pathLst>
                <a:path w="112" h="76" extrusionOk="0">
                  <a:moveTo>
                    <a:pt x="102" y="76"/>
                  </a:moveTo>
                  <a:lnTo>
                    <a:pt x="102" y="76"/>
                  </a:lnTo>
                  <a:lnTo>
                    <a:pt x="112" y="76"/>
                  </a:lnTo>
                  <a:lnTo>
                    <a:pt x="112" y="69"/>
                  </a:lnTo>
                  <a:lnTo>
                    <a:pt x="112" y="59"/>
                  </a:lnTo>
                  <a:lnTo>
                    <a:pt x="112" y="47"/>
                  </a:lnTo>
                  <a:lnTo>
                    <a:pt x="112" y="38"/>
                  </a:lnTo>
                  <a:lnTo>
                    <a:pt x="93" y="0"/>
                  </a:lnTo>
                  <a:lnTo>
                    <a:pt x="71" y="10"/>
                  </a:lnTo>
                  <a:lnTo>
                    <a:pt x="52" y="10"/>
                  </a:lnTo>
                  <a:lnTo>
                    <a:pt x="62" y="0"/>
                  </a:lnTo>
                  <a:lnTo>
                    <a:pt x="22" y="0"/>
                  </a:lnTo>
                  <a:lnTo>
                    <a:pt x="22" y="10"/>
                  </a:lnTo>
                  <a:lnTo>
                    <a:pt x="0" y="31"/>
                  </a:lnTo>
                  <a:lnTo>
                    <a:pt x="31" y="47"/>
                  </a:lnTo>
                  <a:lnTo>
                    <a:pt x="41" y="38"/>
                  </a:lnTo>
                  <a:lnTo>
                    <a:pt x="52" y="38"/>
                  </a:lnTo>
                  <a:lnTo>
                    <a:pt x="71" y="59"/>
                  </a:lnTo>
                  <a:lnTo>
                    <a:pt x="71" y="69"/>
                  </a:lnTo>
                  <a:lnTo>
                    <a:pt x="81" y="59"/>
                  </a:lnTo>
                  <a:lnTo>
                    <a:pt x="93" y="76"/>
                  </a:lnTo>
                  <a:lnTo>
                    <a:pt x="102" y="76"/>
                  </a:lnTo>
                  <a:lnTo>
                    <a:pt x="102" y="76"/>
                  </a:lnTo>
                  <a:lnTo>
                    <a:pt x="102" y="76"/>
                  </a:ln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43" name="Google Shape;2043;p206"/>
            <p:cNvSpPr/>
            <p:nvPr/>
          </p:nvSpPr>
          <p:spPr>
            <a:xfrm>
              <a:off x="7322862" y="4060251"/>
              <a:ext cx="742950" cy="766763"/>
            </a:xfrm>
            <a:custGeom>
              <a:avLst/>
              <a:gdLst/>
              <a:ahLst/>
              <a:cxnLst/>
              <a:rect l="l" t="t" r="r" b="b"/>
              <a:pathLst>
                <a:path w="198" h="204" extrusionOk="0">
                  <a:moveTo>
                    <a:pt x="181" y="64"/>
                  </a:moveTo>
                  <a:cubicBezTo>
                    <a:pt x="181" y="64"/>
                    <a:pt x="181" y="64"/>
                    <a:pt x="181" y="64"/>
                  </a:cubicBezTo>
                  <a:cubicBezTo>
                    <a:pt x="189" y="64"/>
                    <a:pt x="189" y="64"/>
                    <a:pt x="189" y="64"/>
                  </a:cubicBezTo>
                  <a:cubicBezTo>
                    <a:pt x="198" y="72"/>
                    <a:pt x="198" y="72"/>
                    <a:pt x="198" y="72"/>
                  </a:cubicBezTo>
                  <a:cubicBezTo>
                    <a:pt x="198" y="80"/>
                    <a:pt x="198" y="80"/>
                    <a:pt x="198" y="80"/>
                  </a:cubicBezTo>
                  <a:cubicBezTo>
                    <a:pt x="189" y="80"/>
                    <a:pt x="189" y="80"/>
                    <a:pt x="189" y="80"/>
                  </a:cubicBezTo>
                  <a:cubicBezTo>
                    <a:pt x="185" y="84"/>
                    <a:pt x="185" y="84"/>
                    <a:pt x="185" y="84"/>
                  </a:cubicBezTo>
                  <a:cubicBezTo>
                    <a:pt x="176" y="100"/>
                    <a:pt x="176" y="100"/>
                    <a:pt x="176" y="100"/>
                  </a:cubicBezTo>
                  <a:cubicBezTo>
                    <a:pt x="172" y="104"/>
                    <a:pt x="172" y="104"/>
                    <a:pt x="172" y="104"/>
                  </a:cubicBezTo>
                  <a:cubicBezTo>
                    <a:pt x="168" y="112"/>
                    <a:pt x="168" y="112"/>
                    <a:pt x="168" y="112"/>
                  </a:cubicBezTo>
                  <a:cubicBezTo>
                    <a:pt x="168" y="116"/>
                    <a:pt x="168" y="116"/>
                    <a:pt x="168" y="116"/>
                  </a:cubicBezTo>
                  <a:cubicBezTo>
                    <a:pt x="166" y="112"/>
                    <a:pt x="165" y="108"/>
                    <a:pt x="163" y="104"/>
                  </a:cubicBezTo>
                  <a:cubicBezTo>
                    <a:pt x="163" y="100"/>
                    <a:pt x="163" y="100"/>
                    <a:pt x="163" y="100"/>
                  </a:cubicBezTo>
                  <a:cubicBezTo>
                    <a:pt x="159" y="104"/>
                    <a:pt x="159" y="104"/>
                    <a:pt x="159" y="104"/>
                  </a:cubicBezTo>
                  <a:cubicBezTo>
                    <a:pt x="155" y="104"/>
                    <a:pt x="155" y="104"/>
                    <a:pt x="155" y="104"/>
                  </a:cubicBezTo>
                  <a:cubicBezTo>
                    <a:pt x="155" y="100"/>
                    <a:pt x="155" y="100"/>
                    <a:pt x="155" y="100"/>
                  </a:cubicBezTo>
                  <a:cubicBezTo>
                    <a:pt x="163" y="92"/>
                    <a:pt x="163" y="92"/>
                    <a:pt x="163" y="92"/>
                  </a:cubicBezTo>
                  <a:cubicBezTo>
                    <a:pt x="146" y="92"/>
                    <a:pt x="146" y="92"/>
                    <a:pt x="146" y="92"/>
                  </a:cubicBezTo>
                  <a:cubicBezTo>
                    <a:pt x="146" y="84"/>
                    <a:pt x="146" y="84"/>
                    <a:pt x="146" y="84"/>
                  </a:cubicBezTo>
                  <a:cubicBezTo>
                    <a:pt x="142" y="84"/>
                    <a:pt x="142" y="84"/>
                    <a:pt x="142" y="84"/>
                  </a:cubicBezTo>
                  <a:cubicBezTo>
                    <a:pt x="137" y="84"/>
                    <a:pt x="137" y="84"/>
                    <a:pt x="137" y="84"/>
                  </a:cubicBezTo>
                  <a:cubicBezTo>
                    <a:pt x="137" y="88"/>
                    <a:pt x="137" y="88"/>
                    <a:pt x="137" y="88"/>
                  </a:cubicBezTo>
                  <a:cubicBezTo>
                    <a:pt x="133" y="96"/>
                    <a:pt x="133" y="96"/>
                    <a:pt x="133" y="96"/>
                  </a:cubicBezTo>
                  <a:cubicBezTo>
                    <a:pt x="137" y="96"/>
                    <a:pt x="137" y="96"/>
                    <a:pt x="137" y="96"/>
                  </a:cubicBezTo>
                  <a:cubicBezTo>
                    <a:pt x="139" y="102"/>
                    <a:pt x="140" y="109"/>
                    <a:pt x="142" y="116"/>
                  </a:cubicBezTo>
                  <a:cubicBezTo>
                    <a:pt x="137" y="116"/>
                    <a:pt x="137" y="116"/>
                    <a:pt x="137" y="116"/>
                  </a:cubicBezTo>
                  <a:cubicBezTo>
                    <a:pt x="137" y="112"/>
                    <a:pt x="137" y="112"/>
                    <a:pt x="137" y="112"/>
                  </a:cubicBezTo>
                  <a:cubicBezTo>
                    <a:pt x="129" y="116"/>
                    <a:pt x="129" y="116"/>
                    <a:pt x="129" y="116"/>
                  </a:cubicBezTo>
                  <a:cubicBezTo>
                    <a:pt x="127" y="120"/>
                    <a:pt x="126" y="124"/>
                    <a:pt x="124" y="128"/>
                  </a:cubicBezTo>
                  <a:cubicBezTo>
                    <a:pt x="116" y="132"/>
                    <a:pt x="116" y="132"/>
                    <a:pt x="116" y="132"/>
                  </a:cubicBezTo>
                  <a:cubicBezTo>
                    <a:pt x="94" y="148"/>
                    <a:pt x="94" y="148"/>
                    <a:pt x="94" y="148"/>
                  </a:cubicBezTo>
                  <a:cubicBezTo>
                    <a:pt x="94" y="152"/>
                    <a:pt x="94" y="152"/>
                    <a:pt x="94" y="152"/>
                  </a:cubicBezTo>
                  <a:cubicBezTo>
                    <a:pt x="90" y="152"/>
                    <a:pt x="90" y="152"/>
                    <a:pt x="90" y="152"/>
                  </a:cubicBezTo>
                  <a:cubicBezTo>
                    <a:pt x="86" y="156"/>
                    <a:pt x="86" y="156"/>
                    <a:pt x="86" y="156"/>
                  </a:cubicBezTo>
                  <a:cubicBezTo>
                    <a:pt x="81" y="156"/>
                    <a:pt x="81" y="156"/>
                    <a:pt x="81" y="156"/>
                  </a:cubicBezTo>
                  <a:cubicBezTo>
                    <a:pt x="81" y="160"/>
                    <a:pt x="81" y="160"/>
                    <a:pt x="81" y="160"/>
                  </a:cubicBezTo>
                  <a:cubicBezTo>
                    <a:pt x="81" y="172"/>
                    <a:pt x="81" y="172"/>
                    <a:pt x="81" y="172"/>
                  </a:cubicBezTo>
                  <a:cubicBezTo>
                    <a:pt x="77" y="180"/>
                    <a:pt x="77" y="180"/>
                    <a:pt x="77" y="180"/>
                  </a:cubicBezTo>
                  <a:cubicBezTo>
                    <a:pt x="77" y="192"/>
                    <a:pt x="77" y="192"/>
                    <a:pt x="77" y="192"/>
                  </a:cubicBezTo>
                  <a:cubicBezTo>
                    <a:pt x="73" y="196"/>
                    <a:pt x="73" y="196"/>
                    <a:pt x="73" y="196"/>
                  </a:cubicBezTo>
                  <a:cubicBezTo>
                    <a:pt x="69" y="200"/>
                    <a:pt x="69" y="200"/>
                    <a:pt x="69" y="200"/>
                  </a:cubicBezTo>
                  <a:cubicBezTo>
                    <a:pt x="64" y="204"/>
                    <a:pt x="64" y="204"/>
                    <a:pt x="64" y="204"/>
                  </a:cubicBezTo>
                  <a:cubicBezTo>
                    <a:pt x="56" y="200"/>
                    <a:pt x="56" y="200"/>
                    <a:pt x="56" y="200"/>
                  </a:cubicBezTo>
                  <a:cubicBezTo>
                    <a:pt x="43" y="164"/>
                    <a:pt x="43" y="164"/>
                    <a:pt x="43" y="164"/>
                  </a:cubicBezTo>
                  <a:cubicBezTo>
                    <a:pt x="34" y="152"/>
                    <a:pt x="34" y="152"/>
                    <a:pt x="34" y="152"/>
                  </a:cubicBezTo>
                  <a:cubicBezTo>
                    <a:pt x="33" y="144"/>
                    <a:pt x="31" y="136"/>
                    <a:pt x="30" y="128"/>
                  </a:cubicBezTo>
                  <a:cubicBezTo>
                    <a:pt x="30" y="112"/>
                    <a:pt x="30" y="112"/>
                    <a:pt x="30" y="112"/>
                  </a:cubicBezTo>
                  <a:cubicBezTo>
                    <a:pt x="26" y="120"/>
                    <a:pt x="26" y="120"/>
                    <a:pt x="26" y="120"/>
                  </a:cubicBezTo>
                  <a:cubicBezTo>
                    <a:pt x="17" y="124"/>
                    <a:pt x="17" y="124"/>
                    <a:pt x="17" y="124"/>
                  </a:cubicBezTo>
                  <a:cubicBezTo>
                    <a:pt x="4" y="112"/>
                    <a:pt x="4" y="112"/>
                    <a:pt x="4" y="112"/>
                  </a:cubicBezTo>
                  <a:cubicBezTo>
                    <a:pt x="13" y="112"/>
                    <a:pt x="13" y="112"/>
                    <a:pt x="13" y="112"/>
                  </a:cubicBezTo>
                  <a:cubicBezTo>
                    <a:pt x="13" y="108"/>
                    <a:pt x="13" y="108"/>
                    <a:pt x="13" y="108"/>
                  </a:cubicBezTo>
                  <a:cubicBezTo>
                    <a:pt x="8" y="108"/>
                    <a:pt x="8" y="108"/>
                    <a:pt x="8" y="108"/>
                  </a:cubicBezTo>
                  <a:cubicBezTo>
                    <a:pt x="0" y="104"/>
                    <a:pt x="0" y="104"/>
                    <a:pt x="0" y="104"/>
                  </a:cubicBezTo>
                  <a:cubicBezTo>
                    <a:pt x="4" y="100"/>
                    <a:pt x="4" y="100"/>
                    <a:pt x="4" y="100"/>
                  </a:cubicBezTo>
                  <a:cubicBezTo>
                    <a:pt x="17" y="100"/>
                    <a:pt x="17" y="100"/>
                    <a:pt x="17" y="100"/>
                  </a:cubicBezTo>
                  <a:cubicBezTo>
                    <a:pt x="17" y="96"/>
                    <a:pt x="17" y="96"/>
                    <a:pt x="17" y="96"/>
                  </a:cubicBezTo>
                  <a:cubicBezTo>
                    <a:pt x="17" y="88"/>
                    <a:pt x="17" y="88"/>
                    <a:pt x="17" y="88"/>
                  </a:cubicBezTo>
                  <a:cubicBezTo>
                    <a:pt x="13" y="88"/>
                    <a:pt x="13" y="88"/>
                    <a:pt x="13" y="88"/>
                  </a:cubicBezTo>
                  <a:cubicBezTo>
                    <a:pt x="13" y="84"/>
                    <a:pt x="13" y="84"/>
                    <a:pt x="13" y="84"/>
                  </a:cubicBezTo>
                  <a:cubicBezTo>
                    <a:pt x="8" y="84"/>
                    <a:pt x="8" y="84"/>
                    <a:pt x="8" y="84"/>
                  </a:cubicBezTo>
                  <a:cubicBezTo>
                    <a:pt x="8" y="76"/>
                    <a:pt x="8" y="76"/>
                    <a:pt x="8" y="76"/>
                  </a:cubicBezTo>
                  <a:cubicBezTo>
                    <a:pt x="13" y="72"/>
                    <a:pt x="13" y="72"/>
                    <a:pt x="13" y="72"/>
                  </a:cubicBezTo>
                  <a:cubicBezTo>
                    <a:pt x="17" y="76"/>
                    <a:pt x="17" y="76"/>
                    <a:pt x="17" y="76"/>
                  </a:cubicBezTo>
                  <a:cubicBezTo>
                    <a:pt x="26" y="72"/>
                    <a:pt x="26" y="72"/>
                    <a:pt x="26" y="72"/>
                  </a:cubicBezTo>
                  <a:cubicBezTo>
                    <a:pt x="47" y="48"/>
                    <a:pt x="47" y="48"/>
                    <a:pt x="47" y="48"/>
                  </a:cubicBezTo>
                  <a:cubicBezTo>
                    <a:pt x="43" y="44"/>
                    <a:pt x="43" y="44"/>
                    <a:pt x="43" y="44"/>
                  </a:cubicBezTo>
                  <a:cubicBezTo>
                    <a:pt x="47" y="44"/>
                    <a:pt x="47" y="44"/>
                    <a:pt x="47" y="44"/>
                  </a:cubicBezTo>
                  <a:cubicBezTo>
                    <a:pt x="47" y="40"/>
                    <a:pt x="47" y="40"/>
                    <a:pt x="47" y="40"/>
                  </a:cubicBezTo>
                  <a:cubicBezTo>
                    <a:pt x="51" y="36"/>
                    <a:pt x="51" y="36"/>
                    <a:pt x="51" y="36"/>
                  </a:cubicBezTo>
                  <a:cubicBezTo>
                    <a:pt x="43" y="28"/>
                    <a:pt x="43" y="28"/>
                    <a:pt x="43" y="28"/>
                  </a:cubicBezTo>
                  <a:cubicBezTo>
                    <a:pt x="39" y="24"/>
                    <a:pt x="39" y="24"/>
                    <a:pt x="39" y="24"/>
                  </a:cubicBezTo>
                  <a:cubicBezTo>
                    <a:pt x="38" y="22"/>
                    <a:pt x="43" y="18"/>
                    <a:pt x="43" y="16"/>
                  </a:cubicBezTo>
                  <a:cubicBezTo>
                    <a:pt x="43" y="13"/>
                    <a:pt x="36" y="11"/>
                    <a:pt x="38" y="8"/>
                  </a:cubicBezTo>
                  <a:cubicBezTo>
                    <a:pt x="51" y="0"/>
                    <a:pt x="51" y="0"/>
                    <a:pt x="51" y="0"/>
                  </a:cubicBezTo>
                  <a:cubicBezTo>
                    <a:pt x="67" y="12"/>
                    <a:pt x="67" y="12"/>
                    <a:pt x="67" y="12"/>
                  </a:cubicBezTo>
                  <a:cubicBezTo>
                    <a:pt x="81" y="10"/>
                    <a:pt x="81" y="10"/>
                    <a:pt x="81" y="10"/>
                  </a:cubicBezTo>
                  <a:cubicBezTo>
                    <a:pt x="81" y="16"/>
                    <a:pt x="81" y="16"/>
                    <a:pt x="81" y="16"/>
                  </a:cubicBezTo>
                  <a:cubicBezTo>
                    <a:pt x="81" y="24"/>
                    <a:pt x="81" y="24"/>
                    <a:pt x="81" y="24"/>
                  </a:cubicBezTo>
                  <a:cubicBezTo>
                    <a:pt x="73" y="32"/>
                    <a:pt x="73" y="32"/>
                    <a:pt x="73" y="32"/>
                  </a:cubicBezTo>
                  <a:cubicBezTo>
                    <a:pt x="77" y="40"/>
                    <a:pt x="77" y="40"/>
                    <a:pt x="77" y="40"/>
                  </a:cubicBezTo>
                  <a:cubicBezTo>
                    <a:pt x="69" y="40"/>
                    <a:pt x="69" y="40"/>
                    <a:pt x="69" y="40"/>
                  </a:cubicBezTo>
                  <a:cubicBezTo>
                    <a:pt x="70" y="44"/>
                    <a:pt x="72" y="48"/>
                    <a:pt x="73" y="52"/>
                  </a:cubicBezTo>
                  <a:cubicBezTo>
                    <a:pt x="86" y="56"/>
                    <a:pt x="86" y="56"/>
                    <a:pt x="86" y="56"/>
                  </a:cubicBezTo>
                  <a:cubicBezTo>
                    <a:pt x="84" y="60"/>
                    <a:pt x="83" y="64"/>
                    <a:pt x="81" y="68"/>
                  </a:cubicBezTo>
                  <a:cubicBezTo>
                    <a:pt x="90" y="72"/>
                    <a:pt x="90" y="72"/>
                    <a:pt x="90" y="72"/>
                  </a:cubicBezTo>
                  <a:cubicBezTo>
                    <a:pt x="129" y="84"/>
                    <a:pt x="129" y="84"/>
                    <a:pt x="129" y="84"/>
                  </a:cubicBezTo>
                  <a:cubicBezTo>
                    <a:pt x="133" y="84"/>
                    <a:pt x="133" y="84"/>
                    <a:pt x="133" y="84"/>
                  </a:cubicBezTo>
                  <a:cubicBezTo>
                    <a:pt x="133" y="80"/>
                    <a:pt x="133" y="80"/>
                    <a:pt x="133" y="80"/>
                  </a:cubicBezTo>
                  <a:cubicBezTo>
                    <a:pt x="133" y="72"/>
                    <a:pt x="133" y="72"/>
                    <a:pt x="133" y="72"/>
                  </a:cubicBezTo>
                  <a:cubicBezTo>
                    <a:pt x="137" y="72"/>
                    <a:pt x="137" y="72"/>
                    <a:pt x="137" y="72"/>
                  </a:cubicBezTo>
                  <a:cubicBezTo>
                    <a:pt x="142" y="76"/>
                    <a:pt x="142" y="76"/>
                    <a:pt x="142" y="76"/>
                  </a:cubicBezTo>
                  <a:cubicBezTo>
                    <a:pt x="142" y="80"/>
                    <a:pt x="142" y="80"/>
                    <a:pt x="142" y="80"/>
                  </a:cubicBezTo>
                  <a:cubicBezTo>
                    <a:pt x="159" y="80"/>
                    <a:pt x="159" y="80"/>
                    <a:pt x="159" y="80"/>
                  </a:cubicBezTo>
                  <a:cubicBezTo>
                    <a:pt x="163" y="80"/>
                    <a:pt x="163" y="80"/>
                    <a:pt x="163" y="80"/>
                  </a:cubicBezTo>
                  <a:cubicBezTo>
                    <a:pt x="159" y="72"/>
                    <a:pt x="159" y="72"/>
                    <a:pt x="159" y="72"/>
                  </a:cubicBezTo>
                  <a:cubicBezTo>
                    <a:pt x="181" y="64"/>
                    <a:pt x="181" y="64"/>
                    <a:pt x="181" y="64"/>
                  </a:cubicBezTo>
                  <a:cubicBezTo>
                    <a:pt x="181" y="64"/>
                    <a:pt x="181" y="64"/>
                    <a:pt x="181" y="64"/>
                  </a:cubicBezTo>
                  <a:close/>
                </a:path>
              </a:pathLst>
            </a:custGeom>
            <a:solidFill>
              <a:schemeClr val="accent2">
                <a:lumMod val="500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sp>
          <p:nvSpPr>
            <p:cNvPr id="2044" name="Google Shape;2044;p206"/>
            <p:cNvSpPr/>
            <p:nvPr/>
          </p:nvSpPr>
          <p:spPr>
            <a:xfrm>
              <a:off x="7322862" y="4060251"/>
              <a:ext cx="742950" cy="766763"/>
            </a:xfrm>
            <a:custGeom>
              <a:avLst/>
              <a:gdLst/>
              <a:ahLst/>
              <a:cxnLst/>
              <a:rect l="l" t="t" r="r" b="b"/>
              <a:pathLst>
                <a:path w="198" h="204" extrusionOk="0">
                  <a:moveTo>
                    <a:pt x="181" y="64"/>
                  </a:moveTo>
                  <a:cubicBezTo>
                    <a:pt x="181" y="64"/>
                    <a:pt x="181" y="64"/>
                    <a:pt x="181" y="64"/>
                  </a:cubicBezTo>
                  <a:cubicBezTo>
                    <a:pt x="189" y="64"/>
                    <a:pt x="189" y="64"/>
                    <a:pt x="189" y="64"/>
                  </a:cubicBezTo>
                  <a:cubicBezTo>
                    <a:pt x="198" y="72"/>
                    <a:pt x="198" y="72"/>
                    <a:pt x="198" y="72"/>
                  </a:cubicBezTo>
                  <a:cubicBezTo>
                    <a:pt x="198" y="80"/>
                    <a:pt x="198" y="80"/>
                    <a:pt x="198" y="80"/>
                  </a:cubicBezTo>
                  <a:cubicBezTo>
                    <a:pt x="189" y="80"/>
                    <a:pt x="189" y="80"/>
                    <a:pt x="189" y="80"/>
                  </a:cubicBezTo>
                  <a:cubicBezTo>
                    <a:pt x="185" y="84"/>
                    <a:pt x="185" y="84"/>
                    <a:pt x="185" y="84"/>
                  </a:cubicBezTo>
                  <a:cubicBezTo>
                    <a:pt x="176" y="100"/>
                    <a:pt x="176" y="100"/>
                    <a:pt x="176" y="100"/>
                  </a:cubicBezTo>
                  <a:cubicBezTo>
                    <a:pt x="172" y="104"/>
                    <a:pt x="172" y="104"/>
                    <a:pt x="172" y="104"/>
                  </a:cubicBezTo>
                  <a:cubicBezTo>
                    <a:pt x="168" y="112"/>
                    <a:pt x="168" y="112"/>
                    <a:pt x="168" y="112"/>
                  </a:cubicBezTo>
                  <a:cubicBezTo>
                    <a:pt x="168" y="116"/>
                    <a:pt x="168" y="116"/>
                    <a:pt x="168" y="116"/>
                  </a:cubicBezTo>
                  <a:cubicBezTo>
                    <a:pt x="166" y="112"/>
                    <a:pt x="165" y="108"/>
                    <a:pt x="163" y="104"/>
                  </a:cubicBezTo>
                  <a:cubicBezTo>
                    <a:pt x="163" y="100"/>
                    <a:pt x="163" y="100"/>
                    <a:pt x="163" y="100"/>
                  </a:cubicBezTo>
                  <a:cubicBezTo>
                    <a:pt x="159" y="104"/>
                    <a:pt x="159" y="104"/>
                    <a:pt x="159" y="104"/>
                  </a:cubicBezTo>
                  <a:cubicBezTo>
                    <a:pt x="155" y="104"/>
                    <a:pt x="155" y="104"/>
                    <a:pt x="155" y="104"/>
                  </a:cubicBezTo>
                  <a:cubicBezTo>
                    <a:pt x="155" y="100"/>
                    <a:pt x="155" y="100"/>
                    <a:pt x="155" y="100"/>
                  </a:cubicBezTo>
                  <a:cubicBezTo>
                    <a:pt x="163" y="92"/>
                    <a:pt x="163" y="92"/>
                    <a:pt x="163" y="92"/>
                  </a:cubicBezTo>
                  <a:cubicBezTo>
                    <a:pt x="146" y="92"/>
                    <a:pt x="146" y="92"/>
                    <a:pt x="146" y="92"/>
                  </a:cubicBezTo>
                  <a:cubicBezTo>
                    <a:pt x="146" y="84"/>
                    <a:pt x="146" y="84"/>
                    <a:pt x="146" y="84"/>
                  </a:cubicBezTo>
                  <a:cubicBezTo>
                    <a:pt x="142" y="84"/>
                    <a:pt x="142" y="84"/>
                    <a:pt x="142" y="84"/>
                  </a:cubicBezTo>
                  <a:cubicBezTo>
                    <a:pt x="137" y="84"/>
                    <a:pt x="137" y="84"/>
                    <a:pt x="137" y="84"/>
                  </a:cubicBezTo>
                  <a:cubicBezTo>
                    <a:pt x="137" y="88"/>
                    <a:pt x="137" y="88"/>
                    <a:pt x="137" y="88"/>
                  </a:cubicBezTo>
                  <a:cubicBezTo>
                    <a:pt x="133" y="96"/>
                    <a:pt x="133" y="96"/>
                    <a:pt x="133" y="96"/>
                  </a:cubicBezTo>
                  <a:cubicBezTo>
                    <a:pt x="137" y="96"/>
                    <a:pt x="137" y="96"/>
                    <a:pt x="137" y="96"/>
                  </a:cubicBezTo>
                  <a:cubicBezTo>
                    <a:pt x="139" y="102"/>
                    <a:pt x="140" y="109"/>
                    <a:pt x="142" y="116"/>
                  </a:cubicBezTo>
                  <a:cubicBezTo>
                    <a:pt x="137" y="116"/>
                    <a:pt x="137" y="116"/>
                    <a:pt x="137" y="116"/>
                  </a:cubicBezTo>
                  <a:cubicBezTo>
                    <a:pt x="137" y="112"/>
                    <a:pt x="137" y="112"/>
                    <a:pt x="137" y="112"/>
                  </a:cubicBezTo>
                  <a:cubicBezTo>
                    <a:pt x="129" y="116"/>
                    <a:pt x="129" y="116"/>
                    <a:pt x="129" y="116"/>
                  </a:cubicBezTo>
                  <a:cubicBezTo>
                    <a:pt x="127" y="120"/>
                    <a:pt x="126" y="124"/>
                    <a:pt x="124" y="128"/>
                  </a:cubicBezTo>
                  <a:cubicBezTo>
                    <a:pt x="116" y="132"/>
                    <a:pt x="116" y="132"/>
                    <a:pt x="116" y="132"/>
                  </a:cubicBezTo>
                  <a:cubicBezTo>
                    <a:pt x="94" y="148"/>
                    <a:pt x="94" y="148"/>
                    <a:pt x="94" y="148"/>
                  </a:cubicBezTo>
                  <a:cubicBezTo>
                    <a:pt x="94" y="152"/>
                    <a:pt x="94" y="152"/>
                    <a:pt x="94" y="152"/>
                  </a:cubicBezTo>
                  <a:cubicBezTo>
                    <a:pt x="90" y="152"/>
                    <a:pt x="90" y="152"/>
                    <a:pt x="90" y="152"/>
                  </a:cubicBezTo>
                  <a:cubicBezTo>
                    <a:pt x="86" y="156"/>
                    <a:pt x="86" y="156"/>
                    <a:pt x="86" y="156"/>
                  </a:cubicBezTo>
                  <a:cubicBezTo>
                    <a:pt x="81" y="156"/>
                    <a:pt x="81" y="156"/>
                    <a:pt x="81" y="156"/>
                  </a:cubicBezTo>
                  <a:cubicBezTo>
                    <a:pt x="81" y="160"/>
                    <a:pt x="81" y="160"/>
                    <a:pt x="81" y="160"/>
                  </a:cubicBezTo>
                  <a:cubicBezTo>
                    <a:pt x="81" y="172"/>
                    <a:pt x="81" y="172"/>
                    <a:pt x="81" y="172"/>
                  </a:cubicBezTo>
                  <a:cubicBezTo>
                    <a:pt x="77" y="180"/>
                    <a:pt x="77" y="180"/>
                    <a:pt x="77" y="180"/>
                  </a:cubicBezTo>
                  <a:cubicBezTo>
                    <a:pt x="77" y="192"/>
                    <a:pt x="77" y="192"/>
                    <a:pt x="77" y="192"/>
                  </a:cubicBezTo>
                  <a:cubicBezTo>
                    <a:pt x="73" y="196"/>
                    <a:pt x="73" y="196"/>
                    <a:pt x="73" y="196"/>
                  </a:cubicBezTo>
                  <a:cubicBezTo>
                    <a:pt x="69" y="200"/>
                    <a:pt x="69" y="200"/>
                    <a:pt x="69" y="200"/>
                  </a:cubicBezTo>
                  <a:cubicBezTo>
                    <a:pt x="64" y="204"/>
                    <a:pt x="64" y="204"/>
                    <a:pt x="64" y="204"/>
                  </a:cubicBezTo>
                  <a:cubicBezTo>
                    <a:pt x="56" y="200"/>
                    <a:pt x="56" y="200"/>
                    <a:pt x="56" y="200"/>
                  </a:cubicBezTo>
                  <a:cubicBezTo>
                    <a:pt x="43" y="164"/>
                    <a:pt x="43" y="164"/>
                    <a:pt x="43" y="164"/>
                  </a:cubicBezTo>
                  <a:cubicBezTo>
                    <a:pt x="34" y="152"/>
                    <a:pt x="34" y="152"/>
                    <a:pt x="34" y="152"/>
                  </a:cubicBezTo>
                  <a:cubicBezTo>
                    <a:pt x="33" y="144"/>
                    <a:pt x="31" y="136"/>
                    <a:pt x="30" y="128"/>
                  </a:cubicBezTo>
                  <a:cubicBezTo>
                    <a:pt x="30" y="112"/>
                    <a:pt x="30" y="112"/>
                    <a:pt x="30" y="112"/>
                  </a:cubicBezTo>
                  <a:cubicBezTo>
                    <a:pt x="26" y="120"/>
                    <a:pt x="26" y="120"/>
                    <a:pt x="26" y="120"/>
                  </a:cubicBezTo>
                  <a:cubicBezTo>
                    <a:pt x="17" y="124"/>
                    <a:pt x="17" y="124"/>
                    <a:pt x="17" y="124"/>
                  </a:cubicBezTo>
                  <a:cubicBezTo>
                    <a:pt x="4" y="112"/>
                    <a:pt x="4" y="112"/>
                    <a:pt x="4" y="112"/>
                  </a:cubicBezTo>
                  <a:cubicBezTo>
                    <a:pt x="13" y="112"/>
                    <a:pt x="13" y="112"/>
                    <a:pt x="13" y="112"/>
                  </a:cubicBezTo>
                  <a:cubicBezTo>
                    <a:pt x="13" y="108"/>
                    <a:pt x="13" y="108"/>
                    <a:pt x="13" y="108"/>
                  </a:cubicBezTo>
                  <a:cubicBezTo>
                    <a:pt x="8" y="108"/>
                    <a:pt x="8" y="108"/>
                    <a:pt x="8" y="108"/>
                  </a:cubicBezTo>
                  <a:cubicBezTo>
                    <a:pt x="0" y="104"/>
                    <a:pt x="0" y="104"/>
                    <a:pt x="0" y="104"/>
                  </a:cubicBezTo>
                  <a:cubicBezTo>
                    <a:pt x="4" y="100"/>
                    <a:pt x="4" y="100"/>
                    <a:pt x="4" y="100"/>
                  </a:cubicBezTo>
                  <a:cubicBezTo>
                    <a:pt x="17" y="100"/>
                    <a:pt x="17" y="100"/>
                    <a:pt x="17" y="100"/>
                  </a:cubicBezTo>
                  <a:cubicBezTo>
                    <a:pt x="17" y="96"/>
                    <a:pt x="17" y="96"/>
                    <a:pt x="17" y="96"/>
                  </a:cubicBezTo>
                  <a:cubicBezTo>
                    <a:pt x="17" y="88"/>
                    <a:pt x="17" y="88"/>
                    <a:pt x="17" y="88"/>
                  </a:cubicBezTo>
                  <a:cubicBezTo>
                    <a:pt x="13" y="88"/>
                    <a:pt x="13" y="88"/>
                    <a:pt x="13" y="88"/>
                  </a:cubicBezTo>
                  <a:cubicBezTo>
                    <a:pt x="13" y="84"/>
                    <a:pt x="13" y="84"/>
                    <a:pt x="13" y="84"/>
                  </a:cubicBezTo>
                  <a:cubicBezTo>
                    <a:pt x="8" y="84"/>
                    <a:pt x="8" y="84"/>
                    <a:pt x="8" y="84"/>
                  </a:cubicBezTo>
                  <a:cubicBezTo>
                    <a:pt x="8" y="76"/>
                    <a:pt x="8" y="76"/>
                    <a:pt x="8" y="76"/>
                  </a:cubicBezTo>
                  <a:cubicBezTo>
                    <a:pt x="13" y="72"/>
                    <a:pt x="13" y="72"/>
                    <a:pt x="13" y="72"/>
                  </a:cubicBezTo>
                  <a:cubicBezTo>
                    <a:pt x="17" y="76"/>
                    <a:pt x="17" y="76"/>
                    <a:pt x="17" y="76"/>
                  </a:cubicBezTo>
                  <a:cubicBezTo>
                    <a:pt x="26" y="72"/>
                    <a:pt x="26" y="72"/>
                    <a:pt x="26" y="72"/>
                  </a:cubicBezTo>
                  <a:cubicBezTo>
                    <a:pt x="47" y="48"/>
                    <a:pt x="47" y="48"/>
                    <a:pt x="47" y="48"/>
                  </a:cubicBezTo>
                  <a:cubicBezTo>
                    <a:pt x="43" y="44"/>
                    <a:pt x="43" y="44"/>
                    <a:pt x="43" y="44"/>
                  </a:cubicBezTo>
                  <a:cubicBezTo>
                    <a:pt x="47" y="44"/>
                    <a:pt x="47" y="44"/>
                    <a:pt x="47" y="44"/>
                  </a:cubicBezTo>
                  <a:cubicBezTo>
                    <a:pt x="47" y="40"/>
                    <a:pt x="47" y="40"/>
                    <a:pt x="47" y="40"/>
                  </a:cubicBezTo>
                  <a:cubicBezTo>
                    <a:pt x="51" y="36"/>
                    <a:pt x="51" y="36"/>
                    <a:pt x="51" y="36"/>
                  </a:cubicBezTo>
                  <a:cubicBezTo>
                    <a:pt x="43" y="28"/>
                    <a:pt x="43" y="28"/>
                    <a:pt x="43" y="28"/>
                  </a:cubicBezTo>
                  <a:cubicBezTo>
                    <a:pt x="39" y="24"/>
                    <a:pt x="39" y="24"/>
                    <a:pt x="39" y="24"/>
                  </a:cubicBezTo>
                  <a:cubicBezTo>
                    <a:pt x="38" y="22"/>
                    <a:pt x="43" y="18"/>
                    <a:pt x="43" y="16"/>
                  </a:cubicBezTo>
                  <a:cubicBezTo>
                    <a:pt x="43" y="13"/>
                    <a:pt x="36" y="11"/>
                    <a:pt x="38" y="8"/>
                  </a:cubicBezTo>
                  <a:cubicBezTo>
                    <a:pt x="51" y="0"/>
                    <a:pt x="51" y="0"/>
                    <a:pt x="51" y="0"/>
                  </a:cubicBezTo>
                  <a:cubicBezTo>
                    <a:pt x="67" y="12"/>
                    <a:pt x="67" y="12"/>
                    <a:pt x="67" y="12"/>
                  </a:cubicBezTo>
                  <a:cubicBezTo>
                    <a:pt x="81" y="10"/>
                    <a:pt x="81" y="10"/>
                    <a:pt x="81" y="10"/>
                  </a:cubicBezTo>
                  <a:cubicBezTo>
                    <a:pt x="81" y="16"/>
                    <a:pt x="81" y="16"/>
                    <a:pt x="81" y="16"/>
                  </a:cubicBezTo>
                  <a:cubicBezTo>
                    <a:pt x="81" y="24"/>
                    <a:pt x="81" y="24"/>
                    <a:pt x="81" y="24"/>
                  </a:cubicBezTo>
                  <a:cubicBezTo>
                    <a:pt x="73" y="32"/>
                    <a:pt x="73" y="32"/>
                    <a:pt x="73" y="32"/>
                  </a:cubicBezTo>
                  <a:cubicBezTo>
                    <a:pt x="77" y="40"/>
                    <a:pt x="77" y="40"/>
                    <a:pt x="77" y="40"/>
                  </a:cubicBezTo>
                  <a:cubicBezTo>
                    <a:pt x="69" y="40"/>
                    <a:pt x="69" y="40"/>
                    <a:pt x="69" y="40"/>
                  </a:cubicBezTo>
                  <a:cubicBezTo>
                    <a:pt x="70" y="44"/>
                    <a:pt x="72" y="48"/>
                    <a:pt x="73" y="52"/>
                  </a:cubicBezTo>
                  <a:cubicBezTo>
                    <a:pt x="86" y="56"/>
                    <a:pt x="86" y="56"/>
                    <a:pt x="86" y="56"/>
                  </a:cubicBezTo>
                  <a:cubicBezTo>
                    <a:pt x="84" y="60"/>
                    <a:pt x="83" y="64"/>
                    <a:pt x="81" y="68"/>
                  </a:cubicBezTo>
                  <a:cubicBezTo>
                    <a:pt x="90" y="72"/>
                    <a:pt x="90" y="72"/>
                    <a:pt x="90" y="72"/>
                  </a:cubicBezTo>
                  <a:cubicBezTo>
                    <a:pt x="129" y="84"/>
                    <a:pt x="129" y="84"/>
                    <a:pt x="129" y="84"/>
                  </a:cubicBezTo>
                  <a:cubicBezTo>
                    <a:pt x="133" y="84"/>
                    <a:pt x="133" y="84"/>
                    <a:pt x="133" y="84"/>
                  </a:cubicBezTo>
                  <a:cubicBezTo>
                    <a:pt x="133" y="80"/>
                    <a:pt x="133" y="80"/>
                    <a:pt x="133" y="80"/>
                  </a:cubicBezTo>
                  <a:cubicBezTo>
                    <a:pt x="133" y="72"/>
                    <a:pt x="133" y="72"/>
                    <a:pt x="133" y="72"/>
                  </a:cubicBezTo>
                  <a:cubicBezTo>
                    <a:pt x="137" y="72"/>
                    <a:pt x="137" y="72"/>
                    <a:pt x="137" y="72"/>
                  </a:cubicBezTo>
                  <a:cubicBezTo>
                    <a:pt x="142" y="76"/>
                    <a:pt x="142" y="76"/>
                    <a:pt x="142" y="76"/>
                  </a:cubicBezTo>
                  <a:cubicBezTo>
                    <a:pt x="142" y="80"/>
                    <a:pt x="142" y="80"/>
                    <a:pt x="142" y="80"/>
                  </a:cubicBezTo>
                  <a:cubicBezTo>
                    <a:pt x="159" y="80"/>
                    <a:pt x="159" y="80"/>
                    <a:pt x="159" y="80"/>
                  </a:cubicBezTo>
                  <a:cubicBezTo>
                    <a:pt x="163" y="80"/>
                    <a:pt x="163" y="80"/>
                    <a:pt x="163" y="80"/>
                  </a:cubicBezTo>
                  <a:cubicBezTo>
                    <a:pt x="159" y="72"/>
                    <a:pt x="159" y="72"/>
                    <a:pt x="159" y="72"/>
                  </a:cubicBezTo>
                  <a:cubicBezTo>
                    <a:pt x="181" y="64"/>
                    <a:pt x="181" y="64"/>
                    <a:pt x="181" y="64"/>
                  </a:cubicBezTo>
                  <a:cubicBezTo>
                    <a:pt x="181" y="64"/>
                    <a:pt x="181" y="64"/>
                    <a:pt x="181" y="64"/>
                  </a:cubicBezTo>
                  <a:close/>
                </a:path>
              </a:pathLst>
            </a:custGeom>
            <a:noFill/>
            <a:ln w="12700" cap="rnd"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75757"/>
                </a:solidFill>
                <a:latin typeface="Trebuchet MS"/>
                <a:ea typeface="Trebuchet MS"/>
                <a:cs typeface="Trebuchet MS"/>
                <a:sym typeface="Trebuchet MS"/>
              </a:endParaRPr>
            </a:p>
          </p:txBody>
        </p:sp>
        <p:cxnSp>
          <p:nvCxnSpPr>
            <p:cNvPr id="2045" name="Google Shape;2045;p206"/>
            <p:cNvCxnSpPr/>
            <p:nvPr/>
          </p:nvCxnSpPr>
          <p:spPr>
            <a:xfrm>
              <a:off x="6327499" y="5077839"/>
              <a:ext cx="0" cy="0"/>
            </a:xfrm>
            <a:prstGeom prst="straightConnector1">
              <a:avLst/>
            </a:prstGeom>
            <a:noFill/>
            <a:ln w="15875" cap="flat" cmpd="sng">
              <a:solidFill>
                <a:srgbClr val="30B674"/>
              </a:solidFill>
              <a:prstDash val="solid"/>
              <a:miter lim="800000"/>
              <a:headEnd type="none" w="sm" len="sm"/>
              <a:tailEnd type="none" w="sm" len="sm"/>
            </a:ln>
          </p:spPr>
        </p:cxnSp>
      </p:grpSp>
      <p:cxnSp>
        <p:nvCxnSpPr>
          <p:cNvPr id="2046" name="Google Shape;2046;p206"/>
          <p:cNvCxnSpPr/>
          <p:nvPr/>
        </p:nvCxnSpPr>
        <p:spPr>
          <a:xfrm flipH="1">
            <a:off x="4616652" y="2647137"/>
            <a:ext cx="695400" cy="109500"/>
          </a:xfrm>
          <a:prstGeom prst="bentConnector3">
            <a:avLst>
              <a:gd name="adj1" fmla="val 49993"/>
            </a:avLst>
          </a:prstGeom>
          <a:noFill/>
          <a:ln w="19050" cap="flat" cmpd="sng">
            <a:solidFill>
              <a:srgbClr val="00B0F0"/>
            </a:solidFill>
            <a:prstDash val="dash"/>
            <a:round/>
            <a:headEnd type="oval" w="med" len="med"/>
            <a:tailEnd type="none" w="sm" len="sm"/>
          </a:ln>
        </p:spPr>
      </p:cxnSp>
      <p:cxnSp>
        <p:nvCxnSpPr>
          <p:cNvPr id="2047" name="Google Shape;2047;p206"/>
          <p:cNvCxnSpPr/>
          <p:nvPr/>
        </p:nvCxnSpPr>
        <p:spPr>
          <a:xfrm rot="-5400000" flipH="1">
            <a:off x="1409156" y="1376852"/>
            <a:ext cx="1167000" cy="850800"/>
          </a:xfrm>
          <a:prstGeom prst="bentConnector2">
            <a:avLst/>
          </a:prstGeom>
          <a:noFill/>
          <a:ln w="19050" cap="flat" cmpd="sng">
            <a:solidFill>
              <a:srgbClr val="00B0F0"/>
            </a:solidFill>
            <a:prstDash val="dash"/>
            <a:round/>
            <a:headEnd type="none" w="sm" len="sm"/>
            <a:tailEnd type="oval" w="med" len="med"/>
          </a:ln>
        </p:spPr>
      </p:cxnSp>
      <p:cxnSp>
        <p:nvCxnSpPr>
          <p:cNvPr id="2048" name="Google Shape;2048;p206"/>
          <p:cNvCxnSpPr/>
          <p:nvPr/>
        </p:nvCxnSpPr>
        <p:spPr>
          <a:xfrm flipH="1">
            <a:off x="8794138" y="3120046"/>
            <a:ext cx="1951500" cy="452100"/>
          </a:xfrm>
          <a:prstGeom prst="bentConnector3">
            <a:avLst>
              <a:gd name="adj1" fmla="val 37932"/>
            </a:avLst>
          </a:prstGeom>
          <a:noFill/>
          <a:ln w="19050" cap="flat" cmpd="sng">
            <a:solidFill>
              <a:srgbClr val="00B0F0"/>
            </a:solidFill>
            <a:prstDash val="dash"/>
            <a:round/>
            <a:headEnd type="none" w="sm" len="sm"/>
            <a:tailEnd type="oval" w="med" len="med"/>
          </a:ln>
        </p:spPr>
      </p:cxnSp>
      <p:sp>
        <p:nvSpPr>
          <p:cNvPr id="2049" name="Google Shape;2049;p206"/>
          <p:cNvSpPr txBox="1"/>
          <p:nvPr/>
        </p:nvSpPr>
        <p:spPr>
          <a:xfrm>
            <a:off x="7085068" y="4377698"/>
            <a:ext cx="1620982" cy="91460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75757"/>
              </a:buClr>
              <a:buSzPts val="1200"/>
              <a:buFont typeface="Arial"/>
              <a:buNone/>
            </a:pPr>
            <a:r>
              <a:rPr lang="en-US" sz="1200" b="1" i="0" u="none" strike="noStrike" cap="none" dirty="0">
                <a:solidFill>
                  <a:srgbClr val="00B050"/>
                </a:solidFill>
                <a:latin typeface="Trebuchet MS"/>
                <a:ea typeface="Trebuchet MS"/>
                <a:cs typeface="Trebuchet MS"/>
                <a:sym typeface="Trebuchet MS"/>
              </a:rPr>
              <a:t>NIGERIA +</a:t>
            </a:r>
            <a:r>
              <a:rPr lang="en-US" sz="1200" b="1" dirty="0">
                <a:solidFill>
                  <a:srgbClr val="00B050"/>
                </a:solidFill>
                <a:latin typeface="Trebuchet MS"/>
                <a:ea typeface="Trebuchet MS"/>
                <a:cs typeface="Trebuchet MS"/>
                <a:sym typeface="Trebuchet MS"/>
              </a:rPr>
              <a:t>36</a:t>
            </a:r>
            <a:r>
              <a:rPr lang="en-US" sz="1200" b="1" i="0" u="none" strike="noStrike" cap="none" dirty="0">
                <a:solidFill>
                  <a:srgbClr val="00B050"/>
                </a:solidFill>
                <a:latin typeface="Trebuchet MS"/>
                <a:ea typeface="Trebuchet MS"/>
                <a:cs typeface="Trebuchet MS"/>
                <a:sym typeface="Trebuchet MS"/>
              </a:rPr>
              <a:t>%,Y0Y</a:t>
            </a:r>
            <a:endParaRPr sz="1400" b="0" i="0" u="none" strike="noStrike" cap="none" dirty="0">
              <a:solidFill>
                <a:srgbClr val="00B050"/>
              </a:solidFil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dirty="0">
                <a:solidFill>
                  <a:srgbClr val="575757"/>
                </a:solidFill>
                <a:latin typeface="Trebuchet MS"/>
                <a:ea typeface="Trebuchet MS"/>
                <a:cs typeface="Trebuchet MS"/>
                <a:sym typeface="Trebuchet MS"/>
              </a:rPr>
              <a:t>Market size rank: 3</a:t>
            </a:r>
            <a:r>
              <a:rPr lang="en-US" sz="1100" baseline="30000" dirty="0">
                <a:solidFill>
                  <a:srgbClr val="575757"/>
                </a:solidFill>
                <a:latin typeface="Trebuchet MS"/>
                <a:ea typeface="Trebuchet MS"/>
                <a:cs typeface="Trebuchet MS"/>
                <a:sym typeface="Trebuchet MS"/>
              </a:rPr>
              <a:t>r</a:t>
            </a:r>
            <a:r>
              <a:rPr lang="en-US" sz="1100" b="0" i="0" u="none" strike="noStrike" cap="none" baseline="30000" dirty="0">
                <a:solidFill>
                  <a:srgbClr val="575757"/>
                </a:solidFill>
                <a:latin typeface="Trebuchet MS"/>
                <a:ea typeface="Trebuchet MS"/>
                <a:cs typeface="Trebuchet MS"/>
                <a:sym typeface="Trebuchet MS"/>
              </a:rPr>
              <a:t>d</a:t>
            </a:r>
            <a:r>
              <a:rPr lang="en-US" sz="1100" b="0" i="0" u="none" strike="noStrike" cap="none" dirty="0">
                <a:solidFill>
                  <a:srgbClr val="575757"/>
                </a:solidFill>
                <a:latin typeface="Trebuchet MS"/>
                <a:ea typeface="Trebuchet MS"/>
                <a:cs typeface="Trebuchet MS"/>
                <a:sym typeface="Trebuchet MS"/>
              </a:rPr>
              <a:t> </a:t>
            </a:r>
            <a:endParaRPr sz="1400" b="0" i="0" u="none" strike="noStrike" cap="none" dirty="0">
              <a:solidFill>
                <a:srgbClr val="000000"/>
              </a:solidFill>
              <a:latin typeface="Arial"/>
              <a:ea typeface="Arial"/>
              <a:cs typeface="Arial"/>
              <a:sym typeface="Arial"/>
            </a:endParaRPr>
          </a:p>
        </p:txBody>
      </p:sp>
      <p:cxnSp>
        <p:nvCxnSpPr>
          <p:cNvPr id="2050" name="Google Shape;2050;p206"/>
          <p:cNvCxnSpPr>
            <a:stCxn id="2051" idx="3"/>
          </p:cNvCxnSpPr>
          <p:nvPr/>
        </p:nvCxnSpPr>
        <p:spPr>
          <a:xfrm rot="10800000" flipH="1">
            <a:off x="1058389" y="3043468"/>
            <a:ext cx="1688100" cy="355200"/>
          </a:xfrm>
          <a:prstGeom prst="bentConnector3">
            <a:avLst>
              <a:gd name="adj1" fmla="val 50004"/>
            </a:avLst>
          </a:prstGeom>
          <a:noFill/>
          <a:ln w="19050" cap="flat" cmpd="sng">
            <a:solidFill>
              <a:srgbClr val="00B0F0"/>
            </a:solidFill>
            <a:prstDash val="dash"/>
            <a:round/>
            <a:headEnd type="none" w="sm" len="sm"/>
            <a:tailEnd type="oval" w="med" len="med"/>
          </a:ln>
        </p:spPr>
      </p:cxnSp>
      <p:sp>
        <p:nvSpPr>
          <p:cNvPr id="2052" name="Google Shape;2052;p206"/>
          <p:cNvSpPr txBox="1"/>
          <p:nvPr/>
        </p:nvSpPr>
        <p:spPr>
          <a:xfrm>
            <a:off x="340261" y="3468594"/>
            <a:ext cx="1620982" cy="104178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75757"/>
              </a:buClr>
              <a:buSzPts val="1200"/>
              <a:buFont typeface="Arial"/>
              <a:buNone/>
            </a:pPr>
            <a:r>
              <a:rPr lang="en-US" sz="1200" b="1" i="0" u="none" strike="noStrike" cap="none" dirty="0">
                <a:solidFill>
                  <a:srgbClr val="00B050"/>
                </a:solidFill>
                <a:latin typeface="Trebuchet MS"/>
                <a:ea typeface="Trebuchet MS"/>
                <a:cs typeface="Trebuchet MS"/>
                <a:sym typeface="Trebuchet MS"/>
              </a:rPr>
              <a:t>USA </a:t>
            </a:r>
            <a:r>
              <a:rPr lang="en-US" sz="1200" b="1" dirty="0">
                <a:solidFill>
                  <a:srgbClr val="00B050"/>
                </a:solidFill>
                <a:latin typeface="Trebuchet MS"/>
                <a:ea typeface="Trebuchet MS"/>
                <a:cs typeface="Trebuchet MS"/>
                <a:sym typeface="Trebuchet MS"/>
              </a:rPr>
              <a:t>+9</a:t>
            </a:r>
            <a:r>
              <a:rPr lang="en-US" sz="1200" b="1" i="0" u="none" strike="noStrike" cap="none" dirty="0">
                <a:solidFill>
                  <a:srgbClr val="00B050"/>
                </a:solidFill>
                <a:latin typeface="Trebuchet MS"/>
                <a:ea typeface="Trebuchet MS"/>
                <a:cs typeface="Trebuchet MS"/>
                <a:sym typeface="Trebuchet MS"/>
              </a:rPr>
              <a:t>%, YoY</a:t>
            </a:r>
            <a:endParaRPr sz="1400" b="0" i="0" u="none" strike="noStrike" cap="none" dirty="0">
              <a:solidFill>
                <a:srgbClr val="00B050"/>
              </a:solidFill>
              <a:latin typeface="Arial"/>
              <a:ea typeface="Arial"/>
              <a:cs typeface="Aria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dirty="0">
                <a:solidFill>
                  <a:srgbClr val="575757"/>
                </a:solidFill>
                <a:latin typeface="Trebuchet MS"/>
                <a:ea typeface="Trebuchet MS"/>
                <a:cs typeface="Trebuchet MS"/>
                <a:sym typeface="Trebuchet MS"/>
              </a:rPr>
              <a:t>Market size rank: 2</a:t>
            </a:r>
            <a:r>
              <a:rPr lang="en-US" sz="1100" b="0" i="0" u="none" strike="noStrike" cap="none" baseline="30000" dirty="0">
                <a:solidFill>
                  <a:srgbClr val="575757"/>
                </a:solidFill>
                <a:latin typeface="Trebuchet MS"/>
                <a:ea typeface="Trebuchet MS"/>
                <a:cs typeface="Trebuchet MS"/>
                <a:sym typeface="Trebuchet MS"/>
              </a:rPr>
              <a:t>ND</a:t>
            </a:r>
            <a:endParaRPr sz="1100" b="0" i="0" u="none" strike="noStrike" cap="none" dirty="0">
              <a:solidFill>
                <a:srgbClr val="575757"/>
              </a:solidFill>
              <a:latin typeface="Trebuchet MS"/>
              <a:ea typeface="Trebuchet MS"/>
              <a:cs typeface="Trebuchet MS"/>
              <a:sym typeface="Trebuchet MS"/>
            </a:endParaRPr>
          </a:p>
        </p:txBody>
      </p:sp>
      <p:sp>
        <p:nvSpPr>
          <p:cNvPr id="2053" name="Google Shape;2053;p206"/>
          <p:cNvSpPr txBox="1"/>
          <p:nvPr/>
        </p:nvSpPr>
        <p:spPr>
          <a:xfrm>
            <a:off x="0" y="583458"/>
            <a:ext cx="1580606" cy="104178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75757"/>
              </a:buClr>
              <a:buSzPts val="1200"/>
              <a:buFont typeface="Arial"/>
              <a:buNone/>
            </a:pPr>
            <a:r>
              <a:rPr lang="en-US" sz="1200" b="1" i="0" u="none" strike="noStrike" cap="none" dirty="0">
                <a:solidFill>
                  <a:srgbClr val="00B050"/>
                </a:solidFill>
                <a:latin typeface="Trebuchet MS"/>
                <a:ea typeface="Trebuchet MS"/>
                <a:cs typeface="Trebuchet MS"/>
                <a:sym typeface="Trebuchet MS"/>
              </a:rPr>
              <a:t>CANADA +7%, YoY</a:t>
            </a:r>
            <a:endParaRPr sz="1400" b="0" i="0" u="none" strike="noStrike" cap="none" dirty="0">
              <a:solidFill>
                <a:srgbClr val="00B050"/>
              </a:solidFill>
              <a:latin typeface="Arial"/>
              <a:ea typeface="Arial"/>
              <a:cs typeface="Aria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dirty="0">
                <a:solidFill>
                  <a:srgbClr val="575757"/>
                </a:solidFill>
                <a:latin typeface="Trebuchet MS"/>
                <a:ea typeface="Trebuchet MS"/>
                <a:cs typeface="Trebuchet MS"/>
                <a:sym typeface="Trebuchet MS"/>
              </a:rPr>
              <a:t>Market size rank: 9</a:t>
            </a:r>
            <a:r>
              <a:rPr lang="en-US" sz="1100" b="0" i="0" u="none" strike="noStrike" cap="none" baseline="30000" dirty="0">
                <a:solidFill>
                  <a:srgbClr val="575757"/>
                </a:solidFill>
                <a:latin typeface="Trebuchet MS"/>
                <a:ea typeface="Trebuchet MS"/>
                <a:cs typeface="Trebuchet MS"/>
                <a:sym typeface="Trebuchet MS"/>
              </a:rPr>
              <a:t>TH</a:t>
            </a:r>
            <a:endParaRPr sz="1100" b="0" i="0" u="none" strike="noStrike" cap="none" dirty="0">
              <a:solidFill>
                <a:srgbClr val="575757"/>
              </a:solidFill>
              <a:latin typeface="Trebuchet MS"/>
              <a:ea typeface="Trebuchet MS"/>
              <a:cs typeface="Trebuchet MS"/>
              <a:sym typeface="Trebuchet MS"/>
            </a:endParaRPr>
          </a:p>
        </p:txBody>
      </p:sp>
      <p:cxnSp>
        <p:nvCxnSpPr>
          <p:cNvPr id="2054" name="Google Shape;2054;p206"/>
          <p:cNvCxnSpPr/>
          <p:nvPr/>
        </p:nvCxnSpPr>
        <p:spPr>
          <a:xfrm>
            <a:off x="5884697" y="4233074"/>
            <a:ext cx="1228800" cy="373200"/>
          </a:xfrm>
          <a:prstGeom prst="bentConnector3">
            <a:avLst>
              <a:gd name="adj1" fmla="val 49996"/>
            </a:avLst>
          </a:prstGeom>
          <a:noFill/>
          <a:ln w="19050" cap="flat" cmpd="sng">
            <a:solidFill>
              <a:srgbClr val="00B0F0"/>
            </a:solidFill>
            <a:prstDash val="dash"/>
            <a:round/>
            <a:headEnd type="oval" w="med" len="med"/>
            <a:tailEnd type="none" w="sm" len="sm"/>
          </a:ln>
        </p:spPr>
      </p:cxnSp>
      <p:cxnSp>
        <p:nvCxnSpPr>
          <p:cNvPr id="2055" name="Google Shape;2055;p206"/>
          <p:cNvCxnSpPr/>
          <p:nvPr/>
        </p:nvCxnSpPr>
        <p:spPr>
          <a:xfrm rot="-5400000" flipH="1">
            <a:off x="6172495" y="5651689"/>
            <a:ext cx="473100" cy="10500"/>
          </a:xfrm>
          <a:prstGeom prst="bentConnector3">
            <a:avLst>
              <a:gd name="adj1" fmla="val 50012"/>
            </a:avLst>
          </a:prstGeom>
          <a:noFill/>
          <a:ln w="19050" cap="flat" cmpd="sng">
            <a:solidFill>
              <a:srgbClr val="00B0F0"/>
            </a:solidFill>
            <a:prstDash val="dash"/>
            <a:round/>
            <a:headEnd type="oval" w="med" len="med"/>
            <a:tailEnd type="none" w="sm" len="sm"/>
          </a:ln>
        </p:spPr>
      </p:cxnSp>
      <p:sp>
        <p:nvSpPr>
          <p:cNvPr id="2056" name="Google Shape;2056;p206"/>
          <p:cNvSpPr txBox="1"/>
          <p:nvPr/>
        </p:nvSpPr>
        <p:spPr>
          <a:xfrm>
            <a:off x="6095999" y="5838179"/>
            <a:ext cx="1963397" cy="91460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75757"/>
              </a:buClr>
              <a:buSzPts val="1200"/>
              <a:buFont typeface="Arial"/>
              <a:buNone/>
            </a:pPr>
            <a:r>
              <a:rPr lang="en-US" sz="1200" b="1" i="0" u="none" strike="noStrike" cap="none" dirty="0">
                <a:solidFill>
                  <a:srgbClr val="00B050"/>
                </a:solidFill>
                <a:latin typeface="Trebuchet MS"/>
                <a:ea typeface="Trebuchet MS"/>
                <a:cs typeface="Trebuchet MS"/>
                <a:sym typeface="Trebuchet MS"/>
              </a:rPr>
              <a:t>SOUTH AFRICA +</a:t>
            </a:r>
            <a:r>
              <a:rPr lang="en-US" sz="1200" b="1" dirty="0">
                <a:solidFill>
                  <a:srgbClr val="00B050"/>
                </a:solidFill>
                <a:latin typeface="Trebuchet MS"/>
                <a:ea typeface="Trebuchet MS"/>
                <a:cs typeface="Trebuchet MS"/>
                <a:sym typeface="Trebuchet MS"/>
              </a:rPr>
              <a:t>19</a:t>
            </a:r>
            <a:r>
              <a:rPr lang="en-US" sz="1200" b="1" i="0" u="none" strike="noStrike" cap="none" dirty="0">
                <a:solidFill>
                  <a:srgbClr val="00B050"/>
                </a:solidFill>
                <a:latin typeface="Trebuchet MS"/>
                <a:ea typeface="Trebuchet MS"/>
                <a:cs typeface="Trebuchet MS"/>
                <a:sym typeface="Trebuchet MS"/>
              </a:rPr>
              <a:t>%, YoY</a:t>
            </a:r>
            <a:endParaRPr sz="1400" b="0" i="0" u="none" strike="noStrike" cap="none" dirty="0">
              <a:solidFill>
                <a:srgbClr val="00B050"/>
              </a:solidFill>
              <a:latin typeface="Arial"/>
              <a:ea typeface="Arial"/>
              <a:cs typeface="Aria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dirty="0">
                <a:solidFill>
                  <a:srgbClr val="575757"/>
                </a:solidFill>
                <a:latin typeface="Trebuchet MS"/>
                <a:ea typeface="Trebuchet MS"/>
                <a:cs typeface="Trebuchet MS"/>
                <a:sym typeface="Trebuchet MS"/>
              </a:rPr>
              <a:t>Market size rank: 10</a:t>
            </a:r>
            <a:r>
              <a:rPr lang="en-US" sz="1100" b="0" i="0" u="none" strike="noStrike" cap="none" baseline="30000" dirty="0">
                <a:solidFill>
                  <a:srgbClr val="575757"/>
                </a:solidFill>
                <a:latin typeface="Trebuchet MS"/>
                <a:ea typeface="Trebuchet MS"/>
                <a:cs typeface="Trebuchet MS"/>
                <a:sym typeface="Trebuchet MS"/>
              </a:rPr>
              <a:t>TH</a:t>
            </a:r>
            <a:endParaRPr sz="1100" b="0" i="0" u="none" strike="noStrike" cap="none" dirty="0">
              <a:solidFill>
                <a:srgbClr val="575757"/>
              </a:solidFill>
              <a:latin typeface="Trebuchet MS"/>
              <a:ea typeface="Trebuchet MS"/>
              <a:cs typeface="Trebuchet MS"/>
              <a:sym typeface="Trebuchet MS"/>
            </a:endParaRPr>
          </a:p>
        </p:txBody>
      </p:sp>
      <p:sp>
        <p:nvSpPr>
          <p:cNvPr id="2057" name="Google Shape;2057;p206"/>
          <p:cNvSpPr txBox="1"/>
          <p:nvPr/>
        </p:nvSpPr>
        <p:spPr>
          <a:xfrm>
            <a:off x="10636183" y="2459410"/>
            <a:ext cx="1620982" cy="91460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75757"/>
              </a:buClr>
              <a:buSzPts val="1200"/>
              <a:buFont typeface="Arial"/>
              <a:buNone/>
            </a:pPr>
            <a:r>
              <a:rPr lang="en-US" sz="1200" b="1" i="0" u="none" strike="noStrike" cap="none" dirty="0">
                <a:solidFill>
                  <a:srgbClr val="00B050"/>
                </a:solidFill>
                <a:latin typeface="Trebuchet MS"/>
                <a:ea typeface="Trebuchet MS"/>
                <a:cs typeface="Trebuchet MS"/>
                <a:sym typeface="Trebuchet MS"/>
              </a:rPr>
              <a:t>CHINA +47%, YoY</a:t>
            </a:r>
            <a:endParaRPr sz="1400" b="0" i="0" u="none" strike="noStrike" cap="none" dirty="0">
              <a:solidFill>
                <a:srgbClr val="00B050"/>
              </a:solidFill>
              <a:latin typeface="Arial"/>
              <a:ea typeface="Arial"/>
              <a:cs typeface="Aria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dirty="0">
                <a:solidFill>
                  <a:srgbClr val="575757"/>
                </a:solidFill>
                <a:latin typeface="Trebuchet MS"/>
                <a:ea typeface="Trebuchet MS"/>
                <a:cs typeface="Trebuchet MS"/>
                <a:sym typeface="Trebuchet MS"/>
              </a:rPr>
              <a:t>Market size rank: </a:t>
            </a:r>
            <a:r>
              <a:rPr lang="en-US" sz="1100" dirty="0">
                <a:solidFill>
                  <a:srgbClr val="575757"/>
                </a:solidFill>
                <a:latin typeface="Trebuchet MS"/>
                <a:ea typeface="Trebuchet MS"/>
                <a:cs typeface="Trebuchet MS"/>
                <a:sym typeface="Trebuchet MS"/>
              </a:rPr>
              <a:t>6</a:t>
            </a:r>
            <a:r>
              <a:rPr lang="en-US" sz="1100" b="0" i="0" u="none" strike="noStrike" cap="none" baseline="30000" dirty="0">
                <a:solidFill>
                  <a:srgbClr val="575757"/>
                </a:solidFill>
                <a:latin typeface="Trebuchet MS"/>
                <a:ea typeface="Trebuchet MS"/>
                <a:cs typeface="Trebuchet MS"/>
                <a:sym typeface="Trebuchet MS"/>
              </a:rPr>
              <a:t>TH</a:t>
            </a:r>
            <a:endParaRPr sz="1100" b="0" i="0" u="none" strike="noStrike" cap="none" dirty="0">
              <a:solidFill>
                <a:srgbClr val="575757"/>
              </a:solidFill>
              <a:latin typeface="Trebuchet MS"/>
              <a:ea typeface="Trebuchet MS"/>
              <a:cs typeface="Trebuchet MS"/>
              <a:sym typeface="Trebuchet MS"/>
            </a:endParaRPr>
          </a:p>
        </p:txBody>
      </p:sp>
      <p:cxnSp>
        <p:nvCxnSpPr>
          <p:cNvPr id="2058" name="Google Shape;2058;p206"/>
          <p:cNvCxnSpPr/>
          <p:nvPr/>
        </p:nvCxnSpPr>
        <p:spPr>
          <a:xfrm rot="10800000">
            <a:off x="8059502" y="3800378"/>
            <a:ext cx="2174400" cy="7800"/>
          </a:xfrm>
          <a:prstGeom prst="bentConnector3">
            <a:avLst>
              <a:gd name="adj1" fmla="val 50002"/>
            </a:avLst>
          </a:prstGeom>
          <a:noFill/>
          <a:ln w="19050" cap="flat" cmpd="sng">
            <a:solidFill>
              <a:srgbClr val="00B0F0"/>
            </a:solidFill>
            <a:prstDash val="dash"/>
            <a:round/>
            <a:headEnd type="none" w="sm" len="sm"/>
            <a:tailEnd type="oval" w="med" len="med"/>
          </a:ln>
        </p:spPr>
      </p:cxnSp>
      <p:sp>
        <p:nvSpPr>
          <p:cNvPr id="2059" name="Google Shape;2059;p206"/>
          <p:cNvSpPr txBox="1"/>
          <p:nvPr/>
        </p:nvSpPr>
        <p:spPr>
          <a:xfrm>
            <a:off x="10123559" y="3373811"/>
            <a:ext cx="1620982" cy="91460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75757"/>
              </a:buClr>
              <a:buSzPts val="1200"/>
              <a:buFont typeface="Arial"/>
              <a:buNone/>
            </a:pPr>
            <a:r>
              <a:rPr lang="en-US" sz="1200" b="1" i="0" u="none" strike="noStrike" cap="none" dirty="0">
                <a:solidFill>
                  <a:srgbClr val="00B050"/>
                </a:solidFill>
                <a:latin typeface="Trebuchet MS"/>
                <a:ea typeface="Trebuchet MS"/>
                <a:cs typeface="Trebuchet MS"/>
                <a:sym typeface="Trebuchet MS"/>
              </a:rPr>
              <a:t>INDIA </a:t>
            </a:r>
            <a:r>
              <a:rPr lang="en-US" sz="1200" b="1" dirty="0">
                <a:solidFill>
                  <a:srgbClr val="00B050"/>
                </a:solidFill>
                <a:latin typeface="Trebuchet MS"/>
                <a:ea typeface="Trebuchet MS"/>
                <a:cs typeface="Trebuchet MS"/>
                <a:sym typeface="Trebuchet MS"/>
              </a:rPr>
              <a:t>+58%, </a:t>
            </a:r>
            <a:r>
              <a:rPr lang="en-US" sz="1200" b="1" i="0" u="none" strike="noStrike" cap="none" dirty="0">
                <a:solidFill>
                  <a:srgbClr val="00B050"/>
                </a:solidFill>
                <a:latin typeface="Trebuchet MS"/>
                <a:ea typeface="Trebuchet MS"/>
                <a:cs typeface="Trebuchet MS"/>
                <a:sym typeface="Trebuchet MS"/>
              </a:rPr>
              <a:t>YoY</a:t>
            </a:r>
            <a:endParaRPr sz="1400" b="0" i="0" u="none" strike="noStrike" cap="none" dirty="0">
              <a:solidFill>
                <a:srgbClr val="00B050"/>
              </a:solidFil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dirty="0">
                <a:solidFill>
                  <a:srgbClr val="575757"/>
                </a:solidFill>
                <a:latin typeface="Trebuchet MS"/>
                <a:ea typeface="Trebuchet MS"/>
                <a:cs typeface="Trebuchet MS"/>
                <a:sym typeface="Trebuchet MS"/>
              </a:rPr>
              <a:t>Market size rank: 5</a:t>
            </a:r>
            <a:r>
              <a:rPr lang="en-US" sz="1100" b="0" i="0" u="none" strike="noStrike" cap="none" baseline="30000" dirty="0">
                <a:solidFill>
                  <a:srgbClr val="575757"/>
                </a:solidFill>
                <a:latin typeface="Trebuchet MS"/>
                <a:ea typeface="Trebuchet MS"/>
                <a:cs typeface="Trebuchet MS"/>
                <a:sym typeface="Trebuchet MS"/>
              </a:rPr>
              <a:t>TH</a:t>
            </a:r>
            <a:endParaRPr sz="1100" b="0" i="0" u="none" strike="noStrike" cap="none" dirty="0">
              <a:solidFill>
                <a:srgbClr val="575757"/>
              </a:solidFill>
              <a:latin typeface="Trebuchet MS"/>
              <a:ea typeface="Trebuchet MS"/>
              <a:cs typeface="Trebuchet MS"/>
              <a:sym typeface="Trebuchet MS"/>
            </a:endParaRPr>
          </a:p>
        </p:txBody>
      </p:sp>
      <p:cxnSp>
        <p:nvCxnSpPr>
          <p:cNvPr id="2060" name="Google Shape;2060;p206"/>
          <p:cNvCxnSpPr/>
          <p:nvPr/>
        </p:nvCxnSpPr>
        <p:spPr>
          <a:xfrm rot="10800000">
            <a:off x="5795884" y="3051498"/>
            <a:ext cx="367800" cy="74700"/>
          </a:xfrm>
          <a:prstGeom prst="bentConnector5">
            <a:avLst>
              <a:gd name="adj1" fmla="val -62153"/>
              <a:gd name="adj2" fmla="val -10075"/>
              <a:gd name="adj3" fmla="val 68035"/>
            </a:avLst>
          </a:prstGeom>
          <a:noFill/>
          <a:ln w="19050" cap="flat" cmpd="sng">
            <a:solidFill>
              <a:srgbClr val="00B0F0"/>
            </a:solidFill>
            <a:prstDash val="dash"/>
            <a:round/>
            <a:headEnd type="none" w="sm" len="sm"/>
            <a:tailEnd type="oval" w="med" len="med"/>
          </a:ln>
        </p:spPr>
      </p:cxnSp>
      <p:sp>
        <p:nvSpPr>
          <p:cNvPr id="2061" name="Google Shape;2061;p206"/>
          <p:cNvSpPr txBox="1"/>
          <p:nvPr/>
        </p:nvSpPr>
        <p:spPr>
          <a:xfrm>
            <a:off x="6097726" y="2763819"/>
            <a:ext cx="1961671" cy="914602"/>
          </a:xfrm>
          <a:prstGeom prst="rect">
            <a:avLst/>
          </a:prstGeom>
          <a:noFill/>
          <a:ln>
            <a:noFill/>
          </a:ln>
        </p:spPr>
        <p:txBody>
          <a:bodyPr spcFirstLastPara="1" wrap="square" lIns="0" tIns="0" rIns="0" bIns="0" anchor="ctr" anchorCtr="0">
            <a:noAutofit/>
          </a:bodyPr>
          <a:lstStyle/>
          <a:p>
            <a:pPr marL="457200" marR="0" lvl="1" indent="0" algn="l" rtl="0">
              <a:lnSpc>
                <a:spcPct val="100000"/>
              </a:lnSpc>
              <a:spcBef>
                <a:spcPts val="0"/>
              </a:spcBef>
              <a:spcAft>
                <a:spcPts val="0"/>
              </a:spcAft>
              <a:buClr>
                <a:srgbClr val="575757"/>
              </a:buClr>
              <a:buSzPts val="1200"/>
              <a:buFont typeface="Arial"/>
              <a:buNone/>
            </a:pPr>
            <a:r>
              <a:rPr lang="en-US" sz="1200" b="1" i="0" u="none" strike="noStrike" cap="none" dirty="0">
                <a:solidFill>
                  <a:schemeClr val="tx1"/>
                </a:solidFill>
                <a:latin typeface="Trebuchet MS"/>
                <a:ea typeface="Trebuchet MS"/>
                <a:cs typeface="Trebuchet MS"/>
                <a:sym typeface="Trebuchet MS"/>
              </a:rPr>
              <a:t>FRANCE 0%, YoY</a:t>
            </a:r>
            <a:endParaRPr sz="1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dirty="0">
                <a:solidFill>
                  <a:srgbClr val="575757"/>
                </a:solidFill>
                <a:latin typeface="Trebuchet MS"/>
                <a:ea typeface="Trebuchet MS"/>
                <a:cs typeface="Trebuchet MS"/>
                <a:sym typeface="Trebuchet MS"/>
              </a:rPr>
              <a:t>Market size rank: 7</a:t>
            </a:r>
            <a:r>
              <a:rPr lang="en-US" sz="1100" b="0" i="0" u="none" strike="noStrike" cap="none" baseline="30000" dirty="0">
                <a:solidFill>
                  <a:srgbClr val="575757"/>
                </a:solidFill>
                <a:latin typeface="Trebuchet MS"/>
                <a:ea typeface="Trebuchet MS"/>
                <a:cs typeface="Trebuchet MS"/>
                <a:sym typeface="Trebuchet MS"/>
              </a:rPr>
              <a:t>TH</a:t>
            </a:r>
            <a:endParaRPr sz="1100" b="0" i="0" u="none" strike="noStrike" cap="none" dirty="0">
              <a:solidFill>
                <a:srgbClr val="575757"/>
              </a:solidFill>
              <a:latin typeface="Trebuchet MS"/>
              <a:ea typeface="Trebuchet MS"/>
              <a:cs typeface="Trebuchet MS"/>
              <a:sym typeface="Trebuchet MS"/>
            </a:endParaRPr>
          </a:p>
        </p:txBody>
      </p:sp>
      <p:cxnSp>
        <p:nvCxnSpPr>
          <p:cNvPr id="2062" name="Google Shape;2062;p206"/>
          <p:cNvCxnSpPr/>
          <p:nvPr/>
        </p:nvCxnSpPr>
        <p:spPr>
          <a:xfrm rot="5400000">
            <a:off x="5189694" y="2323363"/>
            <a:ext cx="1146600" cy="8100"/>
          </a:xfrm>
          <a:prstGeom prst="bentConnector3">
            <a:avLst>
              <a:gd name="adj1" fmla="val 50006"/>
            </a:avLst>
          </a:prstGeom>
          <a:noFill/>
          <a:ln w="19050" cap="flat" cmpd="sng">
            <a:solidFill>
              <a:srgbClr val="00B0F0"/>
            </a:solidFill>
            <a:prstDash val="dash"/>
            <a:round/>
            <a:headEnd type="none" w="sm" len="sm"/>
            <a:tailEnd type="oval" w="med" len="med"/>
          </a:ln>
        </p:spPr>
      </p:cxnSp>
      <p:sp>
        <p:nvSpPr>
          <p:cNvPr id="2063" name="Google Shape;2063;p206"/>
          <p:cNvSpPr txBox="1"/>
          <p:nvPr/>
        </p:nvSpPr>
        <p:spPr>
          <a:xfrm>
            <a:off x="5192878" y="1143483"/>
            <a:ext cx="1892190" cy="914602"/>
          </a:xfrm>
          <a:prstGeom prst="rect">
            <a:avLst/>
          </a:prstGeom>
          <a:noFill/>
          <a:ln>
            <a:noFill/>
          </a:ln>
        </p:spPr>
        <p:txBody>
          <a:bodyPr spcFirstLastPara="1" wrap="square" lIns="0" tIns="0" rIns="0" bIns="0" anchor="ctr" anchorCtr="0">
            <a:noAutofit/>
          </a:bodyPr>
          <a:lstStyle/>
          <a:p>
            <a:pPr marL="457200" marR="0" lvl="1" indent="0" algn="l" rtl="0">
              <a:lnSpc>
                <a:spcPct val="100000"/>
              </a:lnSpc>
              <a:spcBef>
                <a:spcPts val="0"/>
              </a:spcBef>
              <a:spcAft>
                <a:spcPts val="0"/>
              </a:spcAft>
              <a:buClr>
                <a:srgbClr val="575757"/>
              </a:buClr>
              <a:buSzPts val="1200"/>
              <a:buFont typeface="Arial"/>
              <a:buNone/>
            </a:pPr>
            <a:r>
              <a:rPr lang="en-US" sz="1200" b="1" i="0" u="none" strike="noStrike" cap="none" dirty="0">
                <a:solidFill>
                  <a:srgbClr val="C00000"/>
                </a:solidFill>
                <a:latin typeface="Trebuchet MS"/>
                <a:ea typeface="Trebuchet MS"/>
                <a:cs typeface="Trebuchet MS"/>
                <a:sym typeface="Trebuchet MS"/>
              </a:rPr>
              <a:t>BELGIUM </a:t>
            </a:r>
            <a:r>
              <a:rPr lang="en-US" sz="1200" b="1" dirty="0">
                <a:solidFill>
                  <a:srgbClr val="C00000"/>
                </a:solidFill>
                <a:latin typeface="Trebuchet MS"/>
                <a:ea typeface="Trebuchet MS"/>
                <a:cs typeface="Trebuchet MS"/>
                <a:sym typeface="Trebuchet MS"/>
              </a:rPr>
              <a:t>-9</a:t>
            </a:r>
            <a:r>
              <a:rPr lang="en-US" sz="1200" b="1" i="0" u="none" strike="noStrike" cap="none" dirty="0">
                <a:solidFill>
                  <a:srgbClr val="C00000"/>
                </a:solidFill>
                <a:latin typeface="Trebuchet MS"/>
                <a:ea typeface="Trebuchet MS"/>
                <a:cs typeface="Trebuchet MS"/>
                <a:sym typeface="Trebuchet MS"/>
              </a:rPr>
              <a:t>%, YoY</a:t>
            </a:r>
            <a:endParaRPr sz="1400" b="0" i="0" u="none" strike="noStrike" cap="none" dirty="0">
              <a:solidFill>
                <a:srgbClr val="C00000"/>
              </a:solidFil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dirty="0">
                <a:solidFill>
                  <a:srgbClr val="575757"/>
                </a:solidFill>
                <a:latin typeface="Trebuchet MS"/>
                <a:ea typeface="Trebuchet MS"/>
                <a:cs typeface="Trebuchet MS"/>
                <a:sym typeface="Trebuchet MS"/>
              </a:rPr>
              <a:t>Market size rank: 8</a:t>
            </a:r>
            <a:r>
              <a:rPr lang="en-US" sz="1100" b="0" i="0" u="none" strike="noStrike" cap="none" baseline="30000" dirty="0">
                <a:solidFill>
                  <a:srgbClr val="575757"/>
                </a:solidFill>
                <a:latin typeface="Trebuchet MS"/>
                <a:ea typeface="Trebuchet MS"/>
                <a:cs typeface="Trebuchet MS"/>
                <a:sym typeface="Trebuchet MS"/>
              </a:rPr>
              <a:t>TH</a:t>
            </a:r>
            <a:endParaRPr sz="1100" b="0" i="0" u="none" strike="noStrike" cap="none" dirty="0">
              <a:solidFill>
                <a:srgbClr val="575757"/>
              </a:solidFill>
              <a:latin typeface="Trebuchet MS"/>
              <a:ea typeface="Trebuchet MS"/>
              <a:cs typeface="Trebuchet MS"/>
              <a:sym typeface="Trebuchet MS"/>
            </a:endParaRPr>
          </a:p>
        </p:txBody>
      </p:sp>
      <p:pic>
        <p:nvPicPr>
          <p:cNvPr id="2051" name="Google Shape;2051;p206"/>
          <p:cNvPicPr preferRelativeResize="0"/>
          <p:nvPr/>
        </p:nvPicPr>
        <p:blipFill rotWithShape="1">
          <a:blip r:embed="rId3">
            <a:alphaModFix/>
          </a:blip>
          <a:srcRect/>
          <a:stretch/>
        </p:blipFill>
        <p:spPr>
          <a:xfrm>
            <a:off x="558375" y="3205494"/>
            <a:ext cx="500014" cy="386347"/>
          </a:xfrm>
          <a:prstGeom prst="rect">
            <a:avLst/>
          </a:prstGeom>
          <a:noFill/>
          <a:ln>
            <a:noFill/>
          </a:ln>
        </p:spPr>
      </p:pic>
      <p:pic>
        <p:nvPicPr>
          <p:cNvPr id="2064" name="Google Shape;2064;p206"/>
          <p:cNvPicPr preferRelativeResize="0"/>
          <p:nvPr/>
        </p:nvPicPr>
        <p:blipFill rotWithShape="1">
          <a:blip r:embed="rId4">
            <a:alphaModFix/>
          </a:blip>
          <a:srcRect/>
          <a:stretch/>
        </p:blipFill>
        <p:spPr>
          <a:xfrm>
            <a:off x="11557655" y="2214742"/>
            <a:ext cx="550355" cy="321741"/>
          </a:xfrm>
          <a:prstGeom prst="rect">
            <a:avLst/>
          </a:prstGeom>
          <a:noFill/>
          <a:ln>
            <a:noFill/>
          </a:ln>
        </p:spPr>
      </p:pic>
      <p:pic>
        <p:nvPicPr>
          <p:cNvPr id="2065" name="Google Shape;2065;p206" descr="D:\MaData\KIARIE EALA\UK.jpg"/>
          <p:cNvPicPr preferRelativeResize="0"/>
          <p:nvPr/>
        </p:nvPicPr>
        <p:blipFill rotWithShape="1">
          <a:blip r:embed="rId5">
            <a:alphaModFix/>
          </a:blip>
          <a:srcRect/>
          <a:stretch/>
        </p:blipFill>
        <p:spPr>
          <a:xfrm flipH="1">
            <a:off x="4273999" y="2259664"/>
            <a:ext cx="337823" cy="373338"/>
          </a:xfrm>
          <a:prstGeom prst="rect">
            <a:avLst/>
          </a:prstGeom>
          <a:noFill/>
          <a:ln>
            <a:noFill/>
          </a:ln>
        </p:spPr>
      </p:pic>
      <p:pic>
        <p:nvPicPr>
          <p:cNvPr id="2066" name="Google Shape;2066;p206" descr="D:\MaData\KIARIE EALA\france flag.jpg"/>
          <p:cNvPicPr preferRelativeResize="0"/>
          <p:nvPr/>
        </p:nvPicPr>
        <p:blipFill rotWithShape="1">
          <a:blip r:embed="rId6">
            <a:alphaModFix/>
          </a:blip>
          <a:srcRect/>
          <a:stretch/>
        </p:blipFill>
        <p:spPr>
          <a:xfrm>
            <a:off x="6199545" y="2739907"/>
            <a:ext cx="339367" cy="345919"/>
          </a:xfrm>
          <a:prstGeom prst="rect">
            <a:avLst/>
          </a:prstGeom>
          <a:noFill/>
          <a:ln>
            <a:noFill/>
          </a:ln>
        </p:spPr>
      </p:pic>
      <p:pic>
        <p:nvPicPr>
          <p:cNvPr id="2067" name="Google Shape;2067;p206"/>
          <p:cNvPicPr preferRelativeResize="0"/>
          <p:nvPr/>
        </p:nvPicPr>
        <p:blipFill rotWithShape="1">
          <a:blip r:embed="rId7">
            <a:alphaModFix/>
          </a:blip>
          <a:srcRect/>
          <a:stretch/>
        </p:blipFill>
        <p:spPr>
          <a:xfrm>
            <a:off x="10299466" y="3289922"/>
            <a:ext cx="402372" cy="372241"/>
          </a:xfrm>
          <a:prstGeom prst="rect">
            <a:avLst/>
          </a:prstGeom>
          <a:noFill/>
          <a:ln>
            <a:noFill/>
          </a:ln>
        </p:spPr>
      </p:pic>
      <p:pic>
        <p:nvPicPr>
          <p:cNvPr id="2068" name="Google Shape;2068;p206"/>
          <p:cNvPicPr preferRelativeResize="0"/>
          <p:nvPr/>
        </p:nvPicPr>
        <p:blipFill rotWithShape="1">
          <a:blip r:embed="rId8">
            <a:alphaModFix/>
          </a:blip>
          <a:srcRect/>
          <a:stretch/>
        </p:blipFill>
        <p:spPr>
          <a:xfrm>
            <a:off x="6652924" y="5610931"/>
            <a:ext cx="447246" cy="339889"/>
          </a:xfrm>
          <a:prstGeom prst="rect">
            <a:avLst/>
          </a:prstGeom>
          <a:noFill/>
          <a:ln>
            <a:noFill/>
          </a:ln>
        </p:spPr>
      </p:pic>
      <p:pic>
        <p:nvPicPr>
          <p:cNvPr id="2069" name="Google Shape;2069;p206"/>
          <p:cNvPicPr preferRelativeResize="0"/>
          <p:nvPr/>
        </p:nvPicPr>
        <p:blipFill rotWithShape="1">
          <a:blip r:embed="rId9">
            <a:alphaModFix/>
          </a:blip>
          <a:srcRect/>
          <a:stretch/>
        </p:blipFill>
        <p:spPr>
          <a:xfrm>
            <a:off x="5713635" y="952857"/>
            <a:ext cx="392080" cy="320936"/>
          </a:xfrm>
          <a:prstGeom prst="rect">
            <a:avLst/>
          </a:prstGeom>
          <a:noFill/>
          <a:ln>
            <a:noFill/>
          </a:ln>
        </p:spPr>
      </p:pic>
      <p:pic>
        <p:nvPicPr>
          <p:cNvPr id="2070" name="Google Shape;2070;p206"/>
          <p:cNvPicPr preferRelativeResize="0"/>
          <p:nvPr/>
        </p:nvPicPr>
        <p:blipFill rotWithShape="1">
          <a:blip r:embed="rId10">
            <a:alphaModFix/>
          </a:blip>
          <a:srcRect/>
          <a:stretch/>
        </p:blipFill>
        <p:spPr>
          <a:xfrm>
            <a:off x="7370104" y="4369656"/>
            <a:ext cx="348602" cy="279159"/>
          </a:xfrm>
          <a:prstGeom prst="rect">
            <a:avLst/>
          </a:prstGeom>
          <a:noFill/>
          <a:ln>
            <a:noFill/>
          </a:ln>
        </p:spPr>
      </p:pic>
      <p:pic>
        <p:nvPicPr>
          <p:cNvPr id="2071" name="Google Shape;2071;p206"/>
          <p:cNvPicPr preferRelativeResize="0"/>
          <p:nvPr/>
        </p:nvPicPr>
        <p:blipFill rotWithShape="1">
          <a:blip r:embed="rId11">
            <a:alphaModFix/>
          </a:blip>
          <a:srcRect/>
          <a:stretch/>
        </p:blipFill>
        <p:spPr>
          <a:xfrm>
            <a:off x="1470032" y="690514"/>
            <a:ext cx="504332" cy="396688"/>
          </a:xfrm>
          <a:prstGeom prst="rect">
            <a:avLst/>
          </a:prstGeom>
          <a:noFill/>
          <a:ln>
            <a:noFill/>
          </a:ln>
        </p:spPr>
      </p:pic>
      <p:cxnSp>
        <p:nvCxnSpPr>
          <p:cNvPr id="2072" name="Google Shape;2072;p206"/>
          <p:cNvCxnSpPr/>
          <p:nvPr/>
        </p:nvCxnSpPr>
        <p:spPr>
          <a:xfrm flipH="1">
            <a:off x="6023849" y="1951011"/>
            <a:ext cx="2240400" cy="985800"/>
          </a:xfrm>
          <a:prstGeom prst="bentConnector3">
            <a:avLst>
              <a:gd name="adj1" fmla="val 49997"/>
            </a:avLst>
          </a:prstGeom>
          <a:noFill/>
          <a:ln w="19050" cap="flat" cmpd="sng">
            <a:solidFill>
              <a:srgbClr val="00B0F0"/>
            </a:solidFill>
            <a:prstDash val="dash"/>
            <a:round/>
            <a:headEnd type="none" w="sm" len="sm"/>
            <a:tailEnd type="oval" w="med" len="med"/>
          </a:ln>
        </p:spPr>
      </p:cxnSp>
      <p:sp>
        <p:nvSpPr>
          <p:cNvPr id="2073" name="Google Shape;2073;p206"/>
          <p:cNvSpPr txBox="1"/>
          <p:nvPr/>
        </p:nvSpPr>
        <p:spPr>
          <a:xfrm>
            <a:off x="8059398" y="1489981"/>
            <a:ext cx="1951499" cy="914602"/>
          </a:xfrm>
          <a:prstGeom prst="rect">
            <a:avLst/>
          </a:prstGeom>
          <a:noFill/>
          <a:ln>
            <a:noFill/>
          </a:ln>
        </p:spPr>
        <p:txBody>
          <a:bodyPr spcFirstLastPara="1" wrap="square" lIns="0" tIns="0" rIns="0" bIns="0" anchor="ctr" anchorCtr="0">
            <a:noAutofit/>
          </a:bodyPr>
          <a:lstStyle/>
          <a:p>
            <a:pPr marL="457200" marR="0" lvl="1" indent="0" algn="l" rtl="0">
              <a:lnSpc>
                <a:spcPct val="100000"/>
              </a:lnSpc>
              <a:spcBef>
                <a:spcPts val="0"/>
              </a:spcBef>
              <a:spcAft>
                <a:spcPts val="0"/>
              </a:spcAft>
              <a:buClr>
                <a:srgbClr val="575757"/>
              </a:buClr>
              <a:buSzPts val="1200"/>
              <a:buFont typeface="Arial"/>
              <a:buNone/>
            </a:pPr>
            <a:r>
              <a:rPr lang="en-US" sz="1200" b="1" i="0" u="none" strike="noStrike" cap="none" dirty="0">
                <a:solidFill>
                  <a:srgbClr val="C00000"/>
                </a:solidFill>
                <a:latin typeface="Trebuchet MS"/>
                <a:ea typeface="Trebuchet MS"/>
                <a:cs typeface="Trebuchet MS"/>
                <a:sym typeface="Trebuchet MS"/>
              </a:rPr>
              <a:t>GERMANY </a:t>
            </a:r>
            <a:r>
              <a:rPr lang="en-US" sz="1200" b="1" dirty="0">
                <a:solidFill>
                  <a:srgbClr val="C00000"/>
                </a:solidFill>
                <a:latin typeface="Trebuchet MS"/>
                <a:ea typeface="Trebuchet MS"/>
                <a:cs typeface="Trebuchet MS"/>
                <a:sym typeface="Trebuchet MS"/>
              </a:rPr>
              <a:t>-4</a:t>
            </a:r>
            <a:r>
              <a:rPr lang="en-US" sz="1200" b="1" i="0" u="none" strike="noStrike" cap="none" dirty="0">
                <a:solidFill>
                  <a:srgbClr val="C00000"/>
                </a:solidFill>
                <a:latin typeface="Trebuchet MS"/>
                <a:ea typeface="Trebuchet MS"/>
                <a:cs typeface="Trebuchet MS"/>
                <a:sym typeface="Trebuchet MS"/>
              </a:rPr>
              <a:t>%, Y0Y</a:t>
            </a:r>
            <a:endParaRPr sz="1400" b="0" i="0" u="none" strike="noStrike" cap="none" dirty="0">
              <a:solidFill>
                <a:srgbClr val="C00000"/>
              </a:solidFil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dirty="0">
                <a:solidFill>
                  <a:srgbClr val="575757"/>
                </a:solidFill>
                <a:latin typeface="Trebuchet MS"/>
                <a:ea typeface="Trebuchet MS"/>
                <a:cs typeface="Trebuchet MS"/>
                <a:sym typeface="Trebuchet MS"/>
              </a:rPr>
              <a:t>Market size rank: </a:t>
            </a:r>
            <a:r>
              <a:rPr lang="en-US" sz="1100" dirty="0">
                <a:solidFill>
                  <a:srgbClr val="575757"/>
                </a:solidFill>
                <a:latin typeface="Trebuchet MS"/>
                <a:ea typeface="Trebuchet MS"/>
                <a:cs typeface="Trebuchet MS"/>
                <a:sym typeface="Trebuchet MS"/>
              </a:rPr>
              <a:t>11</a:t>
            </a:r>
            <a:r>
              <a:rPr lang="en-US" sz="1100" b="0" i="0" u="none" strike="noStrike" cap="none" baseline="30000" dirty="0">
                <a:solidFill>
                  <a:srgbClr val="575757"/>
                </a:solidFill>
                <a:latin typeface="Trebuchet MS"/>
                <a:ea typeface="Trebuchet MS"/>
                <a:cs typeface="Trebuchet MS"/>
                <a:sym typeface="Trebuchet MS"/>
              </a:rPr>
              <a:t>TH</a:t>
            </a:r>
            <a:endParaRPr sz="1100" b="0" i="0" u="none" strike="noStrike" cap="none" dirty="0">
              <a:solidFill>
                <a:srgbClr val="575757"/>
              </a:solidFill>
              <a:latin typeface="Trebuchet MS"/>
              <a:ea typeface="Trebuchet MS"/>
              <a:cs typeface="Trebuchet MS"/>
              <a:sym typeface="Trebuchet MS"/>
            </a:endParaRPr>
          </a:p>
        </p:txBody>
      </p:sp>
      <p:pic>
        <p:nvPicPr>
          <p:cNvPr id="2074" name="Google Shape;2074;p206"/>
          <p:cNvPicPr preferRelativeResize="0"/>
          <p:nvPr/>
        </p:nvPicPr>
        <p:blipFill rotWithShape="1">
          <a:blip r:embed="rId12">
            <a:alphaModFix/>
          </a:blip>
          <a:srcRect l="20235" t="5389" r="27536" b="4637"/>
          <a:stretch/>
        </p:blipFill>
        <p:spPr>
          <a:xfrm>
            <a:off x="9347031" y="1157338"/>
            <a:ext cx="367289" cy="369737"/>
          </a:xfrm>
          <a:prstGeom prst="rect">
            <a:avLst/>
          </a:prstGeom>
          <a:noFill/>
          <a:ln>
            <a:noFill/>
          </a:ln>
        </p:spPr>
      </p:pic>
      <p:sp>
        <p:nvSpPr>
          <p:cNvPr id="2075" name="Google Shape;2075;p206"/>
          <p:cNvSpPr txBox="1"/>
          <p:nvPr/>
        </p:nvSpPr>
        <p:spPr>
          <a:xfrm>
            <a:off x="288663" y="130345"/>
            <a:ext cx="11455877" cy="3877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E5D7F"/>
              </a:buClr>
              <a:buSzPts val="2400"/>
              <a:buFont typeface="Arial"/>
              <a:buNone/>
            </a:pPr>
            <a:r>
              <a:rPr lang="en-US" sz="2300" b="1" dirty="0">
                <a:solidFill>
                  <a:schemeClr val="accent1">
                    <a:lumMod val="75000"/>
                    <a:lumOff val="25000"/>
                  </a:schemeClr>
                </a:solidFill>
                <a:latin typeface="Trebuchet MS"/>
                <a:ea typeface="Trebuchet MS"/>
                <a:cs typeface="Trebuchet MS"/>
                <a:sym typeface="Trebuchet MS"/>
              </a:rPr>
              <a:t>1.4 </a:t>
            </a:r>
            <a:r>
              <a:rPr lang="en-US" sz="2300" b="1" i="0" u="none" strike="noStrike" cap="none" dirty="0">
                <a:solidFill>
                  <a:schemeClr val="accent1">
                    <a:lumMod val="75000"/>
                    <a:lumOff val="25000"/>
                  </a:schemeClr>
                </a:solidFill>
                <a:latin typeface="Trebuchet MS"/>
                <a:ea typeface="Trebuchet MS"/>
                <a:cs typeface="Trebuchet MS"/>
                <a:sym typeface="Trebuchet MS"/>
              </a:rPr>
              <a:t>Visitor arrivals: Top </a:t>
            </a:r>
            <a:r>
              <a:rPr lang="en-US" sz="2300" b="1" dirty="0">
                <a:solidFill>
                  <a:schemeClr val="accent1">
                    <a:lumMod val="75000"/>
                    <a:lumOff val="25000"/>
                  </a:schemeClr>
                </a:solidFill>
                <a:latin typeface="Trebuchet MS"/>
                <a:ea typeface="Trebuchet MS"/>
                <a:cs typeface="Trebuchet MS"/>
                <a:sym typeface="Trebuchet MS"/>
              </a:rPr>
              <a:t>1</a:t>
            </a:r>
            <a:r>
              <a:rPr lang="en-US" sz="2300" b="1" i="0" u="none" strike="noStrike" cap="none" dirty="0">
                <a:solidFill>
                  <a:schemeClr val="accent1">
                    <a:lumMod val="75000"/>
                    <a:lumOff val="25000"/>
                  </a:schemeClr>
                </a:solidFill>
                <a:latin typeface="Trebuchet MS"/>
                <a:ea typeface="Trebuchet MS"/>
                <a:cs typeface="Trebuchet MS"/>
                <a:sym typeface="Trebuchet MS"/>
              </a:rPr>
              <a:t>0 continental &amp; international markets Jan- Dec 2025</a:t>
            </a:r>
            <a:endParaRPr sz="1300" b="0" i="0" u="none" strike="noStrike" cap="none" dirty="0">
              <a:solidFill>
                <a:schemeClr val="accent1">
                  <a:lumMod val="75000"/>
                  <a:lumOff val="25000"/>
                </a:schemeClr>
              </a:solidFill>
              <a:latin typeface="Arial"/>
              <a:ea typeface="Arial"/>
              <a:cs typeface="Arial"/>
              <a:sym typeface="Arial"/>
            </a:endParaRPr>
          </a:p>
        </p:txBody>
      </p:sp>
      <p:sp>
        <p:nvSpPr>
          <p:cNvPr id="2076" name="Google Shape;2076;p206"/>
          <p:cNvSpPr txBox="1"/>
          <p:nvPr/>
        </p:nvSpPr>
        <p:spPr>
          <a:xfrm>
            <a:off x="10897496" y="7035501"/>
            <a:ext cx="0" cy="0"/>
          </a:xfrm>
          <a:prstGeom prst="rect">
            <a:avLst/>
          </a:prstGeom>
          <a:noFill/>
          <a:ln w="9525" cap="flat" cmpd="sng">
            <a:solidFill>
              <a:schemeClr val="accent5"/>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200"/>
              <a:buFont typeface="Arial"/>
              <a:buNone/>
            </a:pPr>
            <a:endParaRPr sz="1200" b="0" i="0" u="none" strike="noStrike" cap="none">
              <a:solidFill>
                <a:srgbClr val="575757"/>
              </a:solidFill>
              <a:latin typeface="Trebuchet MS"/>
              <a:ea typeface="Trebuchet MS"/>
              <a:cs typeface="Trebuchet MS"/>
              <a:sym typeface="Trebuchet MS"/>
            </a:endParaRPr>
          </a:p>
        </p:txBody>
      </p:sp>
      <p:sp>
        <p:nvSpPr>
          <p:cNvPr id="2077" name="Google Shape;2077;p206"/>
          <p:cNvSpPr txBox="1"/>
          <p:nvPr/>
        </p:nvSpPr>
        <p:spPr>
          <a:xfrm>
            <a:off x="3993685" y="2495307"/>
            <a:ext cx="1322409" cy="922073"/>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75757"/>
              </a:buClr>
              <a:buSzPts val="1200"/>
              <a:buFont typeface="Arial"/>
              <a:buNone/>
            </a:pPr>
            <a:r>
              <a:rPr lang="en-US" sz="1200" b="1" i="0" u="none" strike="noStrike" cap="none" dirty="0">
                <a:solidFill>
                  <a:srgbClr val="00B050"/>
                </a:solidFill>
                <a:latin typeface="Trebuchet MS"/>
                <a:ea typeface="Trebuchet MS"/>
                <a:cs typeface="Trebuchet MS"/>
                <a:sym typeface="Trebuchet MS"/>
              </a:rPr>
              <a:t>UK +</a:t>
            </a:r>
            <a:r>
              <a:rPr lang="en-US" sz="1200" b="1" dirty="0">
                <a:solidFill>
                  <a:srgbClr val="00B050"/>
                </a:solidFill>
                <a:latin typeface="Trebuchet MS"/>
                <a:ea typeface="Trebuchet MS"/>
                <a:cs typeface="Trebuchet MS"/>
                <a:sym typeface="Trebuchet MS"/>
              </a:rPr>
              <a:t>15</a:t>
            </a:r>
            <a:r>
              <a:rPr lang="en-US" sz="1200" b="1" i="0" u="none" strike="noStrike" cap="none" dirty="0">
                <a:solidFill>
                  <a:srgbClr val="00B050"/>
                </a:solidFill>
                <a:latin typeface="Trebuchet MS"/>
                <a:ea typeface="Trebuchet MS"/>
                <a:cs typeface="Trebuchet MS"/>
                <a:sym typeface="Trebuchet MS"/>
              </a:rPr>
              <a:t>%, YoY</a:t>
            </a:r>
            <a:endParaRPr sz="1400" b="0" i="0" u="none" strike="noStrike" cap="none" dirty="0">
              <a:solidFill>
                <a:srgbClr val="00B050"/>
              </a:solidFill>
              <a:latin typeface="Arial"/>
              <a:ea typeface="Arial"/>
              <a:cs typeface="Aria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dirty="0">
                <a:solidFill>
                  <a:srgbClr val="575757"/>
                </a:solidFill>
                <a:latin typeface="Trebuchet MS"/>
                <a:ea typeface="Trebuchet MS"/>
                <a:cs typeface="Trebuchet MS"/>
                <a:sym typeface="Trebuchet MS"/>
              </a:rPr>
              <a:t>Market size rank: 4</a:t>
            </a:r>
            <a:r>
              <a:rPr lang="en-US" sz="1100" b="0" i="0" u="none" strike="noStrike" cap="none" baseline="30000" dirty="0">
                <a:solidFill>
                  <a:srgbClr val="575757"/>
                </a:solidFill>
                <a:latin typeface="Trebuchet MS"/>
                <a:ea typeface="Trebuchet MS"/>
                <a:cs typeface="Trebuchet MS"/>
                <a:sym typeface="Trebuchet MS"/>
              </a:rPr>
              <a:t>TH</a:t>
            </a:r>
            <a:r>
              <a:rPr lang="en-US" sz="1100" b="0" i="0" u="none" strike="noStrike" cap="none" dirty="0">
                <a:solidFill>
                  <a:srgbClr val="575757"/>
                </a:solidFill>
                <a:latin typeface="Trebuchet MS"/>
                <a:ea typeface="Trebuchet MS"/>
                <a:cs typeface="Trebuchet MS"/>
                <a:sym typeface="Trebuchet MS"/>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dirty="0">
                <a:solidFill>
                  <a:srgbClr val="575757"/>
                </a:solidFill>
                <a:latin typeface="Trebuchet MS"/>
                <a:ea typeface="Trebuchet MS"/>
                <a:cs typeface="Trebuchet MS"/>
                <a:sym typeface="Trebuchet MS"/>
              </a:rPr>
              <a:t> </a:t>
            </a:r>
            <a:endParaRPr sz="1400" b="0" i="0" u="none" strike="noStrike" cap="none" dirty="0">
              <a:solidFill>
                <a:srgbClr val="000000"/>
              </a:solidFill>
              <a:latin typeface="Arial"/>
              <a:ea typeface="Arial"/>
              <a:cs typeface="Arial"/>
              <a:sym typeface="Arial"/>
            </a:endParaRPr>
          </a:p>
        </p:txBody>
      </p:sp>
      <p:sp>
        <p:nvSpPr>
          <p:cNvPr id="2078" name="Google Shape;2078;p206"/>
          <p:cNvSpPr/>
          <p:nvPr/>
        </p:nvSpPr>
        <p:spPr>
          <a:xfrm>
            <a:off x="6022388" y="4304863"/>
            <a:ext cx="861016" cy="671297"/>
          </a:xfrm>
          <a:prstGeom prst="ellipse">
            <a:avLst/>
          </a:prstGeom>
          <a:noFill/>
          <a:ln w="9525" cap="rnd"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Arial"/>
              <a:buNone/>
            </a:pPr>
            <a:endParaRPr sz="1200" b="0" i="0" u="none" strike="noStrike" cap="none">
              <a:solidFill>
                <a:srgbClr val="FFFFFF"/>
              </a:solidFill>
              <a:latin typeface="Trebuchet MS"/>
              <a:ea typeface="Trebuchet MS"/>
              <a:cs typeface="Trebuchet MS"/>
              <a:sym typeface="Trebuchet MS"/>
            </a:endParaRPr>
          </a:p>
        </p:txBody>
      </p:sp>
      <p:cxnSp>
        <p:nvCxnSpPr>
          <p:cNvPr id="2079" name="Google Shape;2079;p206"/>
          <p:cNvCxnSpPr/>
          <p:nvPr/>
        </p:nvCxnSpPr>
        <p:spPr>
          <a:xfrm rot="10800000" flipH="1">
            <a:off x="1690255" y="4736319"/>
            <a:ext cx="4777500" cy="609900"/>
          </a:xfrm>
          <a:prstGeom prst="bentConnector3">
            <a:avLst>
              <a:gd name="adj1" fmla="val 50001"/>
            </a:avLst>
          </a:prstGeom>
          <a:noFill/>
          <a:ln w="9525" cap="flat" cmpd="sng">
            <a:solidFill>
              <a:schemeClr val="accent6"/>
            </a:solidFill>
            <a:prstDash val="solid"/>
            <a:round/>
            <a:headEnd type="none" w="sm" len="sm"/>
            <a:tailEnd type="oval" w="med" len="med"/>
          </a:ln>
        </p:spPr>
      </p:cxnSp>
      <p:sp>
        <p:nvSpPr>
          <p:cNvPr id="2080" name="Google Shape;2080;p206"/>
          <p:cNvSpPr txBox="1"/>
          <p:nvPr/>
        </p:nvSpPr>
        <p:spPr>
          <a:xfrm>
            <a:off x="484774" y="5190468"/>
            <a:ext cx="1765800" cy="16675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75757"/>
              </a:buClr>
              <a:buSzPts val="1200"/>
              <a:buFont typeface="Arial"/>
              <a:buNone/>
            </a:pPr>
            <a:r>
              <a:rPr lang="en-US" sz="1200" b="1" i="0" u="none" strike="noStrike" cap="none" dirty="0">
                <a:solidFill>
                  <a:srgbClr val="00B050"/>
                </a:solidFill>
                <a:latin typeface="Trebuchet MS"/>
                <a:ea typeface="Trebuchet MS"/>
                <a:cs typeface="Trebuchet MS"/>
                <a:sym typeface="Trebuchet MS"/>
              </a:rPr>
              <a:t>EAC </a:t>
            </a:r>
            <a:r>
              <a:rPr lang="en-US" sz="1200" b="1" dirty="0">
                <a:solidFill>
                  <a:srgbClr val="00B050"/>
                </a:solidFill>
                <a:latin typeface="Trebuchet MS"/>
                <a:ea typeface="Trebuchet MS"/>
                <a:cs typeface="Trebuchet MS"/>
                <a:sym typeface="Trebuchet MS"/>
              </a:rPr>
              <a:t>+6</a:t>
            </a:r>
            <a:r>
              <a:rPr lang="en-US" sz="1200" b="1" i="0" u="none" strike="noStrike" cap="none" dirty="0">
                <a:solidFill>
                  <a:srgbClr val="00B050"/>
                </a:solidFill>
                <a:latin typeface="Trebuchet MS"/>
                <a:ea typeface="Trebuchet MS"/>
                <a:cs typeface="Trebuchet MS"/>
                <a:sym typeface="Trebuchet MS"/>
              </a:rPr>
              <a:t>%, YoY</a:t>
            </a:r>
            <a:endParaRPr sz="1400" b="0" i="0" u="none" strike="noStrike" cap="none" dirty="0">
              <a:solidFill>
                <a:srgbClr val="00B050"/>
              </a:solidFil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dirty="0">
                <a:solidFill>
                  <a:srgbClr val="575757"/>
                </a:solidFill>
                <a:latin typeface="Trebuchet MS"/>
                <a:ea typeface="Trebuchet MS"/>
                <a:cs typeface="Trebuchet MS"/>
                <a:sym typeface="Trebuchet MS"/>
              </a:rPr>
              <a:t>Market size rank: 1</a:t>
            </a:r>
            <a:r>
              <a:rPr lang="en-US" sz="1100" b="0" i="0" u="none" strike="noStrike" cap="none" baseline="30000" dirty="0">
                <a:solidFill>
                  <a:srgbClr val="575757"/>
                </a:solidFill>
                <a:latin typeface="Trebuchet MS"/>
                <a:ea typeface="Trebuchet MS"/>
                <a:cs typeface="Trebuchet MS"/>
                <a:sym typeface="Trebuchet MS"/>
              </a:rPr>
              <a:t>ST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endParaRPr sz="1100" b="0" i="0" u="none" strike="noStrike" cap="none" baseline="30000" dirty="0">
              <a:solidFill>
                <a:srgbClr val="575757"/>
              </a:solidFill>
              <a:latin typeface="Trebuchet MS"/>
              <a:ea typeface="Trebuchet MS"/>
              <a:cs typeface="Trebuchet MS"/>
              <a:sym typeface="Trebuchet MS"/>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baseline="30000" dirty="0">
                <a:solidFill>
                  <a:srgbClr val="575757"/>
                </a:solidFill>
                <a:latin typeface="Trebuchet MS"/>
                <a:ea typeface="Trebuchet MS"/>
                <a:cs typeface="Trebuchet MS"/>
                <a:sym typeface="Trebuchet MS"/>
              </a:rPr>
              <a:t>By order</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baseline="30000" dirty="0">
                <a:solidFill>
                  <a:srgbClr val="00B050"/>
                </a:solidFill>
                <a:latin typeface="Trebuchet MS"/>
                <a:ea typeface="Trebuchet MS"/>
                <a:cs typeface="Trebuchet MS"/>
                <a:sym typeface="Trebuchet MS"/>
              </a:rPr>
              <a:t>DRC </a:t>
            </a:r>
            <a:r>
              <a:rPr lang="en-US" sz="1100" baseline="30000" dirty="0">
                <a:solidFill>
                  <a:srgbClr val="00B050"/>
                </a:solidFill>
                <a:latin typeface="Trebuchet MS"/>
                <a:ea typeface="Trebuchet MS"/>
                <a:cs typeface="Trebuchet MS"/>
                <a:sym typeface="Trebuchet MS"/>
              </a:rPr>
              <a:t>+8%</a:t>
            </a:r>
            <a:endParaRPr sz="1400" b="0" i="0" u="none" strike="noStrike" cap="none" dirty="0">
              <a:solidFill>
                <a:srgbClr val="00B050"/>
              </a:solidFill>
              <a:latin typeface="Arial"/>
              <a:ea typeface="Arial"/>
              <a:cs typeface="Aria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baseline="30000" dirty="0">
                <a:solidFill>
                  <a:srgbClr val="00B050"/>
                </a:solidFill>
                <a:latin typeface="Trebuchet MS"/>
                <a:ea typeface="Trebuchet MS"/>
                <a:cs typeface="Trebuchet MS"/>
                <a:sym typeface="Trebuchet MS"/>
              </a:rPr>
              <a:t>UGANDA </a:t>
            </a:r>
            <a:r>
              <a:rPr lang="en-US" sz="1100" baseline="30000" dirty="0">
                <a:solidFill>
                  <a:srgbClr val="00B050"/>
                </a:solidFill>
                <a:latin typeface="Trebuchet MS"/>
                <a:ea typeface="Trebuchet MS"/>
                <a:cs typeface="Trebuchet MS"/>
                <a:sym typeface="Trebuchet MS"/>
              </a:rPr>
              <a:t>+3</a:t>
            </a:r>
            <a:r>
              <a:rPr lang="en-US" sz="1100" b="0" i="0" u="none" strike="noStrike" cap="none" baseline="30000" dirty="0">
                <a:solidFill>
                  <a:srgbClr val="00B050"/>
                </a:solidFill>
                <a:latin typeface="Trebuchet MS"/>
                <a:ea typeface="Trebuchet MS"/>
                <a:cs typeface="Trebuchet MS"/>
                <a:sym typeface="Trebuchet MS"/>
              </a:rPr>
              <a:t>%</a:t>
            </a:r>
            <a:endParaRPr sz="1400" b="0" i="0" u="none" strike="noStrike" cap="none" dirty="0">
              <a:solidFill>
                <a:srgbClr val="00B050"/>
              </a:solidFill>
              <a:latin typeface="Arial"/>
              <a:ea typeface="Arial"/>
              <a:cs typeface="Aria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baseline="30000" dirty="0">
                <a:solidFill>
                  <a:srgbClr val="C00000"/>
                </a:solidFill>
                <a:latin typeface="Trebuchet MS"/>
                <a:ea typeface="Trebuchet MS"/>
                <a:cs typeface="Trebuchet MS"/>
                <a:sym typeface="Trebuchet MS"/>
              </a:rPr>
              <a:t>BURUNDI -3%</a:t>
            </a:r>
            <a:endParaRPr sz="1400" b="0" i="0" u="none" strike="noStrike" cap="none" dirty="0">
              <a:solidFill>
                <a:srgbClr val="C00000"/>
              </a:solidFill>
              <a:latin typeface="Arial"/>
              <a:ea typeface="Arial"/>
              <a:cs typeface="Aria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aseline="30000" dirty="0">
                <a:solidFill>
                  <a:srgbClr val="00B050"/>
                </a:solidFill>
                <a:latin typeface="Trebuchet MS"/>
                <a:ea typeface="Trebuchet MS"/>
                <a:cs typeface="Trebuchet MS"/>
                <a:sym typeface="Trebuchet MS"/>
              </a:rPr>
              <a:t>KENYA</a:t>
            </a:r>
            <a:r>
              <a:rPr lang="en-US" sz="1100" b="0" i="0" u="none" strike="noStrike" cap="none" baseline="30000" dirty="0">
                <a:solidFill>
                  <a:srgbClr val="00B050"/>
                </a:solidFill>
                <a:latin typeface="Trebuchet MS"/>
                <a:ea typeface="Trebuchet MS"/>
                <a:cs typeface="Trebuchet MS"/>
                <a:sym typeface="Trebuchet MS"/>
              </a:rPr>
              <a:t> +12%</a:t>
            </a:r>
            <a:endParaRPr sz="1400" b="0" i="0" u="none" strike="noStrike" cap="none" dirty="0">
              <a:solidFill>
                <a:srgbClr val="00B050"/>
              </a:solidFill>
              <a:latin typeface="Arial"/>
              <a:ea typeface="Arial"/>
              <a:cs typeface="Aria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aseline="30000" dirty="0">
                <a:solidFill>
                  <a:srgbClr val="00B050"/>
                </a:solidFill>
                <a:latin typeface="Trebuchet MS"/>
                <a:ea typeface="Trebuchet MS"/>
                <a:cs typeface="Trebuchet MS"/>
                <a:sym typeface="Trebuchet MS"/>
              </a:rPr>
              <a:t>TANZANIA</a:t>
            </a:r>
            <a:r>
              <a:rPr lang="en-US" sz="1100" b="0" i="0" u="none" strike="noStrike" cap="none" baseline="30000" dirty="0">
                <a:solidFill>
                  <a:srgbClr val="00B050"/>
                </a:solidFill>
                <a:latin typeface="Trebuchet MS"/>
                <a:ea typeface="Trebuchet MS"/>
                <a:cs typeface="Trebuchet MS"/>
                <a:sym typeface="Trebuchet MS"/>
              </a:rPr>
              <a:t> </a:t>
            </a:r>
            <a:r>
              <a:rPr lang="en-US" sz="1100" baseline="30000" dirty="0">
                <a:solidFill>
                  <a:srgbClr val="00B050"/>
                </a:solidFill>
                <a:latin typeface="Trebuchet MS"/>
                <a:ea typeface="Trebuchet MS"/>
                <a:cs typeface="Trebuchet MS"/>
                <a:sym typeface="Trebuchet MS"/>
              </a:rPr>
              <a:t>+18</a:t>
            </a:r>
            <a:r>
              <a:rPr lang="en-US" sz="1100" b="0" i="0" u="none" strike="noStrike" cap="none" baseline="30000" dirty="0">
                <a:solidFill>
                  <a:srgbClr val="00B050"/>
                </a:solidFill>
                <a:latin typeface="Trebuchet MS"/>
                <a:ea typeface="Trebuchet MS"/>
                <a:cs typeface="Trebuchet MS"/>
                <a:sym typeface="Trebuchet MS"/>
              </a:rPr>
              <a:t>%</a:t>
            </a:r>
            <a:endParaRPr sz="1400" b="0" i="0" u="none" strike="noStrike" cap="none" dirty="0">
              <a:solidFill>
                <a:srgbClr val="00B050"/>
              </a:solidFill>
              <a:latin typeface="Arial"/>
              <a:ea typeface="Arial"/>
              <a:cs typeface="Arial"/>
              <a:sym typeface="Arial"/>
            </a:endParaRPr>
          </a:p>
          <a:p>
            <a:pPr marL="0" marR="0" lvl="0" indent="0" algn="ctr" rtl="0">
              <a:lnSpc>
                <a:spcPct val="100000"/>
              </a:lnSpc>
              <a:spcBef>
                <a:spcPts val="0"/>
              </a:spcBef>
              <a:spcAft>
                <a:spcPts val="0"/>
              </a:spcAft>
              <a:buClr>
                <a:srgbClr val="575757"/>
              </a:buClr>
              <a:buSzPts val="1100"/>
              <a:buFont typeface="Arial"/>
              <a:buNone/>
            </a:pPr>
            <a:r>
              <a:rPr lang="en-US" sz="1100" b="0" i="0" u="none" strike="noStrike" cap="none" baseline="30000" dirty="0">
                <a:solidFill>
                  <a:srgbClr val="00B050"/>
                </a:solidFill>
                <a:latin typeface="Trebuchet MS"/>
                <a:ea typeface="Trebuchet MS"/>
                <a:cs typeface="Trebuchet MS"/>
                <a:sym typeface="Trebuchet MS"/>
              </a:rPr>
              <a:t>SOUTH SUDAN +9%</a:t>
            </a:r>
            <a:endParaRPr lang="en-US" sz="1100" baseline="30000" dirty="0">
              <a:solidFill>
                <a:srgbClr val="00B050"/>
              </a:solidFill>
              <a:latin typeface="Trebuchet MS"/>
              <a:ea typeface="Trebuchet MS"/>
              <a:cs typeface="Trebuchet MS"/>
              <a:sym typeface="Trebuchet MS"/>
            </a:endParaRPr>
          </a:p>
          <a:p>
            <a:pPr marL="0" marR="0" lvl="0" indent="0" algn="ctr" rtl="0">
              <a:lnSpc>
                <a:spcPct val="100000"/>
              </a:lnSpc>
              <a:spcBef>
                <a:spcPts val="0"/>
              </a:spcBef>
              <a:spcAft>
                <a:spcPts val="0"/>
              </a:spcAft>
              <a:buClr>
                <a:srgbClr val="575757"/>
              </a:buClr>
              <a:buSzPts val="1100"/>
              <a:buFont typeface="Arial"/>
              <a:buNone/>
            </a:pPr>
            <a:r>
              <a:rPr lang="en-US" sz="1100" baseline="30000" dirty="0">
                <a:solidFill>
                  <a:srgbClr val="00B050"/>
                </a:solidFill>
                <a:latin typeface="Trebuchet MS"/>
                <a:sym typeface="Trebuchet MS"/>
              </a:rPr>
              <a:t>SOMALIA +14%</a:t>
            </a:r>
            <a:endParaRPr sz="1400" b="0" i="0" u="none" strike="noStrike" cap="none" dirty="0">
              <a:solidFill>
                <a:srgbClr val="00B05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endParaRPr sz="1100" b="0" i="0" u="none" strike="noStrike" cap="none" baseline="30000" dirty="0">
              <a:solidFill>
                <a:srgbClr val="575757"/>
              </a:solidFill>
              <a:latin typeface="Trebuchet MS"/>
              <a:ea typeface="Trebuchet MS"/>
              <a:cs typeface="Trebuchet MS"/>
              <a:sym typeface="Trebuchet MS"/>
            </a:endParaRPr>
          </a:p>
          <a:p>
            <a:pPr marL="228600" marR="0" lvl="0" indent="-158750" algn="ctr" rtl="0">
              <a:lnSpc>
                <a:spcPct val="100000"/>
              </a:lnSpc>
              <a:spcBef>
                <a:spcPts val="0"/>
              </a:spcBef>
              <a:spcAft>
                <a:spcPts val="0"/>
              </a:spcAft>
              <a:buClr>
                <a:srgbClr val="000000"/>
              </a:buClr>
              <a:buSzPts val="1100"/>
              <a:buFont typeface="Arial"/>
              <a:buNone/>
            </a:pPr>
            <a:endParaRPr sz="1100" b="0" i="0" u="none" strike="noStrike" cap="none" baseline="30000" dirty="0">
              <a:solidFill>
                <a:srgbClr val="575757"/>
              </a:solidFill>
              <a:latin typeface="Trebuchet MS"/>
              <a:ea typeface="Trebuchet MS"/>
              <a:cs typeface="Trebuchet MS"/>
              <a:sym typeface="Trebuchet MS"/>
            </a:endParaRPr>
          </a:p>
        </p:txBody>
      </p:sp>
    </p:spTree>
    <p:extLst>
      <p:ext uri="{BB962C8B-B14F-4D97-AF65-F5344CB8AC3E}">
        <p14:creationId xmlns:p14="http://schemas.microsoft.com/office/powerpoint/2010/main" val="63609862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D85B1-0196-3E0F-4B47-4D76B7EC3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818621-F2F1-D8A4-6FA5-DF4868475FE0}"/>
              </a:ext>
            </a:extLst>
          </p:cNvPr>
          <p:cNvSpPr>
            <a:spLocks noGrp="1"/>
          </p:cNvSpPr>
          <p:nvPr>
            <p:ph type="title"/>
          </p:nvPr>
        </p:nvSpPr>
        <p:spPr/>
        <p:txBody>
          <a:bodyPr/>
          <a:lstStyle/>
          <a:p>
            <a:r>
              <a:rPr lang="en-US" sz="5400" b="0" i="0" u="none" strike="noStrike" cap="none" dirty="0">
                <a:solidFill>
                  <a:schemeClr val="lt1"/>
                </a:solidFill>
                <a:latin typeface="Trebuchet MS"/>
                <a:ea typeface="Trebuchet MS"/>
                <a:cs typeface="Trebuchet MS"/>
                <a:sym typeface="Trebuchet MS"/>
              </a:rPr>
              <a:t>2. Tourism Revenues</a:t>
            </a:r>
            <a:endParaRPr lang="en-US" dirty="0"/>
          </a:p>
        </p:txBody>
      </p:sp>
    </p:spTree>
    <p:extLst>
      <p:ext uri="{BB962C8B-B14F-4D97-AF65-F5344CB8AC3E}">
        <p14:creationId xmlns:p14="http://schemas.microsoft.com/office/powerpoint/2010/main" val="19859900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8">
          <a:extLst>
            <a:ext uri="{FF2B5EF4-FFF2-40B4-BE49-F238E27FC236}">
              <a16:creationId xmlns:a16="http://schemas.microsoft.com/office/drawing/2014/main" id="{A79FAC68-38AC-1BEA-D442-B33657764DBA}"/>
            </a:ext>
          </a:extLst>
        </p:cNvPr>
        <p:cNvGrpSpPr/>
        <p:nvPr/>
      </p:nvGrpSpPr>
      <p:grpSpPr>
        <a:xfrm>
          <a:off x="0" y="0"/>
          <a:ext cx="0" cy="0"/>
          <a:chOff x="0" y="0"/>
          <a:chExt cx="0" cy="0"/>
        </a:xfrm>
      </p:grpSpPr>
      <mc:AlternateContent xmlns:mc="http://schemas.openxmlformats.org/markup-compatibility/2006" xmlns:cx2="http://schemas.microsoft.com/office/drawing/2015/10/21/chartex">
        <mc:Choice Requires="cx2">
          <p:graphicFrame>
            <p:nvGraphicFramePr>
              <p:cNvPr id="10" name="Chart 9">
                <a:extLst>
                  <a:ext uri="{FF2B5EF4-FFF2-40B4-BE49-F238E27FC236}">
                    <a16:creationId xmlns:a16="http://schemas.microsoft.com/office/drawing/2014/main" id="{215D753C-BC9B-89DE-C5C0-FB7DDE952DAF}"/>
                  </a:ext>
                </a:extLst>
              </p:cNvPr>
              <p:cNvGraphicFramePr/>
              <p:nvPr>
                <p:extLst>
                  <p:ext uri="{D42A27DB-BD31-4B8C-83A1-F6EECF244321}">
                    <p14:modId xmlns:p14="http://schemas.microsoft.com/office/powerpoint/2010/main" val="472894881"/>
                  </p:ext>
                </p:extLst>
              </p:nvPr>
            </p:nvGraphicFramePr>
            <p:xfrm>
              <a:off x="205399" y="558759"/>
              <a:ext cx="5675891" cy="504756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0" name="Chart 9">
                <a:extLst>
                  <a:ext uri="{FF2B5EF4-FFF2-40B4-BE49-F238E27FC236}">
                    <a16:creationId xmlns:a16="http://schemas.microsoft.com/office/drawing/2014/main" id="{215D753C-BC9B-89DE-C5C0-FB7DDE952DAF}"/>
                  </a:ext>
                </a:extLst>
              </p:cNvPr>
              <p:cNvPicPr>
                <a:picLocks noGrp="1" noRot="1" noChangeAspect="1" noMove="1" noResize="1" noEditPoints="1" noAdjustHandles="1" noChangeArrowheads="1" noChangeShapeType="1"/>
              </p:cNvPicPr>
              <p:nvPr/>
            </p:nvPicPr>
            <p:blipFill>
              <a:blip r:embed="rId4"/>
              <a:stretch>
                <a:fillRect/>
              </a:stretch>
            </p:blipFill>
            <p:spPr>
              <a:xfrm>
                <a:off x="205399" y="558759"/>
                <a:ext cx="5675891" cy="5047560"/>
              </a:xfrm>
              <a:prstGeom prst="rect">
                <a:avLst/>
              </a:prstGeom>
            </p:spPr>
          </p:pic>
        </mc:Fallback>
      </mc:AlternateContent>
      <p:sp>
        <p:nvSpPr>
          <p:cNvPr id="14" name="Google Shape;2086;p4">
            <a:extLst>
              <a:ext uri="{FF2B5EF4-FFF2-40B4-BE49-F238E27FC236}">
                <a16:creationId xmlns:a16="http://schemas.microsoft.com/office/drawing/2014/main" id="{75822E02-9FDD-26FA-F799-CC753E96756A}"/>
              </a:ext>
            </a:extLst>
          </p:cNvPr>
          <p:cNvSpPr txBox="1">
            <a:spLocks noGrp="1"/>
          </p:cNvSpPr>
          <p:nvPr>
            <p:ph type="title"/>
          </p:nvPr>
        </p:nvSpPr>
        <p:spPr>
          <a:xfrm>
            <a:off x="51983" y="39664"/>
            <a:ext cx="12088033" cy="41293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2400"/>
              <a:buNone/>
            </a:pPr>
            <a:r>
              <a:rPr lang="en-US" sz="2600" b="1" dirty="0"/>
              <a:t>2.2 Tourism Revenues by Air (-2%): January–December 2025</a:t>
            </a:r>
            <a:endParaRPr sz="2600" b="1" dirty="0"/>
          </a:p>
        </p:txBody>
      </p:sp>
      <p:sp>
        <p:nvSpPr>
          <p:cNvPr id="15" name="Google Shape;663;p24">
            <a:extLst>
              <a:ext uri="{FF2B5EF4-FFF2-40B4-BE49-F238E27FC236}">
                <a16:creationId xmlns:a16="http://schemas.microsoft.com/office/drawing/2014/main" id="{DB26FDE0-D3F2-003A-1864-C16CFE955355}"/>
              </a:ext>
            </a:extLst>
          </p:cNvPr>
          <p:cNvSpPr txBox="1"/>
          <p:nvPr/>
        </p:nvSpPr>
        <p:spPr>
          <a:xfrm>
            <a:off x="3568843" y="558759"/>
            <a:ext cx="3936857" cy="778623"/>
          </a:xfrm>
          <a:prstGeom prst="rect">
            <a:avLst/>
          </a:prstGeom>
          <a:noFill/>
          <a:ln>
            <a:noFill/>
          </a:ln>
        </p:spPr>
        <p:txBody>
          <a:bodyPr spcFirstLastPara="1" wrap="square" lIns="121900" tIns="121900" rIns="121900" bIns="121900" anchor="ctr" anchorCtr="0">
            <a:noAutofit/>
          </a:bodyPr>
          <a:lstStyle/>
          <a:p>
            <a:r>
              <a:rPr lang="en" sz="1800" dirty="0">
                <a:solidFill>
                  <a:schemeClr val="accent6">
                    <a:lumMod val="60000"/>
                    <a:lumOff val="40000"/>
                  </a:schemeClr>
                </a:solidFill>
                <a:latin typeface="Fira Sans Extra Condensed Medium"/>
                <a:ea typeface="Fira Sans Extra Condensed Medium"/>
                <a:cs typeface="Fira Sans Extra Condensed Medium"/>
                <a:sym typeface="Fira Sans Extra Condensed Medium"/>
              </a:rPr>
              <a:t>Rest of the world</a:t>
            </a:r>
          </a:p>
          <a:p>
            <a:r>
              <a:rPr lang="en" sz="1800" dirty="0">
                <a:solidFill>
                  <a:schemeClr val="accent6">
                    <a:lumMod val="60000"/>
                    <a:lumOff val="40000"/>
                  </a:schemeClr>
                </a:solidFill>
                <a:latin typeface="Fira Sans Extra Condensed Medium"/>
                <a:ea typeface="Fira Sans Extra Condensed Medium"/>
                <a:cs typeface="Fira Sans Extra Condensed Medium"/>
                <a:sym typeface="Fira Sans Extra Condensed Medium"/>
              </a:rPr>
              <a:t>Value: USD 27M    </a:t>
            </a:r>
            <a:r>
              <a:rPr lang="en-US" sz="1800" dirty="0">
                <a:solidFill>
                  <a:schemeClr val="accent6">
                    <a:lumMod val="60000"/>
                    <a:lumOff val="40000"/>
                  </a:schemeClr>
                </a:solidFill>
                <a:latin typeface="Fira Sans Extra Condensed Medium"/>
                <a:ea typeface="Fira Sans Extra Condensed Medium"/>
                <a:cs typeface="Fira Sans Extra Condensed Medium"/>
                <a:sym typeface="Fira Sans Extra Condensed Medium"/>
              </a:rPr>
              <a:t>YoY growth </a:t>
            </a:r>
            <a:r>
              <a:rPr lang="en" sz="1800" dirty="0">
                <a:solidFill>
                  <a:schemeClr val="accent6">
                    <a:lumMod val="60000"/>
                    <a:lumOff val="40000"/>
                  </a:schemeClr>
                </a:solidFill>
                <a:latin typeface="Fira Sans Extra Condensed Medium"/>
                <a:ea typeface="Fira Sans Extra Condensed Medium"/>
                <a:cs typeface="Fira Sans Extra Condensed Medium"/>
                <a:sym typeface="Fira Sans Extra Condensed Medium"/>
              </a:rPr>
              <a:t>:</a:t>
            </a:r>
            <a:r>
              <a:rPr lang="en" sz="1800" b="1" dirty="0">
                <a:solidFill>
                  <a:srgbClr val="00B050"/>
                </a:solidFill>
                <a:latin typeface="Fira Sans Extra Condensed Medium"/>
                <a:ea typeface="Fira Sans Extra Condensed Medium"/>
                <a:cs typeface="Fira Sans Extra Condensed Medium"/>
                <a:sym typeface="Fira Sans Extra Condensed Medium"/>
              </a:rPr>
              <a:t> +20%</a:t>
            </a:r>
            <a:endParaRPr sz="1800" b="1" dirty="0">
              <a:solidFill>
                <a:srgbClr val="00B050"/>
              </a:solidFill>
              <a:latin typeface="Fira Sans Extra Condensed Medium"/>
              <a:ea typeface="Fira Sans Extra Condensed Medium"/>
              <a:cs typeface="Fira Sans Extra Condensed Medium"/>
              <a:sym typeface="Fira Sans Extra Condensed Medium"/>
            </a:endParaRPr>
          </a:p>
        </p:txBody>
      </p:sp>
      <p:sp>
        <p:nvSpPr>
          <p:cNvPr id="16" name="Google Shape;663;p24">
            <a:extLst>
              <a:ext uri="{FF2B5EF4-FFF2-40B4-BE49-F238E27FC236}">
                <a16:creationId xmlns:a16="http://schemas.microsoft.com/office/drawing/2014/main" id="{597337F5-62B1-03A7-4EC3-D7DFCAF62A7A}"/>
              </a:ext>
            </a:extLst>
          </p:cNvPr>
          <p:cNvSpPr txBox="1"/>
          <p:nvPr/>
        </p:nvSpPr>
        <p:spPr>
          <a:xfrm>
            <a:off x="3773063" y="1375050"/>
            <a:ext cx="3936857" cy="461964"/>
          </a:xfrm>
          <a:prstGeom prst="rect">
            <a:avLst/>
          </a:prstGeom>
          <a:noFill/>
          <a:ln>
            <a:noFill/>
          </a:ln>
        </p:spPr>
        <p:txBody>
          <a:bodyPr spcFirstLastPara="1" wrap="square" lIns="121900" tIns="121900" rIns="121900" bIns="121900" anchor="ctr" anchorCtr="0">
            <a:noAutofit/>
          </a:bodyPr>
          <a:lstStyle/>
          <a:p>
            <a:r>
              <a:rPr lang="en" sz="1800" dirty="0">
                <a:solidFill>
                  <a:schemeClr val="accent6">
                    <a:lumMod val="50000"/>
                  </a:schemeClr>
                </a:solidFill>
                <a:latin typeface="Fira Sans Extra Condensed Medium"/>
                <a:ea typeface="Fira Sans Extra Condensed Medium"/>
                <a:cs typeface="Fira Sans Extra Condensed Medium"/>
                <a:sym typeface="Fira Sans Extra Condensed Medium"/>
              </a:rPr>
              <a:t>Asia</a:t>
            </a:r>
          </a:p>
          <a:p>
            <a:r>
              <a:rPr lang="en" sz="1800" dirty="0">
                <a:solidFill>
                  <a:schemeClr val="accent6">
                    <a:lumMod val="50000"/>
                  </a:schemeClr>
                </a:solidFill>
                <a:latin typeface="Fira Sans Extra Condensed Medium"/>
                <a:ea typeface="Fira Sans Extra Condensed Medium"/>
                <a:cs typeface="Fira Sans Extra Condensed Medium"/>
                <a:sym typeface="Fira Sans Extra Condensed Medium"/>
              </a:rPr>
              <a:t>Value: USD 45 M </a:t>
            </a:r>
            <a:r>
              <a:rPr lang="en-US" sz="1800" dirty="0">
                <a:solidFill>
                  <a:schemeClr val="accent6">
                    <a:lumMod val="50000"/>
                  </a:schemeClr>
                </a:solidFill>
                <a:latin typeface="Fira Sans Extra Condensed Medium"/>
                <a:ea typeface="Fira Sans Extra Condensed Medium"/>
                <a:cs typeface="Fira Sans Extra Condensed Medium"/>
                <a:sym typeface="Fira Sans Extra Condensed Medium"/>
              </a:rPr>
              <a:t>YoY growth </a:t>
            </a:r>
            <a:r>
              <a:rPr lang="en" sz="1800" dirty="0">
                <a:solidFill>
                  <a:schemeClr val="accent6">
                    <a:lumMod val="50000"/>
                  </a:schemeClr>
                </a:solidFill>
                <a:latin typeface="Fira Sans Extra Condensed Medium"/>
                <a:ea typeface="Fira Sans Extra Condensed Medium"/>
                <a:cs typeface="Fira Sans Extra Condensed Medium"/>
                <a:sym typeface="Fira Sans Extra Condensed Medium"/>
              </a:rPr>
              <a:t>:</a:t>
            </a:r>
            <a:r>
              <a:rPr lang="en" sz="1800" b="1" dirty="0">
                <a:solidFill>
                  <a:srgbClr val="00B050"/>
                </a:solidFill>
                <a:latin typeface="Fira Sans Extra Condensed Medium"/>
                <a:ea typeface="Fira Sans Extra Condensed Medium"/>
                <a:cs typeface="Fira Sans Extra Condensed Medium"/>
                <a:sym typeface="Fira Sans Extra Condensed Medium"/>
              </a:rPr>
              <a:t>+20%</a:t>
            </a:r>
            <a:endParaRPr sz="1800" b="1" dirty="0">
              <a:solidFill>
                <a:srgbClr val="00B050"/>
              </a:solidFill>
              <a:latin typeface="Fira Sans Extra Condensed Medium"/>
              <a:ea typeface="Fira Sans Extra Condensed Medium"/>
              <a:cs typeface="Fira Sans Extra Condensed Medium"/>
              <a:sym typeface="Fira Sans Extra Condensed Medium"/>
            </a:endParaRPr>
          </a:p>
        </p:txBody>
      </p:sp>
      <p:sp>
        <p:nvSpPr>
          <p:cNvPr id="17" name="Google Shape;663;p24">
            <a:extLst>
              <a:ext uri="{FF2B5EF4-FFF2-40B4-BE49-F238E27FC236}">
                <a16:creationId xmlns:a16="http://schemas.microsoft.com/office/drawing/2014/main" id="{F9D83768-9106-547B-82E7-028227622BAA}"/>
              </a:ext>
            </a:extLst>
          </p:cNvPr>
          <p:cNvSpPr txBox="1"/>
          <p:nvPr/>
        </p:nvSpPr>
        <p:spPr>
          <a:xfrm>
            <a:off x="5181530" y="3406309"/>
            <a:ext cx="4110433" cy="461964"/>
          </a:xfrm>
          <a:prstGeom prst="rect">
            <a:avLst/>
          </a:prstGeom>
          <a:noFill/>
          <a:ln>
            <a:noFill/>
          </a:ln>
        </p:spPr>
        <p:txBody>
          <a:bodyPr spcFirstLastPara="1" wrap="square" lIns="121900" tIns="121900" rIns="121900" bIns="121900" anchor="ctr" anchorCtr="0">
            <a:noAutofit/>
          </a:bodyPr>
          <a:lstStyle/>
          <a:p>
            <a:r>
              <a:rPr lang="en" sz="1800" dirty="0">
                <a:solidFill>
                  <a:schemeClr val="bg2">
                    <a:lumMod val="50000"/>
                  </a:schemeClr>
                </a:solidFill>
                <a:latin typeface="Fira Sans Extra Condensed Medium"/>
                <a:ea typeface="Fira Sans Extra Condensed Medium"/>
                <a:cs typeface="Fira Sans Extra Condensed Medium"/>
                <a:sym typeface="Fira Sans Extra Condensed Medium"/>
              </a:rPr>
              <a:t>EAC</a:t>
            </a:r>
          </a:p>
          <a:p>
            <a:r>
              <a:rPr lang="en" sz="1800" dirty="0">
                <a:solidFill>
                  <a:schemeClr val="bg2">
                    <a:lumMod val="50000"/>
                  </a:schemeClr>
                </a:solidFill>
                <a:latin typeface="Fira Sans Extra Condensed Medium"/>
                <a:ea typeface="Fira Sans Extra Condensed Medium"/>
                <a:cs typeface="Fira Sans Extra Condensed Medium"/>
                <a:sym typeface="Fira Sans Extra Condensed Medium"/>
              </a:rPr>
              <a:t>Value: USD 73  M    </a:t>
            </a:r>
            <a:r>
              <a:rPr lang="en-US" sz="1800" dirty="0">
                <a:solidFill>
                  <a:schemeClr val="bg2">
                    <a:lumMod val="50000"/>
                  </a:schemeClr>
                </a:solidFill>
                <a:latin typeface="Fira Sans Extra Condensed Medium"/>
                <a:ea typeface="Fira Sans Extra Condensed Medium"/>
                <a:cs typeface="Fira Sans Extra Condensed Medium"/>
                <a:sym typeface="Fira Sans Extra Condensed Medium"/>
              </a:rPr>
              <a:t>YoY growth </a:t>
            </a:r>
            <a:r>
              <a:rPr lang="en" sz="1800" dirty="0">
                <a:solidFill>
                  <a:schemeClr val="bg2">
                    <a:lumMod val="50000"/>
                  </a:schemeClr>
                </a:solidFill>
                <a:latin typeface="Fira Sans Extra Condensed Medium"/>
                <a:ea typeface="Fira Sans Extra Condensed Medium"/>
                <a:cs typeface="Fira Sans Extra Condensed Medium"/>
                <a:sym typeface="Fira Sans Extra Condensed Medium"/>
              </a:rPr>
              <a:t>:</a:t>
            </a:r>
            <a:r>
              <a:rPr lang="en" sz="1800" b="1" dirty="0">
                <a:solidFill>
                  <a:srgbClr val="FF0000"/>
                </a:solidFill>
                <a:latin typeface="Fira Sans Extra Condensed Medium"/>
                <a:ea typeface="Fira Sans Extra Condensed Medium"/>
                <a:cs typeface="Fira Sans Extra Condensed Medium"/>
                <a:sym typeface="Fira Sans Extra Condensed Medium"/>
              </a:rPr>
              <a:t> </a:t>
            </a:r>
            <a:r>
              <a:rPr lang="en" sz="1800" b="1" dirty="0">
                <a:solidFill>
                  <a:srgbClr val="00B050"/>
                </a:solidFill>
                <a:latin typeface="Fira Sans Extra Condensed Medium"/>
                <a:ea typeface="Fira Sans Extra Condensed Medium"/>
                <a:cs typeface="Fira Sans Extra Condensed Medium"/>
                <a:sym typeface="Fira Sans Extra Condensed Medium"/>
              </a:rPr>
              <a:t>+32%</a:t>
            </a:r>
            <a:endParaRPr sz="1800" b="1" dirty="0">
              <a:solidFill>
                <a:srgbClr val="00B050"/>
              </a:solidFill>
              <a:latin typeface="Fira Sans Extra Condensed Medium"/>
              <a:ea typeface="Fira Sans Extra Condensed Medium"/>
              <a:cs typeface="Fira Sans Extra Condensed Medium"/>
              <a:sym typeface="Fira Sans Extra Condensed Medium"/>
            </a:endParaRPr>
          </a:p>
        </p:txBody>
      </p:sp>
      <p:sp>
        <p:nvSpPr>
          <p:cNvPr id="18" name="Google Shape;663;p24">
            <a:extLst>
              <a:ext uri="{FF2B5EF4-FFF2-40B4-BE49-F238E27FC236}">
                <a16:creationId xmlns:a16="http://schemas.microsoft.com/office/drawing/2014/main" id="{DCD5709B-7FC5-58A6-8625-261F89BF6FAC}"/>
              </a:ext>
            </a:extLst>
          </p:cNvPr>
          <p:cNvSpPr txBox="1"/>
          <p:nvPr/>
        </p:nvSpPr>
        <p:spPr>
          <a:xfrm>
            <a:off x="4402319" y="2036479"/>
            <a:ext cx="4059407" cy="461964"/>
          </a:xfrm>
          <a:prstGeom prst="rect">
            <a:avLst/>
          </a:prstGeom>
          <a:noFill/>
          <a:ln>
            <a:noFill/>
          </a:ln>
        </p:spPr>
        <p:txBody>
          <a:bodyPr spcFirstLastPara="1" wrap="square" lIns="121900" tIns="121900" rIns="121900" bIns="121900" anchor="ctr" anchorCtr="0">
            <a:noAutofit/>
          </a:bodyPr>
          <a:lstStyle/>
          <a:p>
            <a:r>
              <a:rPr lang="en" sz="1800" dirty="0">
                <a:solidFill>
                  <a:schemeClr val="accent2">
                    <a:lumMod val="60000"/>
                    <a:lumOff val="40000"/>
                  </a:schemeClr>
                </a:solidFill>
                <a:latin typeface="Fira Sans Extra Condensed Medium"/>
                <a:ea typeface="Fira Sans Extra Condensed Medium"/>
                <a:cs typeface="Fira Sans Extra Condensed Medium"/>
                <a:sym typeface="Fira Sans Extra Condensed Medium"/>
              </a:rPr>
              <a:t>R</a:t>
            </a:r>
            <a:r>
              <a:rPr lang="en-US" sz="1800" dirty="0">
                <a:solidFill>
                  <a:schemeClr val="accent2">
                    <a:lumMod val="60000"/>
                    <a:lumOff val="40000"/>
                  </a:schemeClr>
                </a:solidFill>
                <a:latin typeface="Fira Sans Extra Condensed Medium"/>
                <a:ea typeface="Fira Sans Extra Condensed Medium"/>
                <a:cs typeface="Fira Sans Extra Condensed Medium"/>
                <a:sym typeface="Fira Sans Extra Condensed Medium"/>
              </a:rPr>
              <a:t>e</a:t>
            </a:r>
            <a:r>
              <a:rPr lang="en" sz="1800" dirty="0" err="1">
                <a:solidFill>
                  <a:schemeClr val="accent2">
                    <a:lumMod val="60000"/>
                    <a:lumOff val="40000"/>
                  </a:schemeClr>
                </a:solidFill>
                <a:latin typeface="Fira Sans Extra Condensed Medium"/>
                <a:ea typeface="Fira Sans Extra Condensed Medium"/>
                <a:cs typeface="Fira Sans Extra Condensed Medium"/>
                <a:sym typeface="Fira Sans Extra Condensed Medium"/>
              </a:rPr>
              <a:t>st</a:t>
            </a:r>
            <a:r>
              <a:rPr lang="en" sz="1800" dirty="0">
                <a:solidFill>
                  <a:schemeClr val="accent2">
                    <a:lumMod val="60000"/>
                    <a:lumOff val="40000"/>
                  </a:schemeClr>
                </a:solidFill>
                <a:latin typeface="Fira Sans Extra Condensed Medium"/>
                <a:ea typeface="Fira Sans Extra Condensed Medium"/>
                <a:cs typeface="Fira Sans Extra Condensed Medium"/>
                <a:sym typeface="Fira Sans Extra Condensed Medium"/>
              </a:rPr>
              <a:t> of Africa</a:t>
            </a:r>
          </a:p>
          <a:p>
            <a:r>
              <a:rPr lang="en" sz="1800" dirty="0">
                <a:solidFill>
                  <a:schemeClr val="accent2">
                    <a:lumMod val="60000"/>
                    <a:lumOff val="40000"/>
                  </a:schemeClr>
                </a:solidFill>
                <a:latin typeface="Fira Sans Extra Condensed Medium"/>
                <a:ea typeface="Fira Sans Extra Condensed Medium"/>
                <a:cs typeface="Fira Sans Extra Condensed Medium"/>
                <a:sym typeface="Fira Sans Extra Condensed Medium"/>
              </a:rPr>
              <a:t>Value: USD 106 M  </a:t>
            </a:r>
            <a:r>
              <a:rPr lang="en-US" sz="1800" dirty="0">
                <a:solidFill>
                  <a:schemeClr val="accent2">
                    <a:lumMod val="60000"/>
                    <a:lumOff val="40000"/>
                  </a:schemeClr>
                </a:solidFill>
                <a:latin typeface="Fira Sans Extra Condensed Medium"/>
                <a:ea typeface="Fira Sans Extra Condensed Medium"/>
                <a:cs typeface="Fira Sans Extra Condensed Medium"/>
                <a:sym typeface="Fira Sans Extra Condensed Medium"/>
              </a:rPr>
              <a:t>YoY growth </a:t>
            </a:r>
            <a:r>
              <a:rPr lang="en" sz="1800" dirty="0">
                <a:solidFill>
                  <a:schemeClr val="accent2">
                    <a:lumMod val="60000"/>
                    <a:lumOff val="40000"/>
                  </a:schemeClr>
                </a:solidFill>
                <a:latin typeface="Fira Sans Extra Condensed Medium"/>
                <a:ea typeface="Fira Sans Extra Condensed Medium"/>
                <a:cs typeface="Fira Sans Extra Condensed Medium"/>
                <a:sym typeface="Fira Sans Extra Condensed Medium"/>
              </a:rPr>
              <a:t>: </a:t>
            </a:r>
            <a:r>
              <a:rPr lang="en" sz="1800" b="1" dirty="0">
                <a:solidFill>
                  <a:srgbClr val="FF0000"/>
                </a:solidFill>
                <a:latin typeface="Fira Sans Extra Condensed Medium"/>
                <a:ea typeface="Fira Sans Extra Condensed Medium"/>
                <a:cs typeface="Fira Sans Extra Condensed Medium"/>
                <a:sym typeface="Fira Sans Extra Condensed Medium"/>
              </a:rPr>
              <a:t>-13%</a:t>
            </a:r>
            <a:endParaRPr sz="1800" b="1" dirty="0">
              <a:solidFill>
                <a:srgbClr val="FF0000"/>
              </a:solidFill>
              <a:latin typeface="Fira Sans Extra Condensed Medium"/>
              <a:ea typeface="Fira Sans Extra Condensed Medium"/>
              <a:cs typeface="Fira Sans Extra Condensed Medium"/>
              <a:sym typeface="Fira Sans Extra Condensed Medium"/>
            </a:endParaRPr>
          </a:p>
        </p:txBody>
      </p:sp>
      <p:sp>
        <p:nvSpPr>
          <p:cNvPr id="19" name="Google Shape;663;p24">
            <a:extLst>
              <a:ext uri="{FF2B5EF4-FFF2-40B4-BE49-F238E27FC236}">
                <a16:creationId xmlns:a16="http://schemas.microsoft.com/office/drawing/2014/main" id="{EB847812-7891-0741-3F3A-98E65F05617C}"/>
              </a:ext>
            </a:extLst>
          </p:cNvPr>
          <p:cNvSpPr txBox="1"/>
          <p:nvPr/>
        </p:nvSpPr>
        <p:spPr>
          <a:xfrm>
            <a:off x="4809373" y="2721394"/>
            <a:ext cx="4209365" cy="461964"/>
          </a:xfrm>
          <a:prstGeom prst="rect">
            <a:avLst/>
          </a:prstGeom>
          <a:noFill/>
          <a:ln>
            <a:noFill/>
          </a:ln>
        </p:spPr>
        <p:txBody>
          <a:bodyPr spcFirstLastPara="1" wrap="square" lIns="121900" tIns="121900" rIns="121900" bIns="121900" anchor="ctr" anchorCtr="0">
            <a:noAutofit/>
          </a:bodyPr>
          <a:lstStyle/>
          <a:p>
            <a:r>
              <a:rPr lang="en" sz="1800" dirty="0">
                <a:solidFill>
                  <a:schemeClr val="tx1"/>
                </a:solidFill>
                <a:latin typeface="Fira Sans Extra Condensed Medium"/>
                <a:ea typeface="Fira Sans Extra Condensed Medium"/>
                <a:cs typeface="Fira Sans Extra Condensed Medium"/>
                <a:sym typeface="Fira Sans Extra Condensed Medium"/>
              </a:rPr>
              <a:t>Europe</a:t>
            </a:r>
            <a:endParaRPr lang="en-US" sz="1800" dirty="0">
              <a:solidFill>
                <a:schemeClr val="tx1"/>
              </a:solidFill>
              <a:latin typeface="Fira Sans Extra Condensed Medium"/>
              <a:ea typeface="Fira Sans Extra Condensed Medium"/>
              <a:cs typeface="Fira Sans Extra Condensed Medium"/>
              <a:sym typeface="Fira Sans Extra Condensed Medium"/>
            </a:endParaRPr>
          </a:p>
          <a:p>
            <a:r>
              <a:rPr lang="en" sz="1800" dirty="0">
                <a:solidFill>
                  <a:schemeClr val="tx1"/>
                </a:solidFill>
                <a:latin typeface="Fira Sans Extra Condensed Medium"/>
                <a:ea typeface="Fira Sans Extra Condensed Medium"/>
                <a:cs typeface="Fira Sans Extra Condensed Medium"/>
                <a:sym typeface="Fira Sans Extra Condensed Medium"/>
              </a:rPr>
              <a:t>Value: USD 122 M  </a:t>
            </a:r>
            <a:r>
              <a:rPr lang="en-US" sz="1800" dirty="0">
                <a:solidFill>
                  <a:schemeClr val="tx1"/>
                </a:solidFill>
                <a:latin typeface="Fira Sans Extra Condensed Medium"/>
                <a:ea typeface="Fira Sans Extra Condensed Medium"/>
                <a:cs typeface="Fira Sans Extra Condensed Medium"/>
                <a:sym typeface="Fira Sans Extra Condensed Medium"/>
              </a:rPr>
              <a:t>YoY growth</a:t>
            </a:r>
            <a:r>
              <a:rPr lang="en-US" sz="1800" dirty="0">
                <a:solidFill>
                  <a:srgbClr val="FFC000"/>
                </a:solidFill>
                <a:latin typeface="Fira Sans Extra Condensed Medium"/>
                <a:ea typeface="Fira Sans Extra Condensed Medium"/>
                <a:cs typeface="Fira Sans Extra Condensed Medium"/>
                <a:sym typeface="Fira Sans Extra Condensed Medium"/>
              </a:rPr>
              <a:t> : </a:t>
            </a:r>
            <a:r>
              <a:rPr lang="en-US" sz="1800" b="1" dirty="0">
                <a:solidFill>
                  <a:srgbClr val="00B050"/>
                </a:solidFill>
                <a:latin typeface="Fira Sans Extra Condensed Medium"/>
                <a:ea typeface="Fira Sans Extra Condensed Medium"/>
                <a:cs typeface="Fira Sans Extra Condensed Medium"/>
                <a:sym typeface="Fira Sans Extra Condensed Medium"/>
              </a:rPr>
              <a:t>+2%</a:t>
            </a:r>
          </a:p>
        </p:txBody>
      </p:sp>
      <p:sp>
        <p:nvSpPr>
          <p:cNvPr id="20" name="Google Shape;663;p24">
            <a:extLst>
              <a:ext uri="{FF2B5EF4-FFF2-40B4-BE49-F238E27FC236}">
                <a16:creationId xmlns:a16="http://schemas.microsoft.com/office/drawing/2014/main" id="{9ADB5E8F-B9F3-24D5-B833-4189DF500EED}"/>
              </a:ext>
            </a:extLst>
          </p:cNvPr>
          <p:cNvSpPr txBox="1"/>
          <p:nvPr/>
        </p:nvSpPr>
        <p:spPr>
          <a:xfrm>
            <a:off x="6002345" y="4143111"/>
            <a:ext cx="4110433" cy="461964"/>
          </a:xfrm>
          <a:prstGeom prst="rect">
            <a:avLst/>
          </a:prstGeom>
          <a:noFill/>
          <a:ln>
            <a:noFill/>
          </a:ln>
        </p:spPr>
        <p:txBody>
          <a:bodyPr spcFirstLastPara="1" wrap="square" lIns="121900" tIns="121900" rIns="121900" bIns="121900" anchor="ctr" anchorCtr="0">
            <a:noAutofit/>
          </a:bodyPr>
          <a:lstStyle/>
          <a:p>
            <a:r>
              <a:rPr lang="en" sz="1800" dirty="0">
                <a:solidFill>
                  <a:schemeClr val="accent5">
                    <a:lumMod val="50000"/>
                  </a:schemeClr>
                </a:solidFill>
                <a:latin typeface="Fira Sans Extra Condensed Medium"/>
                <a:ea typeface="Fira Sans Extra Condensed Medium"/>
                <a:cs typeface="Fira Sans Extra Condensed Medium"/>
                <a:sym typeface="Fira Sans Extra Condensed Medium"/>
              </a:rPr>
              <a:t>North America</a:t>
            </a:r>
          </a:p>
          <a:p>
            <a:r>
              <a:rPr lang="en" sz="1800" dirty="0">
                <a:solidFill>
                  <a:schemeClr val="accent5">
                    <a:lumMod val="50000"/>
                  </a:schemeClr>
                </a:solidFill>
                <a:latin typeface="Fira Sans Extra Condensed Medium"/>
                <a:ea typeface="Fira Sans Extra Condensed Medium"/>
                <a:cs typeface="Fira Sans Extra Condensed Medium"/>
                <a:sym typeface="Fira Sans Extra Condensed Medium"/>
              </a:rPr>
              <a:t>Value: USD 216 M   </a:t>
            </a:r>
            <a:r>
              <a:rPr lang="en-US" sz="1800" dirty="0">
                <a:solidFill>
                  <a:schemeClr val="accent5">
                    <a:lumMod val="50000"/>
                  </a:schemeClr>
                </a:solidFill>
                <a:latin typeface="Fira Sans Extra Condensed Medium"/>
                <a:ea typeface="Fira Sans Extra Condensed Medium"/>
                <a:cs typeface="Fira Sans Extra Condensed Medium"/>
                <a:sym typeface="Fira Sans Extra Condensed Medium"/>
              </a:rPr>
              <a:t>YoY growth </a:t>
            </a:r>
            <a:r>
              <a:rPr lang="en" sz="1800" dirty="0">
                <a:solidFill>
                  <a:schemeClr val="accent5">
                    <a:lumMod val="50000"/>
                  </a:schemeClr>
                </a:solidFill>
                <a:latin typeface="Fira Sans Extra Condensed Medium"/>
                <a:ea typeface="Fira Sans Extra Condensed Medium"/>
                <a:cs typeface="Fira Sans Extra Condensed Medium"/>
                <a:sym typeface="Fira Sans Extra Condensed Medium"/>
              </a:rPr>
              <a:t>:</a:t>
            </a:r>
            <a:r>
              <a:rPr lang="en" sz="1800" b="1" dirty="0">
                <a:solidFill>
                  <a:srgbClr val="FF0000"/>
                </a:solidFill>
                <a:latin typeface="Fira Sans Extra Condensed Medium"/>
                <a:ea typeface="Fira Sans Extra Condensed Medium"/>
                <a:cs typeface="Fira Sans Extra Condensed Medium"/>
                <a:sym typeface="Fira Sans Extra Condensed Medium"/>
              </a:rPr>
              <a:t> </a:t>
            </a:r>
            <a:r>
              <a:rPr lang="en" sz="1800" b="1" dirty="0">
                <a:solidFill>
                  <a:srgbClr val="00B050"/>
                </a:solidFill>
                <a:latin typeface="Fira Sans Extra Condensed Medium"/>
                <a:ea typeface="Fira Sans Extra Condensed Medium"/>
                <a:cs typeface="Fira Sans Extra Condensed Medium"/>
                <a:sym typeface="Fira Sans Extra Condensed Medium"/>
              </a:rPr>
              <a:t>+11%</a:t>
            </a:r>
            <a:endParaRPr sz="1800" b="1" dirty="0">
              <a:solidFill>
                <a:srgbClr val="00B050"/>
              </a:solidFill>
              <a:latin typeface="Fira Sans Extra Condensed Medium"/>
              <a:ea typeface="Fira Sans Extra Condensed Medium"/>
              <a:cs typeface="Fira Sans Extra Condensed Medium"/>
              <a:sym typeface="Fira Sans Extra Condensed Medium"/>
            </a:endParaRPr>
          </a:p>
        </p:txBody>
      </p:sp>
      <p:sp>
        <p:nvSpPr>
          <p:cNvPr id="3" name="TextBox 2">
            <a:extLst>
              <a:ext uri="{FF2B5EF4-FFF2-40B4-BE49-F238E27FC236}">
                <a16:creationId xmlns:a16="http://schemas.microsoft.com/office/drawing/2014/main" id="{110D013D-5FFA-BFB8-FD5D-28A9DFACF663}"/>
              </a:ext>
            </a:extLst>
          </p:cNvPr>
          <p:cNvSpPr txBox="1"/>
          <p:nvPr/>
        </p:nvSpPr>
        <p:spPr>
          <a:xfrm>
            <a:off x="2953701" y="882921"/>
            <a:ext cx="615142" cy="338554"/>
          </a:xfrm>
          <a:prstGeom prst="rect">
            <a:avLst/>
          </a:prstGeom>
          <a:noFill/>
        </p:spPr>
        <p:txBody>
          <a:bodyPr wrap="square" rtlCol="0">
            <a:spAutoFit/>
          </a:bodyPr>
          <a:lstStyle/>
          <a:p>
            <a:r>
              <a:rPr lang="en-US" sz="1600" dirty="0">
                <a:solidFill>
                  <a:schemeClr val="bg1"/>
                </a:solidFill>
              </a:rPr>
              <a:t>5%</a:t>
            </a:r>
          </a:p>
        </p:txBody>
      </p:sp>
      <p:sp>
        <p:nvSpPr>
          <p:cNvPr id="4" name="TextBox 3">
            <a:extLst>
              <a:ext uri="{FF2B5EF4-FFF2-40B4-BE49-F238E27FC236}">
                <a16:creationId xmlns:a16="http://schemas.microsoft.com/office/drawing/2014/main" id="{4C30BD65-674E-AD63-20F5-C1D92B2457A2}"/>
              </a:ext>
            </a:extLst>
          </p:cNvPr>
          <p:cNvSpPr txBox="1"/>
          <p:nvPr/>
        </p:nvSpPr>
        <p:spPr>
          <a:xfrm>
            <a:off x="2778040" y="1569771"/>
            <a:ext cx="615141" cy="369332"/>
          </a:xfrm>
          <a:prstGeom prst="rect">
            <a:avLst/>
          </a:prstGeom>
          <a:noFill/>
        </p:spPr>
        <p:txBody>
          <a:bodyPr wrap="square" rtlCol="0">
            <a:spAutoFit/>
          </a:bodyPr>
          <a:lstStyle/>
          <a:p>
            <a:r>
              <a:rPr lang="en-US" sz="1800" dirty="0">
                <a:solidFill>
                  <a:schemeClr val="bg1"/>
                </a:solidFill>
              </a:rPr>
              <a:t>8%</a:t>
            </a:r>
          </a:p>
        </p:txBody>
      </p:sp>
      <p:sp>
        <p:nvSpPr>
          <p:cNvPr id="7" name="TextBox 6">
            <a:extLst>
              <a:ext uri="{FF2B5EF4-FFF2-40B4-BE49-F238E27FC236}">
                <a16:creationId xmlns:a16="http://schemas.microsoft.com/office/drawing/2014/main" id="{B370EE9B-C742-B156-556D-668B3ED7B62C}"/>
              </a:ext>
            </a:extLst>
          </p:cNvPr>
          <p:cNvSpPr txBox="1"/>
          <p:nvPr/>
        </p:nvSpPr>
        <p:spPr>
          <a:xfrm>
            <a:off x="2579018" y="2290510"/>
            <a:ext cx="1151257" cy="400110"/>
          </a:xfrm>
          <a:prstGeom prst="rect">
            <a:avLst/>
          </a:prstGeom>
          <a:noFill/>
        </p:spPr>
        <p:txBody>
          <a:bodyPr wrap="square" rtlCol="0">
            <a:spAutoFit/>
          </a:bodyPr>
          <a:lstStyle/>
          <a:p>
            <a:r>
              <a:rPr lang="en-US" sz="2000" dirty="0">
                <a:solidFill>
                  <a:schemeClr val="bg1"/>
                </a:solidFill>
              </a:rPr>
              <a:t>18%</a:t>
            </a:r>
          </a:p>
        </p:txBody>
      </p:sp>
      <p:sp>
        <p:nvSpPr>
          <p:cNvPr id="8" name="TextBox 7">
            <a:extLst>
              <a:ext uri="{FF2B5EF4-FFF2-40B4-BE49-F238E27FC236}">
                <a16:creationId xmlns:a16="http://schemas.microsoft.com/office/drawing/2014/main" id="{1F8E08D0-558C-DC52-46EC-9C67D272C99F}"/>
              </a:ext>
            </a:extLst>
          </p:cNvPr>
          <p:cNvSpPr txBox="1"/>
          <p:nvPr/>
        </p:nvSpPr>
        <p:spPr>
          <a:xfrm>
            <a:off x="2660073" y="2928650"/>
            <a:ext cx="908770" cy="400110"/>
          </a:xfrm>
          <a:prstGeom prst="rect">
            <a:avLst/>
          </a:prstGeom>
          <a:noFill/>
        </p:spPr>
        <p:txBody>
          <a:bodyPr wrap="square" rtlCol="0">
            <a:spAutoFit/>
          </a:bodyPr>
          <a:lstStyle/>
          <a:p>
            <a:r>
              <a:rPr lang="en-US" sz="2000" dirty="0">
                <a:solidFill>
                  <a:schemeClr val="bg1"/>
                </a:solidFill>
              </a:rPr>
              <a:t>21%</a:t>
            </a:r>
          </a:p>
        </p:txBody>
      </p:sp>
      <p:sp>
        <p:nvSpPr>
          <p:cNvPr id="9" name="TextBox 8">
            <a:extLst>
              <a:ext uri="{FF2B5EF4-FFF2-40B4-BE49-F238E27FC236}">
                <a16:creationId xmlns:a16="http://schemas.microsoft.com/office/drawing/2014/main" id="{9F10232A-C8A7-9524-4DE4-64FF5D565AAE}"/>
              </a:ext>
            </a:extLst>
          </p:cNvPr>
          <p:cNvSpPr txBox="1"/>
          <p:nvPr/>
        </p:nvSpPr>
        <p:spPr>
          <a:xfrm>
            <a:off x="2579019" y="3707360"/>
            <a:ext cx="1634434" cy="400110"/>
          </a:xfrm>
          <a:prstGeom prst="rect">
            <a:avLst/>
          </a:prstGeom>
          <a:noFill/>
        </p:spPr>
        <p:txBody>
          <a:bodyPr wrap="square" rtlCol="0">
            <a:spAutoFit/>
          </a:bodyPr>
          <a:lstStyle/>
          <a:p>
            <a:r>
              <a:rPr lang="en-US" sz="2000" dirty="0">
                <a:solidFill>
                  <a:schemeClr val="bg1"/>
                </a:solidFill>
              </a:rPr>
              <a:t>12%</a:t>
            </a:r>
          </a:p>
        </p:txBody>
      </p:sp>
      <p:sp>
        <p:nvSpPr>
          <p:cNvPr id="11" name="TextBox 10">
            <a:extLst>
              <a:ext uri="{FF2B5EF4-FFF2-40B4-BE49-F238E27FC236}">
                <a16:creationId xmlns:a16="http://schemas.microsoft.com/office/drawing/2014/main" id="{5A8724A9-45B6-75AC-DF7A-9062BAF43A54}"/>
              </a:ext>
            </a:extLst>
          </p:cNvPr>
          <p:cNvSpPr txBox="1"/>
          <p:nvPr/>
        </p:nvSpPr>
        <p:spPr>
          <a:xfrm>
            <a:off x="2953701" y="4392276"/>
            <a:ext cx="1230284" cy="400110"/>
          </a:xfrm>
          <a:prstGeom prst="rect">
            <a:avLst/>
          </a:prstGeom>
          <a:noFill/>
        </p:spPr>
        <p:txBody>
          <a:bodyPr wrap="square" rtlCol="0">
            <a:spAutoFit/>
          </a:bodyPr>
          <a:lstStyle/>
          <a:p>
            <a:r>
              <a:rPr lang="en-US" sz="2000" dirty="0">
                <a:solidFill>
                  <a:schemeClr val="bg1"/>
                </a:solidFill>
              </a:rPr>
              <a:t>37%</a:t>
            </a:r>
          </a:p>
        </p:txBody>
      </p:sp>
      <p:graphicFrame>
        <p:nvGraphicFramePr>
          <p:cNvPr id="22" name="Chart 21">
            <a:extLst>
              <a:ext uri="{FF2B5EF4-FFF2-40B4-BE49-F238E27FC236}">
                <a16:creationId xmlns:a16="http://schemas.microsoft.com/office/drawing/2014/main" id="{18103FFC-770B-8760-6AA4-2FA34082D87A}"/>
              </a:ext>
            </a:extLst>
          </p:cNvPr>
          <p:cNvGraphicFramePr>
            <a:graphicFrameLocks/>
          </p:cNvGraphicFramePr>
          <p:nvPr>
            <p:extLst>
              <p:ext uri="{D42A27DB-BD31-4B8C-83A1-F6EECF244321}">
                <p14:modId xmlns:p14="http://schemas.microsoft.com/office/powerpoint/2010/main" val="3979304523"/>
              </p:ext>
            </p:extLst>
          </p:nvPr>
        </p:nvGraphicFramePr>
        <p:xfrm>
          <a:off x="1231900" y="4950523"/>
          <a:ext cx="6781800" cy="186781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6020447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4">
          <a:extLst>
            <a:ext uri="{FF2B5EF4-FFF2-40B4-BE49-F238E27FC236}">
              <a16:creationId xmlns:a16="http://schemas.microsoft.com/office/drawing/2014/main" id="{2787C629-93AD-51FD-8D4D-4EED3DDAE9F7}"/>
            </a:ext>
          </a:extLst>
        </p:cNvPr>
        <p:cNvGrpSpPr/>
        <p:nvPr/>
      </p:nvGrpSpPr>
      <p:grpSpPr>
        <a:xfrm>
          <a:off x="0" y="0"/>
          <a:ext cx="0" cy="0"/>
          <a:chOff x="0" y="0"/>
          <a:chExt cx="0" cy="0"/>
        </a:xfrm>
      </p:grpSpPr>
      <p:sp>
        <p:nvSpPr>
          <p:cNvPr id="2115" name="Google Shape;2115;p5">
            <a:extLst>
              <a:ext uri="{FF2B5EF4-FFF2-40B4-BE49-F238E27FC236}">
                <a16:creationId xmlns:a16="http://schemas.microsoft.com/office/drawing/2014/main" id="{A89323C8-37FD-212E-7DD5-6638D8352A07}"/>
              </a:ext>
            </a:extLst>
          </p:cNvPr>
          <p:cNvSpPr txBox="1">
            <a:spLocks noGrp="1"/>
          </p:cNvSpPr>
          <p:nvPr>
            <p:ph type="title"/>
          </p:nvPr>
        </p:nvSpPr>
        <p:spPr>
          <a:xfrm>
            <a:off x="630000" y="622800"/>
            <a:ext cx="10933350" cy="332399"/>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2"/>
              </a:buClr>
              <a:buSzPts val="2400"/>
              <a:buFont typeface="Trebuchet MS"/>
              <a:buNone/>
            </a:pPr>
            <a:r>
              <a:rPr lang="en-US" b="1" dirty="0"/>
              <a:t>2.4 Total Tourism Revenues by Market Segmentation: Jan – Dec 2025</a:t>
            </a:r>
            <a:endParaRPr b="1" dirty="0"/>
          </a:p>
        </p:txBody>
      </p:sp>
      <p:grpSp>
        <p:nvGrpSpPr>
          <p:cNvPr id="2116" name="Google Shape;2116;p5">
            <a:extLst>
              <a:ext uri="{FF2B5EF4-FFF2-40B4-BE49-F238E27FC236}">
                <a16:creationId xmlns:a16="http://schemas.microsoft.com/office/drawing/2014/main" id="{11B34F52-E2A3-091B-C85A-05D106BAC799}"/>
              </a:ext>
            </a:extLst>
          </p:cNvPr>
          <p:cNvGrpSpPr/>
          <p:nvPr/>
        </p:nvGrpSpPr>
        <p:grpSpPr>
          <a:xfrm>
            <a:off x="0" y="1233223"/>
            <a:ext cx="7630597" cy="3832963"/>
            <a:chOff x="1832768" y="1268759"/>
            <a:chExt cx="6240467" cy="3571946"/>
          </a:xfrm>
          <a:solidFill>
            <a:schemeClr val="accent5">
              <a:lumMod val="60000"/>
              <a:lumOff val="40000"/>
            </a:schemeClr>
          </a:solidFill>
        </p:grpSpPr>
        <p:sp>
          <p:nvSpPr>
            <p:cNvPr id="2117" name="Google Shape;2117;p5">
              <a:extLst>
                <a:ext uri="{FF2B5EF4-FFF2-40B4-BE49-F238E27FC236}">
                  <a16:creationId xmlns:a16="http://schemas.microsoft.com/office/drawing/2014/main" id="{81AF175D-6D23-4338-E8EC-92DF5F2D7E36}"/>
                </a:ext>
              </a:extLst>
            </p:cNvPr>
            <p:cNvSpPr/>
            <p:nvPr/>
          </p:nvSpPr>
          <p:spPr>
            <a:xfrm>
              <a:off x="7279480" y="4464397"/>
              <a:ext cx="63500" cy="68263"/>
            </a:xfrm>
            <a:custGeom>
              <a:avLst/>
              <a:gdLst/>
              <a:ahLst/>
              <a:cxnLst/>
              <a:rect l="l" t="t" r="r" b="b"/>
              <a:pathLst>
                <a:path w="201" h="216" extrusionOk="0">
                  <a:moveTo>
                    <a:pt x="2" y="0"/>
                  </a:moveTo>
                  <a:lnTo>
                    <a:pt x="4" y="4"/>
                  </a:lnTo>
                  <a:lnTo>
                    <a:pt x="13" y="6"/>
                  </a:lnTo>
                  <a:lnTo>
                    <a:pt x="20" y="11"/>
                  </a:lnTo>
                  <a:lnTo>
                    <a:pt x="26" y="7"/>
                  </a:lnTo>
                  <a:lnTo>
                    <a:pt x="30" y="7"/>
                  </a:lnTo>
                  <a:lnTo>
                    <a:pt x="43" y="13"/>
                  </a:lnTo>
                  <a:lnTo>
                    <a:pt x="68" y="32"/>
                  </a:lnTo>
                  <a:lnTo>
                    <a:pt x="100" y="36"/>
                  </a:lnTo>
                  <a:lnTo>
                    <a:pt x="105" y="36"/>
                  </a:lnTo>
                  <a:lnTo>
                    <a:pt x="116" y="28"/>
                  </a:lnTo>
                  <a:lnTo>
                    <a:pt x="127" y="23"/>
                  </a:lnTo>
                  <a:lnTo>
                    <a:pt x="137" y="24"/>
                  </a:lnTo>
                  <a:lnTo>
                    <a:pt x="148" y="22"/>
                  </a:lnTo>
                  <a:lnTo>
                    <a:pt x="159" y="11"/>
                  </a:lnTo>
                  <a:lnTo>
                    <a:pt x="165" y="13"/>
                  </a:lnTo>
                  <a:lnTo>
                    <a:pt x="172" y="16"/>
                  </a:lnTo>
                  <a:lnTo>
                    <a:pt x="176" y="7"/>
                  </a:lnTo>
                  <a:lnTo>
                    <a:pt x="185" y="11"/>
                  </a:lnTo>
                  <a:lnTo>
                    <a:pt x="193" y="22"/>
                  </a:lnTo>
                  <a:lnTo>
                    <a:pt x="197" y="44"/>
                  </a:lnTo>
                  <a:lnTo>
                    <a:pt x="198" y="54"/>
                  </a:lnTo>
                  <a:lnTo>
                    <a:pt x="196" y="65"/>
                  </a:lnTo>
                  <a:lnTo>
                    <a:pt x="196" y="85"/>
                  </a:lnTo>
                  <a:lnTo>
                    <a:pt x="198" y="103"/>
                  </a:lnTo>
                  <a:lnTo>
                    <a:pt x="201" y="109"/>
                  </a:lnTo>
                  <a:lnTo>
                    <a:pt x="198" y="122"/>
                  </a:lnTo>
                  <a:lnTo>
                    <a:pt x="198" y="112"/>
                  </a:lnTo>
                  <a:lnTo>
                    <a:pt x="197" y="102"/>
                  </a:lnTo>
                  <a:lnTo>
                    <a:pt x="194" y="94"/>
                  </a:lnTo>
                  <a:lnTo>
                    <a:pt x="192" y="101"/>
                  </a:lnTo>
                  <a:lnTo>
                    <a:pt x="182" y="119"/>
                  </a:lnTo>
                  <a:lnTo>
                    <a:pt x="182" y="134"/>
                  </a:lnTo>
                  <a:lnTo>
                    <a:pt x="177" y="135"/>
                  </a:lnTo>
                  <a:lnTo>
                    <a:pt x="177" y="153"/>
                  </a:lnTo>
                  <a:lnTo>
                    <a:pt x="172" y="157"/>
                  </a:lnTo>
                  <a:lnTo>
                    <a:pt x="166" y="157"/>
                  </a:lnTo>
                  <a:lnTo>
                    <a:pt x="156" y="155"/>
                  </a:lnTo>
                  <a:lnTo>
                    <a:pt x="154" y="158"/>
                  </a:lnTo>
                  <a:lnTo>
                    <a:pt x="154" y="167"/>
                  </a:lnTo>
                  <a:lnTo>
                    <a:pt x="150" y="176"/>
                  </a:lnTo>
                  <a:lnTo>
                    <a:pt x="143" y="179"/>
                  </a:lnTo>
                  <a:lnTo>
                    <a:pt x="140" y="190"/>
                  </a:lnTo>
                  <a:lnTo>
                    <a:pt x="137" y="184"/>
                  </a:lnTo>
                  <a:lnTo>
                    <a:pt x="131" y="182"/>
                  </a:lnTo>
                  <a:lnTo>
                    <a:pt x="127" y="187"/>
                  </a:lnTo>
                  <a:lnTo>
                    <a:pt x="124" y="198"/>
                  </a:lnTo>
                  <a:lnTo>
                    <a:pt x="124" y="206"/>
                  </a:lnTo>
                  <a:lnTo>
                    <a:pt x="117" y="215"/>
                  </a:lnTo>
                  <a:lnTo>
                    <a:pt x="111" y="216"/>
                  </a:lnTo>
                  <a:lnTo>
                    <a:pt x="105" y="211"/>
                  </a:lnTo>
                  <a:lnTo>
                    <a:pt x="99" y="209"/>
                  </a:lnTo>
                  <a:lnTo>
                    <a:pt x="94" y="212"/>
                  </a:lnTo>
                  <a:lnTo>
                    <a:pt x="83" y="208"/>
                  </a:lnTo>
                  <a:lnTo>
                    <a:pt x="73" y="208"/>
                  </a:lnTo>
                  <a:lnTo>
                    <a:pt x="69" y="201"/>
                  </a:lnTo>
                  <a:lnTo>
                    <a:pt x="77" y="200"/>
                  </a:lnTo>
                  <a:lnTo>
                    <a:pt x="80" y="193"/>
                  </a:lnTo>
                  <a:lnTo>
                    <a:pt x="70" y="193"/>
                  </a:lnTo>
                  <a:lnTo>
                    <a:pt x="62" y="188"/>
                  </a:lnTo>
                  <a:lnTo>
                    <a:pt x="49" y="165"/>
                  </a:lnTo>
                  <a:lnTo>
                    <a:pt x="41" y="157"/>
                  </a:lnTo>
                  <a:lnTo>
                    <a:pt x="37" y="151"/>
                  </a:lnTo>
                  <a:lnTo>
                    <a:pt x="25" y="107"/>
                  </a:lnTo>
                  <a:lnTo>
                    <a:pt x="37" y="129"/>
                  </a:lnTo>
                  <a:lnTo>
                    <a:pt x="45" y="118"/>
                  </a:lnTo>
                  <a:lnTo>
                    <a:pt x="37" y="113"/>
                  </a:lnTo>
                  <a:lnTo>
                    <a:pt x="25" y="92"/>
                  </a:lnTo>
                  <a:lnTo>
                    <a:pt x="0" y="39"/>
                  </a:lnTo>
                  <a:lnTo>
                    <a:pt x="2" y="24"/>
                  </a:lnTo>
                  <a:lnTo>
                    <a:pt x="2"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18" name="Google Shape;2118;p5">
              <a:extLst>
                <a:ext uri="{FF2B5EF4-FFF2-40B4-BE49-F238E27FC236}">
                  <a16:creationId xmlns:a16="http://schemas.microsoft.com/office/drawing/2014/main" id="{05632515-BFB3-A3F6-D22F-D291F9A6C59F}"/>
                </a:ext>
              </a:extLst>
            </p:cNvPr>
            <p:cNvSpPr/>
            <p:nvPr/>
          </p:nvSpPr>
          <p:spPr>
            <a:xfrm>
              <a:off x="6728617" y="3878609"/>
              <a:ext cx="704850" cy="550863"/>
            </a:xfrm>
            <a:custGeom>
              <a:avLst/>
              <a:gdLst/>
              <a:ahLst/>
              <a:cxnLst/>
              <a:rect l="l" t="t" r="r" b="b"/>
              <a:pathLst>
                <a:path w="2217" h="1736" extrusionOk="0">
                  <a:moveTo>
                    <a:pt x="43" y="634"/>
                  </a:moveTo>
                  <a:lnTo>
                    <a:pt x="49" y="629"/>
                  </a:lnTo>
                  <a:lnTo>
                    <a:pt x="48" y="645"/>
                  </a:lnTo>
                  <a:lnTo>
                    <a:pt x="48" y="647"/>
                  </a:lnTo>
                  <a:lnTo>
                    <a:pt x="45" y="651"/>
                  </a:lnTo>
                  <a:lnTo>
                    <a:pt x="44" y="656"/>
                  </a:lnTo>
                  <a:lnTo>
                    <a:pt x="48" y="658"/>
                  </a:lnTo>
                  <a:lnTo>
                    <a:pt x="46" y="666"/>
                  </a:lnTo>
                  <a:lnTo>
                    <a:pt x="45" y="671"/>
                  </a:lnTo>
                  <a:lnTo>
                    <a:pt x="50" y="673"/>
                  </a:lnTo>
                  <a:lnTo>
                    <a:pt x="59" y="666"/>
                  </a:lnTo>
                  <a:lnTo>
                    <a:pt x="62" y="652"/>
                  </a:lnTo>
                  <a:lnTo>
                    <a:pt x="72" y="636"/>
                  </a:lnTo>
                  <a:lnTo>
                    <a:pt x="80" y="633"/>
                  </a:lnTo>
                  <a:lnTo>
                    <a:pt x="87" y="628"/>
                  </a:lnTo>
                  <a:lnTo>
                    <a:pt x="94" y="626"/>
                  </a:lnTo>
                  <a:lnTo>
                    <a:pt x="102" y="620"/>
                  </a:lnTo>
                  <a:lnTo>
                    <a:pt x="120" y="617"/>
                  </a:lnTo>
                  <a:lnTo>
                    <a:pt x="125" y="608"/>
                  </a:lnTo>
                  <a:lnTo>
                    <a:pt x="132" y="601"/>
                  </a:lnTo>
                  <a:lnTo>
                    <a:pt x="140" y="596"/>
                  </a:lnTo>
                  <a:lnTo>
                    <a:pt x="146" y="586"/>
                  </a:lnTo>
                  <a:lnTo>
                    <a:pt x="161" y="580"/>
                  </a:lnTo>
                  <a:lnTo>
                    <a:pt x="167" y="575"/>
                  </a:lnTo>
                  <a:lnTo>
                    <a:pt x="174" y="571"/>
                  </a:lnTo>
                  <a:lnTo>
                    <a:pt x="191" y="559"/>
                  </a:lnTo>
                  <a:lnTo>
                    <a:pt x="195" y="558"/>
                  </a:lnTo>
                  <a:lnTo>
                    <a:pt x="198" y="560"/>
                  </a:lnTo>
                  <a:lnTo>
                    <a:pt x="214" y="561"/>
                  </a:lnTo>
                  <a:lnTo>
                    <a:pt x="222" y="564"/>
                  </a:lnTo>
                  <a:lnTo>
                    <a:pt x="232" y="565"/>
                  </a:lnTo>
                  <a:lnTo>
                    <a:pt x="241" y="564"/>
                  </a:lnTo>
                  <a:lnTo>
                    <a:pt x="249" y="561"/>
                  </a:lnTo>
                  <a:lnTo>
                    <a:pt x="260" y="553"/>
                  </a:lnTo>
                  <a:lnTo>
                    <a:pt x="270" y="547"/>
                  </a:lnTo>
                  <a:lnTo>
                    <a:pt x="280" y="544"/>
                  </a:lnTo>
                  <a:lnTo>
                    <a:pt x="291" y="544"/>
                  </a:lnTo>
                  <a:lnTo>
                    <a:pt x="301" y="542"/>
                  </a:lnTo>
                  <a:lnTo>
                    <a:pt x="322" y="522"/>
                  </a:lnTo>
                  <a:lnTo>
                    <a:pt x="335" y="522"/>
                  </a:lnTo>
                  <a:lnTo>
                    <a:pt x="345" y="527"/>
                  </a:lnTo>
                  <a:lnTo>
                    <a:pt x="357" y="522"/>
                  </a:lnTo>
                  <a:lnTo>
                    <a:pt x="370" y="522"/>
                  </a:lnTo>
                  <a:lnTo>
                    <a:pt x="378" y="520"/>
                  </a:lnTo>
                  <a:lnTo>
                    <a:pt x="388" y="515"/>
                  </a:lnTo>
                  <a:lnTo>
                    <a:pt x="413" y="510"/>
                  </a:lnTo>
                  <a:lnTo>
                    <a:pt x="424" y="504"/>
                  </a:lnTo>
                  <a:lnTo>
                    <a:pt x="432" y="499"/>
                  </a:lnTo>
                  <a:lnTo>
                    <a:pt x="454" y="478"/>
                  </a:lnTo>
                  <a:lnTo>
                    <a:pt x="458" y="470"/>
                  </a:lnTo>
                  <a:lnTo>
                    <a:pt x="459" y="461"/>
                  </a:lnTo>
                  <a:lnTo>
                    <a:pt x="467" y="450"/>
                  </a:lnTo>
                  <a:lnTo>
                    <a:pt x="469" y="445"/>
                  </a:lnTo>
                  <a:lnTo>
                    <a:pt x="469" y="439"/>
                  </a:lnTo>
                  <a:lnTo>
                    <a:pt x="476" y="440"/>
                  </a:lnTo>
                  <a:lnTo>
                    <a:pt x="497" y="418"/>
                  </a:lnTo>
                  <a:lnTo>
                    <a:pt x="500" y="413"/>
                  </a:lnTo>
                  <a:lnTo>
                    <a:pt x="497" y="410"/>
                  </a:lnTo>
                  <a:lnTo>
                    <a:pt x="490" y="381"/>
                  </a:lnTo>
                  <a:lnTo>
                    <a:pt x="491" y="369"/>
                  </a:lnTo>
                  <a:lnTo>
                    <a:pt x="499" y="355"/>
                  </a:lnTo>
                  <a:lnTo>
                    <a:pt x="502" y="353"/>
                  </a:lnTo>
                  <a:lnTo>
                    <a:pt x="508" y="353"/>
                  </a:lnTo>
                  <a:lnTo>
                    <a:pt x="512" y="345"/>
                  </a:lnTo>
                  <a:lnTo>
                    <a:pt x="521" y="338"/>
                  </a:lnTo>
                  <a:lnTo>
                    <a:pt x="524" y="338"/>
                  </a:lnTo>
                  <a:lnTo>
                    <a:pt x="523" y="333"/>
                  </a:lnTo>
                  <a:lnTo>
                    <a:pt x="528" y="322"/>
                  </a:lnTo>
                  <a:lnTo>
                    <a:pt x="530" y="321"/>
                  </a:lnTo>
                  <a:lnTo>
                    <a:pt x="533" y="330"/>
                  </a:lnTo>
                  <a:lnTo>
                    <a:pt x="537" y="337"/>
                  </a:lnTo>
                  <a:lnTo>
                    <a:pt x="543" y="353"/>
                  </a:lnTo>
                  <a:lnTo>
                    <a:pt x="549" y="365"/>
                  </a:lnTo>
                  <a:lnTo>
                    <a:pt x="555" y="372"/>
                  </a:lnTo>
                  <a:lnTo>
                    <a:pt x="560" y="381"/>
                  </a:lnTo>
                  <a:lnTo>
                    <a:pt x="564" y="386"/>
                  </a:lnTo>
                  <a:lnTo>
                    <a:pt x="569" y="375"/>
                  </a:lnTo>
                  <a:lnTo>
                    <a:pt x="569" y="360"/>
                  </a:lnTo>
                  <a:lnTo>
                    <a:pt x="571" y="360"/>
                  </a:lnTo>
                  <a:lnTo>
                    <a:pt x="578" y="359"/>
                  </a:lnTo>
                  <a:lnTo>
                    <a:pt x="576" y="346"/>
                  </a:lnTo>
                  <a:lnTo>
                    <a:pt x="570" y="335"/>
                  </a:lnTo>
                  <a:lnTo>
                    <a:pt x="564" y="330"/>
                  </a:lnTo>
                  <a:lnTo>
                    <a:pt x="566" y="326"/>
                  </a:lnTo>
                  <a:lnTo>
                    <a:pt x="565" y="310"/>
                  </a:lnTo>
                  <a:lnTo>
                    <a:pt x="570" y="305"/>
                  </a:lnTo>
                  <a:lnTo>
                    <a:pt x="580" y="310"/>
                  </a:lnTo>
                  <a:lnTo>
                    <a:pt x="588" y="308"/>
                  </a:lnTo>
                  <a:lnTo>
                    <a:pt x="601" y="324"/>
                  </a:lnTo>
                  <a:lnTo>
                    <a:pt x="618" y="327"/>
                  </a:lnTo>
                  <a:lnTo>
                    <a:pt x="619" y="319"/>
                  </a:lnTo>
                  <a:lnTo>
                    <a:pt x="610" y="316"/>
                  </a:lnTo>
                  <a:lnTo>
                    <a:pt x="613" y="303"/>
                  </a:lnTo>
                  <a:lnTo>
                    <a:pt x="623" y="294"/>
                  </a:lnTo>
                  <a:lnTo>
                    <a:pt x="625" y="287"/>
                  </a:lnTo>
                  <a:lnTo>
                    <a:pt x="620" y="270"/>
                  </a:lnTo>
                  <a:lnTo>
                    <a:pt x="625" y="264"/>
                  </a:lnTo>
                  <a:lnTo>
                    <a:pt x="634" y="262"/>
                  </a:lnTo>
                  <a:lnTo>
                    <a:pt x="645" y="268"/>
                  </a:lnTo>
                  <a:lnTo>
                    <a:pt x="647" y="265"/>
                  </a:lnTo>
                  <a:lnTo>
                    <a:pt x="641" y="253"/>
                  </a:lnTo>
                  <a:lnTo>
                    <a:pt x="642" y="247"/>
                  </a:lnTo>
                  <a:lnTo>
                    <a:pt x="646" y="242"/>
                  </a:lnTo>
                  <a:lnTo>
                    <a:pt x="663" y="248"/>
                  </a:lnTo>
                  <a:lnTo>
                    <a:pt x="663" y="243"/>
                  </a:lnTo>
                  <a:lnTo>
                    <a:pt x="657" y="233"/>
                  </a:lnTo>
                  <a:lnTo>
                    <a:pt x="657" y="221"/>
                  </a:lnTo>
                  <a:lnTo>
                    <a:pt x="666" y="217"/>
                  </a:lnTo>
                  <a:lnTo>
                    <a:pt x="671" y="217"/>
                  </a:lnTo>
                  <a:lnTo>
                    <a:pt x="677" y="215"/>
                  </a:lnTo>
                  <a:lnTo>
                    <a:pt x="687" y="214"/>
                  </a:lnTo>
                  <a:lnTo>
                    <a:pt x="688" y="222"/>
                  </a:lnTo>
                  <a:lnTo>
                    <a:pt x="693" y="220"/>
                  </a:lnTo>
                  <a:lnTo>
                    <a:pt x="700" y="214"/>
                  </a:lnTo>
                  <a:lnTo>
                    <a:pt x="705" y="201"/>
                  </a:lnTo>
                  <a:lnTo>
                    <a:pt x="705" y="197"/>
                  </a:lnTo>
                  <a:lnTo>
                    <a:pt x="699" y="189"/>
                  </a:lnTo>
                  <a:lnTo>
                    <a:pt x="702" y="183"/>
                  </a:lnTo>
                  <a:lnTo>
                    <a:pt x="707" y="189"/>
                  </a:lnTo>
                  <a:lnTo>
                    <a:pt x="709" y="198"/>
                  </a:lnTo>
                  <a:lnTo>
                    <a:pt x="715" y="194"/>
                  </a:lnTo>
                  <a:lnTo>
                    <a:pt x="718" y="188"/>
                  </a:lnTo>
                  <a:lnTo>
                    <a:pt x="721" y="189"/>
                  </a:lnTo>
                  <a:lnTo>
                    <a:pt x="722" y="194"/>
                  </a:lnTo>
                  <a:lnTo>
                    <a:pt x="728" y="193"/>
                  </a:lnTo>
                  <a:lnTo>
                    <a:pt x="739" y="187"/>
                  </a:lnTo>
                  <a:lnTo>
                    <a:pt x="743" y="183"/>
                  </a:lnTo>
                  <a:lnTo>
                    <a:pt x="741" y="176"/>
                  </a:lnTo>
                  <a:lnTo>
                    <a:pt x="749" y="174"/>
                  </a:lnTo>
                  <a:lnTo>
                    <a:pt x="753" y="177"/>
                  </a:lnTo>
                  <a:lnTo>
                    <a:pt x="761" y="181"/>
                  </a:lnTo>
                  <a:lnTo>
                    <a:pt x="770" y="181"/>
                  </a:lnTo>
                  <a:lnTo>
                    <a:pt x="780" y="187"/>
                  </a:lnTo>
                  <a:lnTo>
                    <a:pt x="788" y="193"/>
                  </a:lnTo>
                  <a:lnTo>
                    <a:pt x="804" y="215"/>
                  </a:lnTo>
                  <a:lnTo>
                    <a:pt x="818" y="226"/>
                  </a:lnTo>
                  <a:lnTo>
                    <a:pt x="814" y="242"/>
                  </a:lnTo>
                  <a:lnTo>
                    <a:pt x="814" y="253"/>
                  </a:lnTo>
                  <a:lnTo>
                    <a:pt x="815" y="255"/>
                  </a:lnTo>
                  <a:lnTo>
                    <a:pt x="818" y="257"/>
                  </a:lnTo>
                  <a:lnTo>
                    <a:pt x="819" y="254"/>
                  </a:lnTo>
                  <a:lnTo>
                    <a:pt x="822" y="247"/>
                  </a:lnTo>
                  <a:lnTo>
                    <a:pt x="820" y="243"/>
                  </a:lnTo>
                  <a:lnTo>
                    <a:pt x="825" y="238"/>
                  </a:lnTo>
                  <a:lnTo>
                    <a:pt x="829" y="240"/>
                  </a:lnTo>
                  <a:lnTo>
                    <a:pt x="830" y="237"/>
                  </a:lnTo>
                  <a:lnTo>
                    <a:pt x="836" y="240"/>
                  </a:lnTo>
                  <a:lnTo>
                    <a:pt x="836" y="232"/>
                  </a:lnTo>
                  <a:lnTo>
                    <a:pt x="839" y="231"/>
                  </a:lnTo>
                  <a:lnTo>
                    <a:pt x="849" y="233"/>
                  </a:lnTo>
                  <a:lnTo>
                    <a:pt x="862" y="233"/>
                  </a:lnTo>
                  <a:lnTo>
                    <a:pt x="873" y="232"/>
                  </a:lnTo>
                  <a:lnTo>
                    <a:pt x="881" y="236"/>
                  </a:lnTo>
                  <a:lnTo>
                    <a:pt x="898" y="254"/>
                  </a:lnTo>
                  <a:lnTo>
                    <a:pt x="903" y="253"/>
                  </a:lnTo>
                  <a:lnTo>
                    <a:pt x="903" y="249"/>
                  </a:lnTo>
                  <a:lnTo>
                    <a:pt x="899" y="237"/>
                  </a:lnTo>
                  <a:lnTo>
                    <a:pt x="906" y="233"/>
                  </a:lnTo>
                  <a:lnTo>
                    <a:pt x="908" y="232"/>
                  </a:lnTo>
                  <a:lnTo>
                    <a:pt x="894" y="217"/>
                  </a:lnTo>
                  <a:lnTo>
                    <a:pt x="886" y="205"/>
                  </a:lnTo>
                  <a:lnTo>
                    <a:pt x="890" y="189"/>
                  </a:lnTo>
                  <a:lnTo>
                    <a:pt x="893" y="192"/>
                  </a:lnTo>
                  <a:lnTo>
                    <a:pt x="898" y="189"/>
                  </a:lnTo>
                  <a:lnTo>
                    <a:pt x="909" y="172"/>
                  </a:lnTo>
                  <a:lnTo>
                    <a:pt x="909" y="165"/>
                  </a:lnTo>
                  <a:lnTo>
                    <a:pt x="914" y="158"/>
                  </a:lnTo>
                  <a:lnTo>
                    <a:pt x="921" y="160"/>
                  </a:lnTo>
                  <a:lnTo>
                    <a:pt x="931" y="160"/>
                  </a:lnTo>
                  <a:lnTo>
                    <a:pt x="937" y="154"/>
                  </a:lnTo>
                  <a:lnTo>
                    <a:pt x="936" y="141"/>
                  </a:lnTo>
                  <a:lnTo>
                    <a:pt x="929" y="141"/>
                  </a:lnTo>
                  <a:lnTo>
                    <a:pt x="930" y="135"/>
                  </a:lnTo>
                  <a:lnTo>
                    <a:pt x="931" y="125"/>
                  </a:lnTo>
                  <a:lnTo>
                    <a:pt x="935" y="115"/>
                  </a:lnTo>
                  <a:lnTo>
                    <a:pt x="944" y="113"/>
                  </a:lnTo>
                  <a:lnTo>
                    <a:pt x="953" y="109"/>
                  </a:lnTo>
                  <a:lnTo>
                    <a:pt x="954" y="102"/>
                  </a:lnTo>
                  <a:lnTo>
                    <a:pt x="962" y="103"/>
                  </a:lnTo>
                  <a:lnTo>
                    <a:pt x="969" y="108"/>
                  </a:lnTo>
                  <a:lnTo>
                    <a:pt x="973" y="115"/>
                  </a:lnTo>
                  <a:lnTo>
                    <a:pt x="974" y="108"/>
                  </a:lnTo>
                  <a:lnTo>
                    <a:pt x="968" y="98"/>
                  </a:lnTo>
                  <a:lnTo>
                    <a:pt x="971" y="96"/>
                  </a:lnTo>
                  <a:lnTo>
                    <a:pt x="978" y="88"/>
                  </a:lnTo>
                  <a:lnTo>
                    <a:pt x="991" y="92"/>
                  </a:lnTo>
                  <a:lnTo>
                    <a:pt x="992" y="87"/>
                  </a:lnTo>
                  <a:lnTo>
                    <a:pt x="1003" y="90"/>
                  </a:lnTo>
                  <a:lnTo>
                    <a:pt x="1016" y="88"/>
                  </a:lnTo>
                  <a:lnTo>
                    <a:pt x="1026" y="91"/>
                  </a:lnTo>
                  <a:lnTo>
                    <a:pt x="1034" y="91"/>
                  </a:lnTo>
                  <a:lnTo>
                    <a:pt x="1054" y="85"/>
                  </a:lnTo>
                  <a:lnTo>
                    <a:pt x="1062" y="79"/>
                  </a:lnTo>
                  <a:lnTo>
                    <a:pt x="1062" y="55"/>
                  </a:lnTo>
                  <a:lnTo>
                    <a:pt x="1056" y="49"/>
                  </a:lnTo>
                  <a:lnTo>
                    <a:pt x="1045" y="48"/>
                  </a:lnTo>
                  <a:lnTo>
                    <a:pt x="1038" y="49"/>
                  </a:lnTo>
                  <a:lnTo>
                    <a:pt x="1030" y="44"/>
                  </a:lnTo>
                  <a:lnTo>
                    <a:pt x="1026" y="38"/>
                  </a:lnTo>
                  <a:lnTo>
                    <a:pt x="1017" y="34"/>
                  </a:lnTo>
                  <a:lnTo>
                    <a:pt x="1017" y="33"/>
                  </a:lnTo>
                  <a:lnTo>
                    <a:pt x="1021" y="32"/>
                  </a:lnTo>
                  <a:lnTo>
                    <a:pt x="1024" y="34"/>
                  </a:lnTo>
                  <a:lnTo>
                    <a:pt x="1027" y="29"/>
                  </a:lnTo>
                  <a:lnTo>
                    <a:pt x="1029" y="27"/>
                  </a:lnTo>
                  <a:lnTo>
                    <a:pt x="1032" y="31"/>
                  </a:lnTo>
                  <a:lnTo>
                    <a:pt x="1035" y="45"/>
                  </a:lnTo>
                  <a:lnTo>
                    <a:pt x="1039" y="38"/>
                  </a:lnTo>
                  <a:lnTo>
                    <a:pt x="1039" y="29"/>
                  </a:lnTo>
                  <a:lnTo>
                    <a:pt x="1044" y="29"/>
                  </a:lnTo>
                  <a:lnTo>
                    <a:pt x="1046" y="33"/>
                  </a:lnTo>
                  <a:lnTo>
                    <a:pt x="1051" y="32"/>
                  </a:lnTo>
                  <a:lnTo>
                    <a:pt x="1055" y="38"/>
                  </a:lnTo>
                  <a:lnTo>
                    <a:pt x="1059" y="43"/>
                  </a:lnTo>
                  <a:lnTo>
                    <a:pt x="1067" y="49"/>
                  </a:lnTo>
                  <a:lnTo>
                    <a:pt x="1070" y="42"/>
                  </a:lnTo>
                  <a:lnTo>
                    <a:pt x="1075" y="41"/>
                  </a:lnTo>
                  <a:lnTo>
                    <a:pt x="1080" y="44"/>
                  </a:lnTo>
                  <a:lnTo>
                    <a:pt x="1082" y="50"/>
                  </a:lnTo>
                  <a:lnTo>
                    <a:pt x="1089" y="58"/>
                  </a:lnTo>
                  <a:lnTo>
                    <a:pt x="1104" y="61"/>
                  </a:lnTo>
                  <a:lnTo>
                    <a:pt x="1108" y="61"/>
                  </a:lnTo>
                  <a:lnTo>
                    <a:pt x="1113" y="63"/>
                  </a:lnTo>
                  <a:lnTo>
                    <a:pt x="1116" y="65"/>
                  </a:lnTo>
                  <a:lnTo>
                    <a:pt x="1123" y="60"/>
                  </a:lnTo>
                  <a:lnTo>
                    <a:pt x="1126" y="59"/>
                  </a:lnTo>
                  <a:lnTo>
                    <a:pt x="1126" y="66"/>
                  </a:lnTo>
                  <a:lnTo>
                    <a:pt x="1131" y="69"/>
                  </a:lnTo>
                  <a:lnTo>
                    <a:pt x="1141" y="69"/>
                  </a:lnTo>
                  <a:lnTo>
                    <a:pt x="1151" y="76"/>
                  </a:lnTo>
                  <a:lnTo>
                    <a:pt x="1159" y="75"/>
                  </a:lnTo>
                  <a:lnTo>
                    <a:pt x="1167" y="79"/>
                  </a:lnTo>
                  <a:lnTo>
                    <a:pt x="1177" y="74"/>
                  </a:lnTo>
                  <a:lnTo>
                    <a:pt x="1179" y="74"/>
                  </a:lnTo>
                  <a:lnTo>
                    <a:pt x="1184" y="81"/>
                  </a:lnTo>
                  <a:lnTo>
                    <a:pt x="1195" y="81"/>
                  </a:lnTo>
                  <a:lnTo>
                    <a:pt x="1200" y="84"/>
                  </a:lnTo>
                  <a:lnTo>
                    <a:pt x="1205" y="90"/>
                  </a:lnTo>
                  <a:lnTo>
                    <a:pt x="1216" y="79"/>
                  </a:lnTo>
                  <a:lnTo>
                    <a:pt x="1221" y="76"/>
                  </a:lnTo>
                  <a:lnTo>
                    <a:pt x="1225" y="75"/>
                  </a:lnTo>
                  <a:lnTo>
                    <a:pt x="1234" y="76"/>
                  </a:lnTo>
                  <a:lnTo>
                    <a:pt x="1244" y="71"/>
                  </a:lnTo>
                  <a:lnTo>
                    <a:pt x="1238" y="82"/>
                  </a:lnTo>
                  <a:lnTo>
                    <a:pt x="1241" y="85"/>
                  </a:lnTo>
                  <a:lnTo>
                    <a:pt x="1243" y="86"/>
                  </a:lnTo>
                  <a:lnTo>
                    <a:pt x="1248" y="81"/>
                  </a:lnTo>
                  <a:lnTo>
                    <a:pt x="1249" y="85"/>
                  </a:lnTo>
                  <a:lnTo>
                    <a:pt x="1248" y="101"/>
                  </a:lnTo>
                  <a:lnTo>
                    <a:pt x="1249" y="104"/>
                  </a:lnTo>
                  <a:lnTo>
                    <a:pt x="1259" y="101"/>
                  </a:lnTo>
                  <a:lnTo>
                    <a:pt x="1264" y="90"/>
                  </a:lnTo>
                  <a:lnTo>
                    <a:pt x="1263" y="88"/>
                  </a:lnTo>
                  <a:lnTo>
                    <a:pt x="1264" y="79"/>
                  </a:lnTo>
                  <a:lnTo>
                    <a:pt x="1274" y="70"/>
                  </a:lnTo>
                  <a:lnTo>
                    <a:pt x="1276" y="72"/>
                  </a:lnTo>
                  <a:lnTo>
                    <a:pt x="1279" y="77"/>
                  </a:lnTo>
                  <a:lnTo>
                    <a:pt x="1280" y="92"/>
                  </a:lnTo>
                  <a:lnTo>
                    <a:pt x="1288" y="87"/>
                  </a:lnTo>
                  <a:lnTo>
                    <a:pt x="1295" y="87"/>
                  </a:lnTo>
                  <a:lnTo>
                    <a:pt x="1299" y="91"/>
                  </a:lnTo>
                  <a:lnTo>
                    <a:pt x="1297" y="96"/>
                  </a:lnTo>
                  <a:lnTo>
                    <a:pt x="1293" y="106"/>
                  </a:lnTo>
                  <a:lnTo>
                    <a:pt x="1287" y="115"/>
                  </a:lnTo>
                  <a:lnTo>
                    <a:pt x="1284" y="119"/>
                  </a:lnTo>
                  <a:lnTo>
                    <a:pt x="1279" y="118"/>
                  </a:lnTo>
                  <a:lnTo>
                    <a:pt x="1277" y="122"/>
                  </a:lnTo>
                  <a:lnTo>
                    <a:pt x="1284" y="130"/>
                  </a:lnTo>
                  <a:lnTo>
                    <a:pt x="1276" y="141"/>
                  </a:lnTo>
                  <a:lnTo>
                    <a:pt x="1272" y="144"/>
                  </a:lnTo>
                  <a:lnTo>
                    <a:pt x="1264" y="141"/>
                  </a:lnTo>
                  <a:lnTo>
                    <a:pt x="1263" y="136"/>
                  </a:lnTo>
                  <a:lnTo>
                    <a:pt x="1258" y="142"/>
                  </a:lnTo>
                  <a:lnTo>
                    <a:pt x="1259" y="151"/>
                  </a:lnTo>
                  <a:lnTo>
                    <a:pt x="1261" y="156"/>
                  </a:lnTo>
                  <a:lnTo>
                    <a:pt x="1258" y="152"/>
                  </a:lnTo>
                  <a:lnTo>
                    <a:pt x="1253" y="145"/>
                  </a:lnTo>
                  <a:lnTo>
                    <a:pt x="1248" y="144"/>
                  </a:lnTo>
                  <a:lnTo>
                    <a:pt x="1247" y="156"/>
                  </a:lnTo>
                  <a:lnTo>
                    <a:pt x="1243" y="165"/>
                  </a:lnTo>
                  <a:lnTo>
                    <a:pt x="1243" y="171"/>
                  </a:lnTo>
                  <a:lnTo>
                    <a:pt x="1253" y="168"/>
                  </a:lnTo>
                  <a:lnTo>
                    <a:pt x="1248" y="187"/>
                  </a:lnTo>
                  <a:lnTo>
                    <a:pt x="1248" y="190"/>
                  </a:lnTo>
                  <a:lnTo>
                    <a:pt x="1238" y="210"/>
                  </a:lnTo>
                  <a:lnTo>
                    <a:pt x="1234" y="221"/>
                  </a:lnTo>
                  <a:lnTo>
                    <a:pt x="1232" y="225"/>
                  </a:lnTo>
                  <a:lnTo>
                    <a:pt x="1228" y="231"/>
                  </a:lnTo>
                  <a:lnTo>
                    <a:pt x="1228" y="242"/>
                  </a:lnTo>
                  <a:lnTo>
                    <a:pt x="1234" y="246"/>
                  </a:lnTo>
                  <a:lnTo>
                    <a:pt x="1238" y="252"/>
                  </a:lnTo>
                  <a:lnTo>
                    <a:pt x="1245" y="251"/>
                  </a:lnTo>
                  <a:lnTo>
                    <a:pt x="1254" y="258"/>
                  </a:lnTo>
                  <a:lnTo>
                    <a:pt x="1269" y="264"/>
                  </a:lnTo>
                  <a:lnTo>
                    <a:pt x="1271" y="274"/>
                  </a:lnTo>
                  <a:lnTo>
                    <a:pt x="1275" y="283"/>
                  </a:lnTo>
                  <a:lnTo>
                    <a:pt x="1275" y="297"/>
                  </a:lnTo>
                  <a:lnTo>
                    <a:pt x="1285" y="290"/>
                  </a:lnTo>
                  <a:lnTo>
                    <a:pt x="1307" y="296"/>
                  </a:lnTo>
                  <a:lnTo>
                    <a:pt x="1320" y="295"/>
                  </a:lnTo>
                  <a:lnTo>
                    <a:pt x="1324" y="302"/>
                  </a:lnTo>
                  <a:lnTo>
                    <a:pt x="1335" y="308"/>
                  </a:lnTo>
                  <a:lnTo>
                    <a:pt x="1345" y="313"/>
                  </a:lnTo>
                  <a:lnTo>
                    <a:pt x="1355" y="319"/>
                  </a:lnTo>
                  <a:lnTo>
                    <a:pt x="1361" y="327"/>
                  </a:lnTo>
                  <a:lnTo>
                    <a:pt x="1370" y="334"/>
                  </a:lnTo>
                  <a:lnTo>
                    <a:pt x="1377" y="335"/>
                  </a:lnTo>
                  <a:lnTo>
                    <a:pt x="1384" y="339"/>
                  </a:lnTo>
                  <a:lnTo>
                    <a:pt x="1411" y="346"/>
                  </a:lnTo>
                  <a:lnTo>
                    <a:pt x="1421" y="354"/>
                  </a:lnTo>
                  <a:lnTo>
                    <a:pt x="1425" y="365"/>
                  </a:lnTo>
                  <a:lnTo>
                    <a:pt x="1430" y="371"/>
                  </a:lnTo>
                  <a:lnTo>
                    <a:pt x="1460" y="392"/>
                  </a:lnTo>
                  <a:lnTo>
                    <a:pt x="1475" y="398"/>
                  </a:lnTo>
                  <a:lnTo>
                    <a:pt x="1487" y="394"/>
                  </a:lnTo>
                  <a:lnTo>
                    <a:pt x="1498" y="389"/>
                  </a:lnTo>
                  <a:lnTo>
                    <a:pt x="1516" y="384"/>
                  </a:lnTo>
                  <a:lnTo>
                    <a:pt x="1521" y="377"/>
                  </a:lnTo>
                  <a:lnTo>
                    <a:pt x="1524" y="356"/>
                  </a:lnTo>
                  <a:lnTo>
                    <a:pt x="1537" y="333"/>
                  </a:lnTo>
                  <a:lnTo>
                    <a:pt x="1548" y="287"/>
                  </a:lnTo>
                  <a:lnTo>
                    <a:pt x="1553" y="270"/>
                  </a:lnTo>
                  <a:lnTo>
                    <a:pt x="1557" y="258"/>
                  </a:lnTo>
                  <a:lnTo>
                    <a:pt x="1560" y="246"/>
                  </a:lnTo>
                  <a:lnTo>
                    <a:pt x="1559" y="231"/>
                  </a:lnTo>
                  <a:lnTo>
                    <a:pt x="1553" y="213"/>
                  </a:lnTo>
                  <a:lnTo>
                    <a:pt x="1555" y="197"/>
                  </a:lnTo>
                  <a:lnTo>
                    <a:pt x="1553" y="165"/>
                  </a:lnTo>
                  <a:lnTo>
                    <a:pt x="1561" y="145"/>
                  </a:lnTo>
                  <a:lnTo>
                    <a:pt x="1560" y="128"/>
                  </a:lnTo>
                  <a:lnTo>
                    <a:pt x="1565" y="118"/>
                  </a:lnTo>
                  <a:lnTo>
                    <a:pt x="1566" y="108"/>
                  </a:lnTo>
                  <a:lnTo>
                    <a:pt x="1559" y="106"/>
                  </a:lnTo>
                  <a:lnTo>
                    <a:pt x="1560" y="95"/>
                  </a:lnTo>
                  <a:lnTo>
                    <a:pt x="1564" y="76"/>
                  </a:lnTo>
                  <a:lnTo>
                    <a:pt x="1575" y="72"/>
                  </a:lnTo>
                  <a:lnTo>
                    <a:pt x="1578" y="64"/>
                  </a:lnTo>
                  <a:lnTo>
                    <a:pt x="1583" y="45"/>
                  </a:lnTo>
                  <a:lnTo>
                    <a:pt x="1596" y="29"/>
                  </a:lnTo>
                  <a:lnTo>
                    <a:pt x="1596" y="16"/>
                  </a:lnTo>
                  <a:lnTo>
                    <a:pt x="1596" y="15"/>
                  </a:lnTo>
                  <a:lnTo>
                    <a:pt x="1599" y="11"/>
                  </a:lnTo>
                  <a:lnTo>
                    <a:pt x="1604" y="10"/>
                  </a:lnTo>
                  <a:lnTo>
                    <a:pt x="1613" y="5"/>
                  </a:lnTo>
                  <a:lnTo>
                    <a:pt x="1616" y="0"/>
                  </a:lnTo>
                  <a:lnTo>
                    <a:pt x="1623" y="2"/>
                  </a:lnTo>
                  <a:lnTo>
                    <a:pt x="1623" y="7"/>
                  </a:lnTo>
                  <a:lnTo>
                    <a:pt x="1624" y="16"/>
                  </a:lnTo>
                  <a:lnTo>
                    <a:pt x="1623" y="16"/>
                  </a:lnTo>
                  <a:lnTo>
                    <a:pt x="1623" y="17"/>
                  </a:lnTo>
                  <a:lnTo>
                    <a:pt x="1625" y="31"/>
                  </a:lnTo>
                  <a:lnTo>
                    <a:pt x="1625" y="58"/>
                  </a:lnTo>
                  <a:lnTo>
                    <a:pt x="1629" y="68"/>
                  </a:lnTo>
                  <a:lnTo>
                    <a:pt x="1639" y="68"/>
                  </a:lnTo>
                  <a:lnTo>
                    <a:pt x="1641" y="74"/>
                  </a:lnTo>
                  <a:lnTo>
                    <a:pt x="1640" y="88"/>
                  </a:lnTo>
                  <a:lnTo>
                    <a:pt x="1646" y="93"/>
                  </a:lnTo>
                  <a:lnTo>
                    <a:pt x="1650" y="103"/>
                  </a:lnTo>
                  <a:lnTo>
                    <a:pt x="1655" y="107"/>
                  </a:lnTo>
                  <a:lnTo>
                    <a:pt x="1656" y="122"/>
                  </a:lnTo>
                  <a:lnTo>
                    <a:pt x="1661" y="124"/>
                  </a:lnTo>
                  <a:lnTo>
                    <a:pt x="1663" y="139"/>
                  </a:lnTo>
                  <a:lnTo>
                    <a:pt x="1667" y="151"/>
                  </a:lnTo>
                  <a:lnTo>
                    <a:pt x="1667" y="171"/>
                  </a:lnTo>
                  <a:lnTo>
                    <a:pt x="1670" y="179"/>
                  </a:lnTo>
                  <a:lnTo>
                    <a:pt x="1672" y="189"/>
                  </a:lnTo>
                  <a:lnTo>
                    <a:pt x="1677" y="199"/>
                  </a:lnTo>
                  <a:lnTo>
                    <a:pt x="1684" y="208"/>
                  </a:lnTo>
                  <a:lnTo>
                    <a:pt x="1693" y="211"/>
                  </a:lnTo>
                  <a:lnTo>
                    <a:pt x="1705" y="200"/>
                  </a:lnTo>
                  <a:lnTo>
                    <a:pt x="1715" y="198"/>
                  </a:lnTo>
                  <a:lnTo>
                    <a:pt x="1723" y="199"/>
                  </a:lnTo>
                  <a:lnTo>
                    <a:pt x="1729" y="215"/>
                  </a:lnTo>
                  <a:lnTo>
                    <a:pt x="1739" y="219"/>
                  </a:lnTo>
                  <a:lnTo>
                    <a:pt x="1747" y="228"/>
                  </a:lnTo>
                  <a:lnTo>
                    <a:pt x="1755" y="232"/>
                  </a:lnTo>
                  <a:lnTo>
                    <a:pt x="1764" y="242"/>
                  </a:lnTo>
                  <a:lnTo>
                    <a:pt x="1761" y="252"/>
                  </a:lnTo>
                  <a:lnTo>
                    <a:pt x="1764" y="258"/>
                  </a:lnTo>
                  <a:lnTo>
                    <a:pt x="1763" y="276"/>
                  </a:lnTo>
                  <a:lnTo>
                    <a:pt x="1766" y="286"/>
                  </a:lnTo>
                  <a:lnTo>
                    <a:pt x="1766" y="295"/>
                  </a:lnTo>
                  <a:lnTo>
                    <a:pt x="1771" y="303"/>
                  </a:lnTo>
                  <a:lnTo>
                    <a:pt x="1771" y="319"/>
                  </a:lnTo>
                  <a:lnTo>
                    <a:pt x="1775" y="332"/>
                  </a:lnTo>
                  <a:lnTo>
                    <a:pt x="1787" y="349"/>
                  </a:lnTo>
                  <a:lnTo>
                    <a:pt x="1796" y="349"/>
                  </a:lnTo>
                  <a:lnTo>
                    <a:pt x="1797" y="361"/>
                  </a:lnTo>
                  <a:lnTo>
                    <a:pt x="1804" y="381"/>
                  </a:lnTo>
                  <a:lnTo>
                    <a:pt x="1807" y="393"/>
                  </a:lnTo>
                  <a:lnTo>
                    <a:pt x="1808" y="409"/>
                  </a:lnTo>
                  <a:lnTo>
                    <a:pt x="1806" y="416"/>
                  </a:lnTo>
                  <a:lnTo>
                    <a:pt x="1806" y="426"/>
                  </a:lnTo>
                  <a:lnTo>
                    <a:pt x="1808" y="437"/>
                  </a:lnTo>
                  <a:lnTo>
                    <a:pt x="1814" y="443"/>
                  </a:lnTo>
                  <a:lnTo>
                    <a:pt x="1819" y="445"/>
                  </a:lnTo>
                  <a:lnTo>
                    <a:pt x="1818" y="448"/>
                  </a:lnTo>
                  <a:lnTo>
                    <a:pt x="1822" y="445"/>
                  </a:lnTo>
                  <a:lnTo>
                    <a:pt x="1822" y="447"/>
                  </a:lnTo>
                  <a:lnTo>
                    <a:pt x="1819" y="452"/>
                  </a:lnTo>
                  <a:lnTo>
                    <a:pt x="1820" y="454"/>
                  </a:lnTo>
                  <a:lnTo>
                    <a:pt x="1820" y="461"/>
                  </a:lnTo>
                  <a:lnTo>
                    <a:pt x="1824" y="470"/>
                  </a:lnTo>
                  <a:lnTo>
                    <a:pt x="1838" y="475"/>
                  </a:lnTo>
                  <a:lnTo>
                    <a:pt x="1841" y="480"/>
                  </a:lnTo>
                  <a:lnTo>
                    <a:pt x="1851" y="485"/>
                  </a:lnTo>
                  <a:lnTo>
                    <a:pt x="1871" y="490"/>
                  </a:lnTo>
                  <a:lnTo>
                    <a:pt x="1874" y="489"/>
                  </a:lnTo>
                  <a:lnTo>
                    <a:pt x="1881" y="485"/>
                  </a:lnTo>
                  <a:lnTo>
                    <a:pt x="1884" y="502"/>
                  </a:lnTo>
                  <a:lnTo>
                    <a:pt x="1888" y="511"/>
                  </a:lnTo>
                  <a:lnTo>
                    <a:pt x="1893" y="515"/>
                  </a:lnTo>
                  <a:lnTo>
                    <a:pt x="1903" y="512"/>
                  </a:lnTo>
                  <a:lnTo>
                    <a:pt x="1911" y="517"/>
                  </a:lnTo>
                  <a:lnTo>
                    <a:pt x="1920" y="518"/>
                  </a:lnTo>
                  <a:lnTo>
                    <a:pt x="1925" y="527"/>
                  </a:lnTo>
                  <a:lnTo>
                    <a:pt x="1931" y="533"/>
                  </a:lnTo>
                  <a:lnTo>
                    <a:pt x="1937" y="529"/>
                  </a:lnTo>
                  <a:lnTo>
                    <a:pt x="1942" y="533"/>
                  </a:lnTo>
                  <a:lnTo>
                    <a:pt x="1954" y="540"/>
                  </a:lnTo>
                  <a:lnTo>
                    <a:pt x="1958" y="545"/>
                  </a:lnTo>
                  <a:lnTo>
                    <a:pt x="1960" y="556"/>
                  </a:lnTo>
                  <a:lnTo>
                    <a:pt x="1953" y="554"/>
                  </a:lnTo>
                  <a:lnTo>
                    <a:pt x="1952" y="566"/>
                  </a:lnTo>
                  <a:lnTo>
                    <a:pt x="1958" y="572"/>
                  </a:lnTo>
                  <a:lnTo>
                    <a:pt x="1968" y="574"/>
                  </a:lnTo>
                  <a:lnTo>
                    <a:pt x="1970" y="580"/>
                  </a:lnTo>
                  <a:lnTo>
                    <a:pt x="1978" y="588"/>
                  </a:lnTo>
                  <a:lnTo>
                    <a:pt x="1980" y="597"/>
                  </a:lnTo>
                  <a:lnTo>
                    <a:pt x="1983" y="603"/>
                  </a:lnTo>
                  <a:lnTo>
                    <a:pt x="1985" y="610"/>
                  </a:lnTo>
                  <a:lnTo>
                    <a:pt x="1992" y="612"/>
                  </a:lnTo>
                  <a:lnTo>
                    <a:pt x="1994" y="619"/>
                  </a:lnTo>
                  <a:lnTo>
                    <a:pt x="1994" y="645"/>
                  </a:lnTo>
                  <a:lnTo>
                    <a:pt x="1996" y="651"/>
                  </a:lnTo>
                  <a:lnTo>
                    <a:pt x="1997" y="658"/>
                  </a:lnTo>
                  <a:lnTo>
                    <a:pt x="2002" y="662"/>
                  </a:lnTo>
                  <a:lnTo>
                    <a:pt x="2005" y="671"/>
                  </a:lnTo>
                  <a:lnTo>
                    <a:pt x="2007" y="672"/>
                  </a:lnTo>
                  <a:lnTo>
                    <a:pt x="2011" y="669"/>
                  </a:lnTo>
                  <a:lnTo>
                    <a:pt x="2017" y="669"/>
                  </a:lnTo>
                  <a:lnTo>
                    <a:pt x="2017" y="655"/>
                  </a:lnTo>
                  <a:lnTo>
                    <a:pt x="2023" y="650"/>
                  </a:lnTo>
                  <a:lnTo>
                    <a:pt x="2027" y="660"/>
                  </a:lnTo>
                  <a:lnTo>
                    <a:pt x="2032" y="665"/>
                  </a:lnTo>
                  <a:lnTo>
                    <a:pt x="2043" y="669"/>
                  </a:lnTo>
                  <a:lnTo>
                    <a:pt x="2051" y="676"/>
                  </a:lnTo>
                  <a:lnTo>
                    <a:pt x="2054" y="661"/>
                  </a:lnTo>
                  <a:lnTo>
                    <a:pt x="2057" y="665"/>
                  </a:lnTo>
                  <a:lnTo>
                    <a:pt x="2059" y="671"/>
                  </a:lnTo>
                  <a:lnTo>
                    <a:pt x="2061" y="674"/>
                  </a:lnTo>
                  <a:lnTo>
                    <a:pt x="2065" y="690"/>
                  </a:lnTo>
                  <a:lnTo>
                    <a:pt x="2065" y="720"/>
                  </a:lnTo>
                  <a:lnTo>
                    <a:pt x="2068" y="733"/>
                  </a:lnTo>
                  <a:lnTo>
                    <a:pt x="2077" y="739"/>
                  </a:lnTo>
                  <a:lnTo>
                    <a:pt x="2083" y="748"/>
                  </a:lnTo>
                  <a:lnTo>
                    <a:pt x="2098" y="760"/>
                  </a:lnTo>
                  <a:lnTo>
                    <a:pt x="2110" y="760"/>
                  </a:lnTo>
                  <a:lnTo>
                    <a:pt x="2118" y="766"/>
                  </a:lnTo>
                  <a:lnTo>
                    <a:pt x="2124" y="774"/>
                  </a:lnTo>
                  <a:lnTo>
                    <a:pt x="2130" y="785"/>
                  </a:lnTo>
                  <a:lnTo>
                    <a:pt x="2132" y="791"/>
                  </a:lnTo>
                  <a:lnTo>
                    <a:pt x="2141" y="800"/>
                  </a:lnTo>
                  <a:lnTo>
                    <a:pt x="2151" y="802"/>
                  </a:lnTo>
                  <a:lnTo>
                    <a:pt x="2151" y="806"/>
                  </a:lnTo>
                  <a:lnTo>
                    <a:pt x="2163" y="824"/>
                  </a:lnTo>
                  <a:lnTo>
                    <a:pt x="2162" y="830"/>
                  </a:lnTo>
                  <a:lnTo>
                    <a:pt x="2173" y="835"/>
                  </a:lnTo>
                  <a:lnTo>
                    <a:pt x="2177" y="844"/>
                  </a:lnTo>
                  <a:lnTo>
                    <a:pt x="2178" y="862"/>
                  </a:lnTo>
                  <a:lnTo>
                    <a:pt x="2184" y="872"/>
                  </a:lnTo>
                  <a:lnTo>
                    <a:pt x="2186" y="876"/>
                  </a:lnTo>
                  <a:lnTo>
                    <a:pt x="2190" y="871"/>
                  </a:lnTo>
                  <a:lnTo>
                    <a:pt x="2191" y="886"/>
                  </a:lnTo>
                  <a:lnTo>
                    <a:pt x="2189" y="900"/>
                  </a:lnTo>
                  <a:lnTo>
                    <a:pt x="2191" y="911"/>
                  </a:lnTo>
                  <a:lnTo>
                    <a:pt x="2194" y="938"/>
                  </a:lnTo>
                  <a:lnTo>
                    <a:pt x="2197" y="948"/>
                  </a:lnTo>
                  <a:lnTo>
                    <a:pt x="2193" y="945"/>
                  </a:lnTo>
                  <a:lnTo>
                    <a:pt x="2191" y="952"/>
                  </a:lnTo>
                  <a:lnTo>
                    <a:pt x="2193" y="956"/>
                  </a:lnTo>
                  <a:lnTo>
                    <a:pt x="2194" y="963"/>
                  </a:lnTo>
                  <a:lnTo>
                    <a:pt x="2197" y="967"/>
                  </a:lnTo>
                  <a:lnTo>
                    <a:pt x="2200" y="979"/>
                  </a:lnTo>
                  <a:lnTo>
                    <a:pt x="2207" y="995"/>
                  </a:lnTo>
                  <a:lnTo>
                    <a:pt x="2216" y="1023"/>
                  </a:lnTo>
                  <a:lnTo>
                    <a:pt x="2217" y="1050"/>
                  </a:lnTo>
                  <a:lnTo>
                    <a:pt x="2215" y="1066"/>
                  </a:lnTo>
                  <a:lnTo>
                    <a:pt x="2211" y="1074"/>
                  </a:lnTo>
                  <a:lnTo>
                    <a:pt x="2206" y="1090"/>
                  </a:lnTo>
                  <a:lnTo>
                    <a:pt x="2204" y="1110"/>
                  </a:lnTo>
                  <a:lnTo>
                    <a:pt x="2199" y="1142"/>
                  </a:lnTo>
                  <a:lnTo>
                    <a:pt x="2196" y="1145"/>
                  </a:lnTo>
                  <a:lnTo>
                    <a:pt x="2189" y="1164"/>
                  </a:lnTo>
                  <a:lnTo>
                    <a:pt x="2188" y="1182"/>
                  </a:lnTo>
                  <a:lnTo>
                    <a:pt x="2190" y="1201"/>
                  </a:lnTo>
                  <a:lnTo>
                    <a:pt x="2186" y="1207"/>
                  </a:lnTo>
                  <a:lnTo>
                    <a:pt x="2186" y="1214"/>
                  </a:lnTo>
                  <a:lnTo>
                    <a:pt x="2172" y="1252"/>
                  </a:lnTo>
                  <a:lnTo>
                    <a:pt x="2167" y="1258"/>
                  </a:lnTo>
                  <a:lnTo>
                    <a:pt x="2162" y="1266"/>
                  </a:lnTo>
                  <a:lnTo>
                    <a:pt x="2156" y="1273"/>
                  </a:lnTo>
                  <a:lnTo>
                    <a:pt x="2156" y="1280"/>
                  </a:lnTo>
                  <a:lnTo>
                    <a:pt x="2158" y="1285"/>
                  </a:lnTo>
                  <a:lnTo>
                    <a:pt x="2153" y="1291"/>
                  </a:lnTo>
                  <a:lnTo>
                    <a:pt x="2145" y="1302"/>
                  </a:lnTo>
                  <a:lnTo>
                    <a:pt x="2137" y="1302"/>
                  </a:lnTo>
                  <a:lnTo>
                    <a:pt x="2135" y="1306"/>
                  </a:lnTo>
                  <a:lnTo>
                    <a:pt x="2141" y="1308"/>
                  </a:lnTo>
                  <a:lnTo>
                    <a:pt x="2130" y="1312"/>
                  </a:lnTo>
                  <a:lnTo>
                    <a:pt x="2123" y="1316"/>
                  </a:lnTo>
                  <a:lnTo>
                    <a:pt x="2120" y="1323"/>
                  </a:lnTo>
                  <a:lnTo>
                    <a:pt x="2114" y="1331"/>
                  </a:lnTo>
                  <a:lnTo>
                    <a:pt x="2108" y="1346"/>
                  </a:lnTo>
                  <a:lnTo>
                    <a:pt x="2100" y="1357"/>
                  </a:lnTo>
                  <a:lnTo>
                    <a:pt x="2094" y="1359"/>
                  </a:lnTo>
                  <a:lnTo>
                    <a:pt x="2091" y="1360"/>
                  </a:lnTo>
                  <a:lnTo>
                    <a:pt x="2089" y="1365"/>
                  </a:lnTo>
                  <a:lnTo>
                    <a:pt x="2097" y="1367"/>
                  </a:lnTo>
                  <a:lnTo>
                    <a:pt x="2096" y="1379"/>
                  </a:lnTo>
                  <a:lnTo>
                    <a:pt x="2091" y="1392"/>
                  </a:lnTo>
                  <a:lnTo>
                    <a:pt x="2088" y="1392"/>
                  </a:lnTo>
                  <a:lnTo>
                    <a:pt x="2087" y="1400"/>
                  </a:lnTo>
                  <a:lnTo>
                    <a:pt x="2078" y="1411"/>
                  </a:lnTo>
                  <a:lnTo>
                    <a:pt x="2065" y="1458"/>
                  </a:lnTo>
                  <a:lnTo>
                    <a:pt x="2065" y="1468"/>
                  </a:lnTo>
                  <a:lnTo>
                    <a:pt x="2056" y="1462"/>
                  </a:lnTo>
                  <a:lnTo>
                    <a:pt x="2049" y="1481"/>
                  </a:lnTo>
                  <a:lnTo>
                    <a:pt x="2044" y="1487"/>
                  </a:lnTo>
                  <a:lnTo>
                    <a:pt x="2041" y="1497"/>
                  </a:lnTo>
                  <a:lnTo>
                    <a:pt x="2038" y="1500"/>
                  </a:lnTo>
                  <a:lnTo>
                    <a:pt x="2034" y="1506"/>
                  </a:lnTo>
                  <a:lnTo>
                    <a:pt x="2033" y="1521"/>
                  </a:lnTo>
                  <a:lnTo>
                    <a:pt x="2029" y="1538"/>
                  </a:lnTo>
                  <a:lnTo>
                    <a:pt x="2033" y="1546"/>
                  </a:lnTo>
                  <a:lnTo>
                    <a:pt x="2030" y="1550"/>
                  </a:lnTo>
                  <a:lnTo>
                    <a:pt x="2029" y="1562"/>
                  </a:lnTo>
                  <a:lnTo>
                    <a:pt x="2023" y="1577"/>
                  </a:lnTo>
                  <a:lnTo>
                    <a:pt x="2021" y="1587"/>
                  </a:lnTo>
                  <a:lnTo>
                    <a:pt x="2021" y="1593"/>
                  </a:lnTo>
                  <a:lnTo>
                    <a:pt x="2024" y="1603"/>
                  </a:lnTo>
                  <a:lnTo>
                    <a:pt x="2024" y="1613"/>
                  </a:lnTo>
                  <a:lnTo>
                    <a:pt x="2023" y="1621"/>
                  </a:lnTo>
                  <a:lnTo>
                    <a:pt x="2021" y="1629"/>
                  </a:lnTo>
                  <a:lnTo>
                    <a:pt x="2012" y="1624"/>
                  </a:lnTo>
                  <a:lnTo>
                    <a:pt x="2008" y="1625"/>
                  </a:lnTo>
                  <a:lnTo>
                    <a:pt x="2007" y="1637"/>
                  </a:lnTo>
                  <a:lnTo>
                    <a:pt x="1987" y="1643"/>
                  </a:lnTo>
                  <a:lnTo>
                    <a:pt x="1932" y="1645"/>
                  </a:lnTo>
                  <a:lnTo>
                    <a:pt x="1920" y="1648"/>
                  </a:lnTo>
                  <a:lnTo>
                    <a:pt x="1898" y="1661"/>
                  </a:lnTo>
                  <a:lnTo>
                    <a:pt x="1888" y="1669"/>
                  </a:lnTo>
                  <a:lnTo>
                    <a:pt x="1874" y="1678"/>
                  </a:lnTo>
                  <a:lnTo>
                    <a:pt x="1868" y="1685"/>
                  </a:lnTo>
                  <a:lnTo>
                    <a:pt x="1866" y="1691"/>
                  </a:lnTo>
                  <a:lnTo>
                    <a:pt x="1854" y="1699"/>
                  </a:lnTo>
                  <a:lnTo>
                    <a:pt x="1847" y="1705"/>
                  </a:lnTo>
                  <a:lnTo>
                    <a:pt x="1844" y="1701"/>
                  </a:lnTo>
                  <a:lnTo>
                    <a:pt x="1830" y="1705"/>
                  </a:lnTo>
                  <a:lnTo>
                    <a:pt x="1823" y="1705"/>
                  </a:lnTo>
                  <a:lnTo>
                    <a:pt x="1819" y="1706"/>
                  </a:lnTo>
                  <a:lnTo>
                    <a:pt x="1818" y="1715"/>
                  </a:lnTo>
                  <a:lnTo>
                    <a:pt x="1822" y="1720"/>
                  </a:lnTo>
                  <a:lnTo>
                    <a:pt x="1825" y="1713"/>
                  </a:lnTo>
                  <a:lnTo>
                    <a:pt x="1831" y="1709"/>
                  </a:lnTo>
                  <a:lnTo>
                    <a:pt x="1836" y="1709"/>
                  </a:lnTo>
                  <a:lnTo>
                    <a:pt x="1833" y="1720"/>
                  </a:lnTo>
                  <a:lnTo>
                    <a:pt x="1831" y="1729"/>
                  </a:lnTo>
                  <a:lnTo>
                    <a:pt x="1826" y="1736"/>
                  </a:lnTo>
                  <a:lnTo>
                    <a:pt x="1813" y="1717"/>
                  </a:lnTo>
                  <a:lnTo>
                    <a:pt x="1808" y="1717"/>
                  </a:lnTo>
                  <a:lnTo>
                    <a:pt x="1799" y="1713"/>
                  </a:lnTo>
                  <a:lnTo>
                    <a:pt x="1796" y="1704"/>
                  </a:lnTo>
                  <a:lnTo>
                    <a:pt x="1785" y="1704"/>
                  </a:lnTo>
                  <a:lnTo>
                    <a:pt x="1777" y="1696"/>
                  </a:lnTo>
                  <a:lnTo>
                    <a:pt x="1776" y="1690"/>
                  </a:lnTo>
                  <a:lnTo>
                    <a:pt x="1779" y="1679"/>
                  </a:lnTo>
                  <a:lnTo>
                    <a:pt x="1772" y="1673"/>
                  </a:lnTo>
                  <a:lnTo>
                    <a:pt x="1760" y="1682"/>
                  </a:lnTo>
                  <a:lnTo>
                    <a:pt x="1750" y="1685"/>
                  </a:lnTo>
                  <a:lnTo>
                    <a:pt x="1739" y="1682"/>
                  </a:lnTo>
                  <a:lnTo>
                    <a:pt x="1736" y="1675"/>
                  </a:lnTo>
                  <a:lnTo>
                    <a:pt x="1749" y="1675"/>
                  </a:lnTo>
                  <a:lnTo>
                    <a:pt x="1752" y="1666"/>
                  </a:lnTo>
                  <a:lnTo>
                    <a:pt x="1750" y="1652"/>
                  </a:lnTo>
                  <a:lnTo>
                    <a:pt x="1741" y="1647"/>
                  </a:lnTo>
                  <a:lnTo>
                    <a:pt x="1725" y="1659"/>
                  </a:lnTo>
                  <a:lnTo>
                    <a:pt x="1715" y="1661"/>
                  </a:lnTo>
                  <a:lnTo>
                    <a:pt x="1728" y="1669"/>
                  </a:lnTo>
                  <a:lnTo>
                    <a:pt x="1729" y="1672"/>
                  </a:lnTo>
                  <a:lnTo>
                    <a:pt x="1721" y="1673"/>
                  </a:lnTo>
                  <a:lnTo>
                    <a:pt x="1710" y="1678"/>
                  </a:lnTo>
                  <a:lnTo>
                    <a:pt x="1699" y="1686"/>
                  </a:lnTo>
                  <a:lnTo>
                    <a:pt x="1690" y="1701"/>
                  </a:lnTo>
                  <a:lnTo>
                    <a:pt x="1672" y="1710"/>
                  </a:lnTo>
                  <a:lnTo>
                    <a:pt x="1658" y="1713"/>
                  </a:lnTo>
                  <a:lnTo>
                    <a:pt x="1655" y="1709"/>
                  </a:lnTo>
                  <a:lnTo>
                    <a:pt x="1635" y="1699"/>
                  </a:lnTo>
                  <a:lnTo>
                    <a:pt x="1616" y="1686"/>
                  </a:lnTo>
                  <a:lnTo>
                    <a:pt x="1607" y="1683"/>
                  </a:lnTo>
                  <a:lnTo>
                    <a:pt x="1593" y="1682"/>
                  </a:lnTo>
                  <a:lnTo>
                    <a:pt x="1572" y="1674"/>
                  </a:lnTo>
                  <a:lnTo>
                    <a:pt x="1564" y="1675"/>
                  </a:lnTo>
                  <a:lnTo>
                    <a:pt x="1555" y="1682"/>
                  </a:lnTo>
                  <a:lnTo>
                    <a:pt x="1548" y="1671"/>
                  </a:lnTo>
                  <a:lnTo>
                    <a:pt x="1529" y="1659"/>
                  </a:lnTo>
                  <a:lnTo>
                    <a:pt x="1511" y="1658"/>
                  </a:lnTo>
                  <a:lnTo>
                    <a:pt x="1496" y="1650"/>
                  </a:lnTo>
                  <a:lnTo>
                    <a:pt x="1486" y="1639"/>
                  </a:lnTo>
                  <a:lnTo>
                    <a:pt x="1481" y="1625"/>
                  </a:lnTo>
                  <a:lnTo>
                    <a:pt x="1470" y="1618"/>
                  </a:lnTo>
                  <a:lnTo>
                    <a:pt x="1458" y="1588"/>
                  </a:lnTo>
                  <a:lnTo>
                    <a:pt x="1457" y="1582"/>
                  </a:lnTo>
                  <a:lnTo>
                    <a:pt x="1462" y="1572"/>
                  </a:lnTo>
                  <a:lnTo>
                    <a:pt x="1463" y="1559"/>
                  </a:lnTo>
                  <a:lnTo>
                    <a:pt x="1453" y="1530"/>
                  </a:lnTo>
                  <a:lnTo>
                    <a:pt x="1430" y="1500"/>
                  </a:lnTo>
                  <a:lnTo>
                    <a:pt x="1437" y="1483"/>
                  </a:lnTo>
                  <a:lnTo>
                    <a:pt x="1436" y="1480"/>
                  </a:lnTo>
                  <a:lnTo>
                    <a:pt x="1421" y="1481"/>
                  </a:lnTo>
                  <a:lnTo>
                    <a:pt x="1406" y="1490"/>
                  </a:lnTo>
                  <a:lnTo>
                    <a:pt x="1389" y="1496"/>
                  </a:lnTo>
                  <a:lnTo>
                    <a:pt x="1379" y="1497"/>
                  </a:lnTo>
                  <a:lnTo>
                    <a:pt x="1372" y="1495"/>
                  </a:lnTo>
                  <a:lnTo>
                    <a:pt x="1379" y="1484"/>
                  </a:lnTo>
                  <a:lnTo>
                    <a:pt x="1387" y="1468"/>
                  </a:lnTo>
                  <a:lnTo>
                    <a:pt x="1390" y="1453"/>
                  </a:lnTo>
                  <a:lnTo>
                    <a:pt x="1390" y="1436"/>
                  </a:lnTo>
                  <a:lnTo>
                    <a:pt x="1384" y="1419"/>
                  </a:lnTo>
                  <a:lnTo>
                    <a:pt x="1376" y="1406"/>
                  </a:lnTo>
                  <a:lnTo>
                    <a:pt x="1368" y="1400"/>
                  </a:lnTo>
                  <a:lnTo>
                    <a:pt x="1356" y="1424"/>
                  </a:lnTo>
                  <a:lnTo>
                    <a:pt x="1356" y="1436"/>
                  </a:lnTo>
                  <a:lnTo>
                    <a:pt x="1352" y="1448"/>
                  </a:lnTo>
                  <a:lnTo>
                    <a:pt x="1350" y="1460"/>
                  </a:lnTo>
                  <a:lnTo>
                    <a:pt x="1349" y="1463"/>
                  </a:lnTo>
                  <a:lnTo>
                    <a:pt x="1340" y="1462"/>
                  </a:lnTo>
                  <a:lnTo>
                    <a:pt x="1329" y="1467"/>
                  </a:lnTo>
                  <a:lnTo>
                    <a:pt x="1317" y="1467"/>
                  </a:lnTo>
                  <a:lnTo>
                    <a:pt x="1307" y="1473"/>
                  </a:lnTo>
                  <a:lnTo>
                    <a:pt x="1301" y="1467"/>
                  </a:lnTo>
                  <a:lnTo>
                    <a:pt x="1306" y="1448"/>
                  </a:lnTo>
                  <a:lnTo>
                    <a:pt x="1319" y="1449"/>
                  </a:lnTo>
                  <a:lnTo>
                    <a:pt x="1330" y="1443"/>
                  </a:lnTo>
                  <a:lnTo>
                    <a:pt x="1334" y="1429"/>
                  </a:lnTo>
                  <a:lnTo>
                    <a:pt x="1335" y="1417"/>
                  </a:lnTo>
                  <a:lnTo>
                    <a:pt x="1333" y="1415"/>
                  </a:lnTo>
                  <a:lnTo>
                    <a:pt x="1333" y="1411"/>
                  </a:lnTo>
                  <a:lnTo>
                    <a:pt x="1334" y="1405"/>
                  </a:lnTo>
                  <a:lnTo>
                    <a:pt x="1334" y="1397"/>
                  </a:lnTo>
                  <a:lnTo>
                    <a:pt x="1339" y="1384"/>
                  </a:lnTo>
                  <a:lnTo>
                    <a:pt x="1345" y="1368"/>
                  </a:lnTo>
                  <a:lnTo>
                    <a:pt x="1351" y="1365"/>
                  </a:lnTo>
                  <a:lnTo>
                    <a:pt x="1357" y="1355"/>
                  </a:lnTo>
                  <a:lnTo>
                    <a:pt x="1357" y="1330"/>
                  </a:lnTo>
                  <a:lnTo>
                    <a:pt x="1363" y="1331"/>
                  </a:lnTo>
                  <a:lnTo>
                    <a:pt x="1362" y="1324"/>
                  </a:lnTo>
                  <a:lnTo>
                    <a:pt x="1358" y="1317"/>
                  </a:lnTo>
                  <a:lnTo>
                    <a:pt x="1358" y="1307"/>
                  </a:lnTo>
                  <a:lnTo>
                    <a:pt x="1355" y="1304"/>
                  </a:lnTo>
                  <a:lnTo>
                    <a:pt x="1355" y="1293"/>
                  </a:lnTo>
                  <a:lnTo>
                    <a:pt x="1350" y="1288"/>
                  </a:lnTo>
                  <a:lnTo>
                    <a:pt x="1347" y="1297"/>
                  </a:lnTo>
                  <a:lnTo>
                    <a:pt x="1347" y="1317"/>
                  </a:lnTo>
                  <a:lnTo>
                    <a:pt x="1342" y="1318"/>
                  </a:lnTo>
                  <a:lnTo>
                    <a:pt x="1335" y="1330"/>
                  </a:lnTo>
                  <a:lnTo>
                    <a:pt x="1330" y="1341"/>
                  </a:lnTo>
                  <a:lnTo>
                    <a:pt x="1324" y="1354"/>
                  </a:lnTo>
                  <a:lnTo>
                    <a:pt x="1323" y="1360"/>
                  </a:lnTo>
                  <a:lnTo>
                    <a:pt x="1318" y="1368"/>
                  </a:lnTo>
                  <a:lnTo>
                    <a:pt x="1307" y="1367"/>
                  </a:lnTo>
                  <a:lnTo>
                    <a:pt x="1302" y="1370"/>
                  </a:lnTo>
                  <a:lnTo>
                    <a:pt x="1301" y="1374"/>
                  </a:lnTo>
                  <a:lnTo>
                    <a:pt x="1287" y="1382"/>
                  </a:lnTo>
                  <a:lnTo>
                    <a:pt x="1282" y="1388"/>
                  </a:lnTo>
                  <a:lnTo>
                    <a:pt x="1275" y="1390"/>
                  </a:lnTo>
                  <a:lnTo>
                    <a:pt x="1269" y="1405"/>
                  </a:lnTo>
                  <a:lnTo>
                    <a:pt x="1259" y="1417"/>
                  </a:lnTo>
                  <a:lnTo>
                    <a:pt x="1249" y="1425"/>
                  </a:lnTo>
                  <a:lnTo>
                    <a:pt x="1245" y="1437"/>
                  </a:lnTo>
                  <a:lnTo>
                    <a:pt x="1252" y="1437"/>
                  </a:lnTo>
                  <a:lnTo>
                    <a:pt x="1252" y="1454"/>
                  </a:lnTo>
                  <a:lnTo>
                    <a:pt x="1245" y="1449"/>
                  </a:lnTo>
                  <a:lnTo>
                    <a:pt x="1238" y="1452"/>
                  </a:lnTo>
                  <a:lnTo>
                    <a:pt x="1229" y="1440"/>
                  </a:lnTo>
                  <a:lnTo>
                    <a:pt x="1220" y="1433"/>
                  </a:lnTo>
                  <a:lnTo>
                    <a:pt x="1214" y="1427"/>
                  </a:lnTo>
                  <a:lnTo>
                    <a:pt x="1205" y="1426"/>
                  </a:lnTo>
                  <a:lnTo>
                    <a:pt x="1205" y="1416"/>
                  </a:lnTo>
                  <a:lnTo>
                    <a:pt x="1221" y="1427"/>
                  </a:lnTo>
                  <a:lnTo>
                    <a:pt x="1222" y="1419"/>
                  </a:lnTo>
                  <a:lnTo>
                    <a:pt x="1220" y="1405"/>
                  </a:lnTo>
                  <a:lnTo>
                    <a:pt x="1214" y="1398"/>
                  </a:lnTo>
                  <a:lnTo>
                    <a:pt x="1211" y="1383"/>
                  </a:lnTo>
                  <a:lnTo>
                    <a:pt x="1204" y="1372"/>
                  </a:lnTo>
                  <a:lnTo>
                    <a:pt x="1195" y="1365"/>
                  </a:lnTo>
                  <a:lnTo>
                    <a:pt x="1190" y="1347"/>
                  </a:lnTo>
                  <a:lnTo>
                    <a:pt x="1186" y="1343"/>
                  </a:lnTo>
                  <a:lnTo>
                    <a:pt x="1183" y="1334"/>
                  </a:lnTo>
                  <a:lnTo>
                    <a:pt x="1177" y="1335"/>
                  </a:lnTo>
                  <a:lnTo>
                    <a:pt x="1166" y="1330"/>
                  </a:lnTo>
                  <a:lnTo>
                    <a:pt x="1156" y="1324"/>
                  </a:lnTo>
                  <a:lnTo>
                    <a:pt x="1150" y="1316"/>
                  </a:lnTo>
                  <a:lnTo>
                    <a:pt x="1150" y="1306"/>
                  </a:lnTo>
                  <a:lnTo>
                    <a:pt x="1155" y="1306"/>
                  </a:lnTo>
                  <a:lnTo>
                    <a:pt x="1156" y="1292"/>
                  </a:lnTo>
                  <a:lnTo>
                    <a:pt x="1135" y="1286"/>
                  </a:lnTo>
                  <a:lnTo>
                    <a:pt x="1114" y="1265"/>
                  </a:lnTo>
                  <a:lnTo>
                    <a:pt x="1108" y="1263"/>
                  </a:lnTo>
                  <a:lnTo>
                    <a:pt x="1110" y="1270"/>
                  </a:lnTo>
                  <a:lnTo>
                    <a:pt x="1100" y="1269"/>
                  </a:lnTo>
                  <a:lnTo>
                    <a:pt x="1091" y="1263"/>
                  </a:lnTo>
                  <a:lnTo>
                    <a:pt x="1069" y="1252"/>
                  </a:lnTo>
                  <a:lnTo>
                    <a:pt x="1062" y="1253"/>
                  </a:lnTo>
                  <a:lnTo>
                    <a:pt x="1054" y="1259"/>
                  </a:lnTo>
                  <a:lnTo>
                    <a:pt x="1051" y="1258"/>
                  </a:lnTo>
                  <a:lnTo>
                    <a:pt x="1045" y="1255"/>
                  </a:lnTo>
                  <a:lnTo>
                    <a:pt x="1017" y="1231"/>
                  </a:lnTo>
                  <a:lnTo>
                    <a:pt x="1006" y="1227"/>
                  </a:lnTo>
                  <a:lnTo>
                    <a:pt x="995" y="1226"/>
                  </a:lnTo>
                  <a:lnTo>
                    <a:pt x="974" y="1225"/>
                  </a:lnTo>
                  <a:lnTo>
                    <a:pt x="941" y="1230"/>
                  </a:lnTo>
                  <a:lnTo>
                    <a:pt x="899" y="1228"/>
                  </a:lnTo>
                  <a:lnTo>
                    <a:pt x="881" y="1228"/>
                  </a:lnTo>
                  <a:lnTo>
                    <a:pt x="840" y="1248"/>
                  </a:lnTo>
                  <a:lnTo>
                    <a:pt x="820" y="1261"/>
                  </a:lnTo>
                  <a:lnTo>
                    <a:pt x="795" y="1263"/>
                  </a:lnTo>
                  <a:lnTo>
                    <a:pt x="779" y="1270"/>
                  </a:lnTo>
                  <a:lnTo>
                    <a:pt x="758" y="1274"/>
                  </a:lnTo>
                  <a:lnTo>
                    <a:pt x="722" y="1273"/>
                  </a:lnTo>
                  <a:lnTo>
                    <a:pt x="710" y="1270"/>
                  </a:lnTo>
                  <a:lnTo>
                    <a:pt x="695" y="1274"/>
                  </a:lnTo>
                  <a:lnTo>
                    <a:pt x="685" y="1282"/>
                  </a:lnTo>
                  <a:lnTo>
                    <a:pt x="658" y="1297"/>
                  </a:lnTo>
                  <a:lnTo>
                    <a:pt x="642" y="1302"/>
                  </a:lnTo>
                  <a:lnTo>
                    <a:pt x="634" y="1309"/>
                  </a:lnTo>
                  <a:lnTo>
                    <a:pt x="625" y="1313"/>
                  </a:lnTo>
                  <a:lnTo>
                    <a:pt x="614" y="1314"/>
                  </a:lnTo>
                  <a:lnTo>
                    <a:pt x="602" y="1320"/>
                  </a:lnTo>
                  <a:lnTo>
                    <a:pt x="596" y="1333"/>
                  </a:lnTo>
                  <a:lnTo>
                    <a:pt x="592" y="1349"/>
                  </a:lnTo>
                  <a:lnTo>
                    <a:pt x="587" y="1354"/>
                  </a:lnTo>
                  <a:lnTo>
                    <a:pt x="581" y="1363"/>
                  </a:lnTo>
                  <a:lnTo>
                    <a:pt x="577" y="1372"/>
                  </a:lnTo>
                  <a:lnTo>
                    <a:pt x="558" y="1377"/>
                  </a:lnTo>
                  <a:lnTo>
                    <a:pt x="549" y="1377"/>
                  </a:lnTo>
                  <a:lnTo>
                    <a:pt x="539" y="1373"/>
                  </a:lnTo>
                  <a:lnTo>
                    <a:pt x="518" y="1376"/>
                  </a:lnTo>
                  <a:lnTo>
                    <a:pt x="496" y="1382"/>
                  </a:lnTo>
                  <a:lnTo>
                    <a:pt x="491" y="1374"/>
                  </a:lnTo>
                  <a:lnTo>
                    <a:pt x="486" y="1372"/>
                  </a:lnTo>
                  <a:lnTo>
                    <a:pt x="480" y="1374"/>
                  </a:lnTo>
                  <a:lnTo>
                    <a:pt x="464" y="1376"/>
                  </a:lnTo>
                  <a:lnTo>
                    <a:pt x="447" y="1372"/>
                  </a:lnTo>
                  <a:lnTo>
                    <a:pt x="435" y="1372"/>
                  </a:lnTo>
                  <a:lnTo>
                    <a:pt x="419" y="1379"/>
                  </a:lnTo>
                  <a:lnTo>
                    <a:pt x="376" y="1378"/>
                  </a:lnTo>
                  <a:lnTo>
                    <a:pt x="365" y="1383"/>
                  </a:lnTo>
                  <a:lnTo>
                    <a:pt x="355" y="1392"/>
                  </a:lnTo>
                  <a:lnTo>
                    <a:pt x="350" y="1399"/>
                  </a:lnTo>
                  <a:lnTo>
                    <a:pt x="352" y="1404"/>
                  </a:lnTo>
                  <a:lnTo>
                    <a:pt x="350" y="1405"/>
                  </a:lnTo>
                  <a:lnTo>
                    <a:pt x="344" y="1411"/>
                  </a:lnTo>
                  <a:lnTo>
                    <a:pt x="333" y="1414"/>
                  </a:lnTo>
                  <a:lnTo>
                    <a:pt x="316" y="1416"/>
                  </a:lnTo>
                  <a:lnTo>
                    <a:pt x="301" y="1426"/>
                  </a:lnTo>
                  <a:lnTo>
                    <a:pt x="292" y="1436"/>
                  </a:lnTo>
                  <a:lnTo>
                    <a:pt x="287" y="1443"/>
                  </a:lnTo>
                  <a:lnTo>
                    <a:pt x="280" y="1449"/>
                  </a:lnTo>
                  <a:lnTo>
                    <a:pt x="271" y="1452"/>
                  </a:lnTo>
                  <a:lnTo>
                    <a:pt x="261" y="1447"/>
                  </a:lnTo>
                  <a:lnTo>
                    <a:pt x="260" y="1458"/>
                  </a:lnTo>
                  <a:lnTo>
                    <a:pt x="253" y="1454"/>
                  </a:lnTo>
                  <a:lnTo>
                    <a:pt x="244" y="1458"/>
                  </a:lnTo>
                  <a:lnTo>
                    <a:pt x="238" y="1451"/>
                  </a:lnTo>
                  <a:lnTo>
                    <a:pt x="205" y="1453"/>
                  </a:lnTo>
                  <a:lnTo>
                    <a:pt x="190" y="1451"/>
                  </a:lnTo>
                  <a:lnTo>
                    <a:pt x="183" y="1443"/>
                  </a:lnTo>
                  <a:lnTo>
                    <a:pt x="174" y="1440"/>
                  </a:lnTo>
                  <a:lnTo>
                    <a:pt x="174" y="1441"/>
                  </a:lnTo>
                  <a:lnTo>
                    <a:pt x="163" y="1440"/>
                  </a:lnTo>
                  <a:lnTo>
                    <a:pt x="148" y="1424"/>
                  </a:lnTo>
                  <a:lnTo>
                    <a:pt x="141" y="1415"/>
                  </a:lnTo>
                  <a:lnTo>
                    <a:pt x="130" y="1405"/>
                  </a:lnTo>
                  <a:lnTo>
                    <a:pt x="120" y="1402"/>
                  </a:lnTo>
                  <a:lnTo>
                    <a:pt x="108" y="1399"/>
                  </a:lnTo>
                  <a:lnTo>
                    <a:pt x="105" y="1370"/>
                  </a:lnTo>
                  <a:lnTo>
                    <a:pt x="107" y="1357"/>
                  </a:lnTo>
                  <a:lnTo>
                    <a:pt x="107" y="1356"/>
                  </a:lnTo>
                  <a:lnTo>
                    <a:pt x="117" y="1360"/>
                  </a:lnTo>
                  <a:lnTo>
                    <a:pt x="125" y="1359"/>
                  </a:lnTo>
                  <a:lnTo>
                    <a:pt x="136" y="1343"/>
                  </a:lnTo>
                  <a:lnTo>
                    <a:pt x="142" y="1328"/>
                  </a:lnTo>
                  <a:lnTo>
                    <a:pt x="142" y="1318"/>
                  </a:lnTo>
                  <a:lnTo>
                    <a:pt x="137" y="1306"/>
                  </a:lnTo>
                  <a:lnTo>
                    <a:pt x="137" y="1291"/>
                  </a:lnTo>
                  <a:lnTo>
                    <a:pt x="139" y="1297"/>
                  </a:lnTo>
                  <a:lnTo>
                    <a:pt x="142" y="1286"/>
                  </a:lnTo>
                  <a:lnTo>
                    <a:pt x="141" y="1265"/>
                  </a:lnTo>
                  <a:lnTo>
                    <a:pt x="144" y="1248"/>
                  </a:lnTo>
                  <a:lnTo>
                    <a:pt x="141" y="1234"/>
                  </a:lnTo>
                  <a:lnTo>
                    <a:pt x="124" y="1196"/>
                  </a:lnTo>
                  <a:lnTo>
                    <a:pt x="121" y="1185"/>
                  </a:lnTo>
                  <a:lnTo>
                    <a:pt x="117" y="1178"/>
                  </a:lnTo>
                  <a:lnTo>
                    <a:pt x="109" y="1168"/>
                  </a:lnTo>
                  <a:lnTo>
                    <a:pt x="103" y="1150"/>
                  </a:lnTo>
                  <a:lnTo>
                    <a:pt x="98" y="1124"/>
                  </a:lnTo>
                  <a:lnTo>
                    <a:pt x="98" y="1092"/>
                  </a:lnTo>
                  <a:lnTo>
                    <a:pt x="94" y="1081"/>
                  </a:lnTo>
                  <a:lnTo>
                    <a:pt x="78" y="1053"/>
                  </a:lnTo>
                  <a:lnTo>
                    <a:pt x="76" y="1039"/>
                  </a:lnTo>
                  <a:lnTo>
                    <a:pt x="66" y="1024"/>
                  </a:lnTo>
                  <a:lnTo>
                    <a:pt x="54" y="1004"/>
                  </a:lnTo>
                  <a:lnTo>
                    <a:pt x="54" y="983"/>
                  </a:lnTo>
                  <a:lnTo>
                    <a:pt x="46" y="965"/>
                  </a:lnTo>
                  <a:lnTo>
                    <a:pt x="40" y="945"/>
                  </a:lnTo>
                  <a:lnTo>
                    <a:pt x="29" y="938"/>
                  </a:lnTo>
                  <a:lnTo>
                    <a:pt x="19" y="927"/>
                  </a:lnTo>
                  <a:lnTo>
                    <a:pt x="13" y="919"/>
                  </a:lnTo>
                  <a:lnTo>
                    <a:pt x="11" y="909"/>
                  </a:lnTo>
                  <a:lnTo>
                    <a:pt x="5" y="905"/>
                  </a:lnTo>
                  <a:lnTo>
                    <a:pt x="0" y="895"/>
                  </a:lnTo>
                  <a:lnTo>
                    <a:pt x="1" y="889"/>
                  </a:lnTo>
                  <a:lnTo>
                    <a:pt x="3" y="894"/>
                  </a:lnTo>
                  <a:lnTo>
                    <a:pt x="8" y="895"/>
                  </a:lnTo>
                  <a:lnTo>
                    <a:pt x="12" y="897"/>
                  </a:lnTo>
                  <a:lnTo>
                    <a:pt x="15" y="904"/>
                  </a:lnTo>
                  <a:lnTo>
                    <a:pt x="16" y="914"/>
                  </a:lnTo>
                  <a:lnTo>
                    <a:pt x="21" y="911"/>
                  </a:lnTo>
                  <a:lnTo>
                    <a:pt x="23" y="918"/>
                  </a:lnTo>
                  <a:lnTo>
                    <a:pt x="31" y="919"/>
                  </a:lnTo>
                  <a:lnTo>
                    <a:pt x="35" y="913"/>
                  </a:lnTo>
                  <a:lnTo>
                    <a:pt x="34" y="904"/>
                  </a:lnTo>
                  <a:lnTo>
                    <a:pt x="26" y="895"/>
                  </a:lnTo>
                  <a:lnTo>
                    <a:pt x="13" y="866"/>
                  </a:lnTo>
                  <a:lnTo>
                    <a:pt x="13" y="856"/>
                  </a:lnTo>
                  <a:lnTo>
                    <a:pt x="17" y="860"/>
                  </a:lnTo>
                  <a:lnTo>
                    <a:pt x="22" y="871"/>
                  </a:lnTo>
                  <a:lnTo>
                    <a:pt x="27" y="894"/>
                  </a:lnTo>
                  <a:lnTo>
                    <a:pt x="35" y="884"/>
                  </a:lnTo>
                  <a:lnTo>
                    <a:pt x="38" y="893"/>
                  </a:lnTo>
                  <a:lnTo>
                    <a:pt x="39" y="904"/>
                  </a:lnTo>
                  <a:lnTo>
                    <a:pt x="46" y="905"/>
                  </a:lnTo>
                  <a:lnTo>
                    <a:pt x="51" y="898"/>
                  </a:lnTo>
                  <a:lnTo>
                    <a:pt x="54" y="886"/>
                  </a:lnTo>
                  <a:lnTo>
                    <a:pt x="53" y="867"/>
                  </a:lnTo>
                  <a:lnTo>
                    <a:pt x="45" y="860"/>
                  </a:lnTo>
                  <a:lnTo>
                    <a:pt x="39" y="848"/>
                  </a:lnTo>
                  <a:lnTo>
                    <a:pt x="37" y="851"/>
                  </a:lnTo>
                  <a:lnTo>
                    <a:pt x="38" y="844"/>
                  </a:lnTo>
                  <a:lnTo>
                    <a:pt x="31" y="832"/>
                  </a:lnTo>
                  <a:lnTo>
                    <a:pt x="23" y="814"/>
                  </a:lnTo>
                  <a:lnTo>
                    <a:pt x="8" y="787"/>
                  </a:lnTo>
                  <a:lnTo>
                    <a:pt x="8" y="758"/>
                  </a:lnTo>
                  <a:lnTo>
                    <a:pt x="13" y="748"/>
                  </a:lnTo>
                  <a:lnTo>
                    <a:pt x="28" y="733"/>
                  </a:lnTo>
                  <a:lnTo>
                    <a:pt x="29" y="725"/>
                  </a:lnTo>
                  <a:lnTo>
                    <a:pt x="28" y="716"/>
                  </a:lnTo>
                  <a:lnTo>
                    <a:pt x="29" y="695"/>
                  </a:lnTo>
                  <a:lnTo>
                    <a:pt x="22" y="683"/>
                  </a:lnTo>
                  <a:lnTo>
                    <a:pt x="27" y="661"/>
                  </a:lnTo>
                  <a:lnTo>
                    <a:pt x="33" y="652"/>
                  </a:lnTo>
                  <a:lnTo>
                    <a:pt x="39" y="637"/>
                  </a:lnTo>
                  <a:lnTo>
                    <a:pt x="43" y="63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19" name="Google Shape;2119;p5">
              <a:extLst>
                <a:ext uri="{FF2B5EF4-FFF2-40B4-BE49-F238E27FC236}">
                  <a16:creationId xmlns:a16="http://schemas.microsoft.com/office/drawing/2014/main" id="{E494A420-CE88-4A86-B861-AE6235297BCE}"/>
                </a:ext>
              </a:extLst>
            </p:cNvPr>
            <p:cNvSpPr/>
            <p:nvPr/>
          </p:nvSpPr>
          <p:spPr>
            <a:xfrm>
              <a:off x="7657305" y="4462809"/>
              <a:ext cx="134938" cy="146050"/>
            </a:xfrm>
            <a:custGeom>
              <a:avLst/>
              <a:gdLst/>
              <a:ahLst/>
              <a:cxnLst/>
              <a:rect l="l" t="t" r="r" b="b"/>
              <a:pathLst>
                <a:path w="424" h="463" extrusionOk="0">
                  <a:moveTo>
                    <a:pt x="308" y="34"/>
                  </a:moveTo>
                  <a:lnTo>
                    <a:pt x="310" y="35"/>
                  </a:lnTo>
                  <a:lnTo>
                    <a:pt x="311" y="20"/>
                  </a:lnTo>
                  <a:lnTo>
                    <a:pt x="319" y="16"/>
                  </a:lnTo>
                  <a:lnTo>
                    <a:pt x="327" y="6"/>
                  </a:lnTo>
                  <a:lnTo>
                    <a:pt x="331" y="6"/>
                  </a:lnTo>
                  <a:lnTo>
                    <a:pt x="333" y="2"/>
                  </a:lnTo>
                  <a:lnTo>
                    <a:pt x="337" y="0"/>
                  </a:lnTo>
                  <a:lnTo>
                    <a:pt x="340" y="3"/>
                  </a:lnTo>
                  <a:lnTo>
                    <a:pt x="340" y="14"/>
                  </a:lnTo>
                  <a:lnTo>
                    <a:pt x="343" y="20"/>
                  </a:lnTo>
                  <a:lnTo>
                    <a:pt x="349" y="22"/>
                  </a:lnTo>
                  <a:lnTo>
                    <a:pt x="354" y="22"/>
                  </a:lnTo>
                  <a:lnTo>
                    <a:pt x="358" y="28"/>
                  </a:lnTo>
                  <a:lnTo>
                    <a:pt x="358" y="45"/>
                  </a:lnTo>
                  <a:lnTo>
                    <a:pt x="362" y="51"/>
                  </a:lnTo>
                  <a:lnTo>
                    <a:pt x="368" y="55"/>
                  </a:lnTo>
                  <a:lnTo>
                    <a:pt x="381" y="44"/>
                  </a:lnTo>
                  <a:lnTo>
                    <a:pt x="387" y="41"/>
                  </a:lnTo>
                  <a:lnTo>
                    <a:pt x="391" y="35"/>
                  </a:lnTo>
                  <a:lnTo>
                    <a:pt x="401" y="29"/>
                  </a:lnTo>
                  <a:lnTo>
                    <a:pt x="406" y="28"/>
                  </a:lnTo>
                  <a:lnTo>
                    <a:pt x="407" y="29"/>
                  </a:lnTo>
                  <a:lnTo>
                    <a:pt x="402" y="35"/>
                  </a:lnTo>
                  <a:lnTo>
                    <a:pt x="403" y="36"/>
                  </a:lnTo>
                  <a:lnTo>
                    <a:pt x="405" y="44"/>
                  </a:lnTo>
                  <a:lnTo>
                    <a:pt x="401" y="54"/>
                  </a:lnTo>
                  <a:lnTo>
                    <a:pt x="411" y="47"/>
                  </a:lnTo>
                  <a:lnTo>
                    <a:pt x="408" y="43"/>
                  </a:lnTo>
                  <a:lnTo>
                    <a:pt x="413" y="34"/>
                  </a:lnTo>
                  <a:lnTo>
                    <a:pt x="418" y="33"/>
                  </a:lnTo>
                  <a:lnTo>
                    <a:pt x="423" y="40"/>
                  </a:lnTo>
                  <a:lnTo>
                    <a:pt x="414" y="51"/>
                  </a:lnTo>
                  <a:lnTo>
                    <a:pt x="418" y="51"/>
                  </a:lnTo>
                  <a:lnTo>
                    <a:pt x="422" y="57"/>
                  </a:lnTo>
                  <a:lnTo>
                    <a:pt x="417" y="68"/>
                  </a:lnTo>
                  <a:lnTo>
                    <a:pt x="424" y="87"/>
                  </a:lnTo>
                  <a:lnTo>
                    <a:pt x="422" y="93"/>
                  </a:lnTo>
                  <a:lnTo>
                    <a:pt x="413" y="106"/>
                  </a:lnTo>
                  <a:lnTo>
                    <a:pt x="411" y="114"/>
                  </a:lnTo>
                  <a:lnTo>
                    <a:pt x="405" y="124"/>
                  </a:lnTo>
                  <a:lnTo>
                    <a:pt x="398" y="125"/>
                  </a:lnTo>
                  <a:lnTo>
                    <a:pt x="397" y="129"/>
                  </a:lnTo>
                  <a:lnTo>
                    <a:pt x="387" y="141"/>
                  </a:lnTo>
                  <a:lnTo>
                    <a:pt x="375" y="168"/>
                  </a:lnTo>
                  <a:lnTo>
                    <a:pt x="369" y="174"/>
                  </a:lnTo>
                  <a:lnTo>
                    <a:pt x="365" y="175"/>
                  </a:lnTo>
                  <a:lnTo>
                    <a:pt x="362" y="180"/>
                  </a:lnTo>
                  <a:lnTo>
                    <a:pt x="349" y="189"/>
                  </a:lnTo>
                  <a:lnTo>
                    <a:pt x="347" y="192"/>
                  </a:lnTo>
                  <a:lnTo>
                    <a:pt x="344" y="217"/>
                  </a:lnTo>
                  <a:lnTo>
                    <a:pt x="342" y="228"/>
                  </a:lnTo>
                  <a:lnTo>
                    <a:pt x="352" y="230"/>
                  </a:lnTo>
                  <a:lnTo>
                    <a:pt x="359" y="234"/>
                  </a:lnTo>
                  <a:lnTo>
                    <a:pt x="362" y="243"/>
                  </a:lnTo>
                  <a:lnTo>
                    <a:pt x="360" y="246"/>
                  </a:lnTo>
                  <a:lnTo>
                    <a:pt x="356" y="240"/>
                  </a:lnTo>
                  <a:lnTo>
                    <a:pt x="354" y="246"/>
                  </a:lnTo>
                  <a:lnTo>
                    <a:pt x="333" y="239"/>
                  </a:lnTo>
                  <a:lnTo>
                    <a:pt x="326" y="235"/>
                  </a:lnTo>
                  <a:lnTo>
                    <a:pt x="324" y="237"/>
                  </a:lnTo>
                  <a:lnTo>
                    <a:pt x="324" y="244"/>
                  </a:lnTo>
                  <a:lnTo>
                    <a:pt x="320" y="248"/>
                  </a:lnTo>
                  <a:lnTo>
                    <a:pt x="316" y="244"/>
                  </a:lnTo>
                  <a:lnTo>
                    <a:pt x="313" y="243"/>
                  </a:lnTo>
                  <a:lnTo>
                    <a:pt x="310" y="249"/>
                  </a:lnTo>
                  <a:lnTo>
                    <a:pt x="295" y="256"/>
                  </a:lnTo>
                  <a:lnTo>
                    <a:pt x="287" y="262"/>
                  </a:lnTo>
                  <a:lnTo>
                    <a:pt x="282" y="262"/>
                  </a:lnTo>
                  <a:lnTo>
                    <a:pt x="279" y="256"/>
                  </a:lnTo>
                  <a:lnTo>
                    <a:pt x="274" y="256"/>
                  </a:lnTo>
                  <a:lnTo>
                    <a:pt x="274" y="265"/>
                  </a:lnTo>
                  <a:lnTo>
                    <a:pt x="272" y="277"/>
                  </a:lnTo>
                  <a:lnTo>
                    <a:pt x="265" y="289"/>
                  </a:lnTo>
                  <a:lnTo>
                    <a:pt x="263" y="302"/>
                  </a:lnTo>
                  <a:lnTo>
                    <a:pt x="262" y="320"/>
                  </a:lnTo>
                  <a:lnTo>
                    <a:pt x="256" y="324"/>
                  </a:lnTo>
                  <a:lnTo>
                    <a:pt x="257" y="336"/>
                  </a:lnTo>
                  <a:lnTo>
                    <a:pt x="247" y="347"/>
                  </a:lnTo>
                  <a:lnTo>
                    <a:pt x="245" y="361"/>
                  </a:lnTo>
                  <a:lnTo>
                    <a:pt x="245" y="369"/>
                  </a:lnTo>
                  <a:lnTo>
                    <a:pt x="239" y="379"/>
                  </a:lnTo>
                  <a:lnTo>
                    <a:pt x="233" y="385"/>
                  </a:lnTo>
                  <a:lnTo>
                    <a:pt x="231" y="390"/>
                  </a:lnTo>
                  <a:lnTo>
                    <a:pt x="231" y="398"/>
                  </a:lnTo>
                  <a:lnTo>
                    <a:pt x="228" y="401"/>
                  </a:lnTo>
                  <a:lnTo>
                    <a:pt x="233" y="402"/>
                  </a:lnTo>
                  <a:lnTo>
                    <a:pt x="230" y="410"/>
                  </a:lnTo>
                  <a:lnTo>
                    <a:pt x="223" y="409"/>
                  </a:lnTo>
                  <a:lnTo>
                    <a:pt x="214" y="415"/>
                  </a:lnTo>
                  <a:lnTo>
                    <a:pt x="204" y="428"/>
                  </a:lnTo>
                  <a:lnTo>
                    <a:pt x="190" y="434"/>
                  </a:lnTo>
                  <a:lnTo>
                    <a:pt x="185" y="437"/>
                  </a:lnTo>
                  <a:lnTo>
                    <a:pt x="185" y="441"/>
                  </a:lnTo>
                  <a:lnTo>
                    <a:pt x="180" y="443"/>
                  </a:lnTo>
                  <a:lnTo>
                    <a:pt x="177" y="449"/>
                  </a:lnTo>
                  <a:lnTo>
                    <a:pt x="172" y="453"/>
                  </a:lnTo>
                  <a:lnTo>
                    <a:pt x="153" y="459"/>
                  </a:lnTo>
                  <a:lnTo>
                    <a:pt x="149" y="459"/>
                  </a:lnTo>
                  <a:lnTo>
                    <a:pt x="138" y="463"/>
                  </a:lnTo>
                  <a:lnTo>
                    <a:pt x="132" y="459"/>
                  </a:lnTo>
                  <a:lnTo>
                    <a:pt x="129" y="452"/>
                  </a:lnTo>
                  <a:lnTo>
                    <a:pt x="126" y="450"/>
                  </a:lnTo>
                  <a:lnTo>
                    <a:pt x="120" y="454"/>
                  </a:lnTo>
                  <a:lnTo>
                    <a:pt x="114" y="455"/>
                  </a:lnTo>
                  <a:lnTo>
                    <a:pt x="110" y="454"/>
                  </a:lnTo>
                  <a:lnTo>
                    <a:pt x="110" y="453"/>
                  </a:lnTo>
                  <a:lnTo>
                    <a:pt x="104" y="454"/>
                  </a:lnTo>
                  <a:lnTo>
                    <a:pt x="102" y="449"/>
                  </a:lnTo>
                  <a:lnTo>
                    <a:pt x="102" y="443"/>
                  </a:lnTo>
                  <a:lnTo>
                    <a:pt x="98" y="444"/>
                  </a:lnTo>
                  <a:lnTo>
                    <a:pt x="91" y="441"/>
                  </a:lnTo>
                  <a:lnTo>
                    <a:pt x="73" y="439"/>
                  </a:lnTo>
                  <a:lnTo>
                    <a:pt x="69" y="427"/>
                  </a:lnTo>
                  <a:lnTo>
                    <a:pt x="64" y="422"/>
                  </a:lnTo>
                  <a:lnTo>
                    <a:pt x="55" y="421"/>
                  </a:lnTo>
                  <a:lnTo>
                    <a:pt x="47" y="428"/>
                  </a:lnTo>
                  <a:lnTo>
                    <a:pt x="39" y="429"/>
                  </a:lnTo>
                  <a:lnTo>
                    <a:pt x="18" y="427"/>
                  </a:lnTo>
                  <a:lnTo>
                    <a:pt x="12" y="422"/>
                  </a:lnTo>
                  <a:lnTo>
                    <a:pt x="15" y="415"/>
                  </a:lnTo>
                  <a:lnTo>
                    <a:pt x="20" y="409"/>
                  </a:lnTo>
                  <a:lnTo>
                    <a:pt x="24" y="402"/>
                  </a:lnTo>
                  <a:lnTo>
                    <a:pt x="13" y="413"/>
                  </a:lnTo>
                  <a:lnTo>
                    <a:pt x="9" y="413"/>
                  </a:lnTo>
                  <a:lnTo>
                    <a:pt x="14" y="402"/>
                  </a:lnTo>
                  <a:lnTo>
                    <a:pt x="14" y="401"/>
                  </a:lnTo>
                  <a:lnTo>
                    <a:pt x="9" y="405"/>
                  </a:lnTo>
                  <a:lnTo>
                    <a:pt x="3" y="406"/>
                  </a:lnTo>
                  <a:lnTo>
                    <a:pt x="0" y="400"/>
                  </a:lnTo>
                  <a:lnTo>
                    <a:pt x="4" y="395"/>
                  </a:lnTo>
                  <a:lnTo>
                    <a:pt x="16" y="391"/>
                  </a:lnTo>
                  <a:lnTo>
                    <a:pt x="24" y="385"/>
                  </a:lnTo>
                  <a:lnTo>
                    <a:pt x="21" y="385"/>
                  </a:lnTo>
                  <a:lnTo>
                    <a:pt x="19" y="383"/>
                  </a:lnTo>
                  <a:lnTo>
                    <a:pt x="24" y="379"/>
                  </a:lnTo>
                  <a:lnTo>
                    <a:pt x="26" y="373"/>
                  </a:lnTo>
                  <a:lnTo>
                    <a:pt x="21" y="373"/>
                  </a:lnTo>
                  <a:lnTo>
                    <a:pt x="16" y="372"/>
                  </a:lnTo>
                  <a:lnTo>
                    <a:pt x="15" y="366"/>
                  </a:lnTo>
                  <a:lnTo>
                    <a:pt x="21" y="366"/>
                  </a:lnTo>
                  <a:lnTo>
                    <a:pt x="25" y="361"/>
                  </a:lnTo>
                  <a:lnTo>
                    <a:pt x="21" y="358"/>
                  </a:lnTo>
                  <a:lnTo>
                    <a:pt x="21" y="353"/>
                  </a:lnTo>
                  <a:lnTo>
                    <a:pt x="26" y="353"/>
                  </a:lnTo>
                  <a:lnTo>
                    <a:pt x="29" y="357"/>
                  </a:lnTo>
                  <a:lnTo>
                    <a:pt x="34" y="355"/>
                  </a:lnTo>
                  <a:lnTo>
                    <a:pt x="37" y="356"/>
                  </a:lnTo>
                  <a:lnTo>
                    <a:pt x="40" y="353"/>
                  </a:lnTo>
                  <a:lnTo>
                    <a:pt x="40" y="351"/>
                  </a:lnTo>
                  <a:lnTo>
                    <a:pt x="35" y="351"/>
                  </a:lnTo>
                  <a:lnTo>
                    <a:pt x="31" y="347"/>
                  </a:lnTo>
                  <a:lnTo>
                    <a:pt x="35" y="329"/>
                  </a:lnTo>
                  <a:lnTo>
                    <a:pt x="42" y="323"/>
                  </a:lnTo>
                  <a:lnTo>
                    <a:pt x="45" y="321"/>
                  </a:lnTo>
                  <a:lnTo>
                    <a:pt x="47" y="325"/>
                  </a:lnTo>
                  <a:lnTo>
                    <a:pt x="48" y="331"/>
                  </a:lnTo>
                  <a:lnTo>
                    <a:pt x="51" y="332"/>
                  </a:lnTo>
                  <a:lnTo>
                    <a:pt x="53" y="332"/>
                  </a:lnTo>
                  <a:lnTo>
                    <a:pt x="56" y="329"/>
                  </a:lnTo>
                  <a:lnTo>
                    <a:pt x="53" y="319"/>
                  </a:lnTo>
                  <a:lnTo>
                    <a:pt x="55" y="315"/>
                  </a:lnTo>
                  <a:lnTo>
                    <a:pt x="58" y="314"/>
                  </a:lnTo>
                  <a:lnTo>
                    <a:pt x="61" y="304"/>
                  </a:lnTo>
                  <a:lnTo>
                    <a:pt x="69" y="302"/>
                  </a:lnTo>
                  <a:lnTo>
                    <a:pt x="75" y="296"/>
                  </a:lnTo>
                  <a:lnTo>
                    <a:pt x="77" y="286"/>
                  </a:lnTo>
                  <a:lnTo>
                    <a:pt x="82" y="278"/>
                  </a:lnTo>
                  <a:lnTo>
                    <a:pt x="89" y="275"/>
                  </a:lnTo>
                  <a:lnTo>
                    <a:pt x="93" y="260"/>
                  </a:lnTo>
                  <a:lnTo>
                    <a:pt x="96" y="260"/>
                  </a:lnTo>
                  <a:lnTo>
                    <a:pt x="102" y="255"/>
                  </a:lnTo>
                  <a:lnTo>
                    <a:pt x="109" y="255"/>
                  </a:lnTo>
                  <a:lnTo>
                    <a:pt x="116" y="251"/>
                  </a:lnTo>
                  <a:lnTo>
                    <a:pt x="123" y="251"/>
                  </a:lnTo>
                  <a:lnTo>
                    <a:pt x="133" y="249"/>
                  </a:lnTo>
                  <a:lnTo>
                    <a:pt x="141" y="244"/>
                  </a:lnTo>
                  <a:lnTo>
                    <a:pt x="154" y="232"/>
                  </a:lnTo>
                  <a:lnTo>
                    <a:pt x="169" y="223"/>
                  </a:lnTo>
                  <a:lnTo>
                    <a:pt x="187" y="208"/>
                  </a:lnTo>
                  <a:lnTo>
                    <a:pt x="201" y="200"/>
                  </a:lnTo>
                  <a:lnTo>
                    <a:pt x="202" y="191"/>
                  </a:lnTo>
                  <a:lnTo>
                    <a:pt x="213" y="181"/>
                  </a:lnTo>
                  <a:lnTo>
                    <a:pt x="219" y="178"/>
                  </a:lnTo>
                  <a:lnTo>
                    <a:pt x="225" y="178"/>
                  </a:lnTo>
                  <a:lnTo>
                    <a:pt x="235" y="170"/>
                  </a:lnTo>
                  <a:lnTo>
                    <a:pt x="241" y="164"/>
                  </a:lnTo>
                  <a:lnTo>
                    <a:pt x="256" y="144"/>
                  </a:lnTo>
                  <a:lnTo>
                    <a:pt x="261" y="126"/>
                  </a:lnTo>
                  <a:lnTo>
                    <a:pt x="265" y="105"/>
                  </a:lnTo>
                  <a:lnTo>
                    <a:pt x="270" y="93"/>
                  </a:lnTo>
                  <a:lnTo>
                    <a:pt x="288" y="81"/>
                  </a:lnTo>
                  <a:lnTo>
                    <a:pt x="294" y="78"/>
                  </a:lnTo>
                  <a:lnTo>
                    <a:pt x="298" y="72"/>
                  </a:lnTo>
                  <a:lnTo>
                    <a:pt x="304" y="60"/>
                  </a:lnTo>
                  <a:lnTo>
                    <a:pt x="308" y="3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20" name="Google Shape;2120;p5">
              <a:extLst>
                <a:ext uri="{FF2B5EF4-FFF2-40B4-BE49-F238E27FC236}">
                  <a16:creationId xmlns:a16="http://schemas.microsoft.com/office/drawing/2014/main" id="{763F3454-5B01-5AF5-8225-BAE5DB08B6AD}"/>
                </a:ext>
              </a:extLst>
            </p:cNvPr>
            <p:cNvSpPr/>
            <p:nvPr/>
          </p:nvSpPr>
          <p:spPr>
            <a:xfrm>
              <a:off x="7765255" y="4327872"/>
              <a:ext cx="100013" cy="157163"/>
            </a:xfrm>
            <a:custGeom>
              <a:avLst/>
              <a:gdLst/>
              <a:ahLst/>
              <a:cxnLst/>
              <a:rect l="l" t="t" r="r" b="b"/>
              <a:pathLst>
                <a:path w="313" h="495" extrusionOk="0">
                  <a:moveTo>
                    <a:pt x="109" y="469"/>
                  </a:moveTo>
                  <a:lnTo>
                    <a:pt x="118" y="458"/>
                  </a:lnTo>
                  <a:lnTo>
                    <a:pt x="121" y="449"/>
                  </a:lnTo>
                  <a:lnTo>
                    <a:pt x="128" y="441"/>
                  </a:lnTo>
                  <a:lnTo>
                    <a:pt x="134" y="429"/>
                  </a:lnTo>
                  <a:lnTo>
                    <a:pt x="135" y="417"/>
                  </a:lnTo>
                  <a:lnTo>
                    <a:pt x="139" y="407"/>
                  </a:lnTo>
                  <a:lnTo>
                    <a:pt x="139" y="398"/>
                  </a:lnTo>
                  <a:lnTo>
                    <a:pt x="134" y="391"/>
                  </a:lnTo>
                  <a:lnTo>
                    <a:pt x="120" y="375"/>
                  </a:lnTo>
                  <a:lnTo>
                    <a:pt x="108" y="372"/>
                  </a:lnTo>
                  <a:lnTo>
                    <a:pt x="97" y="366"/>
                  </a:lnTo>
                  <a:lnTo>
                    <a:pt x="80" y="350"/>
                  </a:lnTo>
                  <a:lnTo>
                    <a:pt x="67" y="349"/>
                  </a:lnTo>
                  <a:lnTo>
                    <a:pt x="57" y="337"/>
                  </a:lnTo>
                  <a:lnTo>
                    <a:pt x="59" y="325"/>
                  </a:lnTo>
                  <a:lnTo>
                    <a:pt x="69" y="316"/>
                  </a:lnTo>
                  <a:lnTo>
                    <a:pt x="78" y="310"/>
                  </a:lnTo>
                  <a:lnTo>
                    <a:pt x="92" y="306"/>
                  </a:lnTo>
                  <a:lnTo>
                    <a:pt x="100" y="296"/>
                  </a:lnTo>
                  <a:lnTo>
                    <a:pt x="104" y="283"/>
                  </a:lnTo>
                  <a:lnTo>
                    <a:pt x="105" y="261"/>
                  </a:lnTo>
                  <a:lnTo>
                    <a:pt x="109" y="250"/>
                  </a:lnTo>
                  <a:lnTo>
                    <a:pt x="115" y="250"/>
                  </a:lnTo>
                  <a:lnTo>
                    <a:pt x="118" y="247"/>
                  </a:lnTo>
                  <a:lnTo>
                    <a:pt x="118" y="237"/>
                  </a:lnTo>
                  <a:lnTo>
                    <a:pt x="115" y="229"/>
                  </a:lnTo>
                  <a:lnTo>
                    <a:pt x="120" y="224"/>
                  </a:lnTo>
                  <a:lnTo>
                    <a:pt x="118" y="220"/>
                  </a:lnTo>
                  <a:lnTo>
                    <a:pt x="115" y="208"/>
                  </a:lnTo>
                  <a:lnTo>
                    <a:pt x="116" y="196"/>
                  </a:lnTo>
                  <a:lnTo>
                    <a:pt x="113" y="198"/>
                  </a:lnTo>
                  <a:lnTo>
                    <a:pt x="104" y="188"/>
                  </a:lnTo>
                  <a:lnTo>
                    <a:pt x="102" y="182"/>
                  </a:lnTo>
                  <a:lnTo>
                    <a:pt x="108" y="182"/>
                  </a:lnTo>
                  <a:lnTo>
                    <a:pt x="112" y="178"/>
                  </a:lnTo>
                  <a:lnTo>
                    <a:pt x="113" y="175"/>
                  </a:lnTo>
                  <a:lnTo>
                    <a:pt x="112" y="171"/>
                  </a:lnTo>
                  <a:lnTo>
                    <a:pt x="107" y="170"/>
                  </a:lnTo>
                  <a:lnTo>
                    <a:pt x="97" y="172"/>
                  </a:lnTo>
                  <a:lnTo>
                    <a:pt x="86" y="151"/>
                  </a:lnTo>
                  <a:lnTo>
                    <a:pt x="81" y="138"/>
                  </a:lnTo>
                  <a:lnTo>
                    <a:pt x="87" y="148"/>
                  </a:lnTo>
                  <a:lnTo>
                    <a:pt x="91" y="145"/>
                  </a:lnTo>
                  <a:lnTo>
                    <a:pt x="92" y="133"/>
                  </a:lnTo>
                  <a:lnTo>
                    <a:pt x="87" y="133"/>
                  </a:lnTo>
                  <a:lnTo>
                    <a:pt x="83" y="130"/>
                  </a:lnTo>
                  <a:lnTo>
                    <a:pt x="86" y="127"/>
                  </a:lnTo>
                  <a:lnTo>
                    <a:pt x="86" y="117"/>
                  </a:lnTo>
                  <a:lnTo>
                    <a:pt x="82" y="113"/>
                  </a:lnTo>
                  <a:lnTo>
                    <a:pt x="80" y="117"/>
                  </a:lnTo>
                  <a:lnTo>
                    <a:pt x="73" y="117"/>
                  </a:lnTo>
                  <a:lnTo>
                    <a:pt x="72" y="122"/>
                  </a:lnTo>
                  <a:lnTo>
                    <a:pt x="73" y="129"/>
                  </a:lnTo>
                  <a:lnTo>
                    <a:pt x="60" y="107"/>
                  </a:lnTo>
                  <a:lnTo>
                    <a:pt x="43" y="85"/>
                  </a:lnTo>
                  <a:lnTo>
                    <a:pt x="38" y="75"/>
                  </a:lnTo>
                  <a:lnTo>
                    <a:pt x="37" y="71"/>
                  </a:lnTo>
                  <a:lnTo>
                    <a:pt x="42" y="67"/>
                  </a:lnTo>
                  <a:lnTo>
                    <a:pt x="45" y="59"/>
                  </a:lnTo>
                  <a:lnTo>
                    <a:pt x="42" y="57"/>
                  </a:lnTo>
                  <a:lnTo>
                    <a:pt x="40" y="62"/>
                  </a:lnTo>
                  <a:lnTo>
                    <a:pt x="33" y="68"/>
                  </a:lnTo>
                  <a:lnTo>
                    <a:pt x="26" y="59"/>
                  </a:lnTo>
                  <a:lnTo>
                    <a:pt x="22" y="49"/>
                  </a:lnTo>
                  <a:lnTo>
                    <a:pt x="23" y="44"/>
                  </a:lnTo>
                  <a:lnTo>
                    <a:pt x="21" y="35"/>
                  </a:lnTo>
                  <a:lnTo>
                    <a:pt x="7" y="14"/>
                  </a:lnTo>
                  <a:lnTo>
                    <a:pt x="1" y="6"/>
                  </a:lnTo>
                  <a:lnTo>
                    <a:pt x="0" y="3"/>
                  </a:lnTo>
                  <a:lnTo>
                    <a:pt x="8" y="1"/>
                  </a:lnTo>
                  <a:lnTo>
                    <a:pt x="10" y="0"/>
                  </a:lnTo>
                  <a:lnTo>
                    <a:pt x="13" y="1"/>
                  </a:lnTo>
                  <a:lnTo>
                    <a:pt x="13" y="11"/>
                  </a:lnTo>
                  <a:lnTo>
                    <a:pt x="19" y="22"/>
                  </a:lnTo>
                  <a:lnTo>
                    <a:pt x="19" y="28"/>
                  </a:lnTo>
                  <a:lnTo>
                    <a:pt x="24" y="36"/>
                  </a:lnTo>
                  <a:lnTo>
                    <a:pt x="29" y="32"/>
                  </a:lnTo>
                  <a:lnTo>
                    <a:pt x="34" y="27"/>
                  </a:lnTo>
                  <a:lnTo>
                    <a:pt x="35" y="30"/>
                  </a:lnTo>
                  <a:lnTo>
                    <a:pt x="35" y="35"/>
                  </a:lnTo>
                  <a:lnTo>
                    <a:pt x="46" y="35"/>
                  </a:lnTo>
                  <a:lnTo>
                    <a:pt x="51" y="38"/>
                  </a:lnTo>
                  <a:lnTo>
                    <a:pt x="59" y="41"/>
                  </a:lnTo>
                  <a:lnTo>
                    <a:pt x="64" y="40"/>
                  </a:lnTo>
                  <a:lnTo>
                    <a:pt x="73" y="48"/>
                  </a:lnTo>
                  <a:lnTo>
                    <a:pt x="66" y="52"/>
                  </a:lnTo>
                  <a:lnTo>
                    <a:pt x="78" y="59"/>
                  </a:lnTo>
                  <a:lnTo>
                    <a:pt x="80" y="56"/>
                  </a:lnTo>
                  <a:lnTo>
                    <a:pt x="83" y="59"/>
                  </a:lnTo>
                  <a:lnTo>
                    <a:pt x="85" y="64"/>
                  </a:lnTo>
                  <a:lnTo>
                    <a:pt x="87" y="70"/>
                  </a:lnTo>
                  <a:lnTo>
                    <a:pt x="96" y="79"/>
                  </a:lnTo>
                  <a:lnTo>
                    <a:pt x="98" y="83"/>
                  </a:lnTo>
                  <a:lnTo>
                    <a:pt x="98" y="87"/>
                  </a:lnTo>
                  <a:lnTo>
                    <a:pt x="100" y="96"/>
                  </a:lnTo>
                  <a:lnTo>
                    <a:pt x="98" y="94"/>
                  </a:lnTo>
                  <a:lnTo>
                    <a:pt x="89" y="89"/>
                  </a:lnTo>
                  <a:lnTo>
                    <a:pt x="85" y="89"/>
                  </a:lnTo>
                  <a:lnTo>
                    <a:pt x="86" y="96"/>
                  </a:lnTo>
                  <a:lnTo>
                    <a:pt x="87" y="97"/>
                  </a:lnTo>
                  <a:lnTo>
                    <a:pt x="89" y="97"/>
                  </a:lnTo>
                  <a:lnTo>
                    <a:pt x="93" y="100"/>
                  </a:lnTo>
                  <a:lnTo>
                    <a:pt x="96" y="107"/>
                  </a:lnTo>
                  <a:lnTo>
                    <a:pt x="103" y="114"/>
                  </a:lnTo>
                  <a:lnTo>
                    <a:pt x="109" y="126"/>
                  </a:lnTo>
                  <a:lnTo>
                    <a:pt x="116" y="134"/>
                  </a:lnTo>
                  <a:lnTo>
                    <a:pt x="110" y="140"/>
                  </a:lnTo>
                  <a:lnTo>
                    <a:pt x="109" y="148"/>
                  </a:lnTo>
                  <a:lnTo>
                    <a:pt x="113" y="151"/>
                  </a:lnTo>
                  <a:lnTo>
                    <a:pt x="113" y="159"/>
                  </a:lnTo>
                  <a:lnTo>
                    <a:pt x="109" y="159"/>
                  </a:lnTo>
                  <a:lnTo>
                    <a:pt x="105" y="162"/>
                  </a:lnTo>
                  <a:lnTo>
                    <a:pt x="108" y="165"/>
                  </a:lnTo>
                  <a:lnTo>
                    <a:pt x="112" y="165"/>
                  </a:lnTo>
                  <a:lnTo>
                    <a:pt x="116" y="170"/>
                  </a:lnTo>
                  <a:lnTo>
                    <a:pt x="123" y="170"/>
                  </a:lnTo>
                  <a:lnTo>
                    <a:pt x="125" y="167"/>
                  </a:lnTo>
                  <a:lnTo>
                    <a:pt x="132" y="167"/>
                  </a:lnTo>
                  <a:lnTo>
                    <a:pt x="136" y="169"/>
                  </a:lnTo>
                  <a:lnTo>
                    <a:pt x="137" y="177"/>
                  </a:lnTo>
                  <a:lnTo>
                    <a:pt x="140" y="184"/>
                  </a:lnTo>
                  <a:lnTo>
                    <a:pt x="146" y="187"/>
                  </a:lnTo>
                  <a:lnTo>
                    <a:pt x="151" y="182"/>
                  </a:lnTo>
                  <a:lnTo>
                    <a:pt x="150" y="156"/>
                  </a:lnTo>
                  <a:lnTo>
                    <a:pt x="150" y="151"/>
                  </a:lnTo>
                  <a:lnTo>
                    <a:pt x="143" y="141"/>
                  </a:lnTo>
                  <a:lnTo>
                    <a:pt x="147" y="141"/>
                  </a:lnTo>
                  <a:lnTo>
                    <a:pt x="151" y="148"/>
                  </a:lnTo>
                  <a:lnTo>
                    <a:pt x="164" y="151"/>
                  </a:lnTo>
                  <a:lnTo>
                    <a:pt x="164" y="161"/>
                  </a:lnTo>
                  <a:lnTo>
                    <a:pt x="167" y="162"/>
                  </a:lnTo>
                  <a:lnTo>
                    <a:pt x="167" y="171"/>
                  </a:lnTo>
                  <a:lnTo>
                    <a:pt x="169" y="176"/>
                  </a:lnTo>
                  <a:lnTo>
                    <a:pt x="168" y="186"/>
                  </a:lnTo>
                  <a:lnTo>
                    <a:pt x="169" y="192"/>
                  </a:lnTo>
                  <a:lnTo>
                    <a:pt x="173" y="197"/>
                  </a:lnTo>
                  <a:lnTo>
                    <a:pt x="175" y="203"/>
                  </a:lnTo>
                  <a:lnTo>
                    <a:pt x="178" y="213"/>
                  </a:lnTo>
                  <a:lnTo>
                    <a:pt x="185" y="219"/>
                  </a:lnTo>
                  <a:lnTo>
                    <a:pt x="194" y="219"/>
                  </a:lnTo>
                  <a:lnTo>
                    <a:pt x="205" y="227"/>
                  </a:lnTo>
                  <a:lnTo>
                    <a:pt x="232" y="235"/>
                  </a:lnTo>
                  <a:lnTo>
                    <a:pt x="239" y="240"/>
                  </a:lnTo>
                  <a:lnTo>
                    <a:pt x="249" y="241"/>
                  </a:lnTo>
                  <a:lnTo>
                    <a:pt x="254" y="235"/>
                  </a:lnTo>
                  <a:lnTo>
                    <a:pt x="259" y="235"/>
                  </a:lnTo>
                  <a:lnTo>
                    <a:pt x="266" y="224"/>
                  </a:lnTo>
                  <a:lnTo>
                    <a:pt x="271" y="221"/>
                  </a:lnTo>
                  <a:lnTo>
                    <a:pt x="276" y="218"/>
                  </a:lnTo>
                  <a:lnTo>
                    <a:pt x="284" y="213"/>
                  </a:lnTo>
                  <a:lnTo>
                    <a:pt x="286" y="210"/>
                  </a:lnTo>
                  <a:lnTo>
                    <a:pt x="292" y="208"/>
                  </a:lnTo>
                  <a:lnTo>
                    <a:pt x="301" y="210"/>
                  </a:lnTo>
                  <a:lnTo>
                    <a:pt x="313" y="218"/>
                  </a:lnTo>
                  <a:lnTo>
                    <a:pt x="313" y="231"/>
                  </a:lnTo>
                  <a:lnTo>
                    <a:pt x="308" y="246"/>
                  </a:lnTo>
                  <a:lnTo>
                    <a:pt x="308" y="262"/>
                  </a:lnTo>
                  <a:lnTo>
                    <a:pt x="307" y="264"/>
                  </a:lnTo>
                  <a:lnTo>
                    <a:pt x="307" y="272"/>
                  </a:lnTo>
                  <a:lnTo>
                    <a:pt x="304" y="280"/>
                  </a:lnTo>
                  <a:lnTo>
                    <a:pt x="296" y="286"/>
                  </a:lnTo>
                  <a:lnTo>
                    <a:pt x="287" y="290"/>
                  </a:lnTo>
                  <a:lnTo>
                    <a:pt x="286" y="304"/>
                  </a:lnTo>
                  <a:lnTo>
                    <a:pt x="284" y="307"/>
                  </a:lnTo>
                  <a:lnTo>
                    <a:pt x="285" y="316"/>
                  </a:lnTo>
                  <a:lnTo>
                    <a:pt x="287" y="317"/>
                  </a:lnTo>
                  <a:lnTo>
                    <a:pt x="287" y="321"/>
                  </a:lnTo>
                  <a:lnTo>
                    <a:pt x="282" y="328"/>
                  </a:lnTo>
                  <a:lnTo>
                    <a:pt x="280" y="316"/>
                  </a:lnTo>
                  <a:lnTo>
                    <a:pt x="275" y="315"/>
                  </a:lnTo>
                  <a:lnTo>
                    <a:pt x="269" y="315"/>
                  </a:lnTo>
                  <a:lnTo>
                    <a:pt x="261" y="316"/>
                  </a:lnTo>
                  <a:lnTo>
                    <a:pt x="253" y="316"/>
                  </a:lnTo>
                  <a:lnTo>
                    <a:pt x="247" y="318"/>
                  </a:lnTo>
                  <a:lnTo>
                    <a:pt x="242" y="323"/>
                  </a:lnTo>
                  <a:lnTo>
                    <a:pt x="226" y="345"/>
                  </a:lnTo>
                  <a:lnTo>
                    <a:pt x="226" y="349"/>
                  </a:lnTo>
                  <a:lnTo>
                    <a:pt x="228" y="348"/>
                  </a:lnTo>
                  <a:lnTo>
                    <a:pt x="232" y="356"/>
                  </a:lnTo>
                  <a:lnTo>
                    <a:pt x="237" y="360"/>
                  </a:lnTo>
                  <a:lnTo>
                    <a:pt x="236" y="369"/>
                  </a:lnTo>
                  <a:lnTo>
                    <a:pt x="231" y="380"/>
                  </a:lnTo>
                  <a:lnTo>
                    <a:pt x="217" y="404"/>
                  </a:lnTo>
                  <a:lnTo>
                    <a:pt x="215" y="412"/>
                  </a:lnTo>
                  <a:lnTo>
                    <a:pt x="202" y="428"/>
                  </a:lnTo>
                  <a:lnTo>
                    <a:pt x="182" y="463"/>
                  </a:lnTo>
                  <a:lnTo>
                    <a:pt x="171" y="479"/>
                  </a:lnTo>
                  <a:lnTo>
                    <a:pt x="153" y="492"/>
                  </a:lnTo>
                  <a:lnTo>
                    <a:pt x="145" y="495"/>
                  </a:lnTo>
                  <a:lnTo>
                    <a:pt x="137" y="488"/>
                  </a:lnTo>
                  <a:lnTo>
                    <a:pt x="132" y="481"/>
                  </a:lnTo>
                  <a:lnTo>
                    <a:pt x="113" y="482"/>
                  </a:lnTo>
                  <a:lnTo>
                    <a:pt x="109" y="473"/>
                  </a:lnTo>
                  <a:lnTo>
                    <a:pt x="109" y="46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21" name="Google Shape;2121;p5">
              <a:extLst>
                <a:ext uri="{FF2B5EF4-FFF2-40B4-BE49-F238E27FC236}">
                  <a16:creationId xmlns:a16="http://schemas.microsoft.com/office/drawing/2014/main" id="{5A9B67B7-9724-6404-3AB8-A1C4057A192E}"/>
                </a:ext>
              </a:extLst>
            </p:cNvPr>
            <p:cNvSpPr/>
            <p:nvPr/>
          </p:nvSpPr>
          <p:spPr>
            <a:xfrm>
              <a:off x="7612855" y="4050059"/>
              <a:ext cx="50800" cy="41275"/>
            </a:xfrm>
            <a:custGeom>
              <a:avLst/>
              <a:gdLst/>
              <a:ahLst/>
              <a:cxnLst/>
              <a:rect l="l" t="t" r="r" b="b"/>
              <a:pathLst>
                <a:path w="159" h="133" extrusionOk="0">
                  <a:moveTo>
                    <a:pt x="60" y="71"/>
                  </a:moveTo>
                  <a:lnTo>
                    <a:pt x="39" y="60"/>
                  </a:lnTo>
                  <a:lnTo>
                    <a:pt x="27" y="43"/>
                  </a:lnTo>
                  <a:lnTo>
                    <a:pt x="21" y="38"/>
                  </a:lnTo>
                  <a:lnTo>
                    <a:pt x="16" y="26"/>
                  </a:lnTo>
                  <a:lnTo>
                    <a:pt x="6" y="17"/>
                  </a:lnTo>
                  <a:lnTo>
                    <a:pt x="6" y="9"/>
                  </a:lnTo>
                  <a:lnTo>
                    <a:pt x="0" y="2"/>
                  </a:lnTo>
                  <a:lnTo>
                    <a:pt x="6" y="0"/>
                  </a:lnTo>
                  <a:lnTo>
                    <a:pt x="14" y="5"/>
                  </a:lnTo>
                  <a:lnTo>
                    <a:pt x="19" y="4"/>
                  </a:lnTo>
                  <a:lnTo>
                    <a:pt x="33" y="14"/>
                  </a:lnTo>
                  <a:lnTo>
                    <a:pt x="40" y="16"/>
                  </a:lnTo>
                  <a:lnTo>
                    <a:pt x="41" y="21"/>
                  </a:lnTo>
                  <a:lnTo>
                    <a:pt x="45" y="26"/>
                  </a:lnTo>
                  <a:lnTo>
                    <a:pt x="51" y="26"/>
                  </a:lnTo>
                  <a:lnTo>
                    <a:pt x="59" y="29"/>
                  </a:lnTo>
                  <a:lnTo>
                    <a:pt x="67" y="43"/>
                  </a:lnTo>
                  <a:lnTo>
                    <a:pt x="72" y="47"/>
                  </a:lnTo>
                  <a:lnTo>
                    <a:pt x="75" y="57"/>
                  </a:lnTo>
                  <a:lnTo>
                    <a:pt x="78" y="58"/>
                  </a:lnTo>
                  <a:lnTo>
                    <a:pt x="82" y="63"/>
                  </a:lnTo>
                  <a:lnTo>
                    <a:pt x="89" y="68"/>
                  </a:lnTo>
                  <a:lnTo>
                    <a:pt x="94" y="74"/>
                  </a:lnTo>
                  <a:lnTo>
                    <a:pt x="98" y="75"/>
                  </a:lnTo>
                  <a:lnTo>
                    <a:pt x="100" y="81"/>
                  </a:lnTo>
                  <a:lnTo>
                    <a:pt x="109" y="82"/>
                  </a:lnTo>
                  <a:lnTo>
                    <a:pt x="123" y="86"/>
                  </a:lnTo>
                  <a:lnTo>
                    <a:pt x="141" y="103"/>
                  </a:lnTo>
                  <a:lnTo>
                    <a:pt x="143" y="109"/>
                  </a:lnTo>
                  <a:lnTo>
                    <a:pt x="150" y="108"/>
                  </a:lnTo>
                  <a:lnTo>
                    <a:pt x="157" y="114"/>
                  </a:lnTo>
                  <a:lnTo>
                    <a:pt x="159" y="123"/>
                  </a:lnTo>
                  <a:lnTo>
                    <a:pt x="158" y="125"/>
                  </a:lnTo>
                  <a:lnTo>
                    <a:pt x="153" y="125"/>
                  </a:lnTo>
                  <a:lnTo>
                    <a:pt x="152" y="133"/>
                  </a:lnTo>
                  <a:lnTo>
                    <a:pt x="150" y="131"/>
                  </a:lnTo>
                  <a:lnTo>
                    <a:pt x="147" y="127"/>
                  </a:lnTo>
                  <a:lnTo>
                    <a:pt x="141" y="122"/>
                  </a:lnTo>
                  <a:lnTo>
                    <a:pt x="138" y="119"/>
                  </a:lnTo>
                  <a:lnTo>
                    <a:pt x="130" y="119"/>
                  </a:lnTo>
                  <a:lnTo>
                    <a:pt x="124" y="115"/>
                  </a:lnTo>
                  <a:lnTo>
                    <a:pt x="116" y="115"/>
                  </a:lnTo>
                  <a:lnTo>
                    <a:pt x="114" y="112"/>
                  </a:lnTo>
                  <a:lnTo>
                    <a:pt x="113" y="104"/>
                  </a:lnTo>
                  <a:lnTo>
                    <a:pt x="108" y="104"/>
                  </a:lnTo>
                  <a:lnTo>
                    <a:pt x="104" y="102"/>
                  </a:lnTo>
                  <a:lnTo>
                    <a:pt x="99" y="102"/>
                  </a:lnTo>
                  <a:lnTo>
                    <a:pt x="98" y="97"/>
                  </a:lnTo>
                  <a:lnTo>
                    <a:pt x="93" y="97"/>
                  </a:lnTo>
                  <a:lnTo>
                    <a:pt x="91" y="95"/>
                  </a:lnTo>
                  <a:lnTo>
                    <a:pt x="84" y="93"/>
                  </a:lnTo>
                  <a:lnTo>
                    <a:pt x="77" y="86"/>
                  </a:lnTo>
                  <a:lnTo>
                    <a:pt x="71" y="86"/>
                  </a:lnTo>
                  <a:lnTo>
                    <a:pt x="66" y="84"/>
                  </a:lnTo>
                  <a:lnTo>
                    <a:pt x="65" y="76"/>
                  </a:lnTo>
                  <a:lnTo>
                    <a:pt x="60" y="7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22" name="Google Shape;2122;p5">
              <a:extLst>
                <a:ext uri="{FF2B5EF4-FFF2-40B4-BE49-F238E27FC236}">
                  <a16:creationId xmlns:a16="http://schemas.microsoft.com/office/drawing/2014/main" id="{33C445BF-AD10-E543-7DA0-DE9B417ABD43}"/>
                </a:ext>
              </a:extLst>
            </p:cNvPr>
            <p:cNvSpPr/>
            <p:nvPr/>
          </p:nvSpPr>
          <p:spPr>
            <a:xfrm>
              <a:off x="5965030" y="2859434"/>
              <a:ext cx="192088" cy="92075"/>
            </a:xfrm>
            <a:custGeom>
              <a:avLst/>
              <a:gdLst/>
              <a:ahLst/>
              <a:cxnLst/>
              <a:rect l="l" t="t" r="r" b="b"/>
              <a:pathLst>
                <a:path w="604" h="288" extrusionOk="0">
                  <a:moveTo>
                    <a:pt x="251" y="267"/>
                  </a:moveTo>
                  <a:lnTo>
                    <a:pt x="250" y="256"/>
                  </a:lnTo>
                  <a:lnTo>
                    <a:pt x="259" y="238"/>
                  </a:lnTo>
                  <a:lnTo>
                    <a:pt x="291" y="223"/>
                  </a:lnTo>
                  <a:lnTo>
                    <a:pt x="296" y="218"/>
                  </a:lnTo>
                  <a:lnTo>
                    <a:pt x="303" y="218"/>
                  </a:lnTo>
                  <a:lnTo>
                    <a:pt x="309" y="203"/>
                  </a:lnTo>
                  <a:lnTo>
                    <a:pt x="319" y="207"/>
                  </a:lnTo>
                  <a:lnTo>
                    <a:pt x="334" y="201"/>
                  </a:lnTo>
                  <a:lnTo>
                    <a:pt x="345" y="202"/>
                  </a:lnTo>
                  <a:lnTo>
                    <a:pt x="351" y="215"/>
                  </a:lnTo>
                  <a:lnTo>
                    <a:pt x="362" y="217"/>
                  </a:lnTo>
                  <a:lnTo>
                    <a:pt x="378" y="213"/>
                  </a:lnTo>
                  <a:lnTo>
                    <a:pt x="388" y="214"/>
                  </a:lnTo>
                  <a:lnTo>
                    <a:pt x="401" y="204"/>
                  </a:lnTo>
                  <a:lnTo>
                    <a:pt x="407" y="186"/>
                  </a:lnTo>
                  <a:lnTo>
                    <a:pt x="416" y="175"/>
                  </a:lnTo>
                  <a:lnTo>
                    <a:pt x="433" y="170"/>
                  </a:lnTo>
                  <a:lnTo>
                    <a:pt x="452" y="169"/>
                  </a:lnTo>
                  <a:lnTo>
                    <a:pt x="479" y="164"/>
                  </a:lnTo>
                  <a:lnTo>
                    <a:pt x="491" y="159"/>
                  </a:lnTo>
                  <a:lnTo>
                    <a:pt x="499" y="145"/>
                  </a:lnTo>
                  <a:lnTo>
                    <a:pt x="514" y="132"/>
                  </a:lnTo>
                  <a:lnTo>
                    <a:pt x="550" y="112"/>
                  </a:lnTo>
                  <a:lnTo>
                    <a:pt x="588" y="100"/>
                  </a:lnTo>
                  <a:lnTo>
                    <a:pt x="598" y="93"/>
                  </a:lnTo>
                  <a:lnTo>
                    <a:pt x="604" y="79"/>
                  </a:lnTo>
                  <a:lnTo>
                    <a:pt x="604" y="69"/>
                  </a:lnTo>
                  <a:lnTo>
                    <a:pt x="597" y="69"/>
                  </a:lnTo>
                  <a:lnTo>
                    <a:pt x="577" y="56"/>
                  </a:lnTo>
                  <a:lnTo>
                    <a:pt x="561" y="53"/>
                  </a:lnTo>
                  <a:lnTo>
                    <a:pt x="546" y="35"/>
                  </a:lnTo>
                  <a:lnTo>
                    <a:pt x="530" y="34"/>
                  </a:lnTo>
                  <a:lnTo>
                    <a:pt x="523" y="31"/>
                  </a:lnTo>
                  <a:lnTo>
                    <a:pt x="514" y="31"/>
                  </a:lnTo>
                  <a:lnTo>
                    <a:pt x="508" y="27"/>
                  </a:lnTo>
                  <a:lnTo>
                    <a:pt x="499" y="26"/>
                  </a:lnTo>
                  <a:lnTo>
                    <a:pt x="475" y="27"/>
                  </a:lnTo>
                  <a:lnTo>
                    <a:pt x="452" y="24"/>
                  </a:lnTo>
                  <a:lnTo>
                    <a:pt x="443" y="24"/>
                  </a:lnTo>
                  <a:lnTo>
                    <a:pt x="428" y="18"/>
                  </a:lnTo>
                  <a:lnTo>
                    <a:pt x="421" y="18"/>
                  </a:lnTo>
                  <a:lnTo>
                    <a:pt x="406" y="24"/>
                  </a:lnTo>
                  <a:lnTo>
                    <a:pt x="374" y="20"/>
                  </a:lnTo>
                  <a:lnTo>
                    <a:pt x="366" y="20"/>
                  </a:lnTo>
                  <a:lnTo>
                    <a:pt x="350" y="24"/>
                  </a:lnTo>
                  <a:lnTo>
                    <a:pt x="334" y="24"/>
                  </a:lnTo>
                  <a:lnTo>
                    <a:pt x="325" y="23"/>
                  </a:lnTo>
                  <a:lnTo>
                    <a:pt x="319" y="18"/>
                  </a:lnTo>
                  <a:lnTo>
                    <a:pt x="310" y="16"/>
                  </a:lnTo>
                  <a:lnTo>
                    <a:pt x="294" y="18"/>
                  </a:lnTo>
                  <a:lnTo>
                    <a:pt x="288" y="12"/>
                  </a:lnTo>
                  <a:lnTo>
                    <a:pt x="267" y="0"/>
                  </a:lnTo>
                  <a:lnTo>
                    <a:pt x="260" y="4"/>
                  </a:lnTo>
                  <a:lnTo>
                    <a:pt x="253" y="5"/>
                  </a:lnTo>
                  <a:lnTo>
                    <a:pt x="245" y="8"/>
                  </a:lnTo>
                  <a:lnTo>
                    <a:pt x="233" y="18"/>
                  </a:lnTo>
                  <a:lnTo>
                    <a:pt x="232" y="26"/>
                  </a:lnTo>
                  <a:lnTo>
                    <a:pt x="227" y="32"/>
                  </a:lnTo>
                  <a:lnTo>
                    <a:pt x="224" y="48"/>
                  </a:lnTo>
                  <a:lnTo>
                    <a:pt x="221" y="56"/>
                  </a:lnTo>
                  <a:lnTo>
                    <a:pt x="205" y="52"/>
                  </a:lnTo>
                  <a:lnTo>
                    <a:pt x="191" y="45"/>
                  </a:lnTo>
                  <a:lnTo>
                    <a:pt x="175" y="40"/>
                  </a:lnTo>
                  <a:lnTo>
                    <a:pt x="169" y="36"/>
                  </a:lnTo>
                  <a:lnTo>
                    <a:pt x="160" y="34"/>
                  </a:lnTo>
                  <a:lnTo>
                    <a:pt x="152" y="34"/>
                  </a:lnTo>
                  <a:lnTo>
                    <a:pt x="137" y="31"/>
                  </a:lnTo>
                  <a:lnTo>
                    <a:pt x="129" y="32"/>
                  </a:lnTo>
                  <a:lnTo>
                    <a:pt x="121" y="30"/>
                  </a:lnTo>
                  <a:lnTo>
                    <a:pt x="105" y="32"/>
                  </a:lnTo>
                  <a:lnTo>
                    <a:pt x="98" y="36"/>
                  </a:lnTo>
                  <a:lnTo>
                    <a:pt x="95" y="43"/>
                  </a:lnTo>
                  <a:lnTo>
                    <a:pt x="97" y="51"/>
                  </a:lnTo>
                  <a:lnTo>
                    <a:pt x="92" y="58"/>
                  </a:lnTo>
                  <a:lnTo>
                    <a:pt x="88" y="66"/>
                  </a:lnTo>
                  <a:lnTo>
                    <a:pt x="105" y="70"/>
                  </a:lnTo>
                  <a:lnTo>
                    <a:pt x="106" y="79"/>
                  </a:lnTo>
                  <a:lnTo>
                    <a:pt x="92" y="85"/>
                  </a:lnTo>
                  <a:lnTo>
                    <a:pt x="82" y="97"/>
                  </a:lnTo>
                  <a:lnTo>
                    <a:pt x="70" y="109"/>
                  </a:lnTo>
                  <a:lnTo>
                    <a:pt x="55" y="118"/>
                  </a:lnTo>
                  <a:lnTo>
                    <a:pt x="54" y="127"/>
                  </a:lnTo>
                  <a:lnTo>
                    <a:pt x="62" y="129"/>
                  </a:lnTo>
                  <a:lnTo>
                    <a:pt x="68" y="134"/>
                  </a:lnTo>
                  <a:lnTo>
                    <a:pt x="76" y="131"/>
                  </a:lnTo>
                  <a:lnTo>
                    <a:pt x="84" y="144"/>
                  </a:lnTo>
                  <a:lnTo>
                    <a:pt x="108" y="154"/>
                  </a:lnTo>
                  <a:lnTo>
                    <a:pt x="115" y="154"/>
                  </a:lnTo>
                  <a:lnTo>
                    <a:pt x="117" y="147"/>
                  </a:lnTo>
                  <a:lnTo>
                    <a:pt x="125" y="142"/>
                  </a:lnTo>
                  <a:lnTo>
                    <a:pt x="130" y="127"/>
                  </a:lnTo>
                  <a:lnTo>
                    <a:pt x="137" y="131"/>
                  </a:lnTo>
                  <a:lnTo>
                    <a:pt x="142" y="137"/>
                  </a:lnTo>
                  <a:lnTo>
                    <a:pt x="142" y="145"/>
                  </a:lnTo>
                  <a:lnTo>
                    <a:pt x="156" y="154"/>
                  </a:lnTo>
                  <a:lnTo>
                    <a:pt x="162" y="159"/>
                  </a:lnTo>
                  <a:lnTo>
                    <a:pt x="170" y="159"/>
                  </a:lnTo>
                  <a:lnTo>
                    <a:pt x="181" y="169"/>
                  </a:lnTo>
                  <a:lnTo>
                    <a:pt x="197" y="174"/>
                  </a:lnTo>
                  <a:lnTo>
                    <a:pt x="205" y="171"/>
                  </a:lnTo>
                  <a:lnTo>
                    <a:pt x="212" y="175"/>
                  </a:lnTo>
                  <a:lnTo>
                    <a:pt x="207" y="182"/>
                  </a:lnTo>
                  <a:lnTo>
                    <a:pt x="191" y="186"/>
                  </a:lnTo>
                  <a:lnTo>
                    <a:pt x="187" y="195"/>
                  </a:lnTo>
                  <a:lnTo>
                    <a:pt x="181" y="198"/>
                  </a:lnTo>
                  <a:lnTo>
                    <a:pt x="173" y="196"/>
                  </a:lnTo>
                  <a:lnTo>
                    <a:pt x="168" y="202"/>
                  </a:lnTo>
                  <a:lnTo>
                    <a:pt x="160" y="202"/>
                  </a:lnTo>
                  <a:lnTo>
                    <a:pt x="153" y="206"/>
                  </a:lnTo>
                  <a:lnTo>
                    <a:pt x="149" y="213"/>
                  </a:lnTo>
                  <a:lnTo>
                    <a:pt x="143" y="218"/>
                  </a:lnTo>
                  <a:lnTo>
                    <a:pt x="127" y="220"/>
                  </a:lnTo>
                  <a:lnTo>
                    <a:pt x="111" y="215"/>
                  </a:lnTo>
                  <a:lnTo>
                    <a:pt x="104" y="214"/>
                  </a:lnTo>
                  <a:lnTo>
                    <a:pt x="92" y="215"/>
                  </a:lnTo>
                  <a:lnTo>
                    <a:pt x="88" y="224"/>
                  </a:lnTo>
                  <a:lnTo>
                    <a:pt x="81" y="226"/>
                  </a:lnTo>
                  <a:lnTo>
                    <a:pt x="76" y="234"/>
                  </a:lnTo>
                  <a:lnTo>
                    <a:pt x="68" y="236"/>
                  </a:lnTo>
                  <a:lnTo>
                    <a:pt x="55" y="228"/>
                  </a:lnTo>
                  <a:lnTo>
                    <a:pt x="46" y="226"/>
                  </a:lnTo>
                  <a:lnTo>
                    <a:pt x="30" y="229"/>
                  </a:lnTo>
                  <a:lnTo>
                    <a:pt x="22" y="226"/>
                  </a:lnTo>
                  <a:lnTo>
                    <a:pt x="15" y="231"/>
                  </a:lnTo>
                  <a:lnTo>
                    <a:pt x="0" y="236"/>
                  </a:lnTo>
                  <a:lnTo>
                    <a:pt x="0" y="245"/>
                  </a:lnTo>
                  <a:lnTo>
                    <a:pt x="0" y="261"/>
                  </a:lnTo>
                  <a:lnTo>
                    <a:pt x="4" y="267"/>
                  </a:lnTo>
                  <a:lnTo>
                    <a:pt x="13" y="267"/>
                  </a:lnTo>
                  <a:lnTo>
                    <a:pt x="20" y="265"/>
                  </a:lnTo>
                  <a:lnTo>
                    <a:pt x="36" y="268"/>
                  </a:lnTo>
                  <a:lnTo>
                    <a:pt x="60" y="265"/>
                  </a:lnTo>
                  <a:lnTo>
                    <a:pt x="68" y="265"/>
                  </a:lnTo>
                  <a:lnTo>
                    <a:pt x="76" y="267"/>
                  </a:lnTo>
                  <a:lnTo>
                    <a:pt x="81" y="273"/>
                  </a:lnTo>
                  <a:lnTo>
                    <a:pt x="89" y="274"/>
                  </a:lnTo>
                  <a:lnTo>
                    <a:pt x="120" y="265"/>
                  </a:lnTo>
                  <a:lnTo>
                    <a:pt x="127" y="269"/>
                  </a:lnTo>
                  <a:lnTo>
                    <a:pt x="135" y="271"/>
                  </a:lnTo>
                  <a:lnTo>
                    <a:pt x="140" y="287"/>
                  </a:lnTo>
                  <a:lnTo>
                    <a:pt x="156" y="285"/>
                  </a:lnTo>
                  <a:lnTo>
                    <a:pt x="163" y="288"/>
                  </a:lnTo>
                  <a:lnTo>
                    <a:pt x="178" y="281"/>
                  </a:lnTo>
                  <a:lnTo>
                    <a:pt x="194" y="278"/>
                  </a:lnTo>
                  <a:lnTo>
                    <a:pt x="210" y="281"/>
                  </a:lnTo>
                  <a:lnTo>
                    <a:pt x="219" y="278"/>
                  </a:lnTo>
                  <a:lnTo>
                    <a:pt x="229" y="279"/>
                  </a:lnTo>
                  <a:lnTo>
                    <a:pt x="232" y="265"/>
                  </a:lnTo>
                  <a:lnTo>
                    <a:pt x="251" y="26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23" name="Google Shape;2123;p5">
              <a:extLst>
                <a:ext uri="{FF2B5EF4-FFF2-40B4-BE49-F238E27FC236}">
                  <a16:creationId xmlns:a16="http://schemas.microsoft.com/office/drawing/2014/main" id="{E3144E80-1E7D-9A74-F777-7C99AED76C97}"/>
                </a:ext>
              </a:extLst>
            </p:cNvPr>
            <p:cNvSpPr/>
            <p:nvPr/>
          </p:nvSpPr>
          <p:spPr>
            <a:xfrm>
              <a:off x="5933280" y="2910234"/>
              <a:ext cx="131763" cy="98425"/>
            </a:xfrm>
            <a:custGeom>
              <a:avLst/>
              <a:gdLst/>
              <a:ahLst/>
              <a:cxnLst/>
              <a:rect l="l" t="t" r="r" b="b"/>
              <a:pathLst>
                <a:path w="417" h="312" extrusionOk="0">
                  <a:moveTo>
                    <a:pt x="19" y="269"/>
                  </a:moveTo>
                  <a:lnTo>
                    <a:pt x="24" y="274"/>
                  </a:lnTo>
                  <a:lnTo>
                    <a:pt x="37" y="289"/>
                  </a:lnTo>
                  <a:lnTo>
                    <a:pt x="45" y="286"/>
                  </a:lnTo>
                  <a:lnTo>
                    <a:pt x="52" y="286"/>
                  </a:lnTo>
                  <a:lnTo>
                    <a:pt x="53" y="281"/>
                  </a:lnTo>
                  <a:lnTo>
                    <a:pt x="67" y="274"/>
                  </a:lnTo>
                  <a:lnTo>
                    <a:pt x="72" y="273"/>
                  </a:lnTo>
                  <a:lnTo>
                    <a:pt x="76" y="274"/>
                  </a:lnTo>
                  <a:lnTo>
                    <a:pt x="79" y="270"/>
                  </a:lnTo>
                  <a:lnTo>
                    <a:pt x="85" y="268"/>
                  </a:lnTo>
                  <a:lnTo>
                    <a:pt x="89" y="269"/>
                  </a:lnTo>
                  <a:lnTo>
                    <a:pt x="94" y="274"/>
                  </a:lnTo>
                  <a:lnTo>
                    <a:pt x="107" y="279"/>
                  </a:lnTo>
                  <a:lnTo>
                    <a:pt x="111" y="276"/>
                  </a:lnTo>
                  <a:lnTo>
                    <a:pt x="112" y="274"/>
                  </a:lnTo>
                  <a:lnTo>
                    <a:pt x="112" y="269"/>
                  </a:lnTo>
                  <a:lnTo>
                    <a:pt x="110" y="265"/>
                  </a:lnTo>
                  <a:lnTo>
                    <a:pt x="110" y="258"/>
                  </a:lnTo>
                  <a:lnTo>
                    <a:pt x="118" y="246"/>
                  </a:lnTo>
                  <a:lnTo>
                    <a:pt x="123" y="246"/>
                  </a:lnTo>
                  <a:lnTo>
                    <a:pt x="129" y="248"/>
                  </a:lnTo>
                  <a:lnTo>
                    <a:pt x="138" y="246"/>
                  </a:lnTo>
                  <a:lnTo>
                    <a:pt x="145" y="252"/>
                  </a:lnTo>
                  <a:lnTo>
                    <a:pt x="149" y="252"/>
                  </a:lnTo>
                  <a:lnTo>
                    <a:pt x="153" y="250"/>
                  </a:lnTo>
                  <a:lnTo>
                    <a:pt x="159" y="243"/>
                  </a:lnTo>
                  <a:lnTo>
                    <a:pt x="160" y="238"/>
                  </a:lnTo>
                  <a:lnTo>
                    <a:pt x="155" y="232"/>
                  </a:lnTo>
                  <a:lnTo>
                    <a:pt x="155" y="227"/>
                  </a:lnTo>
                  <a:lnTo>
                    <a:pt x="165" y="214"/>
                  </a:lnTo>
                  <a:lnTo>
                    <a:pt x="176" y="198"/>
                  </a:lnTo>
                  <a:lnTo>
                    <a:pt x="178" y="195"/>
                  </a:lnTo>
                  <a:lnTo>
                    <a:pt x="182" y="190"/>
                  </a:lnTo>
                  <a:lnTo>
                    <a:pt x="183" y="189"/>
                  </a:lnTo>
                  <a:lnTo>
                    <a:pt x="190" y="190"/>
                  </a:lnTo>
                  <a:lnTo>
                    <a:pt x="194" y="187"/>
                  </a:lnTo>
                  <a:lnTo>
                    <a:pt x="204" y="189"/>
                  </a:lnTo>
                  <a:lnTo>
                    <a:pt x="217" y="201"/>
                  </a:lnTo>
                  <a:lnTo>
                    <a:pt x="217" y="207"/>
                  </a:lnTo>
                  <a:lnTo>
                    <a:pt x="213" y="215"/>
                  </a:lnTo>
                  <a:lnTo>
                    <a:pt x="213" y="220"/>
                  </a:lnTo>
                  <a:lnTo>
                    <a:pt x="214" y="222"/>
                  </a:lnTo>
                  <a:lnTo>
                    <a:pt x="219" y="225"/>
                  </a:lnTo>
                  <a:lnTo>
                    <a:pt x="225" y="223"/>
                  </a:lnTo>
                  <a:lnTo>
                    <a:pt x="229" y="225"/>
                  </a:lnTo>
                  <a:lnTo>
                    <a:pt x="229" y="227"/>
                  </a:lnTo>
                  <a:lnTo>
                    <a:pt x="230" y="231"/>
                  </a:lnTo>
                  <a:lnTo>
                    <a:pt x="228" y="233"/>
                  </a:lnTo>
                  <a:lnTo>
                    <a:pt x="226" y="238"/>
                  </a:lnTo>
                  <a:lnTo>
                    <a:pt x="228" y="249"/>
                  </a:lnTo>
                  <a:lnTo>
                    <a:pt x="226" y="254"/>
                  </a:lnTo>
                  <a:lnTo>
                    <a:pt x="224" y="259"/>
                  </a:lnTo>
                  <a:lnTo>
                    <a:pt x="224" y="269"/>
                  </a:lnTo>
                  <a:lnTo>
                    <a:pt x="221" y="278"/>
                  </a:lnTo>
                  <a:lnTo>
                    <a:pt x="224" y="287"/>
                  </a:lnTo>
                  <a:lnTo>
                    <a:pt x="230" y="298"/>
                  </a:lnTo>
                  <a:lnTo>
                    <a:pt x="235" y="309"/>
                  </a:lnTo>
                  <a:lnTo>
                    <a:pt x="236" y="311"/>
                  </a:lnTo>
                  <a:lnTo>
                    <a:pt x="241" y="312"/>
                  </a:lnTo>
                  <a:lnTo>
                    <a:pt x="246" y="309"/>
                  </a:lnTo>
                  <a:lnTo>
                    <a:pt x="258" y="302"/>
                  </a:lnTo>
                  <a:lnTo>
                    <a:pt x="272" y="292"/>
                  </a:lnTo>
                  <a:lnTo>
                    <a:pt x="293" y="286"/>
                  </a:lnTo>
                  <a:lnTo>
                    <a:pt x="295" y="285"/>
                  </a:lnTo>
                  <a:lnTo>
                    <a:pt x="299" y="278"/>
                  </a:lnTo>
                  <a:lnTo>
                    <a:pt x="306" y="274"/>
                  </a:lnTo>
                  <a:lnTo>
                    <a:pt x="307" y="271"/>
                  </a:lnTo>
                  <a:lnTo>
                    <a:pt x="312" y="270"/>
                  </a:lnTo>
                  <a:lnTo>
                    <a:pt x="322" y="263"/>
                  </a:lnTo>
                  <a:lnTo>
                    <a:pt x="327" y="262"/>
                  </a:lnTo>
                  <a:lnTo>
                    <a:pt x="334" y="257"/>
                  </a:lnTo>
                  <a:lnTo>
                    <a:pt x="339" y="257"/>
                  </a:lnTo>
                  <a:lnTo>
                    <a:pt x="343" y="259"/>
                  </a:lnTo>
                  <a:lnTo>
                    <a:pt x="346" y="260"/>
                  </a:lnTo>
                  <a:lnTo>
                    <a:pt x="350" y="260"/>
                  </a:lnTo>
                  <a:lnTo>
                    <a:pt x="352" y="270"/>
                  </a:lnTo>
                  <a:lnTo>
                    <a:pt x="354" y="274"/>
                  </a:lnTo>
                  <a:lnTo>
                    <a:pt x="357" y="273"/>
                  </a:lnTo>
                  <a:lnTo>
                    <a:pt x="364" y="266"/>
                  </a:lnTo>
                  <a:lnTo>
                    <a:pt x="364" y="268"/>
                  </a:lnTo>
                  <a:lnTo>
                    <a:pt x="366" y="268"/>
                  </a:lnTo>
                  <a:lnTo>
                    <a:pt x="379" y="263"/>
                  </a:lnTo>
                  <a:lnTo>
                    <a:pt x="390" y="260"/>
                  </a:lnTo>
                  <a:lnTo>
                    <a:pt x="396" y="260"/>
                  </a:lnTo>
                  <a:lnTo>
                    <a:pt x="401" y="264"/>
                  </a:lnTo>
                  <a:lnTo>
                    <a:pt x="409" y="264"/>
                  </a:lnTo>
                  <a:lnTo>
                    <a:pt x="411" y="268"/>
                  </a:lnTo>
                  <a:lnTo>
                    <a:pt x="411" y="270"/>
                  </a:lnTo>
                  <a:lnTo>
                    <a:pt x="406" y="271"/>
                  </a:lnTo>
                  <a:lnTo>
                    <a:pt x="414" y="274"/>
                  </a:lnTo>
                  <a:lnTo>
                    <a:pt x="417" y="273"/>
                  </a:lnTo>
                  <a:lnTo>
                    <a:pt x="417" y="237"/>
                  </a:lnTo>
                  <a:lnTo>
                    <a:pt x="407" y="212"/>
                  </a:lnTo>
                  <a:lnTo>
                    <a:pt x="407" y="193"/>
                  </a:lnTo>
                  <a:lnTo>
                    <a:pt x="400" y="182"/>
                  </a:lnTo>
                  <a:lnTo>
                    <a:pt x="381" y="180"/>
                  </a:lnTo>
                  <a:lnTo>
                    <a:pt x="361" y="187"/>
                  </a:lnTo>
                  <a:lnTo>
                    <a:pt x="350" y="179"/>
                  </a:lnTo>
                  <a:lnTo>
                    <a:pt x="346" y="162"/>
                  </a:lnTo>
                  <a:lnTo>
                    <a:pt x="344" y="142"/>
                  </a:lnTo>
                  <a:lnTo>
                    <a:pt x="355" y="108"/>
                  </a:lnTo>
                  <a:lnTo>
                    <a:pt x="336" y="106"/>
                  </a:lnTo>
                  <a:lnTo>
                    <a:pt x="333" y="120"/>
                  </a:lnTo>
                  <a:lnTo>
                    <a:pt x="323" y="119"/>
                  </a:lnTo>
                  <a:lnTo>
                    <a:pt x="314" y="122"/>
                  </a:lnTo>
                  <a:lnTo>
                    <a:pt x="298" y="119"/>
                  </a:lnTo>
                  <a:lnTo>
                    <a:pt x="282" y="122"/>
                  </a:lnTo>
                  <a:lnTo>
                    <a:pt x="267" y="129"/>
                  </a:lnTo>
                  <a:lnTo>
                    <a:pt x="260" y="126"/>
                  </a:lnTo>
                  <a:lnTo>
                    <a:pt x="244" y="128"/>
                  </a:lnTo>
                  <a:lnTo>
                    <a:pt x="239" y="112"/>
                  </a:lnTo>
                  <a:lnTo>
                    <a:pt x="231" y="110"/>
                  </a:lnTo>
                  <a:lnTo>
                    <a:pt x="224" y="106"/>
                  </a:lnTo>
                  <a:lnTo>
                    <a:pt x="193" y="115"/>
                  </a:lnTo>
                  <a:lnTo>
                    <a:pt x="185" y="114"/>
                  </a:lnTo>
                  <a:lnTo>
                    <a:pt x="180" y="108"/>
                  </a:lnTo>
                  <a:lnTo>
                    <a:pt x="172" y="106"/>
                  </a:lnTo>
                  <a:lnTo>
                    <a:pt x="164" y="106"/>
                  </a:lnTo>
                  <a:lnTo>
                    <a:pt x="140" y="109"/>
                  </a:lnTo>
                  <a:lnTo>
                    <a:pt x="124" y="106"/>
                  </a:lnTo>
                  <a:lnTo>
                    <a:pt x="117" y="108"/>
                  </a:lnTo>
                  <a:lnTo>
                    <a:pt x="108" y="108"/>
                  </a:lnTo>
                  <a:lnTo>
                    <a:pt x="104" y="102"/>
                  </a:lnTo>
                  <a:lnTo>
                    <a:pt x="104" y="86"/>
                  </a:lnTo>
                  <a:lnTo>
                    <a:pt x="104" y="77"/>
                  </a:lnTo>
                  <a:lnTo>
                    <a:pt x="119" y="72"/>
                  </a:lnTo>
                  <a:lnTo>
                    <a:pt x="126" y="67"/>
                  </a:lnTo>
                  <a:lnTo>
                    <a:pt x="134" y="70"/>
                  </a:lnTo>
                  <a:lnTo>
                    <a:pt x="150" y="67"/>
                  </a:lnTo>
                  <a:lnTo>
                    <a:pt x="159" y="69"/>
                  </a:lnTo>
                  <a:lnTo>
                    <a:pt x="172" y="77"/>
                  </a:lnTo>
                  <a:lnTo>
                    <a:pt x="180" y="75"/>
                  </a:lnTo>
                  <a:lnTo>
                    <a:pt x="185" y="67"/>
                  </a:lnTo>
                  <a:lnTo>
                    <a:pt x="192" y="65"/>
                  </a:lnTo>
                  <a:lnTo>
                    <a:pt x="196" y="56"/>
                  </a:lnTo>
                  <a:lnTo>
                    <a:pt x="192" y="56"/>
                  </a:lnTo>
                  <a:lnTo>
                    <a:pt x="185" y="60"/>
                  </a:lnTo>
                  <a:lnTo>
                    <a:pt x="176" y="61"/>
                  </a:lnTo>
                  <a:lnTo>
                    <a:pt x="172" y="54"/>
                  </a:lnTo>
                  <a:lnTo>
                    <a:pt x="167" y="38"/>
                  </a:lnTo>
                  <a:lnTo>
                    <a:pt x="174" y="33"/>
                  </a:lnTo>
                  <a:lnTo>
                    <a:pt x="181" y="29"/>
                  </a:lnTo>
                  <a:lnTo>
                    <a:pt x="185" y="22"/>
                  </a:lnTo>
                  <a:lnTo>
                    <a:pt x="183" y="15"/>
                  </a:lnTo>
                  <a:lnTo>
                    <a:pt x="178" y="9"/>
                  </a:lnTo>
                  <a:lnTo>
                    <a:pt x="177" y="0"/>
                  </a:lnTo>
                  <a:lnTo>
                    <a:pt x="170" y="0"/>
                  </a:lnTo>
                  <a:lnTo>
                    <a:pt x="164" y="5"/>
                  </a:lnTo>
                  <a:lnTo>
                    <a:pt x="160" y="12"/>
                  </a:lnTo>
                  <a:lnTo>
                    <a:pt x="145" y="20"/>
                  </a:lnTo>
                  <a:lnTo>
                    <a:pt x="132" y="27"/>
                  </a:lnTo>
                  <a:lnTo>
                    <a:pt x="123" y="28"/>
                  </a:lnTo>
                  <a:lnTo>
                    <a:pt x="117" y="23"/>
                  </a:lnTo>
                  <a:lnTo>
                    <a:pt x="110" y="27"/>
                  </a:lnTo>
                  <a:lnTo>
                    <a:pt x="108" y="36"/>
                  </a:lnTo>
                  <a:lnTo>
                    <a:pt x="102" y="40"/>
                  </a:lnTo>
                  <a:lnTo>
                    <a:pt x="107" y="47"/>
                  </a:lnTo>
                  <a:lnTo>
                    <a:pt x="107" y="55"/>
                  </a:lnTo>
                  <a:lnTo>
                    <a:pt x="105" y="63"/>
                  </a:lnTo>
                  <a:lnTo>
                    <a:pt x="99" y="67"/>
                  </a:lnTo>
                  <a:lnTo>
                    <a:pt x="83" y="70"/>
                  </a:lnTo>
                  <a:lnTo>
                    <a:pt x="75" y="75"/>
                  </a:lnTo>
                  <a:lnTo>
                    <a:pt x="75" y="82"/>
                  </a:lnTo>
                  <a:lnTo>
                    <a:pt x="63" y="104"/>
                  </a:lnTo>
                  <a:lnTo>
                    <a:pt x="56" y="107"/>
                  </a:lnTo>
                  <a:lnTo>
                    <a:pt x="40" y="108"/>
                  </a:lnTo>
                  <a:lnTo>
                    <a:pt x="32" y="107"/>
                  </a:lnTo>
                  <a:lnTo>
                    <a:pt x="26" y="101"/>
                  </a:lnTo>
                  <a:lnTo>
                    <a:pt x="18" y="102"/>
                  </a:lnTo>
                  <a:lnTo>
                    <a:pt x="10" y="106"/>
                  </a:lnTo>
                  <a:lnTo>
                    <a:pt x="6" y="112"/>
                  </a:lnTo>
                  <a:lnTo>
                    <a:pt x="8" y="120"/>
                  </a:lnTo>
                  <a:lnTo>
                    <a:pt x="0" y="125"/>
                  </a:lnTo>
                  <a:lnTo>
                    <a:pt x="6" y="131"/>
                  </a:lnTo>
                  <a:lnTo>
                    <a:pt x="14" y="136"/>
                  </a:lnTo>
                  <a:lnTo>
                    <a:pt x="16" y="144"/>
                  </a:lnTo>
                  <a:lnTo>
                    <a:pt x="25" y="145"/>
                  </a:lnTo>
                  <a:lnTo>
                    <a:pt x="34" y="144"/>
                  </a:lnTo>
                  <a:lnTo>
                    <a:pt x="40" y="149"/>
                  </a:lnTo>
                  <a:lnTo>
                    <a:pt x="42" y="156"/>
                  </a:lnTo>
                  <a:lnTo>
                    <a:pt x="41" y="165"/>
                  </a:lnTo>
                  <a:lnTo>
                    <a:pt x="37" y="171"/>
                  </a:lnTo>
                  <a:lnTo>
                    <a:pt x="41" y="187"/>
                  </a:lnTo>
                  <a:lnTo>
                    <a:pt x="46" y="194"/>
                  </a:lnTo>
                  <a:lnTo>
                    <a:pt x="53" y="199"/>
                  </a:lnTo>
                  <a:lnTo>
                    <a:pt x="54" y="205"/>
                  </a:lnTo>
                  <a:lnTo>
                    <a:pt x="52" y="212"/>
                  </a:lnTo>
                  <a:lnTo>
                    <a:pt x="47" y="217"/>
                  </a:lnTo>
                  <a:lnTo>
                    <a:pt x="40" y="222"/>
                  </a:lnTo>
                  <a:lnTo>
                    <a:pt x="37" y="228"/>
                  </a:lnTo>
                  <a:lnTo>
                    <a:pt x="29" y="239"/>
                  </a:lnTo>
                  <a:lnTo>
                    <a:pt x="22" y="253"/>
                  </a:lnTo>
                  <a:lnTo>
                    <a:pt x="24" y="259"/>
                  </a:lnTo>
                  <a:lnTo>
                    <a:pt x="24" y="266"/>
                  </a:lnTo>
                  <a:lnTo>
                    <a:pt x="19" y="26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24" name="Google Shape;2124;p5">
              <a:extLst>
                <a:ext uri="{FF2B5EF4-FFF2-40B4-BE49-F238E27FC236}">
                  <a16:creationId xmlns:a16="http://schemas.microsoft.com/office/drawing/2014/main" id="{E91284CF-A4F4-4F49-925D-9403EBE470EB}"/>
                </a:ext>
              </a:extLst>
            </p:cNvPr>
            <p:cNvSpPr/>
            <p:nvPr/>
          </p:nvSpPr>
          <p:spPr>
            <a:xfrm>
              <a:off x="5995192" y="2930872"/>
              <a:ext cx="4763" cy="6350"/>
            </a:xfrm>
            <a:custGeom>
              <a:avLst/>
              <a:gdLst/>
              <a:ahLst/>
              <a:cxnLst/>
              <a:rect l="l" t="t" r="r" b="b"/>
              <a:pathLst>
                <a:path w="16" h="22" extrusionOk="0">
                  <a:moveTo>
                    <a:pt x="16" y="19"/>
                  </a:moveTo>
                  <a:lnTo>
                    <a:pt x="14" y="12"/>
                  </a:lnTo>
                  <a:lnTo>
                    <a:pt x="5" y="0"/>
                  </a:lnTo>
                  <a:lnTo>
                    <a:pt x="0" y="6"/>
                  </a:lnTo>
                  <a:lnTo>
                    <a:pt x="1" y="13"/>
                  </a:lnTo>
                  <a:lnTo>
                    <a:pt x="3" y="21"/>
                  </a:lnTo>
                  <a:lnTo>
                    <a:pt x="12" y="22"/>
                  </a:lnTo>
                  <a:lnTo>
                    <a:pt x="16" y="1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25" name="Google Shape;2125;p5">
              <a:extLst>
                <a:ext uri="{FF2B5EF4-FFF2-40B4-BE49-F238E27FC236}">
                  <a16:creationId xmlns:a16="http://schemas.microsoft.com/office/drawing/2014/main" id="{1D168F11-8A30-A502-09D1-207590BE0F2B}"/>
                </a:ext>
              </a:extLst>
            </p:cNvPr>
            <p:cNvSpPr/>
            <p:nvPr/>
          </p:nvSpPr>
          <p:spPr>
            <a:xfrm>
              <a:off x="6006305" y="2934047"/>
              <a:ext cx="4763" cy="3175"/>
            </a:xfrm>
            <a:custGeom>
              <a:avLst/>
              <a:gdLst/>
              <a:ahLst/>
              <a:cxnLst/>
              <a:rect l="l" t="t" r="r" b="b"/>
              <a:pathLst>
                <a:path w="15" h="9" extrusionOk="0">
                  <a:moveTo>
                    <a:pt x="15" y="4"/>
                  </a:moveTo>
                  <a:lnTo>
                    <a:pt x="7" y="0"/>
                  </a:lnTo>
                  <a:lnTo>
                    <a:pt x="0" y="3"/>
                  </a:lnTo>
                  <a:lnTo>
                    <a:pt x="6" y="9"/>
                  </a:lnTo>
                  <a:lnTo>
                    <a:pt x="14" y="6"/>
                  </a:lnTo>
                  <a:lnTo>
                    <a:pt x="15" y="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26" name="Google Shape;2126;p5">
              <a:extLst>
                <a:ext uri="{FF2B5EF4-FFF2-40B4-BE49-F238E27FC236}">
                  <a16:creationId xmlns:a16="http://schemas.microsoft.com/office/drawing/2014/main" id="{04A1DBCE-D391-922C-4F5B-0E0173CB2FAD}"/>
                </a:ext>
              </a:extLst>
            </p:cNvPr>
            <p:cNvSpPr/>
            <p:nvPr/>
          </p:nvSpPr>
          <p:spPr>
            <a:xfrm>
              <a:off x="5987255" y="2937222"/>
              <a:ext cx="3175" cy="3175"/>
            </a:xfrm>
            <a:custGeom>
              <a:avLst/>
              <a:gdLst/>
              <a:ahLst/>
              <a:cxnLst/>
              <a:rect l="l" t="t" r="r" b="b"/>
              <a:pathLst>
                <a:path w="12" h="8" extrusionOk="0">
                  <a:moveTo>
                    <a:pt x="12" y="6"/>
                  </a:moveTo>
                  <a:lnTo>
                    <a:pt x="8" y="0"/>
                  </a:lnTo>
                  <a:lnTo>
                    <a:pt x="0" y="1"/>
                  </a:lnTo>
                  <a:lnTo>
                    <a:pt x="2" y="8"/>
                  </a:lnTo>
                  <a:lnTo>
                    <a:pt x="11" y="8"/>
                  </a:lnTo>
                  <a:lnTo>
                    <a:pt x="12" y="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27" name="Google Shape;2127;p5">
              <a:extLst>
                <a:ext uri="{FF2B5EF4-FFF2-40B4-BE49-F238E27FC236}">
                  <a16:creationId xmlns:a16="http://schemas.microsoft.com/office/drawing/2014/main" id="{E952C902-8622-8E73-7300-57FAE987CABC}"/>
                </a:ext>
              </a:extLst>
            </p:cNvPr>
            <p:cNvSpPr/>
            <p:nvPr/>
          </p:nvSpPr>
          <p:spPr>
            <a:xfrm>
              <a:off x="5812630" y="2968972"/>
              <a:ext cx="250825" cy="190500"/>
            </a:xfrm>
            <a:custGeom>
              <a:avLst/>
              <a:gdLst/>
              <a:ahLst/>
              <a:cxnLst/>
              <a:rect l="l" t="t" r="r" b="b"/>
              <a:pathLst>
                <a:path w="788" h="599" extrusionOk="0">
                  <a:moveTo>
                    <a:pt x="24" y="572"/>
                  </a:moveTo>
                  <a:lnTo>
                    <a:pt x="36" y="547"/>
                  </a:lnTo>
                  <a:lnTo>
                    <a:pt x="59" y="519"/>
                  </a:lnTo>
                  <a:lnTo>
                    <a:pt x="65" y="502"/>
                  </a:lnTo>
                  <a:lnTo>
                    <a:pt x="65" y="487"/>
                  </a:lnTo>
                  <a:lnTo>
                    <a:pt x="59" y="471"/>
                  </a:lnTo>
                  <a:lnTo>
                    <a:pt x="48" y="461"/>
                  </a:lnTo>
                  <a:lnTo>
                    <a:pt x="36" y="461"/>
                  </a:lnTo>
                  <a:lnTo>
                    <a:pt x="24" y="458"/>
                  </a:lnTo>
                  <a:lnTo>
                    <a:pt x="14" y="447"/>
                  </a:lnTo>
                  <a:lnTo>
                    <a:pt x="12" y="434"/>
                  </a:lnTo>
                  <a:lnTo>
                    <a:pt x="15" y="417"/>
                  </a:lnTo>
                  <a:lnTo>
                    <a:pt x="12" y="399"/>
                  </a:lnTo>
                  <a:lnTo>
                    <a:pt x="6" y="383"/>
                  </a:lnTo>
                  <a:lnTo>
                    <a:pt x="3" y="371"/>
                  </a:lnTo>
                  <a:lnTo>
                    <a:pt x="6" y="353"/>
                  </a:lnTo>
                  <a:lnTo>
                    <a:pt x="15" y="335"/>
                  </a:lnTo>
                  <a:lnTo>
                    <a:pt x="14" y="324"/>
                  </a:lnTo>
                  <a:lnTo>
                    <a:pt x="0" y="319"/>
                  </a:lnTo>
                  <a:lnTo>
                    <a:pt x="0" y="299"/>
                  </a:lnTo>
                  <a:lnTo>
                    <a:pt x="0" y="289"/>
                  </a:lnTo>
                  <a:lnTo>
                    <a:pt x="21" y="281"/>
                  </a:lnTo>
                  <a:lnTo>
                    <a:pt x="21" y="266"/>
                  </a:lnTo>
                  <a:lnTo>
                    <a:pt x="35" y="244"/>
                  </a:lnTo>
                  <a:lnTo>
                    <a:pt x="40" y="223"/>
                  </a:lnTo>
                  <a:lnTo>
                    <a:pt x="40" y="206"/>
                  </a:lnTo>
                  <a:lnTo>
                    <a:pt x="42" y="192"/>
                  </a:lnTo>
                  <a:lnTo>
                    <a:pt x="48" y="196"/>
                  </a:lnTo>
                  <a:lnTo>
                    <a:pt x="54" y="202"/>
                  </a:lnTo>
                  <a:lnTo>
                    <a:pt x="57" y="206"/>
                  </a:lnTo>
                  <a:lnTo>
                    <a:pt x="68" y="208"/>
                  </a:lnTo>
                  <a:lnTo>
                    <a:pt x="80" y="206"/>
                  </a:lnTo>
                  <a:lnTo>
                    <a:pt x="86" y="211"/>
                  </a:lnTo>
                  <a:lnTo>
                    <a:pt x="94" y="215"/>
                  </a:lnTo>
                  <a:lnTo>
                    <a:pt x="98" y="221"/>
                  </a:lnTo>
                  <a:lnTo>
                    <a:pt x="103" y="221"/>
                  </a:lnTo>
                  <a:lnTo>
                    <a:pt x="111" y="219"/>
                  </a:lnTo>
                  <a:lnTo>
                    <a:pt x="124" y="219"/>
                  </a:lnTo>
                  <a:lnTo>
                    <a:pt x="130" y="213"/>
                  </a:lnTo>
                  <a:lnTo>
                    <a:pt x="139" y="210"/>
                  </a:lnTo>
                  <a:lnTo>
                    <a:pt x="143" y="207"/>
                  </a:lnTo>
                  <a:lnTo>
                    <a:pt x="145" y="195"/>
                  </a:lnTo>
                  <a:lnTo>
                    <a:pt x="149" y="194"/>
                  </a:lnTo>
                  <a:lnTo>
                    <a:pt x="153" y="189"/>
                  </a:lnTo>
                  <a:lnTo>
                    <a:pt x="146" y="184"/>
                  </a:lnTo>
                  <a:lnTo>
                    <a:pt x="146" y="178"/>
                  </a:lnTo>
                  <a:lnTo>
                    <a:pt x="154" y="179"/>
                  </a:lnTo>
                  <a:lnTo>
                    <a:pt x="160" y="176"/>
                  </a:lnTo>
                  <a:lnTo>
                    <a:pt x="178" y="173"/>
                  </a:lnTo>
                  <a:lnTo>
                    <a:pt x="186" y="168"/>
                  </a:lnTo>
                  <a:lnTo>
                    <a:pt x="194" y="164"/>
                  </a:lnTo>
                  <a:lnTo>
                    <a:pt x="200" y="158"/>
                  </a:lnTo>
                  <a:lnTo>
                    <a:pt x="208" y="157"/>
                  </a:lnTo>
                  <a:lnTo>
                    <a:pt x="223" y="147"/>
                  </a:lnTo>
                  <a:lnTo>
                    <a:pt x="224" y="142"/>
                  </a:lnTo>
                  <a:lnTo>
                    <a:pt x="224" y="135"/>
                  </a:lnTo>
                  <a:lnTo>
                    <a:pt x="226" y="122"/>
                  </a:lnTo>
                  <a:lnTo>
                    <a:pt x="229" y="119"/>
                  </a:lnTo>
                  <a:lnTo>
                    <a:pt x="235" y="102"/>
                  </a:lnTo>
                  <a:lnTo>
                    <a:pt x="235" y="95"/>
                  </a:lnTo>
                  <a:lnTo>
                    <a:pt x="236" y="93"/>
                  </a:lnTo>
                  <a:lnTo>
                    <a:pt x="240" y="89"/>
                  </a:lnTo>
                  <a:lnTo>
                    <a:pt x="245" y="83"/>
                  </a:lnTo>
                  <a:lnTo>
                    <a:pt x="253" y="82"/>
                  </a:lnTo>
                  <a:lnTo>
                    <a:pt x="259" y="83"/>
                  </a:lnTo>
                  <a:lnTo>
                    <a:pt x="274" y="83"/>
                  </a:lnTo>
                  <a:lnTo>
                    <a:pt x="277" y="82"/>
                  </a:lnTo>
                  <a:lnTo>
                    <a:pt x="279" y="77"/>
                  </a:lnTo>
                  <a:lnTo>
                    <a:pt x="280" y="68"/>
                  </a:lnTo>
                  <a:lnTo>
                    <a:pt x="283" y="65"/>
                  </a:lnTo>
                  <a:lnTo>
                    <a:pt x="288" y="65"/>
                  </a:lnTo>
                  <a:lnTo>
                    <a:pt x="293" y="65"/>
                  </a:lnTo>
                  <a:lnTo>
                    <a:pt x="306" y="73"/>
                  </a:lnTo>
                  <a:lnTo>
                    <a:pt x="316" y="77"/>
                  </a:lnTo>
                  <a:lnTo>
                    <a:pt x="331" y="77"/>
                  </a:lnTo>
                  <a:lnTo>
                    <a:pt x="360" y="76"/>
                  </a:lnTo>
                  <a:lnTo>
                    <a:pt x="366" y="78"/>
                  </a:lnTo>
                  <a:lnTo>
                    <a:pt x="374" y="83"/>
                  </a:lnTo>
                  <a:lnTo>
                    <a:pt x="383" y="81"/>
                  </a:lnTo>
                  <a:lnTo>
                    <a:pt x="396" y="82"/>
                  </a:lnTo>
                  <a:lnTo>
                    <a:pt x="401" y="87"/>
                  </a:lnTo>
                  <a:lnTo>
                    <a:pt x="414" y="102"/>
                  </a:lnTo>
                  <a:lnTo>
                    <a:pt x="422" y="99"/>
                  </a:lnTo>
                  <a:lnTo>
                    <a:pt x="429" y="99"/>
                  </a:lnTo>
                  <a:lnTo>
                    <a:pt x="430" y="94"/>
                  </a:lnTo>
                  <a:lnTo>
                    <a:pt x="444" y="87"/>
                  </a:lnTo>
                  <a:lnTo>
                    <a:pt x="449" y="86"/>
                  </a:lnTo>
                  <a:lnTo>
                    <a:pt x="453" y="87"/>
                  </a:lnTo>
                  <a:lnTo>
                    <a:pt x="456" y="83"/>
                  </a:lnTo>
                  <a:lnTo>
                    <a:pt x="462" y="81"/>
                  </a:lnTo>
                  <a:lnTo>
                    <a:pt x="466" y="82"/>
                  </a:lnTo>
                  <a:lnTo>
                    <a:pt x="471" y="87"/>
                  </a:lnTo>
                  <a:lnTo>
                    <a:pt x="484" y="92"/>
                  </a:lnTo>
                  <a:lnTo>
                    <a:pt x="488" y="89"/>
                  </a:lnTo>
                  <a:lnTo>
                    <a:pt x="489" y="87"/>
                  </a:lnTo>
                  <a:lnTo>
                    <a:pt x="489" y="82"/>
                  </a:lnTo>
                  <a:lnTo>
                    <a:pt x="487" y="78"/>
                  </a:lnTo>
                  <a:lnTo>
                    <a:pt x="485" y="71"/>
                  </a:lnTo>
                  <a:lnTo>
                    <a:pt x="495" y="59"/>
                  </a:lnTo>
                  <a:lnTo>
                    <a:pt x="500" y="59"/>
                  </a:lnTo>
                  <a:lnTo>
                    <a:pt x="506" y="61"/>
                  </a:lnTo>
                  <a:lnTo>
                    <a:pt x="514" y="59"/>
                  </a:lnTo>
                  <a:lnTo>
                    <a:pt x="522" y="65"/>
                  </a:lnTo>
                  <a:lnTo>
                    <a:pt x="526" y="65"/>
                  </a:lnTo>
                  <a:lnTo>
                    <a:pt x="528" y="63"/>
                  </a:lnTo>
                  <a:lnTo>
                    <a:pt x="536" y="56"/>
                  </a:lnTo>
                  <a:lnTo>
                    <a:pt x="537" y="51"/>
                  </a:lnTo>
                  <a:lnTo>
                    <a:pt x="532" y="45"/>
                  </a:lnTo>
                  <a:lnTo>
                    <a:pt x="532" y="40"/>
                  </a:lnTo>
                  <a:lnTo>
                    <a:pt x="542" y="27"/>
                  </a:lnTo>
                  <a:lnTo>
                    <a:pt x="553" y="11"/>
                  </a:lnTo>
                  <a:lnTo>
                    <a:pt x="555" y="9"/>
                  </a:lnTo>
                  <a:lnTo>
                    <a:pt x="559" y="3"/>
                  </a:lnTo>
                  <a:lnTo>
                    <a:pt x="560" y="2"/>
                  </a:lnTo>
                  <a:lnTo>
                    <a:pt x="567" y="3"/>
                  </a:lnTo>
                  <a:lnTo>
                    <a:pt x="571" y="0"/>
                  </a:lnTo>
                  <a:lnTo>
                    <a:pt x="581" y="2"/>
                  </a:lnTo>
                  <a:lnTo>
                    <a:pt x="594" y="14"/>
                  </a:lnTo>
                  <a:lnTo>
                    <a:pt x="594" y="20"/>
                  </a:lnTo>
                  <a:lnTo>
                    <a:pt x="590" y="28"/>
                  </a:lnTo>
                  <a:lnTo>
                    <a:pt x="590" y="33"/>
                  </a:lnTo>
                  <a:lnTo>
                    <a:pt x="591" y="35"/>
                  </a:lnTo>
                  <a:lnTo>
                    <a:pt x="596" y="38"/>
                  </a:lnTo>
                  <a:lnTo>
                    <a:pt x="602" y="36"/>
                  </a:lnTo>
                  <a:lnTo>
                    <a:pt x="606" y="38"/>
                  </a:lnTo>
                  <a:lnTo>
                    <a:pt x="606" y="40"/>
                  </a:lnTo>
                  <a:lnTo>
                    <a:pt x="607" y="44"/>
                  </a:lnTo>
                  <a:lnTo>
                    <a:pt x="605" y="46"/>
                  </a:lnTo>
                  <a:lnTo>
                    <a:pt x="603" y="51"/>
                  </a:lnTo>
                  <a:lnTo>
                    <a:pt x="605" y="62"/>
                  </a:lnTo>
                  <a:lnTo>
                    <a:pt x="603" y="67"/>
                  </a:lnTo>
                  <a:lnTo>
                    <a:pt x="601" y="72"/>
                  </a:lnTo>
                  <a:lnTo>
                    <a:pt x="601" y="82"/>
                  </a:lnTo>
                  <a:lnTo>
                    <a:pt x="598" y="92"/>
                  </a:lnTo>
                  <a:lnTo>
                    <a:pt x="601" y="100"/>
                  </a:lnTo>
                  <a:lnTo>
                    <a:pt x="607" y="111"/>
                  </a:lnTo>
                  <a:lnTo>
                    <a:pt x="612" y="122"/>
                  </a:lnTo>
                  <a:lnTo>
                    <a:pt x="613" y="124"/>
                  </a:lnTo>
                  <a:lnTo>
                    <a:pt x="618" y="125"/>
                  </a:lnTo>
                  <a:lnTo>
                    <a:pt x="623" y="122"/>
                  </a:lnTo>
                  <a:lnTo>
                    <a:pt x="635" y="115"/>
                  </a:lnTo>
                  <a:lnTo>
                    <a:pt x="648" y="105"/>
                  </a:lnTo>
                  <a:lnTo>
                    <a:pt x="670" y="99"/>
                  </a:lnTo>
                  <a:lnTo>
                    <a:pt x="671" y="98"/>
                  </a:lnTo>
                  <a:lnTo>
                    <a:pt x="676" y="92"/>
                  </a:lnTo>
                  <a:lnTo>
                    <a:pt x="683" y="87"/>
                  </a:lnTo>
                  <a:lnTo>
                    <a:pt x="684" y="84"/>
                  </a:lnTo>
                  <a:lnTo>
                    <a:pt x="689" y="83"/>
                  </a:lnTo>
                  <a:lnTo>
                    <a:pt x="699" y="77"/>
                  </a:lnTo>
                  <a:lnTo>
                    <a:pt x="704" y="75"/>
                  </a:lnTo>
                  <a:lnTo>
                    <a:pt x="711" y="70"/>
                  </a:lnTo>
                  <a:lnTo>
                    <a:pt x="716" y="70"/>
                  </a:lnTo>
                  <a:lnTo>
                    <a:pt x="720" y="72"/>
                  </a:lnTo>
                  <a:lnTo>
                    <a:pt x="723" y="73"/>
                  </a:lnTo>
                  <a:lnTo>
                    <a:pt x="727" y="73"/>
                  </a:lnTo>
                  <a:lnTo>
                    <a:pt x="729" y="83"/>
                  </a:lnTo>
                  <a:lnTo>
                    <a:pt x="731" y="87"/>
                  </a:lnTo>
                  <a:lnTo>
                    <a:pt x="734" y="86"/>
                  </a:lnTo>
                  <a:lnTo>
                    <a:pt x="741" y="79"/>
                  </a:lnTo>
                  <a:lnTo>
                    <a:pt x="741" y="81"/>
                  </a:lnTo>
                  <a:lnTo>
                    <a:pt x="743" y="81"/>
                  </a:lnTo>
                  <a:lnTo>
                    <a:pt x="756" y="76"/>
                  </a:lnTo>
                  <a:lnTo>
                    <a:pt x="767" y="75"/>
                  </a:lnTo>
                  <a:lnTo>
                    <a:pt x="773" y="75"/>
                  </a:lnTo>
                  <a:lnTo>
                    <a:pt x="778" y="77"/>
                  </a:lnTo>
                  <a:lnTo>
                    <a:pt x="785" y="77"/>
                  </a:lnTo>
                  <a:lnTo>
                    <a:pt x="788" y="81"/>
                  </a:lnTo>
                  <a:lnTo>
                    <a:pt x="788" y="83"/>
                  </a:lnTo>
                  <a:lnTo>
                    <a:pt x="783" y="84"/>
                  </a:lnTo>
                  <a:lnTo>
                    <a:pt x="785" y="84"/>
                  </a:lnTo>
                  <a:lnTo>
                    <a:pt x="783" y="84"/>
                  </a:lnTo>
                  <a:lnTo>
                    <a:pt x="778" y="83"/>
                  </a:lnTo>
                  <a:lnTo>
                    <a:pt x="774" y="83"/>
                  </a:lnTo>
                  <a:lnTo>
                    <a:pt x="766" y="92"/>
                  </a:lnTo>
                  <a:lnTo>
                    <a:pt x="768" y="94"/>
                  </a:lnTo>
                  <a:lnTo>
                    <a:pt x="774" y="97"/>
                  </a:lnTo>
                  <a:lnTo>
                    <a:pt x="775" y="102"/>
                  </a:lnTo>
                  <a:lnTo>
                    <a:pt x="775" y="106"/>
                  </a:lnTo>
                  <a:lnTo>
                    <a:pt x="764" y="104"/>
                  </a:lnTo>
                  <a:lnTo>
                    <a:pt x="759" y="108"/>
                  </a:lnTo>
                  <a:lnTo>
                    <a:pt x="757" y="108"/>
                  </a:lnTo>
                  <a:lnTo>
                    <a:pt x="751" y="113"/>
                  </a:lnTo>
                  <a:lnTo>
                    <a:pt x="746" y="113"/>
                  </a:lnTo>
                  <a:lnTo>
                    <a:pt x="732" y="108"/>
                  </a:lnTo>
                  <a:lnTo>
                    <a:pt x="725" y="109"/>
                  </a:lnTo>
                  <a:lnTo>
                    <a:pt x="721" y="108"/>
                  </a:lnTo>
                  <a:lnTo>
                    <a:pt x="686" y="110"/>
                  </a:lnTo>
                  <a:lnTo>
                    <a:pt x="682" y="110"/>
                  </a:lnTo>
                  <a:lnTo>
                    <a:pt x="672" y="114"/>
                  </a:lnTo>
                  <a:lnTo>
                    <a:pt x="665" y="114"/>
                  </a:lnTo>
                  <a:lnTo>
                    <a:pt x="656" y="120"/>
                  </a:lnTo>
                  <a:lnTo>
                    <a:pt x="648" y="121"/>
                  </a:lnTo>
                  <a:lnTo>
                    <a:pt x="643" y="124"/>
                  </a:lnTo>
                  <a:lnTo>
                    <a:pt x="639" y="125"/>
                  </a:lnTo>
                  <a:lnTo>
                    <a:pt x="638" y="129"/>
                  </a:lnTo>
                  <a:lnTo>
                    <a:pt x="635" y="131"/>
                  </a:lnTo>
                  <a:lnTo>
                    <a:pt x="625" y="134"/>
                  </a:lnTo>
                  <a:lnTo>
                    <a:pt x="624" y="136"/>
                  </a:lnTo>
                  <a:lnTo>
                    <a:pt x="625" y="140"/>
                  </a:lnTo>
                  <a:lnTo>
                    <a:pt x="622" y="141"/>
                  </a:lnTo>
                  <a:lnTo>
                    <a:pt x="617" y="138"/>
                  </a:lnTo>
                  <a:lnTo>
                    <a:pt x="612" y="138"/>
                  </a:lnTo>
                  <a:lnTo>
                    <a:pt x="611" y="140"/>
                  </a:lnTo>
                  <a:lnTo>
                    <a:pt x="610" y="145"/>
                  </a:lnTo>
                  <a:lnTo>
                    <a:pt x="594" y="158"/>
                  </a:lnTo>
                  <a:lnTo>
                    <a:pt x="590" y="162"/>
                  </a:lnTo>
                  <a:lnTo>
                    <a:pt x="589" y="168"/>
                  </a:lnTo>
                  <a:lnTo>
                    <a:pt x="590" y="170"/>
                  </a:lnTo>
                  <a:lnTo>
                    <a:pt x="598" y="175"/>
                  </a:lnTo>
                  <a:lnTo>
                    <a:pt x="605" y="183"/>
                  </a:lnTo>
                  <a:lnTo>
                    <a:pt x="608" y="196"/>
                  </a:lnTo>
                  <a:lnTo>
                    <a:pt x="612" y="206"/>
                  </a:lnTo>
                  <a:lnTo>
                    <a:pt x="612" y="207"/>
                  </a:lnTo>
                  <a:lnTo>
                    <a:pt x="608" y="216"/>
                  </a:lnTo>
                  <a:lnTo>
                    <a:pt x="608" y="218"/>
                  </a:lnTo>
                  <a:lnTo>
                    <a:pt x="611" y="222"/>
                  </a:lnTo>
                  <a:lnTo>
                    <a:pt x="610" y="228"/>
                  </a:lnTo>
                  <a:lnTo>
                    <a:pt x="606" y="235"/>
                  </a:lnTo>
                  <a:lnTo>
                    <a:pt x="601" y="243"/>
                  </a:lnTo>
                  <a:lnTo>
                    <a:pt x="592" y="249"/>
                  </a:lnTo>
                  <a:lnTo>
                    <a:pt x="585" y="258"/>
                  </a:lnTo>
                  <a:lnTo>
                    <a:pt x="581" y="265"/>
                  </a:lnTo>
                  <a:lnTo>
                    <a:pt x="578" y="269"/>
                  </a:lnTo>
                  <a:lnTo>
                    <a:pt x="578" y="275"/>
                  </a:lnTo>
                  <a:lnTo>
                    <a:pt x="582" y="277"/>
                  </a:lnTo>
                  <a:lnTo>
                    <a:pt x="586" y="280"/>
                  </a:lnTo>
                  <a:lnTo>
                    <a:pt x="582" y="283"/>
                  </a:lnTo>
                  <a:lnTo>
                    <a:pt x="582" y="291"/>
                  </a:lnTo>
                  <a:lnTo>
                    <a:pt x="575" y="301"/>
                  </a:lnTo>
                  <a:lnTo>
                    <a:pt x="569" y="304"/>
                  </a:lnTo>
                  <a:lnTo>
                    <a:pt x="558" y="307"/>
                  </a:lnTo>
                  <a:lnTo>
                    <a:pt x="547" y="305"/>
                  </a:lnTo>
                  <a:lnTo>
                    <a:pt x="528" y="301"/>
                  </a:lnTo>
                  <a:lnTo>
                    <a:pt x="524" y="299"/>
                  </a:lnTo>
                  <a:lnTo>
                    <a:pt x="520" y="302"/>
                  </a:lnTo>
                  <a:lnTo>
                    <a:pt x="517" y="307"/>
                  </a:lnTo>
                  <a:lnTo>
                    <a:pt x="520" y="310"/>
                  </a:lnTo>
                  <a:lnTo>
                    <a:pt x="525" y="320"/>
                  </a:lnTo>
                  <a:lnTo>
                    <a:pt x="530" y="320"/>
                  </a:lnTo>
                  <a:lnTo>
                    <a:pt x="535" y="336"/>
                  </a:lnTo>
                  <a:lnTo>
                    <a:pt x="539" y="341"/>
                  </a:lnTo>
                  <a:lnTo>
                    <a:pt x="539" y="345"/>
                  </a:lnTo>
                  <a:lnTo>
                    <a:pt x="533" y="351"/>
                  </a:lnTo>
                  <a:lnTo>
                    <a:pt x="527" y="353"/>
                  </a:lnTo>
                  <a:lnTo>
                    <a:pt x="517" y="361"/>
                  </a:lnTo>
                  <a:lnTo>
                    <a:pt x="509" y="360"/>
                  </a:lnTo>
                  <a:lnTo>
                    <a:pt x="498" y="363"/>
                  </a:lnTo>
                  <a:lnTo>
                    <a:pt x="496" y="377"/>
                  </a:lnTo>
                  <a:lnTo>
                    <a:pt x="490" y="379"/>
                  </a:lnTo>
                  <a:lnTo>
                    <a:pt x="489" y="384"/>
                  </a:lnTo>
                  <a:lnTo>
                    <a:pt x="490" y="390"/>
                  </a:lnTo>
                  <a:lnTo>
                    <a:pt x="489" y="394"/>
                  </a:lnTo>
                  <a:lnTo>
                    <a:pt x="487" y="394"/>
                  </a:lnTo>
                  <a:lnTo>
                    <a:pt x="483" y="399"/>
                  </a:lnTo>
                  <a:lnTo>
                    <a:pt x="481" y="404"/>
                  </a:lnTo>
                  <a:lnTo>
                    <a:pt x="479" y="407"/>
                  </a:lnTo>
                  <a:lnTo>
                    <a:pt x="481" y="425"/>
                  </a:lnTo>
                  <a:lnTo>
                    <a:pt x="483" y="437"/>
                  </a:lnTo>
                  <a:lnTo>
                    <a:pt x="483" y="439"/>
                  </a:lnTo>
                  <a:lnTo>
                    <a:pt x="463" y="460"/>
                  </a:lnTo>
                  <a:lnTo>
                    <a:pt x="460" y="460"/>
                  </a:lnTo>
                  <a:lnTo>
                    <a:pt x="455" y="458"/>
                  </a:lnTo>
                  <a:lnTo>
                    <a:pt x="452" y="454"/>
                  </a:lnTo>
                  <a:lnTo>
                    <a:pt x="451" y="450"/>
                  </a:lnTo>
                  <a:lnTo>
                    <a:pt x="444" y="445"/>
                  </a:lnTo>
                  <a:lnTo>
                    <a:pt x="440" y="445"/>
                  </a:lnTo>
                  <a:lnTo>
                    <a:pt x="438" y="449"/>
                  </a:lnTo>
                  <a:lnTo>
                    <a:pt x="441" y="450"/>
                  </a:lnTo>
                  <a:lnTo>
                    <a:pt x="441" y="453"/>
                  </a:lnTo>
                  <a:lnTo>
                    <a:pt x="425" y="448"/>
                  </a:lnTo>
                  <a:lnTo>
                    <a:pt x="419" y="448"/>
                  </a:lnTo>
                  <a:lnTo>
                    <a:pt x="414" y="450"/>
                  </a:lnTo>
                  <a:lnTo>
                    <a:pt x="412" y="455"/>
                  </a:lnTo>
                  <a:lnTo>
                    <a:pt x="395" y="464"/>
                  </a:lnTo>
                  <a:lnTo>
                    <a:pt x="391" y="468"/>
                  </a:lnTo>
                  <a:lnTo>
                    <a:pt x="392" y="470"/>
                  </a:lnTo>
                  <a:lnTo>
                    <a:pt x="399" y="473"/>
                  </a:lnTo>
                  <a:lnTo>
                    <a:pt x="399" y="475"/>
                  </a:lnTo>
                  <a:lnTo>
                    <a:pt x="397" y="477"/>
                  </a:lnTo>
                  <a:lnTo>
                    <a:pt x="390" y="479"/>
                  </a:lnTo>
                  <a:lnTo>
                    <a:pt x="377" y="481"/>
                  </a:lnTo>
                  <a:lnTo>
                    <a:pt x="368" y="484"/>
                  </a:lnTo>
                  <a:lnTo>
                    <a:pt x="356" y="482"/>
                  </a:lnTo>
                  <a:lnTo>
                    <a:pt x="356" y="479"/>
                  </a:lnTo>
                  <a:lnTo>
                    <a:pt x="352" y="476"/>
                  </a:lnTo>
                  <a:lnTo>
                    <a:pt x="345" y="480"/>
                  </a:lnTo>
                  <a:lnTo>
                    <a:pt x="339" y="491"/>
                  </a:lnTo>
                  <a:lnTo>
                    <a:pt x="327" y="500"/>
                  </a:lnTo>
                  <a:lnTo>
                    <a:pt x="325" y="506"/>
                  </a:lnTo>
                  <a:lnTo>
                    <a:pt x="321" y="520"/>
                  </a:lnTo>
                  <a:lnTo>
                    <a:pt x="322" y="533"/>
                  </a:lnTo>
                  <a:lnTo>
                    <a:pt x="318" y="552"/>
                  </a:lnTo>
                  <a:lnTo>
                    <a:pt x="318" y="556"/>
                  </a:lnTo>
                  <a:lnTo>
                    <a:pt x="322" y="560"/>
                  </a:lnTo>
                  <a:lnTo>
                    <a:pt x="321" y="566"/>
                  </a:lnTo>
                  <a:lnTo>
                    <a:pt x="313" y="572"/>
                  </a:lnTo>
                  <a:lnTo>
                    <a:pt x="288" y="577"/>
                  </a:lnTo>
                  <a:lnTo>
                    <a:pt x="268" y="584"/>
                  </a:lnTo>
                  <a:lnTo>
                    <a:pt x="252" y="588"/>
                  </a:lnTo>
                  <a:lnTo>
                    <a:pt x="226" y="587"/>
                  </a:lnTo>
                  <a:lnTo>
                    <a:pt x="213" y="587"/>
                  </a:lnTo>
                  <a:lnTo>
                    <a:pt x="207" y="589"/>
                  </a:lnTo>
                  <a:lnTo>
                    <a:pt x="203" y="592"/>
                  </a:lnTo>
                  <a:lnTo>
                    <a:pt x="200" y="597"/>
                  </a:lnTo>
                  <a:lnTo>
                    <a:pt x="197" y="599"/>
                  </a:lnTo>
                  <a:lnTo>
                    <a:pt x="181" y="592"/>
                  </a:lnTo>
                  <a:lnTo>
                    <a:pt x="164" y="592"/>
                  </a:lnTo>
                  <a:lnTo>
                    <a:pt x="149" y="594"/>
                  </a:lnTo>
                  <a:lnTo>
                    <a:pt x="138" y="593"/>
                  </a:lnTo>
                  <a:lnTo>
                    <a:pt x="129" y="594"/>
                  </a:lnTo>
                  <a:lnTo>
                    <a:pt x="119" y="594"/>
                  </a:lnTo>
                  <a:lnTo>
                    <a:pt x="116" y="595"/>
                  </a:lnTo>
                  <a:lnTo>
                    <a:pt x="112" y="598"/>
                  </a:lnTo>
                  <a:lnTo>
                    <a:pt x="108" y="599"/>
                  </a:lnTo>
                  <a:lnTo>
                    <a:pt x="101" y="598"/>
                  </a:lnTo>
                  <a:lnTo>
                    <a:pt x="83" y="588"/>
                  </a:lnTo>
                  <a:lnTo>
                    <a:pt x="24" y="57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28" name="Google Shape;2128;p5">
              <a:extLst>
                <a:ext uri="{FF2B5EF4-FFF2-40B4-BE49-F238E27FC236}">
                  <a16:creationId xmlns:a16="http://schemas.microsoft.com/office/drawing/2014/main" id="{9DD17595-90F2-0407-A3E1-66FB331457F2}"/>
                </a:ext>
              </a:extLst>
            </p:cNvPr>
            <p:cNvSpPr/>
            <p:nvPr/>
          </p:nvSpPr>
          <p:spPr>
            <a:xfrm>
              <a:off x="6419055" y="3594447"/>
              <a:ext cx="188913" cy="200025"/>
            </a:xfrm>
            <a:custGeom>
              <a:avLst/>
              <a:gdLst/>
              <a:ahLst/>
              <a:cxnLst/>
              <a:rect l="l" t="t" r="r" b="b"/>
              <a:pathLst>
                <a:path w="594" h="626" extrusionOk="0">
                  <a:moveTo>
                    <a:pt x="0" y="1"/>
                  </a:moveTo>
                  <a:lnTo>
                    <a:pt x="6" y="1"/>
                  </a:lnTo>
                  <a:lnTo>
                    <a:pt x="10" y="0"/>
                  </a:lnTo>
                  <a:lnTo>
                    <a:pt x="22" y="0"/>
                  </a:lnTo>
                  <a:lnTo>
                    <a:pt x="28" y="1"/>
                  </a:lnTo>
                  <a:lnTo>
                    <a:pt x="35" y="3"/>
                  </a:lnTo>
                  <a:lnTo>
                    <a:pt x="42" y="16"/>
                  </a:lnTo>
                  <a:lnTo>
                    <a:pt x="55" y="17"/>
                  </a:lnTo>
                  <a:lnTo>
                    <a:pt x="62" y="19"/>
                  </a:lnTo>
                  <a:lnTo>
                    <a:pt x="74" y="21"/>
                  </a:lnTo>
                  <a:lnTo>
                    <a:pt x="91" y="18"/>
                  </a:lnTo>
                  <a:lnTo>
                    <a:pt x="100" y="19"/>
                  </a:lnTo>
                  <a:lnTo>
                    <a:pt x="110" y="24"/>
                  </a:lnTo>
                  <a:lnTo>
                    <a:pt x="122" y="23"/>
                  </a:lnTo>
                  <a:lnTo>
                    <a:pt x="130" y="26"/>
                  </a:lnTo>
                  <a:lnTo>
                    <a:pt x="146" y="38"/>
                  </a:lnTo>
                  <a:lnTo>
                    <a:pt x="150" y="45"/>
                  </a:lnTo>
                  <a:lnTo>
                    <a:pt x="151" y="51"/>
                  </a:lnTo>
                  <a:lnTo>
                    <a:pt x="155" y="56"/>
                  </a:lnTo>
                  <a:lnTo>
                    <a:pt x="161" y="60"/>
                  </a:lnTo>
                  <a:lnTo>
                    <a:pt x="168" y="72"/>
                  </a:lnTo>
                  <a:lnTo>
                    <a:pt x="171" y="80"/>
                  </a:lnTo>
                  <a:lnTo>
                    <a:pt x="184" y="89"/>
                  </a:lnTo>
                  <a:lnTo>
                    <a:pt x="196" y="102"/>
                  </a:lnTo>
                  <a:lnTo>
                    <a:pt x="230" y="118"/>
                  </a:lnTo>
                  <a:lnTo>
                    <a:pt x="237" y="125"/>
                  </a:lnTo>
                  <a:lnTo>
                    <a:pt x="251" y="136"/>
                  </a:lnTo>
                  <a:lnTo>
                    <a:pt x="259" y="146"/>
                  </a:lnTo>
                  <a:lnTo>
                    <a:pt x="263" y="157"/>
                  </a:lnTo>
                  <a:lnTo>
                    <a:pt x="277" y="159"/>
                  </a:lnTo>
                  <a:lnTo>
                    <a:pt x="282" y="172"/>
                  </a:lnTo>
                  <a:lnTo>
                    <a:pt x="296" y="187"/>
                  </a:lnTo>
                  <a:lnTo>
                    <a:pt x="302" y="190"/>
                  </a:lnTo>
                  <a:lnTo>
                    <a:pt x="307" y="193"/>
                  </a:lnTo>
                  <a:lnTo>
                    <a:pt x="309" y="189"/>
                  </a:lnTo>
                  <a:lnTo>
                    <a:pt x="311" y="184"/>
                  </a:lnTo>
                  <a:lnTo>
                    <a:pt x="320" y="184"/>
                  </a:lnTo>
                  <a:lnTo>
                    <a:pt x="327" y="189"/>
                  </a:lnTo>
                  <a:lnTo>
                    <a:pt x="338" y="211"/>
                  </a:lnTo>
                  <a:lnTo>
                    <a:pt x="345" y="215"/>
                  </a:lnTo>
                  <a:lnTo>
                    <a:pt x="350" y="216"/>
                  </a:lnTo>
                  <a:lnTo>
                    <a:pt x="355" y="217"/>
                  </a:lnTo>
                  <a:lnTo>
                    <a:pt x="371" y="226"/>
                  </a:lnTo>
                  <a:lnTo>
                    <a:pt x="376" y="231"/>
                  </a:lnTo>
                  <a:lnTo>
                    <a:pt x="382" y="242"/>
                  </a:lnTo>
                  <a:lnTo>
                    <a:pt x="386" y="244"/>
                  </a:lnTo>
                  <a:lnTo>
                    <a:pt x="387" y="233"/>
                  </a:lnTo>
                  <a:lnTo>
                    <a:pt x="391" y="236"/>
                  </a:lnTo>
                  <a:lnTo>
                    <a:pt x="396" y="243"/>
                  </a:lnTo>
                  <a:lnTo>
                    <a:pt x="403" y="248"/>
                  </a:lnTo>
                  <a:lnTo>
                    <a:pt x="423" y="247"/>
                  </a:lnTo>
                  <a:lnTo>
                    <a:pt x="430" y="250"/>
                  </a:lnTo>
                  <a:lnTo>
                    <a:pt x="433" y="254"/>
                  </a:lnTo>
                  <a:lnTo>
                    <a:pt x="431" y="259"/>
                  </a:lnTo>
                  <a:lnTo>
                    <a:pt x="428" y="263"/>
                  </a:lnTo>
                  <a:lnTo>
                    <a:pt x="424" y="263"/>
                  </a:lnTo>
                  <a:lnTo>
                    <a:pt x="425" y="270"/>
                  </a:lnTo>
                  <a:lnTo>
                    <a:pt x="429" y="276"/>
                  </a:lnTo>
                  <a:lnTo>
                    <a:pt x="429" y="282"/>
                  </a:lnTo>
                  <a:lnTo>
                    <a:pt x="417" y="290"/>
                  </a:lnTo>
                  <a:lnTo>
                    <a:pt x="415" y="292"/>
                  </a:lnTo>
                  <a:lnTo>
                    <a:pt x="417" y="293"/>
                  </a:lnTo>
                  <a:lnTo>
                    <a:pt x="430" y="287"/>
                  </a:lnTo>
                  <a:lnTo>
                    <a:pt x="438" y="282"/>
                  </a:lnTo>
                  <a:lnTo>
                    <a:pt x="449" y="279"/>
                  </a:lnTo>
                  <a:lnTo>
                    <a:pt x="453" y="281"/>
                  </a:lnTo>
                  <a:lnTo>
                    <a:pt x="462" y="288"/>
                  </a:lnTo>
                  <a:lnTo>
                    <a:pt x="466" y="297"/>
                  </a:lnTo>
                  <a:lnTo>
                    <a:pt x="467" y="303"/>
                  </a:lnTo>
                  <a:lnTo>
                    <a:pt x="453" y="317"/>
                  </a:lnTo>
                  <a:lnTo>
                    <a:pt x="457" y="319"/>
                  </a:lnTo>
                  <a:lnTo>
                    <a:pt x="463" y="320"/>
                  </a:lnTo>
                  <a:lnTo>
                    <a:pt x="461" y="328"/>
                  </a:lnTo>
                  <a:lnTo>
                    <a:pt x="453" y="334"/>
                  </a:lnTo>
                  <a:lnTo>
                    <a:pt x="450" y="344"/>
                  </a:lnTo>
                  <a:lnTo>
                    <a:pt x="455" y="351"/>
                  </a:lnTo>
                  <a:lnTo>
                    <a:pt x="466" y="357"/>
                  </a:lnTo>
                  <a:lnTo>
                    <a:pt x="474" y="361"/>
                  </a:lnTo>
                  <a:lnTo>
                    <a:pt x="482" y="361"/>
                  </a:lnTo>
                  <a:lnTo>
                    <a:pt x="487" y="365"/>
                  </a:lnTo>
                  <a:lnTo>
                    <a:pt x="490" y="363"/>
                  </a:lnTo>
                  <a:lnTo>
                    <a:pt x="501" y="365"/>
                  </a:lnTo>
                  <a:lnTo>
                    <a:pt x="506" y="376"/>
                  </a:lnTo>
                  <a:lnTo>
                    <a:pt x="509" y="384"/>
                  </a:lnTo>
                  <a:lnTo>
                    <a:pt x="510" y="394"/>
                  </a:lnTo>
                  <a:lnTo>
                    <a:pt x="512" y="401"/>
                  </a:lnTo>
                  <a:lnTo>
                    <a:pt x="510" y="409"/>
                  </a:lnTo>
                  <a:lnTo>
                    <a:pt x="516" y="410"/>
                  </a:lnTo>
                  <a:lnTo>
                    <a:pt x="526" y="414"/>
                  </a:lnTo>
                  <a:lnTo>
                    <a:pt x="532" y="420"/>
                  </a:lnTo>
                  <a:lnTo>
                    <a:pt x="526" y="435"/>
                  </a:lnTo>
                  <a:lnTo>
                    <a:pt x="533" y="436"/>
                  </a:lnTo>
                  <a:lnTo>
                    <a:pt x="542" y="435"/>
                  </a:lnTo>
                  <a:lnTo>
                    <a:pt x="552" y="435"/>
                  </a:lnTo>
                  <a:lnTo>
                    <a:pt x="560" y="436"/>
                  </a:lnTo>
                  <a:lnTo>
                    <a:pt x="570" y="440"/>
                  </a:lnTo>
                  <a:lnTo>
                    <a:pt x="573" y="446"/>
                  </a:lnTo>
                  <a:lnTo>
                    <a:pt x="580" y="454"/>
                  </a:lnTo>
                  <a:lnTo>
                    <a:pt x="584" y="462"/>
                  </a:lnTo>
                  <a:lnTo>
                    <a:pt x="591" y="469"/>
                  </a:lnTo>
                  <a:lnTo>
                    <a:pt x="594" y="478"/>
                  </a:lnTo>
                  <a:lnTo>
                    <a:pt x="591" y="487"/>
                  </a:lnTo>
                  <a:lnTo>
                    <a:pt x="585" y="501"/>
                  </a:lnTo>
                  <a:lnTo>
                    <a:pt x="584" y="510"/>
                  </a:lnTo>
                  <a:lnTo>
                    <a:pt x="587" y="512"/>
                  </a:lnTo>
                  <a:lnTo>
                    <a:pt x="589" y="518"/>
                  </a:lnTo>
                  <a:lnTo>
                    <a:pt x="585" y="530"/>
                  </a:lnTo>
                  <a:lnTo>
                    <a:pt x="582" y="548"/>
                  </a:lnTo>
                  <a:lnTo>
                    <a:pt x="584" y="556"/>
                  </a:lnTo>
                  <a:lnTo>
                    <a:pt x="584" y="594"/>
                  </a:lnTo>
                  <a:lnTo>
                    <a:pt x="581" y="613"/>
                  </a:lnTo>
                  <a:lnTo>
                    <a:pt x="579" y="623"/>
                  </a:lnTo>
                  <a:lnTo>
                    <a:pt x="574" y="623"/>
                  </a:lnTo>
                  <a:lnTo>
                    <a:pt x="563" y="613"/>
                  </a:lnTo>
                  <a:lnTo>
                    <a:pt x="554" y="607"/>
                  </a:lnTo>
                  <a:lnTo>
                    <a:pt x="552" y="610"/>
                  </a:lnTo>
                  <a:lnTo>
                    <a:pt x="549" y="619"/>
                  </a:lnTo>
                  <a:lnTo>
                    <a:pt x="543" y="621"/>
                  </a:lnTo>
                  <a:lnTo>
                    <a:pt x="524" y="607"/>
                  </a:lnTo>
                  <a:lnTo>
                    <a:pt x="516" y="608"/>
                  </a:lnTo>
                  <a:lnTo>
                    <a:pt x="524" y="624"/>
                  </a:lnTo>
                  <a:lnTo>
                    <a:pt x="519" y="626"/>
                  </a:lnTo>
                  <a:lnTo>
                    <a:pt x="508" y="618"/>
                  </a:lnTo>
                  <a:lnTo>
                    <a:pt x="500" y="609"/>
                  </a:lnTo>
                  <a:lnTo>
                    <a:pt x="484" y="596"/>
                  </a:lnTo>
                  <a:lnTo>
                    <a:pt x="478" y="586"/>
                  </a:lnTo>
                  <a:lnTo>
                    <a:pt x="471" y="577"/>
                  </a:lnTo>
                  <a:lnTo>
                    <a:pt x="461" y="572"/>
                  </a:lnTo>
                  <a:lnTo>
                    <a:pt x="455" y="571"/>
                  </a:lnTo>
                  <a:lnTo>
                    <a:pt x="436" y="554"/>
                  </a:lnTo>
                  <a:lnTo>
                    <a:pt x="419" y="543"/>
                  </a:lnTo>
                  <a:lnTo>
                    <a:pt x="409" y="535"/>
                  </a:lnTo>
                  <a:lnTo>
                    <a:pt x="399" y="532"/>
                  </a:lnTo>
                  <a:lnTo>
                    <a:pt x="392" y="522"/>
                  </a:lnTo>
                  <a:lnTo>
                    <a:pt x="388" y="508"/>
                  </a:lnTo>
                  <a:lnTo>
                    <a:pt x="383" y="501"/>
                  </a:lnTo>
                  <a:lnTo>
                    <a:pt x="371" y="495"/>
                  </a:lnTo>
                  <a:lnTo>
                    <a:pt x="363" y="484"/>
                  </a:lnTo>
                  <a:lnTo>
                    <a:pt x="339" y="457"/>
                  </a:lnTo>
                  <a:lnTo>
                    <a:pt x="317" y="433"/>
                  </a:lnTo>
                  <a:lnTo>
                    <a:pt x="312" y="426"/>
                  </a:lnTo>
                  <a:lnTo>
                    <a:pt x="311" y="409"/>
                  </a:lnTo>
                  <a:lnTo>
                    <a:pt x="288" y="366"/>
                  </a:lnTo>
                  <a:lnTo>
                    <a:pt x="286" y="355"/>
                  </a:lnTo>
                  <a:lnTo>
                    <a:pt x="278" y="341"/>
                  </a:lnTo>
                  <a:lnTo>
                    <a:pt x="272" y="336"/>
                  </a:lnTo>
                  <a:lnTo>
                    <a:pt x="264" y="328"/>
                  </a:lnTo>
                  <a:lnTo>
                    <a:pt x="258" y="323"/>
                  </a:lnTo>
                  <a:lnTo>
                    <a:pt x="250" y="306"/>
                  </a:lnTo>
                  <a:lnTo>
                    <a:pt x="232" y="293"/>
                  </a:lnTo>
                  <a:lnTo>
                    <a:pt x="225" y="293"/>
                  </a:lnTo>
                  <a:lnTo>
                    <a:pt x="223" y="292"/>
                  </a:lnTo>
                  <a:lnTo>
                    <a:pt x="221" y="291"/>
                  </a:lnTo>
                  <a:lnTo>
                    <a:pt x="216" y="270"/>
                  </a:lnTo>
                  <a:lnTo>
                    <a:pt x="210" y="248"/>
                  </a:lnTo>
                  <a:lnTo>
                    <a:pt x="205" y="237"/>
                  </a:lnTo>
                  <a:lnTo>
                    <a:pt x="198" y="225"/>
                  </a:lnTo>
                  <a:lnTo>
                    <a:pt x="198" y="215"/>
                  </a:lnTo>
                  <a:lnTo>
                    <a:pt x="191" y="205"/>
                  </a:lnTo>
                  <a:lnTo>
                    <a:pt x="181" y="195"/>
                  </a:lnTo>
                  <a:lnTo>
                    <a:pt x="161" y="185"/>
                  </a:lnTo>
                  <a:lnTo>
                    <a:pt x="151" y="182"/>
                  </a:lnTo>
                  <a:lnTo>
                    <a:pt x="139" y="179"/>
                  </a:lnTo>
                  <a:lnTo>
                    <a:pt x="130" y="148"/>
                  </a:lnTo>
                  <a:lnTo>
                    <a:pt x="123" y="146"/>
                  </a:lnTo>
                  <a:lnTo>
                    <a:pt x="121" y="140"/>
                  </a:lnTo>
                  <a:lnTo>
                    <a:pt x="116" y="136"/>
                  </a:lnTo>
                  <a:lnTo>
                    <a:pt x="105" y="118"/>
                  </a:lnTo>
                  <a:lnTo>
                    <a:pt x="94" y="108"/>
                  </a:lnTo>
                  <a:lnTo>
                    <a:pt x="86" y="103"/>
                  </a:lnTo>
                  <a:lnTo>
                    <a:pt x="76" y="103"/>
                  </a:lnTo>
                  <a:lnTo>
                    <a:pt x="65" y="93"/>
                  </a:lnTo>
                  <a:lnTo>
                    <a:pt x="57" y="83"/>
                  </a:lnTo>
                  <a:lnTo>
                    <a:pt x="51" y="77"/>
                  </a:lnTo>
                  <a:lnTo>
                    <a:pt x="41" y="71"/>
                  </a:lnTo>
                  <a:lnTo>
                    <a:pt x="19" y="46"/>
                  </a:lnTo>
                  <a:lnTo>
                    <a:pt x="12" y="39"/>
                  </a:lnTo>
                  <a:lnTo>
                    <a:pt x="4" y="22"/>
                  </a:lnTo>
                  <a:lnTo>
                    <a:pt x="3" y="3"/>
                  </a:lnTo>
                  <a:lnTo>
                    <a:pt x="0" y="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29" name="Google Shape;2129;p5">
              <a:extLst>
                <a:ext uri="{FF2B5EF4-FFF2-40B4-BE49-F238E27FC236}">
                  <a16:creationId xmlns:a16="http://schemas.microsoft.com/office/drawing/2014/main" id="{DC02288D-EB47-8B5B-B2DD-A087D79D2173}"/>
                </a:ext>
              </a:extLst>
            </p:cNvPr>
            <p:cNvSpPr/>
            <p:nvPr/>
          </p:nvSpPr>
          <p:spPr>
            <a:xfrm>
              <a:off x="6593680" y="3794472"/>
              <a:ext cx="160338" cy="50800"/>
            </a:xfrm>
            <a:custGeom>
              <a:avLst/>
              <a:gdLst/>
              <a:ahLst/>
              <a:cxnLst/>
              <a:rect l="l" t="t" r="r" b="b"/>
              <a:pathLst>
                <a:path w="506" h="158" extrusionOk="0">
                  <a:moveTo>
                    <a:pt x="374" y="129"/>
                  </a:moveTo>
                  <a:lnTo>
                    <a:pt x="364" y="129"/>
                  </a:lnTo>
                  <a:lnTo>
                    <a:pt x="353" y="135"/>
                  </a:lnTo>
                  <a:lnTo>
                    <a:pt x="334" y="130"/>
                  </a:lnTo>
                  <a:lnTo>
                    <a:pt x="330" y="127"/>
                  </a:lnTo>
                  <a:lnTo>
                    <a:pt x="326" y="124"/>
                  </a:lnTo>
                  <a:lnTo>
                    <a:pt x="323" y="126"/>
                  </a:lnTo>
                  <a:lnTo>
                    <a:pt x="314" y="126"/>
                  </a:lnTo>
                  <a:lnTo>
                    <a:pt x="304" y="125"/>
                  </a:lnTo>
                  <a:lnTo>
                    <a:pt x="288" y="120"/>
                  </a:lnTo>
                  <a:lnTo>
                    <a:pt x="279" y="115"/>
                  </a:lnTo>
                  <a:lnTo>
                    <a:pt x="272" y="110"/>
                  </a:lnTo>
                  <a:lnTo>
                    <a:pt x="266" y="105"/>
                  </a:lnTo>
                  <a:lnTo>
                    <a:pt x="257" y="102"/>
                  </a:lnTo>
                  <a:lnTo>
                    <a:pt x="242" y="99"/>
                  </a:lnTo>
                  <a:lnTo>
                    <a:pt x="231" y="99"/>
                  </a:lnTo>
                  <a:lnTo>
                    <a:pt x="217" y="96"/>
                  </a:lnTo>
                  <a:lnTo>
                    <a:pt x="212" y="97"/>
                  </a:lnTo>
                  <a:lnTo>
                    <a:pt x="208" y="99"/>
                  </a:lnTo>
                  <a:lnTo>
                    <a:pt x="203" y="99"/>
                  </a:lnTo>
                  <a:lnTo>
                    <a:pt x="201" y="96"/>
                  </a:lnTo>
                  <a:lnTo>
                    <a:pt x="191" y="96"/>
                  </a:lnTo>
                  <a:lnTo>
                    <a:pt x="186" y="100"/>
                  </a:lnTo>
                  <a:lnTo>
                    <a:pt x="181" y="103"/>
                  </a:lnTo>
                  <a:lnTo>
                    <a:pt x="177" y="103"/>
                  </a:lnTo>
                  <a:lnTo>
                    <a:pt x="142" y="96"/>
                  </a:lnTo>
                  <a:lnTo>
                    <a:pt x="129" y="89"/>
                  </a:lnTo>
                  <a:lnTo>
                    <a:pt x="116" y="87"/>
                  </a:lnTo>
                  <a:lnTo>
                    <a:pt x="95" y="86"/>
                  </a:lnTo>
                  <a:lnTo>
                    <a:pt x="85" y="83"/>
                  </a:lnTo>
                  <a:lnTo>
                    <a:pt x="79" y="80"/>
                  </a:lnTo>
                  <a:lnTo>
                    <a:pt x="67" y="76"/>
                  </a:lnTo>
                  <a:lnTo>
                    <a:pt x="63" y="72"/>
                  </a:lnTo>
                  <a:lnTo>
                    <a:pt x="72" y="60"/>
                  </a:lnTo>
                  <a:lnTo>
                    <a:pt x="70" y="59"/>
                  </a:lnTo>
                  <a:lnTo>
                    <a:pt x="62" y="59"/>
                  </a:lnTo>
                  <a:lnTo>
                    <a:pt x="42" y="50"/>
                  </a:lnTo>
                  <a:lnTo>
                    <a:pt x="24" y="50"/>
                  </a:lnTo>
                  <a:lnTo>
                    <a:pt x="18" y="48"/>
                  </a:lnTo>
                  <a:lnTo>
                    <a:pt x="6" y="46"/>
                  </a:lnTo>
                  <a:lnTo>
                    <a:pt x="0" y="40"/>
                  </a:lnTo>
                  <a:lnTo>
                    <a:pt x="3" y="38"/>
                  </a:lnTo>
                  <a:lnTo>
                    <a:pt x="5" y="39"/>
                  </a:lnTo>
                  <a:lnTo>
                    <a:pt x="9" y="41"/>
                  </a:lnTo>
                  <a:lnTo>
                    <a:pt x="15" y="41"/>
                  </a:lnTo>
                  <a:lnTo>
                    <a:pt x="20" y="38"/>
                  </a:lnTo>
                  <a:lnTo>
                    <a:pt x="24" y="30"/>
                  </a:lnTo>
                  <a:lnTo>
                    <a:pt x="29" y="30"/>
                  </a:lnTo>
                  <a:lnTo>
                    <a:pt x="33" y="23"/>
                  </a:lnTo>
                  <a:lnTo>
                    <a:pt x="36" y="14"/>
                  </a:lnTo>
                  <a:lnTo>
                    <a:pt x="41" y="5"/>
                  </a:lnTo>
                  <a:lnTo>
                    <a:pt x="53" y="1"/>
                  </a:lnTo>
                  <a:lnTo>
                    <a:pt x="89" y="7"/>
                  </a:lnTo>
                  <a:lnTo>
                    <a:pt x="102" y="0"/>
                  </a:lnTo>
                  <a:lnTo>
                    <a:pt x="113" y="0"/>
                  </a:lnTo>
                  <a:lnTo>
                    <a:pt x="119" y="7"/>
                  </a:lnTo>
                  <a:lnTo>
                    <a:pt x="122" y="14"/>
                  </a:lnTo>
                  <a:lnTo>
                    <a:pt x="132" y="16"/>
                  </a:lnTo>
                  <a:lnTo>
                    <a:pt x="140" y="14"/>
                  </a:lnTo>
                  <a:lnTo>
                    <a:pt x="154" y="18"/>
                  </a:lnTo>
                  <a:lnTo>
                    <a:pt x="164" y="19"/>
                  </a:lnTo>
                  <a:lnTo>
                    <a:pt x="177" y="33"/>
                  </a:lnTo>
                  <a:lnTo>
                    <a:pt x="186" y="46"/>
                  </a:lnTo>
                  <a:lnTo>
                    <a:pt x="196" y="49"/>
                  </a:lnTo>
                  <a:lnTo>
                    <a:pt x="207" y="48"/>
                  </a:lnTo>
                  <a:lnTo>
                    <a:pt x="228" y="49"/>
                  </a:lnTo>
                  <a:lnTo>
                    <a:pt x="234" y="48"/>
                  </a:lnTo>
                  <a:lnTo>
                    <a:pt x="261" y="53"/>
                  </a:lnTo>
                  <a:lnTo>
                    <a:pt x="271" y="54"/>
                  </a:lnTo>
                  <a:lnTo>
                    <a:pt x="279" y="56"/>
                  </a:lnTo>
                  <a:lnTo>
                    <a:pt x="287" y="54"/>
                  </a:lnTo>
                  <a:lnTo>
                    <a:pt x="295" y="39"/>
                  </a:lnTo>
                  <a:lnTo>
                    <a:pt x="296" y="32"/>
                  </a:lnTo>
                  <a:lnTo>
                    <a:pt x="304" y="25"/>
                  </a:lnTo>
                  <a:lnTo>
                    <a:pt x="311" y="27"/>
                  </a:lnTo>
                  <a:lnTo>
                    <a:pt x="317" y="35"/>
                  </a:lnTo>
                  <a:lnTo>
                    <a:pt x="323" y="41"/>
                  </a:lnTo>
                  <a:lnTo>
                    <a:pt x="333" y="41"/>
                  </a:lnTo>
                  <a:lnTo>
                    <a:pt x="342" y="37"/>
                  </a:lnTo>
                  <a:lnTo>
                    <a:pt x="347" y="40"/>
                  </a:lnTo>
                  <a:lnTo>
                    <a:pt x="353" y="41"/>
                  </a:lnTo>
                  <a:lnTo>
                    <a:pt x="358" y="45"/>
                  </a:lnTo>
                  <a:lnTo>
                    <a:pt x="365" y="46"/>
                  </a:lnTo>
                  <a:lnTo>
                    <a:pt x="373" y="51"/>
                  </a:lnTo>
                  <a:lnTo>
                    <a:pt x="390" y="50"/>
                  </a:lnTo>
                  <a:lnTo>
                    <a:pt x="397" y="55"/>
                  </a:lnTo>
                  <a:lnTo>
                    <a:pt x="404" y="70"/>
                  </a:lnTo>
                  <a:lnTo>
                    <a:pt x="412" y="75"/>
                  </a:lnTo>
                  <a:lnTo>
                    <a:pt x="414" y="91"/>
                  </a:lnTo>
                  <a:lnTo>
                    <a:pt x="424" y="96"/>
                  </a:lnTo>
                  <a:lnTo>
                    <a:pt x="435" y="99"/>
                  </a:lnTo>
                  <a:lnTo>
                    <a:pt x="456" y="97"/>
                  </a:lnTo>
                  <a:lnTo>
                    <a:pt x="467" y="97"/>
                  </a:lnTo>
                  <a:lnTo>
                    <a:pt x="481" y="94"/>
                  </a:lnTo>
                  <a:lnTo>
                    <a:pt x="492" y="97"/>
                  </a:lnTo>
                  <a:lnTo>
                    <a:pt x="499" y="103"/>
                  </a:lnTo>
                  <a:lnTo>
                    <a:pt x="500" y="116"/>
                  </a:lnTo>
                  <a:lnTo>
                    <a:pt x="497" y="136"/>
                  </a:lnTo>
                  <a:lnTo>
                    <a:pt x="499" y="143"/>
                  </a:lnTo>
                  <a:lnTo>
                    <a:pt x="503" y="148"/>
                  </a:lnTo>
                  <a:lnTo>
                    <a:pt x="506" y="158"/>
                  </a:lnTo>
                  <a:lnTo>
                    <a:pt x="502" y="156"/>
                  </a:lnTo>
                  <a:lnTo>
                    <a:pt x="495" y="150"/>
                  </a:lnTo>
                  <a:lnTo>
                    <a:pt x="462" y="141"/>
                  </a:lnTo>
                  <a:lnTo>
                    <a:pt x="446" y="135"/>
                  </a:lnTo>
                  <a:lnTo>
                    <a:pt x="433" y="130"/>
                  </a:lnTo>
                  <a:lnTo>
                    <a:pt x="406" y="138"/>
                  </a:lnTo>
                  <a:lnTo>
                    <a:pt x="392" y="136"/>
                  </a:lnTo>
                  <a:lnTo>
                    <a:pt x="381" y="131"/>
                  </a:lnTo>
                  <a:lnTo>
                    <a:pt x="374" y="12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30" name="Google Shape;2130;p5">
              <a:extLst>
                <a:ext uri="{FF2B5EF4-FFF2-40B4-BE49-F238E27FC236}">
                  <a16:creationId xmlns:a16="http://schemas.microsoft.com/office/drawing/2014/main" id="{C6595AD2-35E3-4C5B-AD59-F0A4859AC48E}"/>
                </a:ext>
              </a:extLst>
            </p:cNvPr>
            <p:cNvSpPr/>
            <p:nvPr/>
          </p:nvSpPr>
          <p:spPr>
            <a:xfrm>
              <a:off x="6657180" y="3616672"/>
              <a:ext cx="173038" cy="147638"/>
            </a:xfrm>
            <a:custGeom>
              <a:avLst/>
              <a:gdLst/>
              <a:ahLst/>
              <a:cxnLst/>
              <a:rect l="l" t="t" r="r" b="b"/>
              <a:pathLst>
                <a:path w="547" h="467" extrusionOk="0">
                  <a:moveTo>
                    <a:pt x="472" y="11"/>
                  </a:moveTo>
                  <a:lnTo>
                    <a:pt x="475" y="13"/>
                  </a:lnTo>
                  <a:lnTo>
                    <a:pt x="474" y="15"/>
                  </a:lnTo>
                  <a:lnTo>
                    <a:pt x="469" y="18"/>
                  </a:lnTo>
                  <a:lnTo>
                    <a:pt x="464" y="19"/>
                  </a:lnTo>
                  <a:lnTo>
                    <a:pt x="471" y="22"/>
                  </a:lnTo>
                  <a:lnTo>
                    <a:pt x="477" y="27"/>
                  </a:lnTo>
                  <a:lnTo>
                    <a:pt x="485" y="30"/>
                  </a:lnTo>
                  <a:lnTo>
                    <a:pt x="485" y="38"/>
                  </a:lnTo>
                  <a:lnTo>
                    <a:pt x="479" y="41"/>
                  </a:lnTo>
                  <a:lnTo>
                    <a:pt x="471" y="40"/>
                  </a:lnTo>
                  <a:lnTo>
                    <a:pt x="470" y="42"/>
                  </a:lnTo>
                  <a:lnTo>
                    <a:pt x="457" y="43"/>
                  </a:lnTo>
                  <a:lnTo>
                    <a:pt x="453" y="47"/>
                  </a:lnTo>
                  <a:lnTo>
                    <a:pt x="460" y="57"/>
                  </a:lnTo>
                  <a:lnTo>
                    <a:pt x="464" y="59"/>
                  </a:lnTo>
                  <a:lnTo>
                    <a:pt x="465" y="63"/>
                  </a:lnTo>
                  <a:lnTo>
                    <a:pt x="461" y="67"/>
                  </a:lnTo>
                  <a:lnTo>
                    <a:pt x="464" y="70"/>
                  </a:lnTo>
                  <a:lnTo>
                    <a:pt x="470" y="75"/>
                  </a:lnTo>
                  <a:lnTo>
                    <a:pt x="475" y="80"/>
                  </a:lnTo>
                  <a:lnTo>
                    <a:pt x="479" y="88"/>
                  </a:lnTo>
                  <a:lnTo>
                    <a:pt x="496" y="116"/>
                  </a:lnTo>
                  <a:lnTo>
                    <a:pt x="493" y="121"/>
                  </a:lnTo>
                  <a:lnTo>
                    <a:pt x="492" y="124"/>
                  </a:lnTo>
                  <a:lnTo>
                    <a:pt x="490" y="127"/>
                  </a:lnTo>
                  <a:lnTo>
                    <a:pt x="490" y="132"/>
                  </a:lnTo>
                  <a:lnTo>
                    <a:pt x="491" y="137"/>
                  </a:lnTo>
                  <a:lnTo>
                    <a:pt x="541" y="180"/>
                  </a:lnTo>
                  <a:lnTo>
                    <a:pt x="547" y="186"/>
                  </a:lnTo>
                  <a:lnTo>
                    <a:pt x="547" y="191"/>
                  </a:lnTo>
                  <a:lnTo>
                    <a:pt x="538" y="193"/>
                  </a:lnTo>
                  <a:lnTo>
                    <a:pt x="519" y="194"/>
                  </a:lnTo>
                  <a:lnTo>
                    <a:pt x="504" y="191"/>
                  </a:lnTo>
                  <a:lnTo>
                    <a:pt x="496" y="181"/>
                  </a:lnTo>
                  <a:lnTo>
                    <a:pt x="495" y="186"/>
                  </a:lnTo>
                  <a:lnTo>
                    <a:pt x="497" y="194"/>
                  </a:lnTo>
                  <a:lnTo>
                    <a:pt x="496" y="197"/>
                  </a:lnTo>
                  <a:lnTo>
                    <a:pt x="486" y="202"/>
                  </a:lnTo>
                  <a:lnTo>
                    <a:pt x="479" y="212"/>
                  </a:lnTo>
                  <a:lnTo>
                    <a:pt x="474" y="219"/>
                  </a:lnTo>
                  <a:lnTo>
                    <a:pt x="471" y="228"/>
                  </a:lnTo>
                  <a:lnTo>
                    <a:pt x="471" y="240"/>
                  </a:lnTo>
                  <a:lnTo>
                    <a:pt x="468" y="248"/>
                  </a:lnTo>
                  <a:lnTo>
                    <a:pt x="468" y="266"/>
                  </a:lnTo>
                  <a:lnTo>
                    <a:pt x="460" y="276"/>
                  </a:lnTo>
                  <a:lnTo>
                    <a:pt x="447" y="304"/>
                  </a:lnTo>
                  <a:lnTo>
                    <a:pt x="438" y="311"/>
                  </a:lnTo>
                  <a:lnTo>
                    <a:pt x="433" y="309"/>
                  </a:lnTo>
                  <a:lnTo>
                    <a:pt x="427" y="316"/>
                  </a:lnTo>
                  <a:lnTo>
                    <a:pt x="402" y="336"/>
                  </a:lnTo>
                  <a:lnTo>
                    <a:pt x="404" y="339"/>
                  </a:lnTo>
                  <a:lnTo>
                    <a:pt x="410" y="341"/>
                  </a:lnTo>
                  <a:lnTo>
                    <a:pt x="411" y="350"/>
                  </a:lnTo>
                  <a:lnTo>
                    <a:pt x="411" y="358"/>
                  </a:lnTo>
                  <a:lnTo>
                    <a:pt x="422" y="363"/>
                  </a:lnTo>
                  <a:lnTo>
                    <a:pt x="417" y="381"/>
                  </a:lnTo>
                  <a:lnTo>
                    <a:pt x="411" y="377"/>
                  </a:lnTo>
                  <a:lnTo>
                    <a:pt x="409" y="381"/>
                  </a:lnTo>
                  <a:lnTo>
                    <a:pt x="407" y="393"/>
                  </a:lnTo>
                  <a:lnTo>
                    <a:pt x="404" y="401"/>
                  </a:lnTo>
                  <a:lnTo>
                    <a:pt x="399" y="402"/>
                  </a:lnTo>
                  <a:lnTo>
                    <a:pt x="398" y="407"/>
                  </a:lnTo>
                  <a:lnTo>
                    <a:pt x="398" y="412"/>
                  </a:lnTo>
                  <a:lnTo>
                    <a:pt x="396" y="416"/>
                  </a:lnTo>
                  <a:lnTo>
                    <a:pt x="394" y="417"/>
                  </a:lnTo>
                  <a:lnTo>
                    <a:pt x="390" y="420"/>
                  </a:lnTo>
                  <a:lnTo>
                    <a:pt x="387" y="433"/>
                  </a:lnTo>
                  <a:lnTo>
                    <a:pt x="374" y="441"/>
                  </a:lnTo>
                  <a:lnTo>
                    <a:pt x="371" y="441"/>
                  </a:lnTo>
                  <a:lnTo>
                    <a:pt x="361" y="447"/>
                  </a:lnTo>
                  <a:lnTo>
                    <a:pt x="324" y="465"/>
                  </a:lnTo>
                  <a:lnTo>
                    <a:pt x="315" y="467"/>
                  </a:lnTo>
                  <a:lnTo>
                    <a:pt x="310" y="443"/>
                  </a:lnTo>
                  <a:lnTo>
                    <a:pt x="308" y="433"/>
                  </a:lnTo>
                  <a:lnTo>
                    <a:pt x="304" y="430"/>
                  </a:lnTo>
                  <a:lnTo>
                    <a:pt x="301" y="430"/>
                  </a:lnTo>
                  <a:lnTo>
                    <a:pt x="293" y="423"/>
                  </a:lnTo>
                  <a:lnTo>
                    <a:pt x="280" y="423"/>
                  </a:lnTo>
                  <a:lnTo>
                    <a:pt x="271" y="427"/>
                  </a:lnTo>
                  <a:lnTo>
                    <a:pt x="262" y="428"/>
                  </a:lnTo>
                  <a:lnTo>
                    <a:pt x="260" y="423"/>
                  </a:lnTo>
                  <a:lnTo>
                    <a:pt x="259" y="414"/>
                  </a:lnTo>
                  <a:lnTo>
                    <a:pt x="240" y="414"/>
                  </a:lnTo>
                  <a:lnTo>
                    <a:pt x="229" y="407"/>
                  </a:lnTo>
                  <a:lnTo>
                    <a:pt x="223" y="404"/>
                  </a:lnTo>
                  <a:lnTo>
                    <a:pt x="221" y="408"/>
                  </a:lnTo>
                  <a:lnTo>
                    <a:pt x="222" y="413"/>
                  </a:lnTo>
                  <a:lnTo>
                    <a:pt x="213" y="419"/>
                  </a:lnTo>
                  <a:lnTo>
                    <a:pt x="201" y="424"/>
                  </a:lnTo>
                  <a:lnTo>
                    <a:pt x="194" y="425"/>
                  </a:lnTo>
                  <a:lnTo>
                    <a:pt x="183" y="423"/>
                  </a:lnTo>
                  <a:lnTo>
                    <a:pt x="174" y="427"/>
                  </a:lnTo>
                  <a:lnTo>
                    <a:pt x="168" y="428"/>
                  </a:lnTo>
                  <a:lnTo>
                    <a:pt x="163" y="430"/>
                  </a:lnTo>
                  <a:lnTo>
                    <a:pt x="160" y="430"/>
                  </a:lnTo>
                  <a:lnTo>
                    <a:pt x="158" y="412"/>
                  </a:lnTo>
                  <a:lnTo>
                    <a:pt x="151" y="391"/>
                  </a:lnTo>
                  <a:lnTo>
                    <a:pt x="146" y="398"/>
                  </a:lnTo>
                  <a:lnTo>
                    <a:pt x="143" y="401"/>
                  </a:lnTo>
                  <a:lnTo>
                    <a:pt x="133" y="397"/>
                  </a:lnTo>
                  <a:lnTo>
                    <a:pt x="129" y="398"/>
                  </a:lnTo>
                  <a:lnTo>
                    <a:pt x="124" y="403"/>
                  </a:lnTo>
                  <a:lnTo>
                    <a:pt x="119" y="404"/>
                  </a:lnTo>
                  <a:lnTo>
                    <a:pt x="110" y="406"/>
                  </a:lnTo>
                  <a:lnTo>
                    <a:pt x="104" y="403"/>
                  </a:lnTo>
                  <a:lnTo>
                    <a:pt x="94" y="404"/>
                  </a:lnTo>
                  <a:lnTo>
                    <a:pt x="84" y="397"/>
                  </a:lnTo>
                  <a:lnTo>
                    <a:pt x="81" y="400"/>
                  </a:lnTo>
                  <a:lnTo>
                    <a:pt x="73" y="401"/>
                  </a:lnTo>
                  <a:lnTo>
                    <a:pt x="70" y="387"/>
                  </a:lnTo>
                  <a:lnTo>
                    <a:pt x="71" y="377"/>
                  </a:lnTo>
                  <a:lnTo>
                    <a:pt x="67" y="373"/>
                  </a:lnTo>
                  <a:lnTo>
                    <a:pt x="62" y="353"/>
                  </a:lnTo>
                  <a:lnTo>
                    <a:pt x="56" y="341"/>
                  </a:lnTo>
                  <a:lnTo>
                    <a:pt x="56" y="336"/>
                  </a:lnTo>
                  <a:lnTo>
                    <a:pt x="59" y="333"/>
                  </a:lnTo>
                  <a:lnTo>
                    <a:pt x="60" y="325"/>
                  </a:lnTo>
                  <a:lnTo>
                    <a:pt x="57" y="314"/>
                  </a:lnTo>
                  <a:lnTo>
                    <a:pt x="55" y="305"/>
                  </a:lnTo>
                  <a:lnTo>
                    <a:pt x="45" y="288"/>
                  </a:lnTo>
                  <a:lnTo>
                    <a:pt x="43" y="283"/>
                  </a:lnTo>
                  <a:lnTo>
                    <a:pt x="39" y="278"/>
                  </a:lnTo>
                  <a:lnTo>
                    <a:pt x="29" y="274"/>
                  </a:lnTo>
                  <a:lnTo>
                    <a:pt x="23" y="268"/>
                  </a:lnTo>
                  <a:lnTo>
                    <a:pt x="18" y="268"/>
                  </a:lnTo>
                  <a:lnTo>
                    <a:pt x="13" y="264"/>
                  </a:lnTo>
                  <a:lnTo>
                    <a:pt x="12" y="253"/>
                  </a:lnTo>
                  <a:lnTo>
                    <a:pt x="11" y="233"/>
                  </a:lnTo>
                  <a:lnTo>
                    <a:pt x="6" y="223"/>
                  </a:lnTo>
                  <a:lnTo>
                    <a:pt x="2" y="219"/>
                  </a:lnTo>
                  <a:lnTo>
                    <a:pt x="1" y="214"/>
                  </a:lnTo>
                  <a:lnTo>
                    <a:pt x="0" y="196"/>
                  </a:lnTo>
                  <a:lnTo>
                    <a:pt x="1" y="182"/>
                  </a:lnTo>
                  <a:lnTo>
                    <a:pt x="7" y="163"/>
                  </a:lnTo>
                  <a:lnTo>
                    <a:pt x="12" y="154"/>
                  </a:lnTo>
                  <a:lnTo>
                    <a:pt x="19" y="145"/>
                  </a:lnTo>
                  <a:lnTo>
                    <a:pt x="25" y="134"/>
                  </a:lnTo>
                  <a:lnTo>
                    <a:pt x="33" y="129"/>
                  </a:lnTo>
                  <a:lnTo>
                    <a:pt x="33" y="134"/>
                  </a:lnTo>
                  <a:lnTo>
                    <a:pt x="60" y="174"/>
                  </a:lnTo>
                  <a:lnTo>
                    <a:pt x="73" y="185"/>
                  </a:lnTo>
                  <a:lnTo>
                    <a:pt x="87" y="188"/>
                  </a:lnTo>
                  <a:lnTo>
                    <a:pt x="99" y="185"/>
                  </a:lnTo>
                  <a:lnTo>
                    <a:pt x="110" y="183"/>
                  </a:lnTo>
                  <a:lnTo>
                    <a:pt x="120" y="190"/>
                  </a:lnTo>
                  <a:lnTo>
                    <a:pt x="129" y="186"/>
                  </a:lnTo>
                  <a:lnTo>
                    <a:pt x="138" y="186"/>
                  </a:lnTo>
                  <a:lnTo>
                    <a:pt x="148" y="187"/>
                  </a:lnTo>
                  <a:lnTo>
                    <a:pt x="156" y="183"/>
                  </a:lnTo>
                  <a:lnTo>
                    <a:pt x="172" y="165"/>
                  </a:lnTo>
                  <a:lnTo>
                    <a:pt x="179" y="156"/>
                  </a:lnTo>
                  <a:lnTo>
                    <a:pt x="184" y="155"/>
                  </a:lnTo>
                  <a:lnTo>
                    <a:pt x="211" y="156"/>
                  </a:lnTo>
                  <a:lnTo>
                    <a:pt x="216" y="159"/>
                  </a:lnTo>
                  <a:lnTo>
                    <a:pt x="217" y="166"/>
                  </a:lnTo>
                  <a:lnTo>
                    <a:pt x="222" y="166"/>
                  </a:lnTo>
                  <a:lnTo>
                    <a:pt x="243" y="174"/>
                  </a:lnTo>
                  <a:lnTo>
                    <a:pt x="253" y="174"/>
                  </a:lnTo>
                  <a:lnTo>
                    <a:pt x="264" y="167"/>
                  </a:lnTo>
                  <a:lnTo>
                    <a:pt x="273" y="165"/>
                  </a:lnTo>
                  <a:lnTo>
                    <a:pt x="285" y="163"/>
                  </a:lnTo>
                  <a:lnTo>
                    <a:pt x="298" y="159"/>
                  </a:lnTo>
                  <a:lnTo>
                    <a:pt x="304" y="154"/>
                  </a:lnTo>
                  <a:lnTo>
                    <a:pt x="308" y="147"/>
                  </a:lnTo>
                  <a:lnTo>
                    <a:pt x="315" y="135"/>
                  </a:lnTo>
                  <a:lnTo>
                    <a:pt x="324" y="117"/>
                  </a:lnTo>
                  <a:lnTo>
                    <a:pt x="330" y="90"/>
                  </a:lnTo>
                  <a:lnTo>
                    <a:pt x="356" y="61"/>
                  </a:lnTo>
                  <a:lnTo>
                    <a:pt x="361" y="49"/>
                  </a:lnTo>
                  <a:lnTo>
                    <a:pt x="363" y="27"/>
                  </a:lnTo>
                  <a:lnTo>
                    <a:pt x="369" y="10"/>
                  </a:lnTo>
                  <a:lnTo>
                    <a:pt x="375" y="2"/>
                  </a:lnTo>
                  <a:lnTo>
                    <a:pt x="394" y="0"/>
                  </a:lnTo>
                  <a:lnTo>
                    <a:pt x="445" y="2"/>
                  </a:lnTo>
                  <a:lnTo>
                    <a:pt x="454" y="7"/>
                  </a:lnTo>
                  <a:lnTo>
                    <a:pt x="468" y="11"/>
                  </a:lnTo>
                  <a:lnTo>
                    <a:pt x="472" y="1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31" name="Google Shape;2131;p5">
              <a:extLst>
                <a:ext uri="{FF2B5EF4-FFF2-40B4-BE49-F238E27FC236}">
                  <a16:creationId xmlns:a16="http://schemas.microsoft.com/office/drawing/2014/main" id="{3B7191D4-949F-38ED-0585-910CB9651928}"/>
                </a:ext>
              </a:extLst>
            </p:cNvPr>
            <p:cNvSpPr/>
            <p:nvPr/>
          </p:nvSpPr>
          <p:spPr>
            <a:xfrm>
              <a:off x="7344567" y="3764309"/>
              <a:ext cx="69850" cy="38100"/>
            </a:xfrm>
            <a:custGeom>
              <a:avLst/>
              <a:gdLst/>
              <a:ahLst/>
              <a:cxnLst/>
              <a:rect l="l" t="t" r="r" b="b"/>
              <a:pathLst>
                <a:path w="223" h="117" extrusionOk="0">
                  <a:moveTo>
                    <a:pt x="0" y="73"/>
                  </a:moveTo>
                  <a:lnTo>
                    <a:pt x="5" y="69"/>
                  </a:lnTo>
                  <a:lnTo>
                    <a:pt x="11" y="72"/>
                  </a:lnTo>
                  <a:lnTo>
                    <a:pt x="50" y="75"/>
                  </a:lnTo>
                  <a:lnTo>
                    <a:pt x="81" y="73"/>
                  </a:lnTo>
                  <a:lnTo>
                    <a:pt x="88" y="69"/>
                  </a:lnTo>
                  <a:lnTo>
                    <a:pt x="88" y="62"/>
                  </a:lnTo>
                  <a:lnTo>
                    <a:pt x="89" y="58"/>
                  </a:lnTo>
                  <a:lnTo>
                    <a:pt x="93" y="51"/>
                  </a:lnTo>
                  <a:lnTo>
                    <a:pt x="98" y="47"/>
                  </a:lnTo>
                  <a:lnTo>
                    <a:pt x="102" y="49"/>
                  </a:lnTo>
                  <a:lnTo>
                    <a:pt x="97" y="58"/>
                  </a:lnTo>
                  <a:lnTo>
                    <a:pt x="96" y="68"/>
                  </a:lnTo>
                  <a:lnTo>
                    <a:pt x="102" y="72"/>
                  </a:lnTo>
                  <a:lnTo>
                    <a:pt x="110" y="69"/>
                  </a:lnTo>
                  <a:lnTo>
                    <a:pt x="119" y="69"/>
                  </a:lnTo>
                  <a:lnTo>
                    <a:pt x="126" y="73"/>
                  </a:lnTo>
                  <a:lnTo>
                    <a:pt x="135" y="72"/>
                  </a:lnTo>
                  <a:lnTo>
                    <a:pt x="142" y="69"/>
                  </a:lnTo>
                  <a:lnTo>
                    <a:pt x="160" y="47"/>
                  </a:lnTo>
                  <a:lnTo>
                    <a:pt x="169" y="41"/>
                  </a:lnTo>
                  <a:lnTo>
                    <a:pt x="175" y="42"/>
                  </a:lnTo>
                  <a:lnTo>
                    <a:pt x="184" y="37"/>
                  </a:lnTo>
                  <a:lnTo>
                    <a:pt x="185" y="27"/>
                  </a:lnTo>
                  <a:lnTo>
                    <a:pt x="183" y="18"/>
                  </a:lnTo>
                  <a:lnTo>
                    <a:pt x="179" y="9"/>
                  </a:lnTo>
                  <a:lnTo>
                    <a:pt x="179" y="4"/>
                  </a:lnTo>
                  <a:lnTo>
                    <a:pt x="188" y="2"/>
                  </a:lnTo>
                  <a:lnTo>
                    <a:pt x="195" y="5"/>
                  </a:lnTo>
                  <a:lnTo>
                    <a:pt x="201" y="5"/>
                  </a:lnTo>
                  <a:lnTo>
                    <a:pt x="204" y="3"/>
                  </a:lnTo>
                  <a:lnTo>
                    <a:pt x="210" y="0"/>
                  </a:lnTo>
                  <a:lnTo>
                    <a:pt x="217" y="4"/>
                  </a:lnTo>
                  <a:lnTo>
                    <a:pt x="222" y="14"/>
                  </a:lnTo>
                  <a:lnTo>
                    <a:pt x="223" y="27"/>
                  </a:lnTo>
                  <a:lnTo>
                    <a:pt x="221" y="36"/>
                  </a:lnTo>
                  <a:lnTo>
                    <a:pt x="216" y="42"/>
                  </a:lnTo>
                  <a:lnTo>
                    <a:pt x="210" y="45"/>
                  </a:lnTo>
                  <a:lnTo>
                    <a:pt x="206" y="52"/>
                  </a:lnTo>
                  <a:lnTo>
                    <a:pt x="210" y="63"/>
                  </a:lnTo>
                  <a:lnTo>
                    <a:pt x="204" y="74"/>
                  </a:lnTo>
                  <a:lnTo>
                    <a:pt x="195" y="77"/>
                  </a:lnTo>
                  <a:lnTo>
                    <a:pt x="183" y="74"/>
                  </a:lnTo>
                  <a:lnTo>
                    <a:pt x="179" y="79"/>
                  </a:lnTo>
                  <a:lnTo>
                    <a:pt x="178" y="86"/>
                  </a:lnTo>
                  <a:lnTo>
                    <a:pt x="167" y="97"/>
                  </a:lnTo>
                  <a:lnTo>
                    <a:pt x="142" y="110"/>
                  </a:lnTo>
                  <a:lnTo>
                    <a:pt x="132" y="112"/>
                  </a:lnTo>
                  <a:lnTo>
                    <a:pt x="121" y="115"/>
                  </a:lnTo>
                  <a:lnTo>
                    <a:pt x="102" y="115"/>
                  </a:lnTo>
                  <a:lnTo>
                    <a:pt x="91" y="117"/>
                  </a:lnTo>
                  <a:lnTo>
                    <a:pt x="77" y="117"/>
                  </a:lnTo>
                  <a:lnTo>
                    <a:pt x="66" y="106"/>
                  </a:lnTo>
                  <a:lnTo>
                    <a:pt x="59" y="106"/>
                  </a:lnTo>
                  <a:lnTo>
                    <a:pt x="48" y="110"/>
                  </a:lnTo>
                  <a:lnTo>
                    <a:pt x="27" y="96"/>
                  </a:lnTo>
                  <a:lnTo>
                    <a:pt x="12" y="92"/>
                  </a:lnTo>
                  <a:lnTo>
                    <a:pt x="4" y="84"/>
                  </a:lnTo>
                  <a:lnTo>
                    <a:pt x="0" y="7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32" name="Google Shape;2132;p5">
              <a:extLst>
                <a:ext uri="{FF2B5EF4-FFF2-40B4-BE49-F238E27FC236}">
                  <a16:creationId xmlns:a16="http://schemas.microsoft.com/office/drawing/2014/main" id="{686E97E4-565C-91B1-B842-9698F22A8413}"/>
                </a:ext>
              </a:extLst>
            </p:cNvPr>
            <p:cNvSpPr/>
            <p:nvPr/>
          </p:nvSpPr>
          <p:spPr>
            <a:xfrm>
              <a:off x="7215980" y="3737322"/>
              <a:ext cx="173038" cy="141288"/>
            </a:xfrm>
            <a:custGeom>
              <a:avLst/>
              <a:gdLst/>
              <a:ahLst/>
              <a:cxnLst/>
              <a:rect l="l" t="t" r="r" b="b"/>
              <a:pathLst>
                <a:path w="544" h="446" extrusionOk="0">
                  <a:moveTo>
                    <a:pt x="1" y="0"/>
                  </a:moveTo>
                  <a:lnTo>
                    <a:pt x="0" y="9"/>
                  </a:lnTo>
                  <a:lnTo>
                    <a:pt x="5" y="134"/>
                  </a:lnTo>
                  <a:lnTo>
                    <a:pt x="5" y="206"/>
                  </a:lnTo>
                  <a:lnTo>
                    <a:pt x="1" y="227"/>
                  </a:lnTo>
                  <a:lnTo>
                    <a:pt x="0" y="231"/>
                  </a:lnTo>
                  <a:lnTo>
                    <a:pt x="7" y="248"/>
                  </a:lnTo>
                  <a:lnTo>
                    <a:pt x="7" y="289"/>
                  </a:lnTo>
                  <a:lnTo>
                    <a:pt x="10" y="346"/>
                  </a:lnTo>
                  <a:lnTo>
                    <a:pt x="13" y="360"/>
                  </a:lnTo>
                  <a:lnTo>
                    <a:pt x="26" y="359"/>
                  </a:lnTo>
                  <a:lnTo>
                    <a:pt x="31" y="362"/>
                  </a:lnTo>
                  <a:lnTo>
                    <a:pt x="39" y="365"/>
                  </a:lnTo>
                  <a:lnTo>
                    <a:pt x="48" y="365"/>
                  </a:lnTo>
                  <a:lnTo>
                    <a:pt x="56" y="362"/>
                  </a:lnTo>
                  <a:lnTo>
                    <a:pt x="72" y="362"/>
                  </a:lnTo>
                  <a:lnTo>
                    <a:pt x="77" y="362"/>
                  </a:lnTo>
                  <a:lnTo>
                    <a:pt x="93" y="368"/>
                  </a:lnTo>
                  <a:lnTo>
                    <a:pt x="99" y="366"/>
                  </a:lnTo>
                  <a:lnTo>
                    <a:pt x="114" y="356"/>
                  </a:lnTo>
                  <a:lnTo>
                    <a:pt x="125" y="352"/>
                  </a:lnTo>
                  <a:lnTo>
                    <a:pt x="130" y="346"/>
                  </a:lnTo>
                  <a:lnTo>
                    <a:pt x="124" y="330"/>
                  </a:lnTo>
                  <a:lnTo>
                    <a:pt x="118" y="323"/>
                  </a:lnTo>
                  <a:lnTo>
                    <a:pt x="112" y="317"/>
                  </a:lnTo>
                  <a:lnTo>
                    <a:pt x="131" y="312"/>
                  </a:lnTo>
                  <a:lnTo>
                    <a:pt x="137" y="307"/>
                  </a:lnTo>
                  <a:lnTo>
                    <a:pt x="135" y="302"/>
                  </a:lnTo>
                  <a:lnTo>
                    <a:pt x="140" y="297"/>
                  </a:lnTo>
                  <a:lnTo>
                    <a:pt x="152" y="298"/>
                  </a:lnTo>
                  <a:lnTo>
                    <a:pt x="160" y="296"/>
                  </a:lnTo>
                  <a:lnTo>
                    <a:pt x="157" y="287"/>
                  </a:lnTo>
                  <a:lnTo>
                    <a:pt x="155" y="273"/>
                  </a:lnTo>
                  <a:lnTo>
                    <a:pt x="161" y="278"/>
                  </a:lnTo>
                  <a:lnTo>
                    <a:pt x="173" y="280"/>
                  </a:lnTo>
                  <a:lnTo>
                    <a:pt x="180" y="278"/>
                  </a:lnTo>
                  <a:lnTo>
                    <a:pt x="184" y="273"/>
                  </a:lnTo>
                  <a:lnTo>
                    <a:pt x="189" y="269"/>
                  </a:lnTo>
                  <a:lnTo>
                    <a:pt x="196" y="276"/>
                  </a:lnTo>
                  <a:lnTo>
                    <a:pt x="203" y="273"/>
                  </a:lnTo>
                  <a:lnTo>
                    <a:pt x="210" y="275"/>
                  </a:lnTo>
                  <a:lnTo>
                    <a:pt x="211" y="279"/>
                  </a:lnTo>
                  <a:lnTo>
                    <a:pt x="216" y="282"/>
                  </a:lnTo>
                  <a:lnTo>
                    <a:pt x="223" y="284"/>
                  </a:lnTo>
                  <a:lnTo>
                    <a:pt x="232" y="289"/>
                  </a:lnTo>
                  <a:lnTo>
                    <a:pt x="238" y="290"/>
                  </a:lnTo>
                  <a:lnTo>
                    <a:pt x="247" y="296"/>
                  </a:lnTo>
                  <a:lnTo>
                    <a:pt x="258" y="296"/>
                  </a:lnTo>
                  <a:lnTo>
                    <a:pt x="278" y="302"/>
                  </a:lnTo>
                  <a:lnTo>
                    <a:pt x="289" y="311"/>
                  </a:lnTo>
                  <a:lnTo>
                    <a:pt x="291" y="323"/>
                  </a:lnTo>
                  <a:lnTo>
                    <a:pt x="306" y="341"/>
                  </a:lnTo>
                  <a:lnTo>
                    <a:pt x="312" y="354"/>
                  </a:lnTo>
                  <a:lnTo>
                    <a:pt x="330" y="356"/>
                  </a:lnTo>
                  <a:lnTo>
                    <a:pt x="328" y="365"/>
                  </a:lnTo>
                  <a:lnTo>
                    <a:pt x="329" y="367"/>
                  </a:lnTo>
                  <a:lnTo>
                    <a:pt x="335" y="375"/>
                  </a:lnTo>
                  <a:lnTo>
                    <a:pt x="343" y="378"/>
                  </a:lnTo>
                  <a:lnTo>
                    <a:pt x="350" y="384"/>
                  </a:lnTo>
                  <a:lnTo>
                    <a:pt x="357" y="392"/>
                  </a:lnTo>
                  <a:lnTo>
                    <a:pt x="373" y="410"/>
                  </a:lnTo>
                  <a:lnTo>
                    <a:pt x="378" y="410"/>
                  </a:lnTo>
                  <a:lnTo>
                    <a:pt x="388" y="415"/>
                  </a:lnTo>
                  <a:lnTo>
                    <a:pt x="399" y="416"/>
                  </a:lnTo>
                  <a:lnTo>
                    <a:pt x="408" y="419"/>
                  </a:lnTo>
                  <a:lnTo>
                    <a:pt x="425" y="419"/>
                  </a:lnTo>
                  <a:lnTo>
                    <a:pt x="442" y="424"/>
                  </a:lnTo>
                  <a:lnTo>
                    <a:pt x="494" y="431"/>
                  </a:lnTo>
                  <a:lnTo>
                    <a:pt x="495" y="435"/>
                  </a:lnTo>
                  <a:lnTo>
                    <a:pt x="497" y="441"/>
                  </a:lnTo>
                  <a:lnTo>
                    <a:pt x="512" y="446"/>
                  </a:lnTo>
                  <a:lnTo>
                    <a:pt x="526" y="441"/>
                  </a:lnTo>
                  <a:lnTo>
                    <a:pt x="531" y="435"/>
                  </a:lnTo>
                  <a:lnTo>
                    <a:pt x="522" y="429"/>
                  </a:lnTo>
                  <a:lnTo>
                    <a:pt x="515" y="427"/>
                  </a:lnTo>
                  <a:lnTo>
                    <a:pt x="522" y="426"/>
                  </a:lnTo>
                  <a:lnTo>
                    <a:pt x="533" y="427"/>
                  </a:lnTo>
                  <a:lnTo>
                    <a:pt x="544" y="425"/>
                  </a:lnTo>
                  <a:lnTo>
                    <a:pt x="542" y="420"/>
                  </a:lnTo>
                  <a:lnTo>
                    <a:pt x="517" y="416"/>
                  </a:lnTo>
                  <a:lnTo>
                    <a:pt x="506" y="413"/>
                  </a:lnTo>
                  <a:lnTo>
                    <a:pt x="486" y="402"/>
                  </a:lnTo>
                  <a:lnTo>
                    <a:pt x="489" y="394"/>
                  </a:lnTo>
                  <a:lnTo>
                    <a:pt x="496" y="391"/>
                  </a:lnTo>
                  <a:lnTo>
                    <a:pt x="486" y="386"/>
                  </a:lnTo>
                  <a:lnTo>
                    <a:pt x="473" y="383"/>
                  </a:lnTo>
                  <a:lnTo>
                    <a:pt x="462" y="383"/>
                  </a:lnTo>
                  <a:lnTo>
                    <a:pt x="453" y="377"/>
                  </a:lnTo>
                  <a:lnTo>
                    <a:pt x="454" y="367"/>
                  </a:lnTo>
                  <a:lnTo>
                    <a:pt x="456" y="357"/>
                  </a:lnTo>
                  <a:lnTo>
                    <a:pt x="451" y="354"/>
                  </a:lnTo>
                  <a:lnTo>
                    <a:pt x="426" y="356"/>
                  </a:lnTo>
                  <a:lnTo>
                    <a:pt x="419" y="351"/>
                  </a:lnTo>
                  <a:lnTo>
                    <a:pt x="410" y="336"/>
                  </a:lnTo>
                  <a:lnTo>
                    <a:pt x="403" y="330"/>
                  </a:lnTo>
                  <a:lnTo>
                    <a:pt x="397" y="323"/>
                  </a:lnTo>
                  <a:lnTo>
                    <a:pt x="397" y="309"/>
                  </a:lnTo>
                  <a:lnTo>
                    <a:pt x="395" y="303"/>
                  </a:lnTo>
                  <a:lnTo>
                    <a:pt x="393" y="301"/>
                  </a:lnTo>
                  <a:lnTo>
                    <a:pt x="387" y="300"/>
                  </a:lnTo>
                  <a:lnTo>
                    <a:pt x="383" y="296"/>
                  </a:lnTo>
                  <a:lnTo>
                    <a:pt x="367" y="285"/>
                  </a:lnTo>
                  <a:lnTo>
                    <a:pt x="356" y="271"/>
                  </a:lnTo>
                  <a:lnTo>
                    <a:pt x="348" y="268"/>
                  </a:lnTo>
                  <a:lnTo>
                    <a:pt x="341" y="255"/>
                  </a:lnTo>
                  <a:lnTo>
                    <a:pt x="339" y="244"/>
                  </a:lnTo>
                  <a:lnTo>
                    <a:pt x="334" y="237"/>
                  </a:lnTo>
                  <a:lnTo>
                    <a:pt x="339" y="231"/>
                  </a:lnTo>
                  <a:lnTo>
                    <a:pt x="351" y="231"/>
                  </a:lnTo>
                  <a:lnTo>
                    <a:pt x="362" y="230"/>
                  </a:lnTo>
                  <a:lnTo>
                    <a:pt x="370" y="227"/>
                  </a:lnTo>
                  <a:lnTo>
                    <a:pt x="378" y="227"/>
                  </a:lnTo>
                  <a:lnTo>
                    <a:pt x="379" y="212"/>
                  </a:lnTo>
                  <a:lnTo>
                    <a:pt x="375" y="201"/>
                  </a:lnTo>
                  <a:lnTo>
                    <a:pt x="366" y="193"/>
                  </a:lnTo>
                  <a:lnTo>
                    <a:pt x="356" y="187"/>
                  </a:lnTo>
                  <a:lnTo>
                    <a:pt x="348" y="187"/>
                  </a:lnTo>
                  <a:lnTo>
                    <a:pt x="323" y="182"/>
                  </a:lnTo>
                  <a:lnTo>
                    <a:pt x="314" y="178"/>
                  </a:lnTo>
                  <a:lnTo>
                    <a:pt x="296" y="166"/>
                  </a:lnTo>
                  <a:lnTo>
                    <a:pt x="270" y="160"/>
                  </a:lnTo>
                  <a:lnTo>
                    <a:pt x="266" y="156"/>
                  </a:lnTo>
                  <a:lnTo>
                    <a:pt x="266" y="136"/>
                  </a:lnTo>
                  <a:lnTo>
                    <a:pt x="262" y="124"/>
                  </a:lnTo>
                  <a:lnTo>
                    <a:pt x="250" y="112"/>
                  </a:lnTo>
                  <a:lnTo>
                    <a:pt x="238" y="103"/>
                  </a:lnTo>
                  <a:lnTo>
                    <a:pt x="225" y="97"/>
                  </a:lnTo>
                  <a:lnTo>
                    <a:pt x="201" y="82"/>
                  </a:lnTo>
                  <a:lnTo>
                    <a:pt x="193" y="70"/>
                  </a:lnTo>
                  <a:lnTo>
                    <a:pt x="188" y="65"/>
                  </a:lnTo>
                  <a:lnTo>
                    <a:pt x="177" y="65"/>
                  </a:lnTo>
                  <a:lnTo>
                    <a:pt x="166" y="61"/>
                  </a:lnTo>
                  <a:lnTo>
                    <a:pt x="124" y="43"/>
                  </a:lnTo>
                  <a:lnTo>
                    <a:pt x="102" y="39"/>
                  </a:lnTo>
                  <a:lnTo>
                    <a:pt x="92" y="36"/>
                  </a:lnTo>
                  <a:lnTo>
                    <a:pt x="81" y="33"/>
                  </a:lnTo>
                  <a:lnTo>
                    <a:pt x="63" y="22"/>
                  </a:lnTo>
                  <a:lnTo>
                    <a:pt x="42" y="16"/>
                  </a:lnTo>
                  <a:lnTo>
                    <a:pt x="31" y="10"/>
                  </a:lnTo>
                  <a:lnTo>
                    <a:pt x="16" y="7"/>
                  </a:lnTo>
                  <a:lnTo>
                    <a:pt x="1"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133" name="Google Shape;2133;p5">
              <a:extLst>
                <a:ext uri="{FF2B5EF4-FFF2-40B4-BE49-F238E27FC236}">
                  <a16:creationId xmlns:a16="http://schemas.microsoft.com/office/drawing/2014/main" id="{0B9FE9FC-2ED3-452A-B6F2-290FCFDB23F1}"/>
                </a:ext>
              </a:extLst>
            </p:cNvPr>
            <p:cNvGrpSpPr/>
            <p:nvPr/>
          </p:nvGrpSpPr>
          <p:grpSpPr>
            <a:xfrm>
              <a:off x="6801679" y="3364294"/>
              <a:ext cx="161926" cy="231778"/>
              <a:chOff x="3802" y="2280"/>
              <a:chExt cx="102" cy="146"/>
            </a:xfrm>
            <a:grpFill/>
          </p:grpSpPr>
          <p:sp>
            <p:nvSpPr>
              <p:cNvPr id="2134" name="Google Shape;2134;p5">
                <a:extLst>
                  <a:ext uri="{FF2B5EF4-FFF2-40B4-BE49-F238E27FC236}">
                    <a16:creationId xmlns:a16="http://schemas.microsoft.com/office/drawing/2014/main" id="{7D860A0C-A493-A911-FDD0-0D20F5BDF860}"/>
                  </a:ext>
                </a:extLst>
              </p:cNvPr>
              <p:cNvSpPr/>
              <p:nvPr/>
            </p:nvSpPr>
            <p:spPr>
              <a:xfrm>
                <a:off x="3802" y="2362"/>
                <a:ext cx="25" cy="33"/>
              </a:xfrm>
              <a:custGeom>
                <a:avLst/>
                <a:gdLst/>
                <a:ahLst/>
                <a:cxnLst/>
                <a:rect l="l" t="t" r="r" b="b"/>
                <a:pathLst>
                  <a:path w="129" h="163" extrusionOk="0">
                    <a:moveTo>
                      <a:pt x="120" y="2"/>
                    </a:moveTo>
                    <a:lnTo>
                      <a:pt x="123" y="0"/>
                    </a:lnTo>
                    <a:lnTo>
                      <a:pt x="124" y="1"/>
                    </a:lnTo>
                    <a:lnTo>
                      <a:pt x="125" y="15"/>
                    </a:lnTo>
                    <a:lnTo>
                      <a:pt x="126" y="18"/>
                    </a:lnTo>
                    <a:lnTo>
                      <a:pt x="124" y="23"/>
                    </a:lnTo>
                    <a:lnTo>
                      <a:pt x="124" y="32"/>
                    </a:lnTo>
                    <a:lnTo>
                      <a:pt x="129" y="47"/>
                    </a:lnTo>
                    <a:lnTo>
                      <a:pt x="126" y="53"/>
                    </a:lnTo>
                    <a:lnTo>
                      <a:pt x="117" y="59"/>
                    </a:lnTo>
                    <a:lnTo>
                      <a:pt x="112" y="67"/>
                    </a:lnTo>
                    <a:lnTo>
                      <a:pt x="103" y="76"/>
                    </a:lnTo>
                    <a:lnTo>
                      <a:pt x="93" y="80"/>
                    </a:lnTo>
                    <a:lnTo>
                      <a:pt x="86" y="85"/>
                    </a:lnTo>
                    <a:lnTo>
                      <a:pt x="82" y="98"/>
                    </a:lnTo>
                    <a:lnTo>
                      <a:pt x="70" y="112"/>
                    </a:lnTo>
                    <a:lnTo>
                      <a:pt x="49" y="130"/>
                    </a:lnTo>
                    <a:lnTo>
                      <a:pt x="37" y="142"/>
                    </a:lnTo>
                    <a:lnTo>
                      <a:pt x="28" y="150"/>
                    </a:lnTo>
                    <a:lnTo>
                      <a:pt x="19" y="151"/>
                    </a:lnTo>
                    <a:lnTo>
                      <a:pt x="13" y="158"/>
                    </a:lnTo>
                    <a:lnTo>
                      <a:pt x="6" y="163"/>
                    </a:lnTo>
                    <a:lnTo>
                      <a:pt x="0" y="163"/>
                    </a:lnTo>
                    <a:lnTo>
                      <a:pt x="2" y="150"/>
                    </a:lnTo>
                    <a:lnTo>
                      <a:pt x="10" y="137"/>
                    </a:lnTo>
                    <a:lnTo>
                      <a:pt x="17" y="130"/>
                    </a:lnTo>
                    <a:lnTo>
                      <a:pt x="32" y="119"/>
                    </a:lnTo>
                    <a:lnTo>
                      <a:pt x="37" y="118"/>
                    </a:lnTo>
                    <a:lnTo>
                      <a:pt x="69" y="85"/>
                    </a:lnTo>
                    <a:lnTo>
                      <a:pt x="77" y="75"/>
                    </a:lnTo>
                    <a:lnTo>
                      <a:pt x="82" y="71"/>
                    </a:lnTo>
                    <a:lnTo>
                      <a:pt x="88" y="61"/>
                    </a:lnTo>
                    <a:lnTo>
                      <a:pt x="97" y="55"/>
                    </a:lnTo>
                    <a:lnTo>
                      <a:pt x="104" y="53"/>
                    </a:lnTo>
                    <a:lnTo>
                      <a:pt x="112" y="39"/>
                    </a:lnTo>
                    <a:lnTo>
                      <a:pt x="110" y="29"/>
                    </a:lnTo>
                    <a:lnTo>
                      <a:pt x="113" y="34"/>
                    </a:lnTo>
                    <a:lnTo>
                      <a:pt x="117" y="31"/>
                    </a:lnTo>
                    <a:lnTo>
                      <a:pt x="115" y="27"/>
                    </a:lnTo>
                    <a:lnTo>
                      <a:pt x="112" y="23"/>
                    </a:lnTo>
                    <a:lnTo>
                      <a:pt x="114" y="21"/>
                    </a:lnTo>
                    <a:lnTo>
                      <a:pt x="117" y="13"/>
                    </a:lnTo>
                    <a:lnTo>
                      <a:pt x="118" y="5"/>
                    </a:lnTo>
                    <a:lnTo>
                      <a:pt x="120" y="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35" name="Google Shape;2135;p5">
                <a:extLst>
                  <a:ext uri="{FF2B5EF4-FFF2-40B4-BE49-F238E27FC236}">
                    <a16:creationId xmlns:a16="http://schemas.microsoft.com/office/drawing/2014/main" id="{5BBC13C2-AFC4-7DAD-BBEC-E05D7DC7B477}"/>
                  </a:ext>
                </a:extLst>
              </p:cNvPr>
              <p:cNvSpPr/>
              <p:nvPr/>
            </p:nvSpPr>
            <p:spPr>
              <a:xfrm>
                <a:off x="3835" y="2339"/>
                <a:ext cx="14" cy="14"/>
              </a:xfrm>
              <a:custGeom>
                <a:avLst/>
                <a:gdLst/>
                <a:ahLst/>
                <a:cxnLst/>
                <a:rect l="l" t="t" r="r" b="b"/>
                <a:pathLst>
                  <a:path w="67" h="71" extrusionOk="0">
                    <a:moveTo>
                      <a:pt x="2" y="3"/>
                    </a:moveTo>
                    <a:lnTo>
                      <a:pt x="0" y="0"/>
                    </a:lnTo>
                    <a:lnTo>
                      <a:pt x="4" y="0"/>
                    </a:lnTo>
                    <a:lnTo>
                      <a:pt x="32" y="0"/>
                    </a:lnTo>
                    <a:lnTo>
                      <a:pt x="37" y="0"/>
                    </a:lnTo>
                    <a:lnTo>
                      <a:pt x="47" y="3"/>
                    </a:lnTo>
                    <a:lnTo>
                      <a:pt x="56" y="10"/>
                    </a:lnTo>
                    <a:lnTo>
                      <a:pt x="59" y="16"/>
                    </a:lnTo>
                    <a:lnTo>
                      <a:pt x="63" y="17"/>
                    </a:lnTo>
                    <a:lnTo>
                      <a:pt x="64" y="28"/>
                    </a:lnTo>
                    <a:lnTo>
                      <a:pt x="64" y="38"/>
                    </a:lnTo>
                    <a:lnTo>
                      <a:pt x="67" y="51"/>
                    </a:lnTo>
                    <a:lnTo>
                      <a:pt x="63" y="54"/>
                    </a:lnTo>
                    <a:lnTo>
                      <a:pt x="63" y="62"/>
                    </a:lnTo>
                    <a:lnTo>
                      <a:pt x="48" y="71"/>
                    </a:lnTo>
                    <a:lnTo>
                      <a:pt x="45" y="64"/>
                    </a:lnTo>
                    <a:lnTo>
                      <a:pt x="36" y="57"/>
                    </a:lnTo>
                    <a:lnTo>
                      <a:pt x="26" y="36"/>
                    </a:lnTo>
                    <a:lnTo>
                      <a:pt x="25" y="25"/>
                    </a:lnTo>
                    <a:lnTo>
                      <a:pt x="20" y="16"/>
                    </a:lnTo>
                    <a:lnTo>
                      <a:pt x="13" y="13"/>
                    </a:lnTo>
                    <a:lnTo>
                      <a:pt x="10" y="4"/>
                    </a:lnTo>
                    <a:lnTo>
                      <a:pt x="5" y="3"/>
                    </a:lnTo>
                    <a:lnTo>
                      <a:pt x="2" y="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36" name="Google Shape;2136;p5">
                <a:extLst>
                  <a:ext uri="{FF2B5EF4-FFF2-40B4-BE49-F238E27FC236}">
                    <a16:creationId xmlns:a16="http://schemas.microsoft.com/office/drawing/2014/main" id="{B9645757-D0DC-5A6C-5E7B-4FEE71150FBC}"/>
                  </a:ext>
                </a:extLst>
              </p:cNvPr>
              <p:cNvSpPr/>
              <p:nvPr/>
            </p:nvSpPr>
            <p:spPr>
              <a:xfrm>
                <a:off x="3830" y="2280"/>
                <a:ext cx="47" cy="69"/>
              </a:xfrm>
              <a:custGeom>
                <a:avLst/>
                <a:gdLst/>
                <a:ahLst/>
                <a:cxnLst/>
                <a:rect l="l" t="t" r="r" b="b"/>
                <a:pathLst>
                  <a:path w="236" h="345" extrusionOk="0">
                    <a:moveTo>
                      <a:pt x="134" y="10"/>
                    </a:moveTo>
                    <a:lnTo>
                      <a:pt x="137" y="14"/>
                    </a:lnTo>
                    <a:lnTo>
                      <a:pt x="139" y="17"/>
                    </a:lnTo>
                    <a:lnTo>
                      <a:pt x="135" y="22"/>
                    </a:lnTo>
                    <a:lnTo>
                      <a:pt x="130" y="33"/>
                    </a:lnTo>
                    <a:lnTo>
                      <a:pt x="129" y="44"/>
                    </a:lnTo>
                    <a:lnTo>
                      <a:pt x="129" y="66"/>
                    </a:lnTo>
                    <a:lnTo>
                      <a:pt x="134" y="74"/>
                    </a:lnTo>
                    <a:lnTo>
                      <a:pt x="139" y="75"/>
                    </a:lnTo>
                    <a:lnTo>
                      <a:pt x="141" y="81"/>
                    </a:lnTo>
                    <a:lnTo>
                      <a:pt x="146" y="87"/>
                    </a:lnTo>
                    <a:lnTo>
                      <a:pt x="146" y="97"/>
                    </a:lnTo>
                    <a:lnTo>
                      <a:pt x="141" y="109"/>
                    </a:lnTo>
                    <a:lnTo>
                      <a:pt x="135" y="122"/>
                    </a:lnTo>
                    <a:lnTo>
                      <a:pt x="133" y="132"/>
                    </a:lnTo>
                    <a:lnTo>
                      <a:pt x="128" y="143"/>
                    </a:lnTo>
                    <a:lnTo>
                      <a:pt x="121" y="148"/>
                    </a:lnTo>
                    <a:lnTo>
                      <a:pt x="120" y="144"/>
                    </a:lnTo>
                    <a:lnTo>
                      <a:pt x="112" y="150"/>
                    </a:lnTo>
                    <a:lnTo>
                      <a:pt x="104" y="156"/>
                    </a:lnTo>
                    <a:lnTo>
                      <a:pt x="98" y="165"/>
                    </a:lnTo>
                    <a:lnTo>
                      <a:pt x="98" y="175"/>
                    </a:lnTo>
                    <a:lnTo>
                      <a:pt x="94" y="184"/>
                    </a:lnTo>
                    <a:lnTo>
                      <a:pt x="87" y="188"/>
                    </a:lnTo>
                    <a:lnTo>
                      <a:pt x="88" y="198"/>
                    </a:lnTo>
                    <a:lnTo>
                      <a:pt x="93" y="208"/>
                    </a:lnTo>
                    <a:lnTo>
                      <a:pt x="98" y="216"/>
                    </a:lnTo>
                    <a:lnTo>
                      <a:pt x="102" y="222"/>
                    </a:lnTo>
                    <a:lnTo>
                      <a:pt x="99" y="227"/>
                    </a:lnTo>
                    <a:lnTo>
                      <a:pt x="99" y="238"/>
                    </a:lnTo>
                    <a:lnTo>
                      <a:pt x="104" y="247"/>
                    </a:lnTo>
                    <a:lnTo>
                      <a:pt x="106" y="254"/>
                    </a:lnTo>
                    <a:lnTo>
                      <a:pt x="120" y="268"/>
                    </a:lnTo>
                    <a:lnTo>
                      <a:pt x="125" y="268"/>
                    </a:lnTo>
                    <a:lnTo>
                      <a:pt x="134" y="265"/>
                    </a:lnTo>
                    <a:lnTo>
                      <a:pt x="131" y="261"/>
                    </a:lnTo>
                    <a:lnTo>
                      <a:pt x="133" y="251"/>
                    </a:lnTo>
                    <a:lnTo>
                      <a:pt x="136" y="253"/>
                    </a:lnTo>
                    <a:lnTo>
                      <a:pt x="145" y="245"/>
                    </a:lnTo>
                    <a:lnTo>
                      <a:pt x="155" y="247"/>
                    </a:lnTo>
                    <a:lnTo>
                      <a:pt x="160" y="243"/>
                    </a:lnTo>
                    <a:lnTo>
                      <a:pt x="167" y="245"/>
                    </a:lnTo>
                    <a:lnTo>
                      <a:pt x="173" y="252"/>
                    </a:lnTo>
                    <a:lnTo>
                      <a:pt x="178" y="263"/>
                    </a:lnTo>
                    <a:lnTo>
                      <a:pt x="179" y="273"/>
                    </a:lnTo>
                    <a:lnTo>
                      <a:pt x="184" y="276"/>
                    </a:lnTo>
                    <a:lnTo>
                      <a:pt x="190" y="270"/>
                    </a:lnTo>
                    <a:lnTo>
                      <a:pt x="189" y="259"/>
                    </a:lnTo>
                    <a:lnTo>
                      <a:pt x="194" y="262"/>
                    </a:lnTo>
                    <a:lnTo>
                      <a:pt x="198" y="264"/>
                    </a:lnTo>
                    <a:lnTo>
                      <a:pt x="206" y="267"/>
                    </a:lnTo>
                    <a:lnTo>
                      <a:pt x="221" y="273"/>
                    </a:lnTo>
                    <a:lnTo>
                      <a:pt x="223" y="278"/>
                    </a:lnTo>
                    <a:lnTo>
                      <a:pt x="215" y="279"/>
                    </a:lnTo>
                    <a:lnTo>
                      <a:pt x="207" y="285"/>
                    </a:lnTo>
                    <a:lnTo>
                      <a:pt x="209" y="294"/>
                    </a:lnTo>
                    <a:lnTo>
                      <a:pt x="216" y="299"/>
                    </a:lnTo>
                    <a:lnTo>
                      <a:pt x="221" y="301"/>
                    </a:lnTo>
                    <a:lnTo>
                      <a:pt x="219" y="308"/>
                    </a:lnTo>
                    <a:lnTo>
                      <a:pt x="220" y="312"/>
                    </a:lnTo>
                    <a:lnTo>
                      <a:pt x="225" y="312"/>
                    </a:lnTo>
                    <a:lnTo>
                      <a:pt x="226" y="316"/>
                    </a:lnTo>
                    <a:lnTo>
                      <a:pt x="232" y="317"/>
                    </a:lnTo>
                    <a:lnTo>
                      <a:pt x="236" y="321"/>
                    </a:lnTo>
                    <a:lnTo>
                      <a:pt x="236" y="339"/>
                    </a:lnTo>
                    <a:lnTo>
                      <a:pt x="231" y="345"/>
                    </a:lnTo>
                    <a:lnTo>
                      <a:pt x="223" y="338"/>
                    </a:lnTo>
                    <a:lnTo>
                      <a:pt x="221" y="331"/>
                    </a:lnTo>
                    <a:lnTo>
                      <a:pt x="227" y="324"/>
                    </a:lnTo>
                    <a:lnTo>
                      <a:pt x="223" y="324"/>
                    </a:lnTo>
                    <a:lnTo>
                      <a:pt x="211" y="324"/>
                    </a:lnTo>
                    <a:lnTo>
                      <a:pt x="201" y="317"/>
                    </a:lnTo>
                    <a:lnTo>
                      <a:pt x="194" y="315"/>
                    </a:lnTo>
                    <a:lnTo>
                      <a:pt x="190" y="302"/>
                    </a:lnTo>
                    <a:lnTo>
                      <a:pt x="184" y="294"/>
                    </a:lnTo>
                    <a:lnTo>
                      <a:pt x="173" y="289"/>
                    </a:lnTo>
                    <a:lnTo>
                      <a:pt x="168" y="284"/>
                    </a:lnTo>
                    <a:lnTo>
                      <a:pt x="166" y="279"/>
                    </a:lnTo>
                    <a:lnTo>
                      <a:pt x="157" y="270"/>
                    </a:lnTo>
                    <a:lnTo>
                      <a:pt x="147" y="268"/>
                    </a:lnTo>
                    <a:lnTo>
                      <a:pt x="149" y="280"/>
                    </a:lnTo>
                    <a:lnTo>
                      <a:pt x="158" y="302"/>
                    </a:lnTo>
                    <a:lnTo>
                      <a:pt x="158" y="306"/>
                    </a:lnTo>
                    <a:lnTo>
                      <a:pt x="152" y="306"/>
                    </a:lnTo>
                    <a:lnTo>
                      <a:pt x="147" y="294"/>
                    </a:lnTo>
                    <a:lnTo>
                      <a:pt x="137" y="286"/>
                    </a:lnTo>
                    <a:lnTo>
                      <a:pt x="124" y="273"/>
                    </a:lnTo>
                    <a:lnTo>
                      <a:pt x="115" y="268"/>
                    </a:lnTo>
                    <a:lnTo>
                      <a:pt x="109" y="267"/>
                    </a:lnTo>
                    <a:lnTo>
                      <a:pt x="98" y="268"/>
                    </a:lnTo>
                    <a:lnTo>
                      <a:pt x="92" y="278"/>
                    </a:lnTo>
                    <a:lnTo>
                      <a:pt x="85" y="283"/>
                    </a:lnTo>
                    <a:lnTo>
                      <a:pt x="75" y="284"/>
                    </a:lnTo>
                    <a:lnTo>
                      <a:pt x="70" y="278"/>
                    </a:lnTo>
                    <a:lnTo>
                      <a:pt x="63" y="276"/>
                    </a:lnTo>
                    <a:lnTo>
                      <a:pt x="56" y="270"/>
                    </a:lnTo>
                    <a:lnTo>
                      <a:pt x="50" y="274"/>
                    </a:lnTo>
                    <a:lnTo>
                      <a:pt x="47" y="264"/>
                    </a:lnTo>
                    <a:lnTo>
                      <a:pt x="45" y="254"/>
                    </a:lnTo>
                    <a:lnTo>
                      <a:pt x="49" y="247"/>
                    </a:lnTo>
                    <a:lnTo>
                      <a:pt x="56" y="240"/>
                    </a:lnTo>
                    <a:lnTo>
                      <a:pt x="61" y="231"/>
                    </a:lnTo>
                    <a:lnTo>
                      <a:pt x="61" y="225"/>
                    </a:lnTo>
                    <a:lnTo>
                      <a:pt x="55" y="220"/>
                    </a:lnTo>
                    <a:lnTo>
                      <a:pt x="45" y="219"/>
                    </a:lnTo>
                    <a:lnTo>
                      <a:pt x="44" y="233"/>
                    </a:lnTo>
                    <a:lnTo>
                      <a:pt x="42" y="238"/>
                    </a:lnTo>
                    <a:lnTo>
                      <a:pt x="33" y="230"/>
                    </a:lnTo>
                    <a:lnTo>
                      <a:pt x="28" y="219"/>
                    </a:lnTo>
                    <a:lnTo>
                      <a:pt x="21" y="219"/>
                    </a:lnTo>
                    <a:lnTo>
                      <a:pt x="16" y="203"/>
                    </a:lnTo>
                    <a:lnTo>
                      <a:pt x="13" y="188"/>
                    </a:lnTo>
                    <a:lnTo>
                      <a:pt x="2" y="155"/>
                    </a:lnTo>
                    <a:lnTo>
                      <a:pt x="0" y="138"/>
                    </a:lnTo>
                    <a:lnTo>
                      <a:pt x="0" y="134"/>
                    </a:lnTo>
                    <a:lnTo>
                      <a:pt x="8" y="136"/>
                    </a:lnTo>
                    <a:lnTo>
                      <a:pt x="17" y="146"/>
                    </a:lnTo>
                    <a:lnTo>
                      <a:pt x="29" y="143"/>
                    </a:lnTo>
                    <a:lnTo>
                      <a:pt x="28" y="113"/>
                    </a:lnTo>
                    <a:lnTo>
                      <a:pt x="29" y="97"/>
                    </a:lnTo>
                    <a:lnTo>
                      <a:pt x="34" y="82"/>
                    </a:lnTo>
                    <a:lnTo>
                      <a:pt x="34" y="65"/>
                    </a:lnTo>
                    <a:lnTo>
                      <a:pt x="33" y="53"/>
                    </a:lnTo>
                    <a:lnTo>
                      <a:pt x="34" y="41"/>
                    </a:lnTo>
                    <a:lnTo>
                      <a:pt x="38" y="17"/>
                    </a:lnTo>
                    <a:lnTo>
                      <a:pt x="43" y="7"/>
                    </a:lnTo>
                    <a:lnTo>
                      <a:pt x="50" y="0"/>
                    </a:lnTo>
                    <a:lnTo>
                      <a:pt x="56" y="1"/>
                    </a:lnTo>
                    <a:lnTo>
                      <a:pt x="67" y="1"/>
                    </a:lnTo>
                    <a:lnTo>
                      <a:pt x="80" y="4"/>
                    </a:lnTo>
                    <a:lnTo>
                      <a:pt x="102" y="17"/>
                    </a:lnTo>
                    <a:lnTo>
                      <a:pt x="113" y="17"/>
                    </a:lnTo>
                    <a:lnTo>
                      <a:pt x="120" y="15"/>
                    </a:lnTo>
                    <a:lnTo>
                      <a:pt x="123" y="4"/>
                    </a:lnTo>
                    <a:lnTo>
                      <a:pt x="130" y="4"/>
                    </a:lnTo>
                    <a:lnTo>
                      <a:pt x="134" y="1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37" name="Google Shape;2137;p5">
                <a:extLst>
                  <a:ext uri="{FF2B5EF4-FFF2-40B4-BE49-F238E27FC236}">
                    <a16:creationId xmlns:a16="http://schemas.microsoft.com/office/drawing/2014/main" id="{28296CE4-24EE-6259-D4CF-AA3D925C7A8A}"/>
                  </a:ext>
                </a:extLst>
              </p:cNvPr>
              <p:cNvSpPr/>
              <p:nvPr/>
            </p:nvSpPr>
            <p:spPr>
              <a:xfrm>
                <a:off x="3867" y="2349"/>
                <a:ext cx="9" cy="9"/>
              </a:xfrm>
              <a:custGeom>
                <a:avLst/>
                <a:gdLst/>
                <a:ahLst/>
                <a:cxnLst/>
                <a:rect l="l" t="t" r="r" b="b"/>
                <a:pathLst>
                  <a:path w="45" h="45" extrusionOk="0">
                    <a:moveTo>
                      <a:pt x="2" y="0"/>
                    </a:moveTo>
                    <a:lnTo>
                      <a:pt x="6" y="2"/>
                    </a:lnTo>
                    <a:lnTo>
                      <a:pt x="7" y="4"/>
                    </a:lnTo>
                    <a:lnTo>
                      <a:pt x="9" y="6"/>
                    </a:lnTo>
                    <a:lnTo>
                      <a:pt x="14" y="6"/>
                    </a:lnTo>
                    <a:lnTo>
                      <a:pt x="43" y="29"/>
                    </a:lnTo>
                    <a:lnTo>
                      <a:pt x="45" y="35"/>
                    </a:lnTo>
                    <a:lnTo>
                      <a:pt x="45" y="45"/>
                    </a:lnTo>
                    <a:lnTo>
                      <a:pt x="35" y="41"/>
                    </a:lnTo>
                    <a:lnTo>
                      <a:pt x="27" y="35"/>
                    </a:lnTo>
                    <a:lnTo>
                      <a:pt x="20" y="25"/>
                    </a:lnTo>
                    <a:lnTo>
                      <a:pt x="17" y="22"/>
                    </a:lnTo>
                    <a:lnTo>
                      <a:pt x="9" y="27"/>
                    </a:lnTo>
                    <a:lnTo>
                      <a:pt x="2" y="33"/>
                    </a:lnTo>
                    <a:lnTo>
                      <a:pt x="0" y="32"/>
                    </a:lnTo>
                    <a:lnTo>
                      <a:pt x="2" y="18"/>
                    </a:lnTo>
                    <a:lnTo>
                      <a:pt x="2"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38" name="Google Shape;2138;p5">
                <a:extLst>
                  <a:ext uri="{FF2B5EF4-FFF2-40B4-BE49-F238E27FC236}">
                    <a16:creationId xmlns:a16="http://schemas.microsoft.com/office/drawing/2014/main" id="{9D145D7C-9B3D-DE57-93B2-405F312C1FE4}"/>
                  </a:ext>
                </a:extLst>
              </p:cNvPr>
              <p:cNvSpPr/>
              <p:nvPr/>
            </p:nvSpPr>
            <p:spPr>
              <a:xfrm>
                <a:off x="3879" y="2348"/>
                <a:ext cx="15" cy="17"/>
              </a:xfrm>
              <a:custGeom>
                <a:avLst/>
                <a:gdLst/>
                <a:ahLst/>
                <a:cxnLst/>
                <a:rect l="l" t="t" r="r" b="b"/>
                <a:pathLst>
                  <a:path w="77" h="85" extrusionOk="0">
                    <a:moveTo>
                      <a:pt x="0" y="4"/>
                    </a:moveTo>
                    <a:lnTo>
                      <a:pt x="3" y="4"/>
                    </a:lnTo>
                    <a:lnTo>
                      <a:pt x="26" y="5"/>
                    </a:lnTo>
                    <a:lnTo>
                      <a:pt x="38" y="0"/>
                    </a:lnTo>
                    <a:lnTo>
                      <a:pt x="44" y="2"/>
                    </a:lnTo>
                    <a:lnTo>
                      <a:pt x="51" y="6"/>
                    </a:lnTo>
                    <a:lnTo>
                      <a:pt x="55" y="15"/>
                    </a:lnTo>
                    <a:lnTo>
                      <a:pt x="64" y="21"/>
                    </a:lnTo>
                    <a:lnTo>
                      <a:pt x="64" y="32"/>
                    </a:lnTo>
                    <a:lnTo>
                      <a:pt x="62" y="47"/>
                    </a:lnTo>
                    <a:lnTo>
                      <a:pt x="64" y="57"/>
                    </a:lnTo>
                    <a:lnTo>
                      <a:pt x="72" y="78"/>
                    </a:lnTo>
                    <a:lnTo>
                      <a:pt x="77" y="85"/>
                    </a:lnTo>
                    <a:lnTo>
                      <a:pt x="62" y="85"/>
                    </a:lnTo>
                    <a:lnTo>
                      <a:pt x="51" y="83"/>
                    </a:lnTo>
                    <a:lnTo>
                      <a:pt x="48" y="73"/>
                    </a:lnTo>
                    <a:lnTo>
                      <a:pt x="42" y="70"/>
                    </a:lnTo>
                    <a:lnTo>
                      <a:pt x="34" y="64"/>
                    </a:lnTo>
                    <a:lnTo>
                      <a:pt x="34" y="59"/>
                    </a:lnTo>
                    <a:lnTo>
                      <a:pt x="37" y="51"/>
                    </a:lnTo>
                    <a:lnTo>
                      <a:pt x="35" y="48"/>
                    </a:lnTo>
                    <a:lnTo>
                      <a:pt x="19" y="32"/>
                    </a:lnTo>
                    <a:lnTo>
                      <a:pt x="13" y="30"/>
                    </a:lnTo>
                    <a:lnTo>
                      <a:pt x="6" y="21"/>
                    </a:lnTo>
                    <a:lnTo>
                      <a:pt x="0" y="6"/>
                    </a:lnTo>
                    <a:lnTo>
                      <a:pt x="0" y="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39" name="Google Shape;2139;p5">
                <a:extLst>
                  <a:ext uri="{FF2B5EF4-FFF2-40B4-BE49-F238E27FC236}">
                    <a16:creationId xmlns:a16="http://schemas.microsoft.com/office/drawing/2014/main" id="{A50F88E0-4298-E38D-4CF5-AB3A3BE516CB}"/>
                  </a:ext>
                </a:extLst>
              </p:cNvPr>
              <p:cNvSpPr/>
              <p:nvPr/>
            </p:nvSpPr>
            <p:spPr>
              <a:xfrm>
                <a:off x="3853" y="2356"/>
                <a:ext cx="13" cy="17"/>
              </a:xfrm>
              <a:custGeom>
                <a:avLst/>
                <a:gdLst/>
                <a:ahLst/>
                <a:cxnLst/>
                <a:rect l="l" t="t" r="r" b="b"/>
                <a:pathLst>
                  <a:path w="63" h="83" extrusionOk="0">
                    <a:moveTo>
                      <a:pt x="0" y="1"/>
                    </a:moveTo>
                    <a:lnTo>
                      <a:pt x="2" y="0"/>
                    </a:lnTo>
                    <a:lnTo>
                      <a:pt x="11" y="2"/>
                    </a:lnTo>
                    <a:lnTo>
                      <a:pt x="24" y="11"/>
                    </a:lnTo>
                    <a:lnTo>
                      <a:pt x="27" y="17"/>
                    </a:lnTo>
                    <a:lnTo>
                      <a:pt x="33" y="18"/>
                    </a:lnTo>
                    <a:lnTo>
                      <a:pt x="49" y="18"/>
                    </a:lnTo>
                    <a:lnTo>
                      <a:pt x="50" y="22"/>
                    </a:lnTo>
                    <a:lnTo>
                      <a:pt x="60" y="19"/>
                    </a:lnTo>
                    <a:lnTo>
                      <a:pt x="63" y="21"/>
                    </a:lnTo>
                    <a:lnTo>
                      <a:pt x="63" y="33"/>
                    </a:lnTo>
                    <a:lnTo>
                      <a:pt x="60" y="44"/>
                    </a:lnTo>
                    <a:lnTo>
                      <a:pt x="52" y="49"/>
                    </a:lnTo>
                    <a:lnTo>
                      <a:pt x="44" y="59"/>
                    </a:lnTo>
                    <a:lnTo>
                      <a:pt x="36" y="65"/>
                    </a:lnTo>
                    <a:lnTo>
                      <a:pt x="32" y="67"/>
                    </a:lnTo>
                    <a:lnTo>
                      <a:pt x="23" y="68"/>
                    </a:lnTo>
                    <a:lnTo>
                      <a:pt x="11" y="73"/>
                    </a:lnTo>
                    <a:lnTo>
                      <a:pt x="3" y="83"/>
                    </a:lnTo>
                    <a:lnTo>
                      <a:pt x="1" y="71"/>
                    </a:lnTo>
                    <a:lnTo>
                      <a:pt x="1" y="59"/>
                    </a:lnTo>
                    <a:lnTo>
                      <a:pt x="3" y="45"/>
                    </a:lnTo>
                    <a:lnTo>
                      <a:pt x="6" y="17"/>
                    </a:lnTo>
                    <a:lnTo>
                      <a:pt x="4" y="11"/>
                    </a:lnTo>
                    <a:lnTo>
                      <a:pt x="0" y="6"/>
                    </a:lnTo>
                    <a:lnTo>
                      <a:pt x="0" y="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40" name="Google Shape;2140;p5">
                <a:extLst>
                  <a:ext uri="{FF2B5EF4-FFF2-40B4-BE49-F238E27FC236}">
                    <a16:creationId xmlns:a16="http://schemas.microsoft.com/office/drawing/2014/main" id="{814F1EF2-5FB6-3B81-3F62-05B00EAE4B53}"/>
                  </a:ext>
                </a:extLst>
              </p:cNvPr>
              <p:cNvSpPr/>
              <p:nvPr/>
            </p:nvSpPr>
            <p:spPr>
              <a:xfrm>
                <a:off x="3858" y="2367"/>
                <a:ext cx="12" cy="21"/>
              </a:xfrm>
              <a:custGeom>
                <a:avLst/>
                <a:gdLst/>
                <a:ahLst/>
                <a:cxnLst/>
                <a:rect l="l" t="t" r="r" b="b"/>
                <a:pathLst>
                  <a:path w="59" h="107" extrusionOk="0">
                    <a:moveTo>
                      <a:pt x="29" y="8"/>
                    </a:moveTo>
                    <a:lnTo>
                      <a:pt x="39" y="0"/>
                    </a:lnTo>
                    <a:lnTo>
                      <a:pt x="43" y="1"/>
                    </a:lnTo>
                    <a:lnTo>
                      <a:pt x="59" y="5"/>
                    </a:lnTo>
                    <a:lnTo>
                      <a:pt x="59" y="14"/>
                    </a:lnTo>
                    <a:lnTo>
                      <a:pt x="57" y="25"/>
                    </a:lnTo>
                    <a:lnTo>
                      <a:pt x="52" y="30"/>
                    </a:lnTo>
                    <a:lnTo>
                      <a:pt x="51" y="41"/>
                    </a:lnTo>
                    <a:lnTo>
                      <a:pt x="41" y="62"/>
                    </a:lnTo>
                    <a:lnTo>
                      <a:pt x="40" y="75"/>
                    </a:lnTo>
                    <a:lnTo>
                      <a:pt x="41" y="83"/>
                    </a:lnTo>
                    <a:lnTo>
                      <a:pt x="44" y="90"/>
                    </a:lnTo>
                    <a:lnTo>
                      <a:pt x="43" y="101"/>
                    </a:lnTo>
                    <a:lnTo>
                      <a:pt x="34" y="107"/>
                    </a:lnTo>
                    <a:lnTo>
                      <a:pt x="25" y="97"/>
                    </a:lnTo>
                    <a:lnTo>
                      <a:pt x="19" y="89"/>
                    </a:lnTo>
                    <a:lnTo>
                      <a:pt x="13" y="86"/>
                    </a:lnTo>
                    <a:lnTo>
                      <a:pt x="6" y="79"/>
                    </a:lnTo>
                    <a:lnTo>
                      <a:pt x="0" y="69"/>
                    </a:lnTo>
                    <a:lnTo>
                      <a:pt x="3" y="57"/>
                    </a:lnTo>
                    <a:lnTo>
                      <a:pt x="18" y="51"/>
                    </a:lnTo>
                    <a:lnTo>
                      <a:pt x="22" y="42"/>
                    </a:lnTo>
                    <a:lnTo>
                      <a:pt x="22" y="25"/>
                    </a:lnTo>
                    <a:lnTo>
                      <a:pt x="27" y="10"/>
                    </a:lnTo>
                    <a:lnTo>
                      <a:pt x="29" y="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41" name="Google Shape;2141;p5">
                <a:extLst>
                  <a:ext uri="{FF2B5EF4-FFF2-40B4-BE49-F238E27FC236}">
                    <a16:creationId xmlns:a16="http://schemas.microsoft.com/office/drawing/2014/main" id="{17E49187-76D6-A3DA-0AB3-7527BDD7175B}"/>
                  </a:ext>
                </a:extLst>
              </p:cNvPr>
              <p:cNvSpPr/>
              <p:nvPr/>
            </p:nvSpPr>
            <p:spPr>
              <a:xfrm>
                <a:off x="3879" y="2361"/>
                <a:ext cx="10" cy="16"/>
              </a:xfrm>
              <a:custGeom>
                <a:avLst/>
                <a:gdLst/>
                <a:ahLst/>
                <a:cxnLst/>
                <a:rect l="l" t="t" r="r" b="b"/>
                <a:pathLst>
                  <a:path w="51" h="81" extrusionOk="0">
                    <a:moveTo>
                      <a:pt x="0" y="0"/>
                    </a:moveTo>
                    <a:lnTo>
                      <a:pt x="2" y="5"/>
                    </a:lnTo>
                    <a:lnTo>
                      <a:pt x="6" y="8"/>
                    </a:lnTo>
                    <a:lnTo>
                      <a:pt x="11" y="6"/>
                    </a:lnTo>
                    <a:lnTo>
                      <a:pt x="16" y="8"/>
                    </a:lnTo>
                    <a:lnTo>
                      <a:pt x="29" y="7"/>
                    </a:lnTo>
                    <a:lnTo>
                      <a:pt x="37" y="18"/>
                    </a:lnTo>
                    <a:lnTo>
                      <a:pt x="38" y="43"/>
                    </a:lnTo>
                    <a:lnTo>
                      <a:pt x="43" y="51"/>
                    </a:lnTo>
                    <a:lnTo>
                      <a:pt x="48" y="64"/>
                    </a:lnTo>
                    <a:lnTo>
                      <a:pt x="51" y="69"/>
                    </a:lnTo>
                    <a:lnTo>
                      <a:pt x="44" y="72"/>
                    </a:lnTo>
                    <a:lnTo>
                      <a:pt x="38" y="70"/>
                    </a:lnTo>
                    <a:lnTo>
                      <a:pt x="37" y="81"/>
                    </a:lnTo>
                    <a:lnTo>
                      <a:pt x="29" y="78"/>
                    </a:lnTo>
                    <a:lnTo>
                      <a:pt x="26" y="67"/>
                    </a:lnTo>
                    <a:lnTo>
                      <a:pt x="26" y="43"/>
                    </a:lnTo>
                    <a:lnTo>
                      <a:pt x="19" y="30"/>
                    </a:lnTo>
                    <a:lnTo>
                      <a:pt x="8" y="34"/>
                    </a:lnTo>
                    <a:lnTo>
                      <a:pt x="6" y="22"/>
                    </a:lnTo>
                    <a:lnTo>
                      <a:pt x="3" y="10"/>
                    </a:lnTo>
                    <a:lnTo>
                      <a:pt x="1" y="6"/>
                    </a:lnTo>
                    <a:lnTo>
                      <a:pt x="0"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42" name="Google Shape;2142;p5">
                <a:extLst>
                  <a:ext uri="{FF2B5EF4-FFF2-40B4-BE49-F238E27FC236}">
                    <a16:creationId xmlns:a16="http://schemas.microsoft.com/office/drawing/2014/main" id="{E5A2C746-9C61-7D74-22F5-0A2E99042500}"/>
                  </a:ext>
                </a:extLst>
              </p:cNvPr>
              <p:cNvSpPr/>
              <p:nvPr/>
            </p:nvSpPr>
            <p:spPr>
              <a:xfrm>
                <a:off x="3869" y="2363"/>
                <a:ext cx="7" cy="20"/>
              </a:xfrm>
              <a:custGeom>
                <a:avLst/>
                <a:gdLst/>
                <a:ahLst/>
                <a:cxnLst/>
                <a:rect l="l" t="t" r="r" b="b"/>
                <a:pathLst>
                  <a:path w="38" h="99" extrusionOk="0">
                    <a:moveTo>
                      <a:pt x="35" y="2"/>
                    </a:moveTo>
                    <a:lnTo>
                      <a:pt x="37" y="0"/>
                    </a:lnTo>
                    <a:lnTo>
                      <a:pt x="38" y="5"/>
                    </a:lnTo>
                    <a:lnTo>
                      <a:pt x="37" y="10"/>
                    </a:lnTo>
                    <a:lnTo>
                      <a:pt x="37" y="33"/>
                    </a:lnTo>
                    <a:lnTo>
                      <a:pt x="36" y="48"/>
                    </a:lnTo>
                    <a:lnTo>
                      <a:pt x="24" y="58"/>
                    </a:lnTo>
                    <a:lnTo>
                      <a:pt x="15" y="75"/>
                    </a:lnTo>
                    <a:lnTo>
                      <a:pt x="10" y="86"/>
                    </a:lnTo>
                    <a:lnTo>
                      <a:pt x="6" y="96"/>
                    </a:lnTo>
                    <a:lnTo>
                      <a:pt x="3" y="99"/>
                    </a:lnTo>
                    <a:lnTo>
                      <a:pt x="0" y="87"/>
                    </a:lnTo>
                    <a:lnTo>
                      <a:pt x="0" y="78"/>
                    </a:lnTo>
                    <a:lnTo>
                      <a:pt x="8" y="58"/>
                    </a:lnTo>
                    <a:lnTo>
                      <a:pt x="17" y="41"/>
                    </a:lnTo>
                    <a:lnTo>
                      <a:pt x="26" y="21"/>
                    </a:lnTo>
                    <a:lnTo>
                      <a:pt x="31" y="5"/>
                    </a:lnTo>
                    <a:lnTo>
                      <a:pt x="35" y="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43" name="Google Shape;2143;p5">
                <a:extLst>
                  <a:ext uri="{FF2B5EF4-FFF2-40B4-BE49-F238E27FC236}">
                    <a16:creationId xmlns:a16="http://schemas.microsoft.com/office/drawing/2014/main" id="{9FE9713A-A185-3538-DAD5-6ECECCB64372}"/>
                  </a:ext>
                </a:extLst>
              </p:cNvPr>
              <p:cNvSpPr/>
              <p:nvPr/>
            </p:nvSpPr>
            <p:spPr>
              <a:xfrm>
                <a:off x="3874" y="2375"/>
                <a:ext cx="8" cy="7"/>
              </a:xfrm>
              <a:custGeom>
                <a:avLst/>
                <a:gdLst/>
                <a:ahLst/>
                <a:cxnLst/>
                <a:rect l="l" t="t" r="r" b="b"/>
                <a:pathLst>
                  <a:path w="39" h="31" extrusionOk="0">
                    <a:moveTo>
                      <a:pt x="0" y="18"/>
                    </a:moveTo>
                    <a:lnTo>
                      <a:pt x="0" y="16"/>
                    </a:lnTo>
                    <a:lnTo>
                      <a:pt x="2" y="16"/>
                    </a:lnTo>
                    <a:lnTo>
                      <a:pt x="9" y="12"/>
                    </a:lnTo>
                    <a:lnTo>
                      <a:pt x="12" y="5"/>
                    </a:lnTo>
                    <a:lnTo>
                      <a:pt x="20" y="0"/>
                    </a:lnTo>
                    <a:lnTo>
                      <a:pt x="32" y="5"/>
                    </a:lnTo>
                    <a:lnTo>
                      <a:pt x="39" y="3"/>
                    </a:lnTo>
                    <a:lnTo>
                      <a:pt x="39" y="14"/>
                    </a:lnTo>
                    <a:lnTo>
                      <a:pt x="38" y="18"/>
                    </a:lnTo>
                    <a:lnTo>
                      <a:pt x="39" y="24"/>
                    </a:lnTo>
                    <a:lnTo>
                      <a:pt x="37" y="27"/>
                    </a:lnTo>
                    <a:lnTo>
                      <a:pt x="22" y="31"/>
                    </a:lnTo>
                    <a:lnTo>
                      <a:pt x="7" y="30"/>
                    </a:lnTo>
                    <a:lnTo>
                      <a:pt x="4" y="26"/>
                    </a:lnTo>
                    <a:lnTo>
                      <a:pt x="0" y="1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44" name="Google Shape;2144;p5">
                <a:extLst>
                  <a:ext uri="{FF2B5EF4-FFF2-40B4-BE49-F238E27FC236}">
                    <a16:creationId xmlns:a16="http://schemas.microsoft.com/office/drawing/2014/main" id="{80DC75EA-23B0-6AEB-CA88-FA94DE70188E}"/>
                  </a:ext>
                </a:extLst>
              </p:cNvPr>
              <p:cNvSpPr/>
              <p:nvPr/>
            </p:nvSpPr>
            <p:spPr>
              <a:xfrm>
                <a:off x="3853" y="2380"/>
                <a:ext cx="51" cy="46"/>
              </a:xfrm>
              <a:custGeom>
                <a:avLst/>
                <a:gdLst/>
                <a:ahLst/>
                <a:cxnLst/>
                <a:rect l="l" t="t" r="r" b="b"/>
                <a:pathLst>
                  <a:path w="254" h="227" extrusionOk="0">
                    <a:moveTo>
                      <a:pt x="191" y="1"/>
                    </a:moveTo>
                    <a:lnTo>
                      <a:pt x="190" y="0"/>
                    </a:lnTo>
                    <a:lnTo>
                      <a:pt x="200" y="0"/>
                    </a:lnTo>
                    <a:lnTo>
                      <a:pt x="207" y="10"/>
                    </a:lnTo>
                    <a:lnTo>
                      <a:pt x="215" y="13"/>
                    </a:lnTo>
                    <a:lnTo>
                      <a:pt x="224" y="26"/>
                    </a:lnTo>
                    <a:lnTo>
                      <a:pt x="229" y="26"/>
                    </a:lnTo>
                    <a:lnTo>
                      <a:pt x="233" y="33"/>
                    </a:lnTo>
                    <a:lnTo>
                      <a:pt x="240" y="46"/>
                    </a:lnTo>
                    <a:lnTo>
                      <a:pt x="240" y="51"/>
                    </a:lnTo>
                    <a:lnTo>
                      <a:pt x="231" y="64"/>
                    </a:lnTo>
                    <a:lnTo>
                      <a:pt x="242" y="70"/>
                    </a:lnTo>
                    <a:lnTo>
                      <a:pt x="242" y="81"/>
                    </a:lnTo>
                    <a:lnTo>
                      <a:pt x="246" y="86"/>
                    </a:lnTo>
                    <a:lnTo>
                      <a:pt x="248" y="104"/>
                    </a:lnTo>
                    <a:lnTo>
                      <a:pt x="250" y="110"/>
                    </a:lnTo>
                    <a:lnTo>
                      <a:pt x="254" y="124"/>
                    </a:lnTo>
                    <a:lnTo>
                      <a:pt x="254" y="142"/>
                    </a:lnTo>
                    <a:lnTo>
                      <a:pt x="249" y="150"/>
                    </a:lnTo>
                    <a:lnTo>
                      <a:pt x="243" y="152"/>
                    </a:lnTo>
                    <a:lnTo>
                      <a:pt x="238" y="161"/>
                    </a:lnTo>
                    <a:lnTo>
                      <a:pt x="238" y="185"/>
                    </a:lnTo>
                    <a:lnTo>
                      <a:pt x="231" y="179"/>
                    </a:lnTo>
                    <a:lnTo>
                      <a:pt x="227" y="167"/>
                    </a:lnTo>
                    <a:lnTo>
                      <a:pt x="227" y="151"/>
                    </a:lnTo>
                    <a:lnTo>
                      <a:pt x="221" y="142"/>
                    </a:lnTo>
                    <a:lnTo>
                      <a:pt x="217" y="134"/>
                    </a:lnTo>
                    <a:lnTo>
                      <a:pt x="212" y="131"/>
                    </a:lnTo>
                    <a:lnTo>
                      <a:pt x="207" y="135"/>
                    </a:lnTo>
                    <a:lnTo>
                      <a:pt x="192" y="158"/>
                    </a:lnTo>
                    <a:lnTo>
                      <a:pt x="191" y="172"/>
                    </a:lnTo>
                    <a:lnTo>
                      <a:pt x="197" y="179"/>
                    </a:lnTo>
                    <a:lnTo>
                      <a:pt x="202" y="189"/>
                    </a:lnTo>
                    <a:lnTo>
                      <a:pt x="206" y="201"/>
                    </a:lnTo>
                    <a:lnTo>
                      <a:pt x="206" y="207"/>
                    </a:lnTo>
                    <a:lnTo>
                      <a:pt x="194" y="227"/>
                    </a:lnTo>
                    <a:lnTo>
                      <a:pt x="186" y="223"/>
                    </a:lnTo>
                    <a:lnTo>
                      <a:pt x="184" y="211"/>
                    </a:lnTo>
                    <a:lnTo>
                      <a:pt x="183" y="205"/>
                    </a:lnTo>
                    <a:lnTo>
                      <a:pt x="174" y="211"/>
                    </a:lnTo>
                    <a:lnTo>
                      <a:pt x="164" y="212"/>
                    </a:lnTo>
                    <a:lnTo>
                      <a:pt x="156" y="210"/>
                    </a:lnTo>
                    <a:lnTo>
                      <a:pt x="133" y="199"/>
                    </a:lnTo>
                    <a:lnTo>
                      <a:pt x="125" y="189"/>
                    </a:lnTo>
                    <a:lnTo>
                      <a:pt x="120" y="182"/>
                    </a:lnTo>
                    <a:lnTo>
                      <a:pt x="119" y="171"/>
                    </a:lnTo>
                    <a:lnTo>
                      <a:pt x="116" y="162"/>
                    </a:lnTo>
                    <a:lnTo>
                      <a:pt x="113" y="150"/>
                    </a:lnTo>
                    <a:lnTo>
                      <a:pt x="125" y="134"/>
                    </a:lnTo>
                    <a:lnTo>
                      <a:pt x="125" y="126"/>
                    </a:lnTo>
                    <a:lnTo>
                      <a:pt x="116" y="116"/>
                    </a:lnTo>
                    <a:lnTo>
                      <a:pt x="105" y="108"/>
                    </a:lnTo>
                    <a:lnTo>
                      <a:pt x="97" y="104"/>
                    </a:lnTo>
                    <a:lnTo>
                      <a:pt x="89" y="104"/>
                    </a:lnTo>
                    <a:lnTo>
                      <a:pt x="81" y="119"/>
                    </a:lnTo>
                    <a:lnTo>
                      <a:pt x="81" y="125"/>
                    </a:lnTo>
                    <a:lnTo>
                      <a:pt x="73" y="121"/>
                    </a:lnTo>
                    <a:lnTo>
                      <a:pt x="68" y="121"/>
                    </a:lnTo>
                    <a:lnTo>
                      <a:pt x="68" y="114"/>
                    </a:lnTo>
                    <a:lnTo>
                      <a:pt x="55" y="126"/>
                    </a:lnTo>
                    <a:lnTo>
                      <a:pt x="54" y="132"/>
                    </a:lnTo>
                    <a:lnTo>
                      <a:pt x="50" y="123"/>
                    </a:lnTo>
                    <a:lnTo>
                      <a:pt x="47" y="112"/>
                    </a:lnTo>
                    <a:lnTo>
                      <a:pt x="39" y="112"/>
                    </a:lnTo>
                    <a:lnTo>
                      <a:pt x="28" y="124"/>
                    </a:lnTo>
                    <a:lnTo>
                      <a:pt x="16" y="153"/>
                    </a:lnTo>
                    <a:lnTo>
                      <a:pt x="9" y="156"/>
                    </a:lnTo>
                    <a:lnTo>
                      <a:pt x="3" y="155"/>
                    </a:lnTo>
                    <a:lnTo>
                      <a:pt x="0" y="144"/>
                    </a:lnTo>
                    <a:lnTo>
                      <a:pt x="7" y="121"/>
                    </a:lnTo>
                    <a:lnTo>
                      <a:pt x="12" y="104"/>
                    </a:lnTo>
                    <a:lnTo>
                      <a:pt x="22" y="93"/>
                    </a:lnTo>
                    <a:lnTo>
                      <a:pt x="52" y="85"/>
                    </a:lnTo>
                    <a:lnTo>
                      <a:pt x="56" y="76"/>
                    </a:lnTo>
                    <a:lnTo>
                      <a:pt x="63" y="69"/>
                    </a:lnTo>
                    <a:lnTo>
                      <a:pt x="73" y="64"/>
                    </a:lnTo>
                    <a:lnTo>
                      <a:pt x="79" y="56"/>
                    </a:lnTo>
                    <a:lnTo>
                      <a:pt x="99" y="64"/>
                    </a:lnTo>
                    <a:lnTo>
                      <a:pt x="104" y="76"/>
                    </a:lnTo>
                    <a:lnTo>
                      <a:pt x="98" y="94"/>
                    </a:lnTo>
                    <a:lnTo>
                      <a:pt x="120" y="85"/>
                    </a:lnTo>
                    <a:lnTo>
                      <a:pt x="127" y="69"/>
                    </a:lnTo>
                    <a:lnTo>
                      <a:pt x="138" y="64"/>
                    </a:lnTo>
                    <a:lnTo>
                      <a:pt x="146" y="66"/>
                    </a:lnTo>
                    <a:lnTo>
                      <a:pt x="151" y="60"/>
                    </a:lnTo>
                    <a:lnTo>
                      <a:pt x="153" y="49"/>
                    </a:lnTo>
                    <a:lnTo>
                      <a:pt x="158" y="43"/>
                    </a:lnTo>
                    <a:lnTo>
                      <a:pt x="169" y="46"/>
                    </a:lnTo>
                    <a:lnTo>
                      <a:pt x="181" y="40"/>
                    </a:lnTo>
                    <a:lnTo>
                      <a:pt x="189" y="43"/>
                    </a:lnTo>
                    <a:lnTo>
                      <a:pt x="192" y="39"/>
                    </a:lnTo>
                    <a:lnTo>
                      <a:pt x="194" y="26"/>
                    </a:lnTo>
                    <a:lnTo>
                      <a:pt x="191" y="7"/>
                    </a:lnTo>
                    <a:lnTo>
                      <a:pt x="191" y="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145" name="Google Shape;2145;p5">
              <a:extLst>
                <a:ext uri="{FF2B5EF4-FFF2-40B4-BE49-F238E27FC236}">
                  <a16:creationId xmlns:a16="http://schemas.microsoft.com/office/drawing/2014/main" id="{388C8AE3-3DAA-09A6-865B-6E56354E9DFA}"/>
                </a:ext>
              </a:extLst>
            </p:cNvPr>
            <p:cNvSpPr/>
            <p:nvPr/>
          </p:nvSpPr>
          <p:spPr>
            <a:xfrm>
              <a:off x="6744492" y="3603972"/>
              <a:ext cx="23813" cy="19050"/>
            </a:xfrm>
            <a:custGeom>
              <a:avLst/>
              <a:gdLst/>
              <a:ahLst/>
              <a:cxnLst/>
              <a:rect l="l" t="t" r="r" b="b"/>
              <a:pathLst>
                <a:path w="77" h="58" extrusionOk="0">
                  <a:moveTo>
                    <a:pt x="67" y="9"/>
                  </a:moveTo>
                  <a:lnTo>
                    <a:pt x="72" y="14"/>
                  </a:lnTo>
                  <a:lnTo>
                    <a:pt x="76" y="21"/>
                  </a:lnTo>
                  <a:lnTo>
                    <a:pt x="77" y="26"/>
                  </a:lnTo>
                  <a:lnTo>
                    <a:pt x="77" y="32"/>
                  </a:lnTo>
                  <a:lnTo>
                    <a:pt x="76" y="37"/>
                  </a:lnTo>
                  <a:lnTo>
                    <a:pt x="70" y="37"/>
                  </a:lnTo>
                  <a:lnTo>
                    <a:pt x="65" y="35"/>
                  </a:lnTo>
                  <a:lnTo>
                    <a:pt x="61" y="27"/>
                  </a:lnTo>
                  <a:lnTo>
                    <a:pt x="59" y="20"/>
                  </a:lnTo>
                  <a:lnTo>
                    <a:pt x="56" y="16"/>
                  </a:lnTo>
                  <a:lnTo>
                    <a:pt x="51" y="16"/>
                  </a:lnTo>
                  <a:lnTo>
                    <a:pt x="46" y="19"/>
                  </a:lnTo>
                  <a:lnTo>
                    <a:pt x="43" y="24"/>
                  </a:lnTo>
                  <a:lnTo>
                    <a:pt x="41" y="48"/>
                  </a:lnTo>
                  <a:lnTo>
                    <a:pt x="39" y="56"/>
                  </a:lnTo>
                  <a:lnTo>
                    <a:pt x="34" y="58"/>
                  </a:lnTo>
                  <a:lnTo>
                    <a:pt x="29" y="57"/>
                  </a:lnTo>
                  <a:lnTo>
                    <a:pt x="26" y="53"/>
                  </a:lnTo>
                  <a:lnTo>
                    <a:pt x="21" y="48"/>
                  </a:lnTo>
                  <a:lnTo>
                    <a:pt x="17" y="42"/>
                  </a:lnTo>
                  <a:lnTo>
                    <a:pt x="7" y="31"/>
                  </a:lnTo>
                  <a:lnTo>
                    <a:pt x="3" y="29"/>
                  </a:lnTo>
                  <a:lnTo>
                    <a:pt x="0" y="27"/>
                  </a:lnTo>
                  <a:lnTo>
                    <a:pt x="2" y="25"/>
                  </a:lnTo>
                  <a:lnTo>
                    <a:pt x="11" y="22"/>
                  </a:lnTo>
                  <a:lnTo>
                    <a:pt x="26" y="21"/>
                  </a:lnTo>
                  <a:lnTo>
                    <a:pt x="33" y="16"/>
                  </a:lnTo>
                  <a:lnTo>
                    <a:pt x="53" y="0"/>
                  </a:lnTo>
                  <a:lnTo>
                    <a:pt x="55" y="8"/>
                  </a:lnTo>
                  <a:lnTo>
                    <a:pt x="67" y="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46" name="Google Shape;2146;p5">
              <a:extLst>
                <a:ext uri="{FF2B5EF4-FFF2-40B4-BE49-F238E27FC236}">
                  <a16:creationId xmlns:a16="http://schemas.microsoft.com/office/drawing/2014/main" id="{FECEB166-808A-DAD3-3EC6-09FBCDADD7DF}"/>
                </a:ext>
              </a:extLst>
            </p:cNvPr>
            <p:cNvSpPr/>
            <p:nvPr/>
          </p:nvSpPr>
          <p:spPr>
            <a:xfrm>
              <a:off x="6781005" y="3748434"/>
              <a:ext cx="4763" cy="14288"/>
            </a:xfrm>
            <a:custGeom>
              <a:avLst/>
              <a:gdLst/>
              <a:ahLst/>
              <a:cxnLst/>
              <a:rect l="l" t="t" r="r" b="b"/>
              <a:pathLst>
                <a:path w="15" h="42" extrusionOk="0">
                  <a:moveTo>
                    <a:pt x="8" y="1"/>
                  </a:moveTo>
                  <a:lnTo>
                    <a:pt x="9" y="0"/>
                  </a:lnTo>
                  <a:lnTo>
                    <a:pt x="11" y="10"/>
                  </a:lnTo>
                  <a:lnTo>
                    <a:pt x="13" y="26"/>
                  </a:lnTo>
                  <a:lnTo>
                    <a:pt x="15" y="33"/>
                  </a:lnTo>
                  <a:lnTo>
                    <a:pt x="9" y="41"/>
                  </a:lnTo>
                  <a:lnTo>
                    <a:pt x="4" y="42"/>
                  </a:lnTo>
                  <a:lnTo>
                    <a:pt x="0" y="27"/>
                  </a:lnTo>
                  <a:lnTo>
                    <a:pt x="0" y="13"/>
                  </a:lnTo>
                  <a:lnTo>
                    <a:pt x="3" y="4"/>
                  </a:lnTo>
                  <a:lnTo>
                    <a:pt x="8" y="0"/>
                  </a:lnTo>
                  <a:lnTo>
                    <a:pt x="8" y="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47" name="Google Shape;2147;p5">
              <a:extLst>
                <a:ext uri="{FF2B5EF4-FFF2-40B4-BE49-F238E27FC236}">
                  <a16:creationId xmlns:a16="http://schemas.microsoft.com/office/drawing/2014/main" id="{9BEC2E42-8716-4F7F-4FAB-72E910B8E13A}"/>
                </a:ext>
              </a:extLst>
            </p:cNvPr>
            <p:cNvSpPr/>
            <p:nvPr/>
          </p:nvSpPr>
          <p:spPr>
            <a:xfrm>
              <a:off x="6931817" y="3837334"/>
              <a:ext cx="42863" cy="19050"/>
            </a:xfrm>
            <a:custGeom>
              <a:avLst/>
              <a:gdLst/>
              <a:ahLst/>
              <a:cxnLst/>
              <a:rect l="l" t="t" r="r" b="b"/>
              <a:pathLst>
                <a:path w="133" h="61" extrusionOk="0">
                  <a:moveTo>
                    <a:pt x="0" y="39"/>
                  </a:moveTo>
                  <a:lnTo>
                    <a:pt x="2" y="38"/>
                  </a:lnTo>
                  <a:lnTo>
                    <a:pt x="11" y="29"/>
                  </a:lnTo>
                  <a:lnTo>
                    <a:pt x="18" y="17"/>
                  </a:lnTo>
                  <a:lnTo>
                    <a:pt x="27" y="16"/>
                  </a:lnTo>
                  <a:lnTo>
                    <a:pt x="55" y="11"/>
                  </a:lnTo>
                  <a:lnTo>
                    <a:pt x="61" y="7"/>
                  </a:lnTo>
                  <a:lnTo>
                    <a:pt x="71" y="10"/>
                  </a:lnTo>
                  <a:lnTo>
                    <a:pt x="98" y="7"/>
                  </a:lnTo>
                  <a:lnTo>
                    <a:pt x="109" y="3"/>
                  </a:lnTo>
                  <a:lnTo>
                    <a:pt x="118" y="2"/>
                  </a:lnTo>
                  <a:lnTo>
                    <a:pt x="124" y="0"/>
                  </a:lnTo>
                  <a:lnTo>
                    <a:pt x="132" y="2"/>
                  </a:lnTo>
                  <a:lnTo>
                    <a:pt x="133" y="6"/>
                  </a:lnTo>
                  <a:lnTo>
                    <a:pt x="129" y="19"/>
                  </a:lnTo>
                  <a:lnTo>
                    <a:pt x="113" y="23"/>
                  </a:lnTo>
                  <a:lnTo>
                    <a:pt x="88" y="37"/>
                  </a:lnTo>
                  <a:lnTo>
                    <a:pt x="73" y="40"/>
                  </a:lnTo>
                  <a:lnTo>
                    <a:pt x="61" y="46"/>
                  </a:lnTo>
                  <a:lnTo>
                    <a:pt x="39" y="51"/>
                  </a:lnTo>
                  <a:lnTo>
                    <a:pt x="23" y="61"/>
                  </a:lnTo>
                  <a:lnTo>
                    <a:pt x="18" y="59"/>
                  </a:lnTo>
                  <a:lnTo>
                    <a:pt x="0" y="3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48" name="Google Shape;2148;p5">
              <a:extLst>
                <a:ext uri="{FF2B5EF4-FFF2-40B4-BE49-F238E27FC236}">
                  <a16:creationId xmlns:a16="http://schemas.microsoft.com/office/drawing/2014/main" id="{1BA878C9-39CA-7B41-0306-4F8DEE115507}"/>
                </a:ext>
              </a:extLst>
            </p:cNvPr>
            <p:cNvSpPr/>
            <p:nvPr/>
          </p:nvSpPr>
          <p:spPr>
            <a:xfrm>
              <a:off x="6911180" y="3850034"/>
              <a:ext cx="26988" cy="22225"/>
            </a:xfrm>
            <a:custGeom>
              <a:avLst/>
              <a:gdLst/>
              <a:ahLst/>
              <a:cxnLst/>
              <a:rect l="l" t="t" r="r" b="b"/>
              <a:pathLst>
                <a:path w="85" h="71" extrusionOk="0">
                  <a:moveTo>
                    <a:pt x="85" y="20"/>
                  </a:moveTo>
                  <a:lnTo>
                    <a:pt x="85" y="22"/>
                  </a:lnTo>
                  <a:lnTo>
                    <a:pt x="80" y="35"/>
                  </a:lnTo>
                  <a:lnTo>
                    <a:pt x="69" y="46"/>
                  </a:lnTo>
                  <a:lnTo>
                    <a:pt x="63" y="54"/>
                  </a:lnTo>
                  <a:lnTo>
                    <a:pt x="54" y="58"/>
                  </a:lnTo>
                  <a:lnTo>
                    <a:pt x="49" y="60"/>
                  </a:lnTo>
                  <a:lnTo>
                    <a:pt x="40" y="63"/>
                  </a:lnTo>
                  <a:lnTo>
                    <a:pt x="31" y="68"/>
                  </a:lnTo>
                  <a:lnTo>
                    <a:pt x="21" y="70"/>
                  </a:lnTo>
                  <a:lnTo>
                    <a:pt x="15" y="71"/>
                  </a:lnTo>
                  <a:lnTo>
                    <a:pt x="5" y="71"/>
                  </a:lnTo>
                  <a:lnTo>
                    <a:pt x="0" y="66"/>
                  </a:lnTo>
                  <a:lnTo>
                    <a:pt x="8" y="58"/>
                  </a:lnTo>
                  <a:lnTo>
                    <a:pt x="9" y="52"/>
                  </a:lnTo>
                  <a:lnTo>
                    <a:pt x="6" y="46"/>
                  </a:lnTo>
                  <a:lnTo>
                    <a:pt x="8" y="31"/>
                  </a:lnTo>
                  <a:lnTo>
                    <a:pt x="15" y="23"/>
                  </a:lnTo>
                  <a:lnTo>
                    <a:pt x="22" y="17"/>
                  </a:lnTo>
                  <a:lnTo>
                    <a:pt x="32" y="15"/>
                  </a:lnTo>
                  <a:lnTo>
                    <a:pt x="41" y="9"/>
                  </a:lnTo>
                  <a:lnTo>
                    <a:pt x="48" y="6"/>
                  </a:lnTo>
                  <a:lnTo>
                    <a:pt x="53" y="4"/>
                  </a:lnTo>
                  <a:lnTo>
                    <a:pt x="62" y="3"/>
                  </a:lnTo>
                  <a:lnTo>
                    <a:pt x="67" y="0"/>
                  </a:lnTo>
                  <a:lnTo>
                    <a:pt x="85" y="2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49" name="Google Shape;2149;p5">
              <a:extLst>
                <a:ext uri="{FF2B5EF4-FFF2-40B4-BE49-F238E27FC236}">
                  <a16:creationId xmlns:a16="http://schemas.microsoft.com/office/drawing/2014/main" id="{10C94C97-3DF2-73A9-EB60-692DE4D9AF2C}"/>
                </a:ext>
              </a:extLst>
            </p:cNvPr>
            <p:cNvSpPr/>
            <p:nvPr/>
          </p:nvSpPr>
          <p:spPr>
            <a:xfrm>
              <a:off x="6987380" y="3740497"/>
              <a:ext cx="50800" cy="19050"/>
            </a:xfrm>
            <a:custGeom>
              <a:avLst/>
              <a:gdLst/>
              <a:ahLst/>
              <a:cxnLst/>
              <a:rect l="l" t="t" r="r" b="b"/>
              <a:pathLst>
                <a:path w="162" h="59" extrusionOk="0">
                  <a:moveTo>
                    <a:pt x="3" y="38"/>
                  </a:moveTo>
                  <a:lnTo>
                    <a:pt x="1" y="37"/>
                  </a:lnTo>
                  <a:lnTo>
                    <a:pt x="0" y="24"/>
                  </a:lnTo>
                  <a:lnTo>
                    <a:pt x="2" y="18"/>
                  </a:lnTo>
                  <a:lnTo>
                    <a:pt x="7" y="14"/>
                  </a:lnTo>
                  <a:lnTo>
                    <a:pt x="12" y="8"/>
                  </a:lnTo>
                  <a:lnTo>
                    <a:pt x="17" y="3"/>
                  </a:lnTo>
                  <a:lnTo>
                    <a:pt x="43" y="5"/>
                  </a:lnTo>
                  <a:lnTo>
                    <a:pt x="54" y="4"/>
                  </a:lnTo>
                  <a:lnTo>
                    <a:pt x="63" y="2"/>
                  </a:lnTo>
                  <a:lnTo>
                    <a:pt x="70" y="5"/>
                  </a:lnTo>
                  <a:lnTo>
                    <a:pt x="88" y="0"/>
                  </a:lnTo>
                  <a:lnTo>
                    <a:pt x="99" y="4"/>
                  </a:lnTo>
                  <a:lnTo>
                    <a:pt x="108" y="11"/>
                  </a:lnTo>
                  <a:lnTo>
                    <a:pt x="116" y="13"/>
                  </a:lnTo>
                  <a:lnTo>
                    <a:pt x="125" y="13"/>
                  </a:lnTo>
                  <a:lnTo>
                    <a:pt x="132" y="10"/>
                  </a:lnTo>
                  <a:lnTo>
                    <a:pt x="142" y="14"/>
                  </a:lnTo>
                  <a:lnTo>
                    <a:pt x="148" y="30"/>
                  </a:lnTo>
                  <a:lnTo>
                    <a:pt x="152" y="35"/>
                  </a:lnTo>
                  <a:lnTo>
                    <a:pt x="160" y="37"/>
                  </a:lnTo>
                  <a:lnTo>
                    <a:pt x="162" y="50"/>
                  </a:lnTo>
                  <a:lnTo>
                    <a:pt x="157" y="59"/>
                  </a:lnTo>
                  <a:lnTo>
                    <a:pt x="149" y="54"/>
                  </a:lnTo>
                  <a:lnTo>
                    <a:pt x="108" y="32"/>
                  </a:lnTo>
                  <a:lnTo>
                    <a:pt x="98" y="30"/>
                  </a:lnTo>
                  <a:lnTo>
                    <a:pt x="88" y="30"/>
                  </a:lnTo>
                  <a:lnTo>
                    <a:pt x="88" y="35"/>
                  </a:lnTo>
                  <a:lnTo>
                    <a:pt x="83" y="36"/>
                  </a:lnTo>
                  <a:lnTo>
                    <a:pt x="72" y="35"/>
                  </a:lnTo>
                  <a:lnTo>
                    <a:pt x="62" y="34"/>
                  </a:lnTo>
                  <a:lnTo>
                    <a:pt x="54" y="26"/>
                  </a:lnTo>
                  <a:lnTo>
                    <a:pt x="45" y="30"/>
                  </a:lnTo>
                  <a:lnTo>
                    <a:pt x="41" y="35"/>
                  </a:lnTo>
                  <a:lnTo>
                    <a:pt x="34" y="37"/>
                  </a:lnTo>
                  <a:lnTo>
                    <a:pt x="24" y="32"/>
                  </a:lnTo>
                  <a:lnTo>
                    <a:pt x="13" y="21"/>
                  </a:lnTo>
                  <a:lnTo>
                    <a:pt x="11" y="24"/>
                  </a:lnTo>
                  <a:lnTo>
                    <a:pt x="3" y="3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50" name="Google Shape;2150;p5">
              <a:extLst>
                <a:ext uri="{FF2B5EF4-FFF2-40B4-BE49-F238E27FC236}">
                  <a16:creationId xmlns:a16="http://schemas.microsoft.com/office/drawing/2014/main" id="{EB383B8E-E305-AC96-6D78-7603479D9631}"/>
                </a:ext>
              </a:extLst>
            </p:cNvPr>
            <p:cNvSpPr/>
            <p:nvPr/>
          </p:nvSpPr>
          <p:spPr>
            <a:xfrm>
              <a:off x="6830217" y="3662709"/>
              <a:ext cx="109538" cy="128588"/>
            </a:xfrm>
            <a:custGeom>
              <a:avLst/>
              <a:gdLst/>
              <a:ahLst/>
              <a:cxnLst/>
              <a:rect l="l" t="t" r="r" b="b"/>
              <a:pathLst>
                <a:path w="345" h="404" extrusionOk="0">
                  <a:moveTo>
                    <a:pt x="120" y="22"/>
                  </a:moveTo>
                  <a:lnTo>
                    <a:pt x="139" y="24"/>
                  </a:lnTo>
                  <a:lnTo>
                    <a:pt x="141" y="30"/>
                  </a:lnTo>
                  <a:lnTo>
                    <a:pt x="147" y="35"/>
                  </a:lnTo>
                  <a:lnTo>
                    <a:pt x="155" y="36"/>
                  </a:lnTo>
                  <a:lnTo>
                    <a:pt x="163" y="33"/>
                  </a:lnTo>
                  <a:lnTo>
                    <a:pt x="169" y="33"/>
                  </a:lnTo>
                  <a:lnTo>
                    <a:pt x="178" y="35"/>
                  </a:lnTo>
                  <a:lnTo>
                    <a:pt x="184" y="36"/>
                  </a:lnTo>
                  <a:lnTo>
                    <a:pt x="193" y="36"/>
                  </a:lnTo>
                  <a:lnTo>
                    <a:pt x="201" y="38"/>
                  </a:lnTo>
                  <a:lnTo>
                    <a:pt x="205" y="43"/>
                  </a:lnTo>
                  <a:lnTo>
                    <a:pt x="216" y="47"/>
                  </a:lnTo>
                  <a:lnTo>
                    <a:pt x="222" y="46"/>
                  </a:lnTo>
                  <a:lnTo>
                    <a:pt x="229" y="42"/>
                  </a:lnTo>
                  <a:lnTo>
                    <a:pt x="237" y="41"/>
                  </a:lnTo>
                  <a:lnTo>
                    <a:pt x="274" y="46"/>
                  </a:lnTo>
                  <a:lnTo>
                    <a:pt x="288" y="42"/>
                  </a:lnTo>
                  <a:lnTo>
                    <a:pt x="309" y="21"/>
                  </a:lnTo>
                  <a:lnTo>
                    <a:pt x="317" y="16"/>
                  </a:lnTo>
                  <a:lnTo>
                    <a:pt x="325" y="6"/>
                  </a:lnTo>
                  <a:lnTo>
                    <a:pt x="335" y="0"/>
                  </a:lnTo>
                  <a:lnTo>
                    <a:pt x="341" y="2"/>
                  </a:lnTo>
                  <a:lnTo>
                    <a:pt x="344" y="4"/>
                  </a:lnTo>
                  <a:lnTo>
                    <a:pt x="345" y="13"/>
                  </a:lnTo>
                  <a:lnTo>
                    <a:pt x="344" y="20"/>
                  </a:lnTo>
                  <a:lnTo>
                    <a:pt x="339" y="30"/>
                  </a:lnTo>
                  <a:lnTo>
                    <a:pt x="323" y="47"/>
                  </a:lnTo>
                  <a:lnTo>
                    <a:pt x="313" y="60"/>
                  </a:lnTo>
                  <a:lnTo>
                    <a:pt x="303" y="69"/>
                  </a:lnTo>
                  <a:lnTo>
                    <a:pt x="293" y="75"/>
                  </a:lnTo>
                  <a:lnTo>
                    <a:pt x="280" y="75"/>
                  </a:lnTo>
                  <a:lnTo>
                    <a:pt x="268" y="78"/>
                  </a:lnTo>
                  <a:lnTo>
                    <a:pt x="245" y="78"/>
                  </a:lnTo>
                  <a:lnTo>
                    <a:pt x="234" y="70"/>
                  </a:lnTo>
                  <a:lnTo>
                    <a:pt x="218" y="68"/>
                  </a:lnTo>
                  <a:lnTo>
                    <a:pt x="201" y="68"/>
                  </a:lnTo>
                  <a:lnTo>
                    <a:pt x="178" y="69"/>
                  </a:lnTo>
                  <a:lnTo>
                    <a:pt x="164" y="72"/>
                  </a:lnTo>
                  <a:lnTo>
                    <a:pt x="156" y="68"/>
                  </a:lnTo>
                  <a:lnTo>
                    <a:pt x="148" y="68"/>
                  </a:lnTo>
                  <a:lnTo>
                    <a:pt x="145" y="69"/>
                  </a:lnTo>
                  <a:lnTo>
                    <a:pt x="135" y="67"/>
                  </a:lnTo>
                  <a:lnTo>
                    <a:pt x="130" y="68"/>
                  </a:lnTo>
                  <a:lnTo>
                    <a:pt x="121" y="72"/>
                  </a:lnTo>
                  <a:lnTo>
                    <a:pt x="109" y="72"/>
                  </a:lnTo>
                  <a:lnTo>
                    <a:pt x="98" y="69"/>
                  </a:lnTo>
                  <a:lnTo>
                    <a:pt x="87" y="69"/>
                  </a:lnTo>
                  <a:lnTo>
                    <a:pt x="77" y="80"/>
                  </a:lnTo>
                  <a:lnTo>
                    <a:pt x="70" y="94"/>
                  </a:lnTo>
                  <a:lnTo>
                    <a:pt x="67" y="107"/>
                  </a:lnTo>
                  <a:lnTo>
                    <a:pt x="67" y="137"/>
                  </a:lnTo>
                  <a:lnTo>
                    <a:pt x="75" y="144"/>
                  </a:lnTo>
                  <a:lnTo>
                    <a:pt x="86" y="148"/>
                  </a:lnTo>
                  <a:lnTo>
                    <a:pt x="100" y="171"/>
                  </a:lnTo>
                  <a:lnTo>
                    <a:pt x="121" y="170"/>
                  </a:lnTo>
                  <a:lnTo>
                    <a:pt x="124" y="164"/>
                  </a:lnTo>
                  <a:lnTo>
                    <a:pt x="132" y="156"/>
                  </a:lnTo>
                  <a:lnTo>
                    <a:pt x="140" y="146"/>
                  </a:lnTo>
                  <a:lnTo>
                    <a:pt x="151" y="143"/>
                  </a:lnTo>
                  <a:lnTo>
                    <a:pt x="159" y="145"/>
                  </a:lnTo>
                  <a:lnTo>
                    <a:pt x="163" y="145"/>
                  </a:lnTo>
                  <a:lnTo>
                    <a:pt x="172" y="148"/>
                  </a:lnTo>
                  <a:lnTo>
                    <a:pt x="177" y="140"/>
                  </a:lnTo>
                  <a:lnTo>
                    <a:pt x="193" y="138"/>
                  </a:lnTo>
                  <a:lnTo>
                    <a:pt x="215" y="138"/>
                  </a:lnTo>
                  <a:lnTo>
                    <a:pt x="217" y="129"/>
                  </a:lnTo>
                  <a:lnTo>
                    <a:pt x="233" y="124"/>
                  </a:lnTo>
                  <a:lnTo>
                    <a:pt x="244" y="124"/>
                  </a:lnTo>
                  <a:lnTo>
                    <a:pt x="250" y="133"/>
                  </a:lnTo>
                  <a:lnTo>
                    <a:pt x="249" y="144"/>
                  </a:lnTo>
                  <a:lnTo>
                    <a:pt x="243" y="150"/>
                  </a:lnTo>
                  <a:lnTo>
                    <a:pt x="231" y="144"/>
                  </a:lnTo>
                  <a:lnTo>
                    <a:pt x="218" y="146"/>
                  </a:lnTo>
                  <a:lnTo>
                    <a:pt x="198" y="172"/>
                  </a:lnTo>
                  <a:lnTo>
                    <a:pt x="189" y="180"/>
                  </a:lnTo>
                  <a:lnTo>
                    <a:pt x="173" y="187"/>
                  </a:lnTo>
                  <a:lnTo>
                    <a:pt x="166" y="189"/>
                  </a:lnTo>
                  <a:lnTo>
                    <a:pt x="155" y="196"/>
                  </a:lnTo>
                  <a:lnTo>
                    <a:pt x="150" y="197"/>
                  </a:lnTo>
                  <a:lnTo>
                    <a:pt x="137" y="193"/>
                  </a:lnTo>
                  <a:lnTo>
                    <a:pt x="139" y="203"/>
                  </a:lnTo>
                  <a:lnTo>
                    <a:pt x="152" y="212"/>
                  </a:lnTo>
                  <a:lnTo>
                    <a:pt x="180" y="251"/>
                  </a:lnTo>
                  <a:lnTo>
                    <a:pt x="185" y="252"/>
                  </a:lnTo>
                  <a:lnTo>
                    <a:pt x="190" y="263"/>
                  </a:lnTo>
                  <a:lnTo>
                    <a:pt x="196" y="271"/>
                  </a:lnTo>
                  <a:lnTo>
                    <a:pt x="193" y="277"/>
                  </a:lnTo>
                  <a:lnTo>
                    <a:pt x="185" y="279"/>
                  </a:lnTo>
                  <a:lnTo>
                    <a:pt x="184" y="286"/>
                  </a:lnTo>
                  <a:lnTo>
                    <a:pt x="185" y="293"/>
                  </a:lnTo>
                  <a:lnTo>
                    <a:pt x="198" y="301"/>
                  </a:lnTo>
                  <a:lnTo>
                    <a:pt x="202" y="309"/>
                  </a:lnTo>
                  <a:lnTo>
                    <a:pt x="202" y="317"/>
                  </a:lnTo>
                  <a:lnTo>
                    <a:pt x="209" y="321"/>
                  </a:lnTo>
                  <a:lnTo>
                    <a:pt x="216" y="320"/>
                  </a:lnTo>
                  <a:lnTo>
                    <a:pt x="218" y="328"/>
                  </a:lnTo>
                  <a:lnTo>
                    <a:pt x="215" y="332"/>
                  </a:lnTo>
                  <a:lnTo>
                    <a:pt x="211" y="337"/>
                  </a:lnTo>
                  <a:lnTo>
                    <a:pt x="196" y="337"/>
                  </a:lnTo>
                  <a:lnTo>
                    <a:pt x="182" y="341"/>
                  </a:lnTo>
                  <a:lnTo>
                    <a:pt x="175" y="354"/>
                  </a:lnTo>
                  <a:lnTo>
                    <a:pt x="166" y="360"/>
                  </a:lnTo>
                  <a:lnTo>
                    <a:pt x="150" y="359"/>
                  </a:lnTo>
                  <a:lnTo>
                    <a:pt x="146" y="348"/>
                  </a:lnTo>
                  <a:lnTo>
                    <a:pt x="145" y="333"/>
                  </a:lnTo>
                  <a:lnTo>
                    <a:pt x="148" y="321"/>
                  </a:lnTo>
                  <a:lnTo>
                    <a:pt x="143" y="314"/>
                  </a:lnTo>
                  <a:lnTo>
                    <a:pt x="131" y="305"/>
                  </a:lnTo>
                  <a:lnTo>
                    <a:pt x="120" y="294"/>
                  </a:lnTo>
                  <a:lnTo>
                    <a:pt x="113" y="280"/>
                  </a:lnTo>
                  <a:lnTo>
                    <a:pt x="121" y="264"/>
                  </a:lnTo>
                  <a:lnTo>
                    <a:pt x="121" y="253"/>
                  </a:lnTo>
                  <a:lnTo>
                    <a:pt x="119" y="245"/>
                  </a:lnTo>
                  <a:lnTo>
                    <a:pt x="116" y="239"/>
                  </a:lnTo>
                  <a:lnTo>
                    <a:pt x="105" y="237"/>
                  </a:lnTo>
                  <a:lnTo>
                    <a:pt x="92" y="245"/>
                  </a:lnTo>
                  <a:lnTo>
                    <a:pt x="81" y="253"/>
                  </a:lnTo>
                  <a:lnTo>
                    <a:pt x="76" y="267"/>
                  </a:lnTo>
                  <a:lnTo>
                    <a:pt x="83" y="280"/>
                  </a:lnTo>
                  <a:lnTo>
                    <a:pt x="83" y="294"/>
                  </a:lnTo>
                  <a:lnTo>
                    <a:pt x="82" y="344"/>
                  </a:lnTo>
                  <a:lnTo>
                    <a:pt x="86" y="354"/>
                  </a:lnTo>
                  <a:lnTo>
                    <a:pt x="80" y="368"/>
                  </a:lnTo>
                  <a:lnTo>
                    <a:pt x="81" y="384"/>
                  </a:lnTo>
                  <a:lnTo>
                    <a:pt x="85" y="397"/>
                  </a:lnTo>
                  <a:lnTo>
                    <a:pt x="82" y="400"/>
                  </a:lnTo>
                  <a:lnTo>
                    <a:pt x="67" y="401"/>
                  </a:lnTo>
                  <a:lnTo>
                    <a:pt x="55" y="404"/>
                  </a:lnTo>
                  <a:lnTo>
                    <a:pt x="42" y="403"/>
                  </a:lnTo>
                  <a:lnTo>
                    <a:pt x="33" y="398"/>
                  </a:lnTo>
                  <a:lnTo>
                    <a:pt x="27" y="384"/>
                  </a:lnTo>
                  <a:lnTo>
                    <a:pt x="34" y="363"/>
                  </a:lnTo>
                  <a:lnTo>
                    <a:pt x="35" y="350"/>
                  </a:lnTo>
                  <a:lnTo>
                    <a:pt x="43" y="316"/>
                  </a:lnTo>
                  <a:lnTo>
                    <a:pt x="39" y="310"/>
                  </a:lnTo>
                  <a:lnTo>
                    <a:pt x="34" y="284"/>
                  </a:lnTo>
                  <a:lnTo>
                    <a:pt x="22" y="284"/>
                  </a:lnTo>
                  <a:lnTo>
                    <a:pt x="11" y="285"/>
                  </a:lnTo>
                  <a:lnTo>
                    <a:pt x="2" y="273"/>
                  </a:lnTo>
                  <a:lnTo>
                    <a:pt x="0" y="259"/>
                  </a:lnTo>
                  <a:lnTo>
                    <a:pt x="1" y="240"/>
                  </a:lnTo>
                  <a:lnTo>
                    <a:pt x="12" y="226"/>
                  </a:lnTo>
                  <a:lnTo>
                    <a:pt x="18" y="210"/>
                  </a:lnTo>
                  <a:lnTo>
                    <a:pt x="26" y="196"/>
                  </a:lnTo>
                  <a:lnTo>
                    <a:pt x="24" y="166"/>
                  </a:lnTo>
                  <a:lnTo>
                    <a:pt x="37" y="144"/>
                  </a:lnTo>
                  <a:lnTo>
                    <a:pt x="44" y="137"/>
                  </a:lnTo>
                  <a:lnTo>
                    <a:pt x="49" y="128"/>
                  </a:lnTo>
                  <a:lnTo>
                    <a:pt x="51" y="138"/>
                  </a:lnTo>
                  <a:lnTo>
                    <a:pt x="54" y="126"/>
                  </a:lnTo>
                  <a:lnTo>
                    <a:pt x="53" y="105"/>
                  </a:lnTo>
                  <a:lnTo>
                    <a:pt x="45" y="97"/>
                  </a:lnTo>
                  <a:lnTo>
                    <a:pt x="48" y="97"/>
                  </a:lnTo>
                  <a:lnTo>
                    <a:pt x="55" y="86"/>
                  </a:lnTo>
                  <a:lnTo>
                    <a:pt x="55" y="80"/>
                  </a:lnTo>
                  <a:lnTo>
                    <a:pt x="57" y="69"/>
                  </a:lnTo>
                  <a:lnTo>
                    <a:pt x="62" y="58"/>
                  </a:lnTo>
                  <a:lnTo>
                    <a:pt x="73" y="46"/>
                  </a:lnTo>
                  <a:lnTo>
                    <a:pt x="78" y="46"/>
                  </a:lnTo>
                  <a:lnTo>
                    <a:pt x="86" y="52"/>
                  </a:lnTo>
                  <a:lnTo>
                    <a:pt x="93" y="51"/>
                  </a:lnTo>
                  <a:lnTo>
                    <a:pt x="102" y="40"/>
                  </a:lnTo>
                  <a:lnTo>
                    <a:pt x="104" y="27"/>
                  </a:lnTo>
                  <a:lnTo>
                    <a:pt x="110" y="24"/>
                  </a:lnTo>
                  <a:lnTo>
                    <a:pt x="120" y="2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51" name="Google Shape;2151;p5">
              <a:extLst>
                <a:ext uri="{FF2B5EF4-FFF2-40B4-BE49-F238E27FC236}">
                  <a16:creationId xmlns:a16="http://schemas.microsoft.com/office/drawing/2014/main" id="{E1C0D9F3-46FC-85C7-8E6D-106E0B1315D3}"/>
                </a:ext>
              </a:extLst>
            </p:cNvPr>
            <p:cNvSpPr/>
            <p:nvPr/>
          </p:nvSpPr>
          <p:spPr>
            <a:xfrm>
              <a:off x="6977855" y="3653184"/>
              <a:ext cx="25400" cy="53975"/>
            </a:xfrm>
            <a:custGeom>
              <a:avLst/>
              <a:gdLst/>
              <a:ahLst/>
              <a:cxnLst/>
              <a:rect l="l" t="t" r="r" b="b"/>
              <a:pathLst>
                <a:path w="80" h="170" extrusionOk="0">
                  <a:moveTo>
                    <a:pt x="31" y="0"/>
                  </a:moveTo>
                  <a:lnTo>
                    <a:pt x="32" y="0"/>
                  </a:lnTo>
                  <a:lnTo>
                    <a:pt x="34" y="2"/>
                  </a:lnTo>
                  <a:lnTo>
                    <a:pt x="36" y="6"/>
                  </a:lnTo>
                  <a:lnTo>
                    <a:pt x="31" y="14"/>
                  </a:lnTo>
                  <a:lnTo>
                    <a:pt x="27" y="17"/>
                  </a:lnTo>
                  <a:lnTo>
                    <a:pt x="26" y="21"/>
                  </a:lnTo>
                  <a:lnTo>
                    <a:pt x="31" y="25"/>
                  </a:lnTo>
                  <a:lnTo>
                    <a:pt x="34" y="36"/>
                  </a:lnTo>
                  <a:lnTo>
                    <a:pt x="36" y="45"/>
                  </a:lnTo>
                  <a:lnTo>
                    <a:pt x="34" y="53"/>
                  </a:lnTo>
                  <a:lnTo>
                    <a:pt x="22" y="65"/>
                  </a:lnTo>
                  <a:lnTo>
                    <a:pt x="15" y="72"/>
                  </a:lnTo>
                  <a:lnTo>
                    <a:pt x="15" y="74"/>
                  </a:lnTo>
                  <a:lnTo>
                    <a:pt x="22" y="75"/>
                  </a:lnTo>
                  <a:lnTo>
                    <a:pt x="28" y="69"/>
                  </a:lnTo>
                  <a:lnTo>
                    <a:pt x="37" y="63"/>
                  </a:lnTo>
                  <a:lnTo>
                    <a:pt x="47" y="45"/>
                  </a:lnTo>
                  <a:lnTo>
                    <a:pt x="57" y="40"/>
                  </a:lnTo>
                  <a:lnTo>
                    <a:pt x="68" y="38"/>
                  </a:lnTo>
                  <a:lnTo>
                    <a:pt x="70" y="41"/>
                  </a:lnTo>
                  <a:lnTo>
                    <a:pt x="74" y="49"/>
                  </a:lnTo>
                  <a:lnTo>
                    <a:pt x="74" y="63"/>
                  </a:lnTo>
                  <a:lnTo>
                    <a:pt x="52" y="78"/>
                  </a:lnTo>
                  <a:lnTo>
                    <a:pt x="52" y="81"/>
                  </a:lnTo>
                  <a:lnTo>
                    <a:pt x="69" y="92"/>
                  </a:lnTo>
                  <a:lnTo>
                    <a:pt x="70" y="99"/>
                  </a:lnTo>
                  <a:lnTo>
                    <a:pt x="74" y="103"/>
                  </a:lnTo>
                  <a:lnTo>
                    <a:pt x="80" y="107"/>
                  </a:lnTo>
                  <a:lnTo>
                    <a:pt x="70" y="108"/>
                  </a:lnTo>
                  <a:lnTo>
                    <a:pt x="62" y="102"/>
                  </a:lnTo>
                  <a:lnTo>
                    <a:pt x="47" y="100"/>
                  </a:lnTo>
                  <a:lnTo>
                    <a:pt x="36" y="96"/>
                  </a:lnTo>
                  <a:lnTo>
                    <a:pt x="31" y="102"/>
                  </a:lnTo>
                  <a:lnTo>
                    <a:pt x="30" y="118"/>
                  </a:lnTo>
                  <a:lnTo>
                    <a:pt x="32" y="137"/>
                  </a:lnTo>
                  <a:lnTo>
                    <a:pt x="37" y="146"/>
                  </a:lnTo>
                  <a:lnTo>
                    <a:pt x="43" y="158"/>
                  </a:lnTo>
                  <a:lnTo>
                    <a:pt x="54" y="170"/>
                  </a:lnTo>
                  <a:lnTo>
                    <a:pt x="49" y="170"/>
                  </a:lnTo>
                  <a:lnTo>
                    <a:pt x="39" y="160"/>
                  </a:lnTo>
                  <a:lnTo>
                    <a:pt x="21" y="137"/>
                  </a:lnTo>
                  <a:lnTo>
                    <a:pt x="17" y="106"/>
                  </a:lnTo>
                  <a:lnTo>
                    <a:pt x="12" y="92"/>
                  </a:lnTo>
                  <a:lnTo>
                    <a:pt x="12" y="80"/>
                  </a:lnTo>
                  <a:lnTo>
                    <a:pt x="10" y="72"/>
                  </a:lnTo>
                  <a:lnTo>
                    <a:pt x="5" y="68"/>
                  </a:lnTo>
                  <a:lnTo>
                    <a:pt x="0" y="59"/>
                  </a:lnTo>
                  <a:lnTo>
                    <a:pt x="1" y="49"/>
                  </a:lnTo>
                  <a:lnTo>
                    <a:pt x="3" y="48"/>
                  </a:lnTo>
                  <a:lnTo>
                    <a:pt x="10" y="25"/>
                  </a:lnTo>
                  <a:lnTo>
                    <a:pt x="15" y="15"/>
                  </a:lnTo>
                  <a:lnTo>
                    <a:pt x="31"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52" name="Google Shape;2152;p5">
              <a:extLst>
                <a:ext uri="{FF2B5EF4-FFF2-40B4-BE49-F238E27FC236}">
                  <a16:creationId xmlns:a16="http://schemas.microsoft.com/office/drawing/2014/main" id="{D3C6E7C7-324B-B6D3-2261-76F517102D75}"/>
                </a:ext>
              </a:extLst>
            </p:cNvPr>
            <p:cNvSpPr/>
            <p:nvPr/>
          </p:nvSpPr>
          <p:spPr>
            <a:xfrm>
              <a:off x="7039767" y="3699222"/>
              <a:ext cx="180975" cy="152400"/>
            </a:xfrm>
            <a:custGeom>
              <a:avLst/>
              <a:gdLst/>
              <a:ahLst/>
              <a:cxnLst/>
              <a:rect l="l" t="t" r="r" b="b"/>
              <a:pathLst>
                <a:path w="568" h="480" extrusionOk="0">
                  <a:moveTo>
                    <a:pt x="568" y="480"/>
                  </a:moveTo>
                  <a:lnTo>
                    <a:pt x="568" y="479"/>
                  </a:lnTo>
                  <a:lnTo>
                    <a:pt x="556" y="475"/>
                  </a:lnTo>
                  <a:lnTo>
                    <a:pt x="549" y="469"/>
                  </a:lnTo>
                  <a:lnTo>
                    <a:pt x="532" y="455"/>
                  </a:lnTo>
                  <a:lnTo>
                    <a:pt x="523" y="444"/>
                  </a:lnTo>
                  <a:lnTo>
                    <a:pt x="513" y="433"/>
                  </a:lnTo>
                  <a:lnTo>
                    <a:pt x="503" y="428"/>
                  </a:lnTo>
                  <a:lnTo>
                    <a:pt x="501" y="425"/>
                  </a:lnTo>
                  <a:lnTo>
                    <a:pt x="497" y="421"/>
                  </a:lnTo>
                  <a:lnTo>
                    <a:pt x="484" y="423"/>
                  </a:lnTo>
                  <a:lnTo>
                    <a:pt x="474" y="427"/>
                  </a:lnTo>
                  <a:lnTo>
                    <a:pt x="455" y="423"/>
                  </a:lnTo>
                  <a:lnTo>
                    <a:pt x="447" y="431"/>
                  </a:lnTo>
                  <a:lnTo>
                    <a:pt x="442" y="426"/>
                  </a:lnTo>
                  <a:lnTo>
                    <a:pt x="441" y="433"/>
                  </a:lnTo>
                  <a:lnTo>
                    <a:pt x="441" y="436"/>
                  </a:lnTo>
                  <a:lnTo>
                    <a:pt x="438" y="437"/>
                  </a:lnTo>
                  <a:lnTo>
                    <a:pt x="431" y="437"/>
                  </a:lnTo>
                  <a:lnTo>
                    <a:pt x="426" y="433"/>
                  </a:lnTo>
                  <a:lnTo>
                    <a:pt x="405" y="439"/>
                  </a:lnTo>
                  <a:lnTo>
                    <a:pt x="385" y="440"/>
                  </a:lnTo>
                  <a:lnTo>
                    <a:pt x="378" y="440"/>
                  </a:lnTo>
                  <a:lnTo>
                    <a:pt x="378" y="431"/>
                  </a:lnTo>
                  <a:lnTo>
                    <a:pt x="384" y="421"/>
                  </a:lnTo>
                  <a:lnTo>
                    <a:pt x="390" y="405"/>
                  </a:lnTo>
                  <a:lnTo>
                    <a:pt x="406" y="386"/>
                  </a:lnTo>
                  <a:lnTo>
                    <a:pt x="419" y="383"/>
                  </a:lnTo>
                  <a:lnTo>
                    <a:pt x="427" y="384"/>
                  </a:lnTo>
                  <a:lnTo>
                    <a:pt x="437" y="390"/>
                  </a:lnTo>
                  <a:lnTo>
                    <a:pt x="444" y="393"/>
                  </a:lnTo>
                  <a:lnTo>
                    <a:pt x="444" y="385"/>
                  </a:lnTo>
                  <a:lnTo>
                    <a:pt x="433" y="377"/>
                  </a:lnTo>
                  <a:lnTo>
                    <a:pt x="435" y="373"/>
                  </a:lnTo>
                  <a:lnTo>
                    <a:pt x="442" y="372"/>
                  </a:lnTo>
                  <a:lnTo>
                    <a:pt x="431" y="368"/>
                  </a:lnTo>
                  <a:lnTo>
                    <a:pt x="420" y="359"/>
                  </a:lnTo>
                  <a:lnTo>
                    <a:pt x="426" y="357"/>
                  </a:lnTo>
                  <a:lnTo>
                    <a:pt x="430" y="341"/>
                  </a:lnTo>
                  <a:lnTo>
                    <a:pt x="421" y="335"/>
                  </a:lnTo>
                  <a:lnTo>
                    <a:pt x="414" y="321"/>
                  </a:lnTo>
                  <a:lnTo>
                    <a:pt x="410" y="300"/>
                  </a:lnTo>
                  <a:lnTo>
                    <a:pt x="410" y="297"/>
                  </a:lnTo>
                  <a:lnTo>
                    <a:pt x="406" y="293"/>
                  </a:lnTo>
                  <a:lnTo>
                    <a:pt x="395" y="277"/>
                  </a:lnTo>
                  <a:lnTo>
                    <a:pt x="389" y="277"/>
                  </a:lnTo>
                  <a:lnTo>
                    <a:pt x="383" y="275"/>
                  </a:lnTo>
                  <a:lnTo>
                    <a:pt x="378" y="269"/>
                  </a:lnTo>
                  <a:lnTo>
                    <a:pt x="377" y="269"/>
                  </a:lnTo>
                  <a:lnTo>
                    <a:pt x="372" y="262"/>
                  </a:lnTo>
                  <a:lnTo>
                    <a:pt x="361" y="260"/>
                  </a:lnTo>
                  <a:lnTo>
                    <a:pt x="342" y="250"/>
                  </a:lnTo>
                  <a:lnTo>
                    <a:pt x="334" y="251"/>
                  </a:lnTo>
                  <a:lnTo>
                    <a:pt x="313" y="240"/>
                  </a:lnTo>
                  <a:lnTo>
                    <a:pt x="299" y="237"/>
                  </a:lnTo>
                  <a:lnTo>
                    <a:pt x="290" y="235"/>
                  </a:lnTo>
                  <a:lnTo>
                    <a:pt x="270" y="228"/>
                  </a:lnTo>
                  <a:lnTo>
                    <a:pt x="260" y="227"/>
                  </a:lnTo>
                  <a:lnTo>
                    <a:pt x="243" y="224"/>
                  </a:lnTo>
                  <a:lnTo>
                    <a:pt x="229" y="223"/>
                  </a:lnTo>
                  <a:lnTo>
                    <a:pt x="228" y="219"/>
                  </a:lnTo>
                  <a:lnTo>
                    <a:pt x="224" y="218"/>
                  </a:lnTo>
                  <a:lnTo>
                    <a:pt x="215" y="213"/>
                  </a:lnTo>
                  <a:lnTo>
                    <a:pt x="210" y="206"/>
                  </a:lnTo>
                  <a:lnTo>
                    <a:pt x="207" y="199"/>
                  </a:lnTo>
                  <a:lnTo>
                    <a:pt x="199" y="199"/>
                  </a:lnTo>
                  <a:lnTo>
                    <a:pt x="189" y="197"/>
                  </a:lnTo>
                  <a:lnTo>
                    <a:pt x="188" y="203"/>
                  </a:lnTo>
                  <a:lnTo>
                    <a:pt x="184" y="197"/>
                  </a:lnTo>
                  <a:lnTo>
                    <a:pt x="175" y="191"/>
                  </a:lnTo>
                  <a:lnTo>
                    <a:pt x="170" y="189"/>
                  </a:lnTo>
                  <a:lnTo>
                    <a:pt x="168" y="183"/>
                  </a:lnTo>
                  <a:lnTo>
                    <a:pt x="158" y="179"/>
                  </a:lnTo>
                  <a:lnTo>
                    <a:pt x="156" y="171"/>
                  </a:lnTo>
                  <a:lnTo>
                    <a:pt x="157" y="162"/>
                  </a:lnTo>
                  <a:lnTo>
                    <a:pt x="161" y="149"/>
                  </a:lnTo>
                  <a:lnTo>
                    <a:pt x="159" y="142"/>
                  </a:lnTo>
                  <a:lnTo>
                    <a:pt x="157" y="148"/>
                  </a:lnTo>
                  <a:lnTo>
                    <a:pt x="156" y="159"/>
                  </a:lnTo>
                  <a:lnTo>
                    <a:pt x="152" y="167"/>
                  </a:lnTo>
                  <a:lnTo>
                    <a:pt x="145" y="181"/>
                  </a:lnTo>
                  <a:lnTo>
                    <a:pt x="142" y="189"/>
                  </a:lnTo>
                  <a:lnTo>
                    <a:pt x="138" y="196"/>
                  </a:lnTo>
                  <a:lnTo>
                    <a:pt x="132" y="203"/>
                  </a:lnTo>
                  <a:lnTo>
                    <a:pt x="113" y="206"/>
                  </a:lnTo>
                  <a:lnTo>
                    <a:pt x="108" y="203"/>
                  </a:lnTo>
                  <a:lnTo>
                    <a:pt x="105" y="200"/>
                  </a:lnTo>
                  <a:lnTo>
                    <a:pt x="105" y="190"/>
                  </a:lnTo>
                  <a:lnTo>
                    <a:pt x="102" y="179"/>
                  </a:lnTo>
                  <a:lnTo>
                    <a:pt x="103" y="174"/>
                  </a:lnTo>
                  <a:lnTo>
                    <a:pt x="103" y="163"/>
                  </a:lnTo>
                  <a:lnTo>
                    <a:pt x="95" y="163"/>
                  </a:lnTo>
                  <a:lnTo>
                    <a:pt x="88" y="149"/>
                  </a:lnTo>
                  <a:lnTo>
                    <a:pt x="78" y="143"/>
                  </a:lnTo>
                  <a:lnTo>
                    <a:pt x="65" y="143"/>
                  </a:lnTo>
                  <a:lnTo>
                    <a:pt x="56" y="141"/>
                  </a:lnTo>
                  <a:lnTo>
                    <a:pt x="57" y="132"/>
                  </a:lnTo>
                  <a:lnTo>
                    <a:pt x="67" y="127"/>
                  </a:lnTo>
                  <a:lnTo>
                    <a:pt x="81" y="127"/>
                  </a:lnTo>
                  <a:lnTo>
                    <a:pt x="95" y="130"/>
                  </a:lnTo>
                  <a:lnTo>
                    <a:pt x="115" y="119"/>
                  </a:lnTo>
                  <a:lnTo>
                    <a:pt x="125" y="115"/>
                  </a:lnTo>
                  <a:lnTo>
                    <a:pt x="135" y="119"/>
                  </a:lnTo>
                  <a:lnTo>
                    <a:pt x="147" y="120"/>
                  </a:lnTo>
                  <a:lnTo>
                    <a:pt x="156" y="116"/>
                  </a:lnTo>
                  <a:lnTo>
                    <a:pt x="157" y="105"/>
                  </a:lnTo>
                  <a:lnTo>
                    <a:pt x="161" y="99"/>
                  </a:lnTo>
                  <a:lnTo>
                    <a:pt x="162" y="93"/>
                  </a:lnTo>
                  <a:lnTo>
                    <a:pt x="152" y="97"/>
                  </a:lnTo>
                  <a:lnTo>
                    <a:pt x="132" y="101"/>
                  </a:lnTo>
                  <a:lnTo>
                    <a:pt x="110" y="106"/>
                  </a:lnTo>
                  <a:lnTo>
                    <a:pt x="94" y="106"/>
                  </a:lnTo>
                  <a:lnTo>
                    <a:pt x="86" y="104"/>
                  </a:lnTo>
                  <a:lnTo>
                    <a:pt x="77" y="106"/>
                  </a:lnTo>
                  <a:lnTo>
                    <a:pt x="62" y="99"/>
                  </a:lnTo>
                  <a:lnTo>
                    <a:pt x="55" y="83"/>
                  </a:lnTo>
                  <a:lnTo>
                    <a:pt x="52" y="72"/>
                  </a:lnTo>
                  <a:lnTo>
                    <a:pt x="46" y="67"/>
                  </a:lnTo>
                  <a:lnTo>
                    <a:pt x="36" y="62"/>
                  </a:lnTo>
                  <a:lnTo>
                    <a:pt x="27" y="63"/>
                  </a:lnTo>
                  <a:lnTo>
                    <a:pt x="19" y="60"/>
                  </a:lnTo>
                  <a:lnTo>
                    <a:pt x="17" y="66"/>
                  </a:lnTo>
                  <a:lnTo>
                    <a:pt x="0" y="58"/>
                  </a:lnTo>
                  <a:lnTo>
                    <a:pt x="2" y="51"/>
                  </a:lnTo>
                  <a:lnTo>
                    <a:pt x="7" y="45"/>
                  </a:lnTo>
                  <a:lnTo>
                    <a:pt x="16" y="28"/>
                  </a:lnTo>
                  <a:lnTo>
                    <a:pt x="19" y="25"/>
                  </a:lnTo>
                  <a:lnTo>
                    <a:pt x="29" y="23"/>
                  </a:lnTo>
                  <a:lnTo>
                    <a:pt x="38" y="23"/>
                  </a:lnTo>
                  <a:lnTo>
                    <a:pt x="48" y="19"/>
                  </a:lnTo>
                  <a:lnTo>
                    <a:pt x="66" y="3"/>
                  </a:lnTo>
                  <a:lnTo>
                    <a:pt x="78" y="0"/>
                  </a:lnTo>
                  <a:lnTo>
                    <a:pt x="93" y="0"/>
                  </a:lnTo>
                  <a:lnTo>
                    <a:pt x="107" y="2"/>
                  </a:lnTo>
                  <a:lnTo>
                    <a:pt x="119" y="11"/>
                  </a:lnTo>
                  <a:lnTo>
                    <a:pt x="126" y="18"/>
                  </a:lnTo>
                  <a:lnTo>
                    <a:pt x="135" y="23"/>
                  </a:lnTo>
                  <a:lnTo>
                    <a:pt x="168" y="23"/>
                  </a:lnTo>
                  <a:lnTo>
                    <a:pt x="172" y="39"/>
                  </a:lnTo>
                  <a:lnTo>
                    <a:pt x="178" y="49"/>
                  </a:lnTo>
                  <a:lnTo>
                    <a:pt x="179" y="65"/>
                  </a:lnTo>
                  <a:lnTo>
                    <a:pt x="175" y="77"/>
                  </a:lnTo>
                  <a:lnTo>
                    <a:pt x="174" y="90"/>
                  </a:lnTo>
                  <a:lnTo>
                    <a:pt x="179" y="114"/>
                  </a:lnTo>
                  <a:lnTo>
                    <a:pt x="193" y="132"/>
                  </a:lnTo>
                  <a:lnTo>
                    <a:pt x="194" y="127"/>
                  </a:lnTo>
                  <a:lnTo>
                    <a:pt x="195" y="119"/>
                  </a:lnTo>
                  <a:lnTo>
                    <a:pt x="205" y="122"/>
                  </a:lnTo>
                  <a:lnTo>
                    <a:pt x="210" y="138"/>
                  </a:lnTo>
                  <a:lnTo>
                    <a:pt x="213" y="142"/>
                  </a:lnTo>
                  <a:lnTo>
                    <a:pt x="218" y="153"/>
                  </a:lnTo>
                  <a:lnTo>
                    <a:pt x="234" y="164"/>
                  </a:lnTo>
                  <a:lnTo>
                    <a:pt x="242" y="164"/>
                  </a:lnTo>
                  <a:lnTo>
                    <a:pt x="255" y="163"/>
                  </a:lnTo>
                  <a:lnTo>
                    <a:pt x="261" y="151"/>
                  </a:lnTo>
                  <a:lnTo>
                    <a:pt x="269" y="148"/>
                  </a:lnTo>
                  <a:lnTo>
                    <a:pt x="275" y="143"/>
                  </a:lnTo>
                  <a:lnTo>
                    <a:pt x="276" y="135"/>
                  </a:lnTo>
                  <a:lnTo>
                    <a:pt x="296" y="120"/>
                  </a:lnTo>
                  <a:lnTo>
                    <a:pt x="302" y="103"/>
                  </a:lnTo>
                  <a:lnTo>
                    <a:pt x="310" y="100"/>
                  </a:lnTo>
                  <a:lnTo>
                    <a:pt x="318" y="100"/>
                  </a:lnTo>
                  <a:lnTo>
                    <a:pt x="336" y="97"/>
                  </a:lnTo>
                  <a:lnTo>
                    <a:pt x="345" y="90"/>
                  </a:lnTo>
                  <a:lnTo>
                    <a:pt x="344" y="81"/>
                  </a:lnTo>
                  <a:lnTo>
                    <a:pt x="349" y="77"/>
                  </a:lnTo>
                  <a:lnTo>
                    <a:pt x="361" y="67"/>
                  </a:lnTo>
                  <a:lnTo>
                    <a:pt x="380" y="57"/>
                  </a:lnTo>
                  <a:lnTo>
                    <a:pt x="387" y="60"/>
                  </a:lnTo>
                  <a:lnTo>
                    <a:pt x="390" y="65"/>
                  </a:lnTo>
                  <a:lnTo>
                    <a:pt x="410" y="72"/>
                  </a:lnTo>
                  <a:lnTo>
                    <a:pt x="421" y="77"/>
                  </a:lnTo>
                  <a:lnTo>
                    <a:pt x="427" y="78"/>
                  </a:lnTo>
                  <a:lnTo>
                    <a:pt x="432" y="83"/>
                  </a:lnTo>
                  <a:lnTo>
                    <a:pt x="455" y="90"/>
                  </a:lnTo>
                  <a:lnTo>
                    <a:pt x="471" y="100"/>
                  </a:lnTo>
                  <a:lnTo>
                    <a:pt x="479" y="104"/>
                  </a:lnTo>
                  <a:lnTo>
                    <a:pt x="491" y="108"/>
                  </a:lnTo>
                  <a:lnTo>
                    <a:pt x="501" y="106"/>
                  </a:lnTo>
                  <a:lnTo>
                    <a:pt x="506" y="104"/>
                  </a:lnTo>
                  <a:lnTo>
                    <a:pt x="514" y="108"/>
                  </a:lnTo>
                  <a:lnTo>
                    <a:pt x="519" y="106"/>
                  </a:lnTo>
                  <a:lnTo>
                    <a:pt x="523" y="108"/>
                  </a:lnTo>
                  <a:lnTo>
                    <a:pt x="534" y="114"/>
                  </a:lnTo>
                  <a:lnTo>
                    <a:pt x="539" y="114"/>
                  </a:lnTo>
                  <a:lnTo>
                    <a:pt x="541" y="116"/>
                  </a:lnTo>
                  <a:lnTo>
                    <a:pt x="541" y="119"/>
                  </a:lnTo>
                  <a:lnTo>
                    <a:pt x="543" y="121"/>
                  </a:lnTo>
                  <a:lnTo>
                    <a:pt x="549" y="121"/>
                  </a:lnTo>
                  <a:lnTo>
                    <a:pt x="551" y="120"/>
                  </a:lnTo>
                  <a:lnTo>
                    <a:pt x="556" y="120"/>
                  </a:lnTo>
                  <a:lnTo>
                    <a:pt x="555" y="129"/>
                  </a:lnTo>
                  <a:lnTo>
                    <a:pt x="560" y="254"/>
                  </a:lnTo>
                  <a:lnTo>
                    <a:pt x="560" y="326"/>
                  </a:lnTo>
                  <a:lnTo>
                    <a:pt x="556" y="347"/>
                  </a:lnTo>
                  <a:lnTo>
                    <a:pt x="555" y="351"/>
                  </a:lnTo>
                  <a:lnTo>
                    <a:pt x="562" y="368"/>
                  </a:lnTo>
                  <a:lnTo>
                    <a:pt x="562" y="409"/>
                  </a:lnTo>
                  <a:lnTo>
                    <a:pt x="565" y="466"/>
                  </a:lnTo>
                  <a:lnTo>
                    <a:pt x="568" y="48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53" name="Google Shape;2153;p5">
              <a:extLst>
                <a:ext uri="{FF2B5EF4-FFF2-40B4-BE49-F238E27FC236}">
                  <a16:creationId xmlns:a16="http://schemas.microsoft.com/office/drawing/2014/main" id="{EE22F9BC-C7F4-DD69-3AAC-B0B5987D480C}"/>
                </a:ext>
              </a:extLst>
            </p:cNvPr>
            <p:cNvSpPr/>
            <p:nvPr/>
          </p:nvSpPr>
          <p:spPr>
            <a:xfrm>
              <a:off x="7387430" y="3737322"/>
              <a:ext cx="41275" cy="38100"/>
            </a:xfrm>
            <a:custGeom>
              <a:avLst/>
              <a:gdLst/>
              <a:ahLst/>
              <a:cxnLst/>
              <a:rect l="l" t="t" r="r" b="b"/>
              <a:pathLst>
                <a:path w="129" h="119" extrusionOk="0">
                  <a:moveTo>
                    <a:pt x="0" y="3"/>
                  </a:moveTo>
                  <a:lnTo>
                    <a:pt x="2" y="0"/>
                  </a:lnTo>
                  <a:lnTo>
                    <a:pt x="20" y="11"/>
                  </a:lnTo>
                  <a:lnTo>
                    <a:pt x="26" y="16"/>
                  </a:lnTo>
                  <a:lnTo>
                    <a:pt x="34" y="20"/>
                  </a:lnTo>
                  <a:lnTo>
                    <a:pt x="54" y="35"/>
                  </a:lnTo>
                  <a:lnTo>
                    <a:pt x="66" y="36"/>
                  </a:lnTo>
                  <a:lnTo>
                    <a:pt x="75" y="43"/>
                  </a:lnTo>
                  <a:lnTo>
                    <a:pt x="81" y="49"/>
                  </a:lnTo>
                  <a:lnTo>
                    <a:pt x="95" y="58"/>
                  </a:lnTo>
                  <a:lnTo>
                    <a:pt x="100" y="66"/>
                  </a:lnTo>
                  <a:lnTo>
                    <a:pt x="107" y="71"/>
                  </a:lnTo>
                  <a:lnTo>
                    <a:pt x="117" y="74"/>
                  </a:lnTo>
                  <a:lnTo>
                    <a:pt x="121" y="78"/>
                  </a:lnTo>
                  <a:lnTo>
                    <a:pt x="124" y="87"/>
                  </a:lnTo>
                  <a:lnTo>
                    <a:pt x="129" y="93"/>
                  </a:lnTo>
                  <a:lnTo>
                    <a:pt x="129" y="100"/>
                  </a:lnTo>
                  <a:lnTo>
                    <a:pt x="124" y="107"/>
                  </a:lnTo>
                  <a:lnTo>
                    <a:pt x="120" y="119"/>
                  </a:lnTo>
                  <a:lnTo>
                    <a:pt x="111" y="119"/>
                  </a:lnTo>
                  <a:lnTo>
                    <a:pt x="105" y="93"/>
                  </a:lnTo>
                  <a:lnTo>
                    <a:pt x="97" y="71"/>
                  </a:lnTo>
                  <a:lnTo>
                    <a:pt x="86" y="53"/>
                  </a:lnTo>
                  <a:lnTo>
                    <a:pt x="80" y="49"/>
                  </a:lnTo>
                  <a:lnTo>
                    <a:pt x="66" y="47"/>
                  </a:lnTo>
                  <a:lnTo>
                    <a:pt x="54" y="39"/>
                  </a:lnTo>
                  <a:lnTo>
                    <a:pt x="46" y="31"/>
                  </a:lnTo>
                  <a:lnTo>
                    <a:pt x="40" y="30"/>
                  </a:lnTo>
                  <a:lnTo>
                    <a:pt x="31" y="23"/>
                  </a:lnTo>
                  <a:lnTo>
                    <a:pt x="26" y="21"/>
                  </a:lnTo>
                  <a:lnTo>
                    <a:pt x="9" y="10"/>
                  </a:lnTo>
                  <a:lnTo>
                    <a:pt x="0" y="9"/>
                  </a:lnTo>
                  <a:lnTo>
                    <a:pt x="0" y="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54" name="Google Shape;2154;p5">
              <a:extLst>
                <a:ext uri="{FF2B5EF4-FFF2-40B4-BE49-F238E27FC236}">
                  <a16:creationId xmlns:a16="http://schemas.microsoft.com/office/drawing/2014/main" id="{EFD6D2F6-B520-7FD9-867E-6659F729B545}"/>
                </a:ext>
              </a:extLst>
            </p:cNvPr>
            <p:cNvSpPr/>
            <p:nvPr/>
          </p:nvSpPr>
          <p:spPr>
            <a:xfrm>
              <a:off x="6538117" y="3280122"/>
              <a:ext cx="125413" cy="263525"/>
            </a:xfrm>
            <a:custGeom>
              <a:avLst/>
              <a:gdLst/>
              <a:ahLst/>
              <a:cxnLst/>
              <a:rect l="l" t="t" r="r" b="b"/>
              <a:pathLst>
                <a:path w="395" h="832" extrusionOk="0">
                  <a:moveTo>
                    <a:pt x="228" y="773"/>
                  </a:moveTo>
                  <a:lnTo>
                    <a:pt x="238" y="776"/>
                  </a:lnTo>
                  <a:lnTo>
                    <a:pt x="242" y="768"/>
                  </a:lnTo>
                  <a:lnTo>
                    <a:pt x="237" y="758"/>
                  </a:lnTo>
                  <a:lnTo>
                    <a:pt x="239" y="753"/>
                  </a:lnTo>
                  <a:lnTo>
                    <a:pt x="245" y="754"/>
                  </a:lnTo>
                  <a:lnTo>
                    <a:pt x="247" y="748"/>
                  </a:lnTo>
                  <a:lnTo>
                    <a:pt x="250" y="749"/>
                  </a:lnTo>
                  <a:lnTo>
                    <a:pt x="249" y="741"/>
                  </a:lnTo>
                  <a:lnTo>
                    <a:pt x="253" y="737"/>
                  </a:lnTo>
                  <a:lnTo>
                    <a:pt x="255" y="731"/>
                  </a:lnTo>
                  <a:lnTo>
                    <a:pt x="270" y="727"/>
                  </a:lnTo>
                  <a:lnTo>
                    <a:pt x="276" y="731"/>
                  </a:lnTo>
                  <a:lnTo>
                    <a:pt x="283" y="731"/>
                  </a:lnTo>
                  <a:lnTo>
                    <a:pt x="308" y="716"/>
                  </a:lnTo>
                  <a:lnTo>
                    <a:pt x="321" y="713"/>
                  </a:lnTo>
                  <a:lnTo>
                    <a:pt x="330" y="701"/>
                  </a:lnTo>
                  <a:lnTo>
                    <a:pt x="361" y="687"/>
                  </a:lnTo>
                  <a:lnTo>
                    <a:pt x="367" y="681"/>
                  </a:lnTo>
                  <a:lnTo>
                    <a:pt x="376" y="679"/>
                  </a:lnTo>
                  <a:lnTo>
                    <a:pt x="378" y="673"/>
                  </a:lnTo>
                  <a:lnTo>
                    <a:pt x="379" y="665"/>
                  </a:lnTo>
                  <a:lnTo>
                    <a:pt x="385" y="660"/>
                  </a:lnTo>
                  <a:lnTo>
                    <a:pt x="387" y="654"/>
                  </a:lnTo>
                  <a:lnTo>
                    <a:pt x="383" y="650"/>
                  </a:lnTo>
                  <a:lnTo>
                    <a:pt x="385" y="646"/>
                  </a:lnTo>
                  <a:lnTo>
                    <a:pt x="388" y="647"/>
                  </a:lnTo>
                  <a:lnTo>
                    <a:pt x="388" y="643"/>
                  </a:lnTo>
                  <a:lnTo>
                    <a:pt x="383" y="619"/>
                  </a:lnTo>
                  <a:lnTo>
                    <a:pt x="384" y="615"/>
                  </a:lnTo>
                  <a:lnTo>
                    <a:pt x="388" y="618"/>
                  </a:lnTo>
                  <a:lnTo>
                    <a:pt x="388" y="607"/>
                  </a:lnTo>
                  <a:lnTo>
                    <a:pt x="392" y="602"/>
                  </a:lnTo>
                  <a:lnTo>
                    <a:pt x="395" y="603"/>
                  </a:lnTo>
                  <a:lnTo>
                    <a:pt x="395" y="607"/>
                  </a:lnTo>
                  <a:lnTo>
                    <a:pt x="395" y="596"/>
                  </a:lnTo>
                  <a:lnTo>
                    <a:pt x="394" y="587"/>
                  </a:lnTo>
                  <a:lnTo>
                    <a:pt x="390" y="585"/>
                  </a:lnTo>
                  <a:lnTo>
                    <a:pt x="389" y="569"/>
                  </a:lnTo>
                  <a:lnTo>
                    <a:pt x="389" y="557"/>
                  </a:lnTo>
                  <a:lnTo>
                    <a:pt x="388" y="549"/>
                  </a:lnTo>
                  <a:lnTo>
                    <a:pt x="388" y="539"/>
                  </a:lnTo>
                  <a:lnTo>
                    <a:pt x="385" y="536"/>
                  </a:lnTo>
                  <a:lnTo>
                    <a:pt x="382" y="507"/>
                  </a:lnTo>
                  <a:lnTo>
                    <a:pt x="366" y="456"/>
                  </a:lnTo>
                  <a:lnTo>
                    <a:pt x="344" y="434"/>
                  </a:lnTo>
                  <a:lnTo>
                    <a:pt x="337" y="424"/>
                  </a:lnTo>
                  <a:lnTo>
                    <a:pt x="336" y="409"/>
                  </a:lnTo>
                  <a:lnTo>
                    <a:pt x="335" y="413"/>
                  </a:lnTo>
                  <a:lnTo>
                    <a:pt x="329" y="414"/>
                  </a:lnTo>
                  <a:lnTo>
                    <a:pt x="329" y="409"/>
                  </a:lnTo>
                  <a:lnTo>
                    <a:pt x="323" y="401"/>
                  </a:lnTo>
                  <a:lnTo>
                    <a:pt x="306" y="398"/>
                  </a:lnTo>
                  <a:lnTo>
                    <a:pt x="298" y="387"/>
                  </a:lnTo>
                  <a:lnTo>
                    <a:pt x="290" y="378"/>
                  </a:lnTo>
                  <a:lnTo>
                    <a:pt x="281" y="372"/>
                  </a:lnTo>
                  <a:lnTo>
                    <a:pt x="274" y="362"/>
                  </a:lnTo>
                  <a:lnTo>
                    <a:pt x="270" y="359"/>
                  </a:lnTo>
                  <a:lnTo>
                    <a:pt x="265" y="351"/>
                  </a:lnTo>
                  <a:lnTo>
                    <a:pt x="255" y="344"/>
                  </a:lnTo>
                  <a:lnTo>
                    <a:pt x="248" y="334"/>
                  </a:lnTo>
                  <a:lnTo>
                    <a:pt x="236" y="324"/>
                  </a:lnTo>
                  <a:lnTo>
                    <a:pt x="234" y="312"/>
                  </a:lnTo>
                  <a:lnTo>
                    <a:pt x="228" y="297"/>
                  </a:lnTo>
                  <a:lnTo>
                    <a:pt x="217" y="290"/>
                  </a:lnTo>
                  <a:lnTo>
                    <a:pt x="197" y="270"/>
                  </a:lnTo>
                  <a:lnTo>
                    <a:pt x="191" y="258"/>
                  </a:lnTo>
                  <a:lnTo>
                    <a:pt x="194" y="245"/>
                  </a:lnTo>
                  <a:lnTo>
                    <a:pt x="197" y="235"/>
                  </a:lnTo>
                  <a:lnTo>
                    <a:pt x="199" y="222"/>
                  </a:lnTo>
                  <a:lnTo>
                    <a:pt x="211" y="195"/>
                  </a:lnTo>
                  <a:lnTo>
                    <a:pt x="239" y="171"/>
                  </a:lnTo>
                  <a:lnTo>
                    <a:pt x="243" y="166"/>
                  </a:lnTo>
                  <a:lnTo>
                    <a:pt x="247" y="152"/>
                  </a:lnTo>
                  <a:lnTo>
                    <a:pt x="253" y="145"/>
                  </a:lnTo>
                  <a:lnTo>
                    <a:pt x="258" y="140"/>
                  </a:lnTo>
                  <a:lnTo>
                    <a:pt x="276" y="132"/>
                  </a:lnTo>
                  <a:lnTo>
                    <a:pt x="286" y="124"/>
                  </a:lnTo>
                  <a:lnTo>
                    <a:pt x="287" y="116"/>
                  </a:lnTo>
                  <a:lnTo>
                    <a:pt x="307" y="105"/>
                  </a:lnTo>
                  <a:lnTo>
                    <a:pt x="315" y="108"/>
                  </a:lnTo>
                  <a:lnTo>
                    <a:pt x="318" y="106"/>
                  </a:lnTo>
                  <a:lnTo>
                    <a:pt x="319" y="102"/>
                  </a:lnTo>
                  <a:lnTo>
                    <a:pt x="312" y="97"/>
                  </a:lnTo>
                  <a:lnTo>
                    <a:pt x="293" y="98"/>
                  </a:lnTo>
                  <a:lnTo>
                    <a:pt x="283" y="96"/>
                  </a:lnTo>
                  <a:lnTo>
                    <a:pt x="278" y="91"/>
                  </a:lnTo>
                  <a:lnTo>
                    <a:pt x="255" y="77"/>
                  </a:lnTo>
                  <a:lnTo>
                    <a:pt x="248" y="65"/>
                  </a:lnTo>
                  <a:lnTo>
                    <a:pt x="243" y="50"/>
                  </a:lnTo>
                  <a:lnTo>
                    <a:pt x="248" y="35"/>
                  </a:lnTo>
                  <a:lnTo>
                    <a:pt x="244" y="26"/>
                  </a:lnTo>
                  <a:lnTo>
                    <a:pt x="224" y="25"/>
                  </a:lnTo>
                  <a:lnTo>
                    <a:pt x="211" y="21"/>
                  </a:lnTo>
                  <a:lnTo>
                    <a:pt x="196" y="15"/>
                  </a:lnTo>
                  <a:lnTo>
                    <a:pt x="184" y="5"/>
                  </a:lnTo>
                  <a:lnTo>
                    <a:pt x="169" y="0"/>
                  </a:lnTo>
                  <a:lnTo>
                    <a:pt x="162" y="1"/>
                  </a:lnTo>
                  <a:lnTo>
                    <a:pt x="152" y="12"/>
                  </a:lnTo>
                  <a:lnTo>
                    <a:pt x="142" y="19"/>
                  </a:lnTo>
                  <a:lnTo>
                    <a:pt x="127" y="27"/>
                  </a:lnTo>
                  <a:lnTo>
                    <a:pt x="121" y="28"/>
                  </a:lnTo>
                  <a:lnTo>
                    <a:pt x="113" y="26"/>
                  </a:lnTo>
                  <a:lnTo>
                    <a:pt x="104" y="33"/>
                  </a:lnTo>
                  <a:lnTo>
                    <a:pt x="94" y="38"/>
                  </a:lnTo>
                  <a:lnTo>
                    <a:pt x="91" y="32"/>
                  </a:lnTo>
                  <a:lnTo>
                    <a:pt x="77" y="36"/>
                  </a:lnTo>
                  <a:lnTo>
                    <a:pt x="71" y="31"/>
                  </a:lnTo>
                  <a:lnTo>
                    <a:pt x="65" y="32"/>
                  </a:lnTo>
                  <a:lnTo>
                    <a:pt x="50" y="42"/>
                  </a:lnTo>
                  <a:lnTo>
                    <a:pt x="44" y="41"/>
                  </a:lnTo>
                  <a:lnTo>
                    <a:pt x="36" y="33"/>
                  </a:lnTo>
                  <a:lnTo>
                    <a:pt x="23" y="31"/>
                  </a:lnTo>
                  <a:lnTo>
                    <a:pt x="21" y="28"/>
                  </a:lnTo>
                  <a:lnTo>
                    <a:pt x="17" y="31"/>
                  </a:lnTo>
                  <a:lnTo>
                    <a:pt x="13" y="37"/>
                  </a:lnTo>
                  <a:lnTo>
                    <a:pt x="7" y="44"/>
                  </a:lnTo>
                  <a:lnTo>
                    <a:pt x="7" y="48"/>
                  </a:lnTo>
                  <a:lnTo>
                    <a:pt x="0" y="44"/>
                  </a:lnTo>
                  <a:lnTo>
                    <a:pt x="12" y="60"/>
                  </a:lnTo>
                  <a:lnTo>
                    <a:pt x="29" y="80"/>
                  </a:lnTo>
                  <a:lnTo>
                    <a:pt x="39" y="90"/>
                  </a:lnTo>
                  <a:lnTo>
                    <a:pt x="44" y="100"/>
                  </a:lnTo>
                  <a:lnTo>
                    <a:pt x="41" y="112"/>
                  </a:lnTo>
                  <a:lnTo>
                    <a:pt x="43" y="120"/>
                  </a:lnTo>
                  <a:lnTo>
                    <a:pt x="57" y="135"/>
                  </a:lnTo>
                  <a:lnTo>
                    <a:pt x="77" y="139"/>
                  </a:lnTo>
                  <a:lnTo>
                    <a:pt x="97" y="134"/>
                  </a:lnTo>
                  <a:lnTo>
                    <a:pt x="113" y="135"/>
                  </a:lnTo>
                  <a:lnTo>
                    <a:pt x="122" y="146"/>
                  </a:lnTo>
                  <a:lnTo>
                    <a:pt x="127" y="155"/>
                  </a:lnTo>
                  <a:lnTo>
                    <a:pt x="129" y="162"/>
                  </a:lnTo>
                  <a:lnTo>
                    <a:pt x="137" y="168"/>
                  </a:lnTo>
                  <a:lnTo>
                    <a:pt x="141" y="177"/>
                  </a:lnTo>
                  <a:lnTo>
                    <a:pt x="147" y="183"/>
                  </a:lnTo>
                  <a:lnTo>
                    <a:pt x="146" y="192"/>
                  </a:lnTo>
                  <a:lnTo>
                    <a:pt x="130" y="208"/>
                  </a:lnTo>
                  <a:lnTo>
                    <a:pt x="125" y="208"/>
                  </a:lnTo>
                  <a:lnTo>
                    <a:pt x="114" y="205"/>
                  </a:lnTo>
                  <a:lnTo>
                    <a:pt x="107" y="208"/>
                  </a:lnTo>
                  <a:lnTo>
                    <a:pt x="103" y="213"/>
                  </a:lnTo>
                  <a:lnTo>
                    <a:pt x="99" y="222"/>
                  </a:lnTo>
                  <a:lnTo>
                    <a:pt x="100" y="229"/>
                  </a:lnTo>
                  <a:lnTo>
                    <a:pt x="107" y="231"/>
                  </a:lnTo>
                  <a:lnTo>
                    <a:pt x="115" y="237"/>
                  </a:lnTo>
                  <a:lnTo>
                    <a:pt x="134" y="247"/>
                  </a:lnTo>
                  <a:lnTo>
                    <a:pt x="161" y="267"/>
                  </a:lnTo>
                  <a:lnTo>
                    <a:pt x="165" y="280"/>
                  </a:lnTo>
                  <a:lnTo>
                    <a:pt x="188" y="301"/>
                  </a:lnTo>
                  <a:lnTo>
                    <a:pt x="191" y="311"/>
                  </a:lnTo>
                  <a:lnTo>
                    <a:pt x="208" y="331"/>
                  </a:lnTo>
                  <a:lnTo>
                    <a:pt x="213" y="332"/>
                  </a:lnTo>
                  <a:lnTo>
                    <a:pt x="231" y="344"/>
                  </a:lnTo>
                  <a:lnTo>
                    <a:pt x="236" y="358"/>
                  </a:lnTo>
                  <a:lnTo>
                    <a:pt x="239" y="370"/>
                  </a:lnTo>
                  <a:lnTo>
                    <a:pt x="238" y="371"/>
                  </a:lnTo>
                  <a:lnTo>
                    <a:pt x="239" y="372"/>
                  </a:lnTo>
                  <a:lnTo>
                    <a:pt x="243" y="386"/>
                  </a:lnTo>
                  <a:lnTo>
                    <a:pt x="251" y="386"/>
                  </a:lnTo>
                  <a:lnTo>
                    <a:pt x="265" y="396"/>
                  </a:lnTo>
                  <a:lnTo>
                    <a:pt x="274" y="404"/>
                  </a:lnTo>
                  <a:lnTo>
                    <a:pt x="278" y="421"/>
                  </a:lnTo>
                  <a:lnTo>
                    <a:pt x="291" y="450"/>
                  </a:lnTo>
                  <a:lnTo>
                    <a:pt x="292" y="457"/>
                  </a:lnTo>
                  <a:lnTo>
                    <a:pt x="292" y="490"/>
                  </a:lnTo>
                  <a:lnTo>
                    <a:pt x="290" y="527"/>
                  </a:lnTo>
                  <a:lnTo>
                    <a:pt x="292" y="543"/>
                  </a:lnTo>
                  <a:lnTo>
                    <a:pt x="299" y="558"/>
                  </a:lnTo>
                  <a:lnTo>
                    <a:pt x="298" y="607"/>
                  </a:lnTo>
                  <a:lnTo>
                    <a:pt x="296" y="619"/>
                  </a:lnTo>
                  <a:lnTo>
                    <a:pt x="290" y="628"/>
                  </a:lnTo>
                  <a:lnTo>
                    <a:pt x="281" y="625"/>
                  </a:lnTo>
                  <a:lnTo>
                    <a:pt x="271" y="634"/>
                  </a:lnTo>
                  <a:lnTo>
                    <a:pt x="264" y="638"/>
                  </a:lnTo>
                  <a:lnTo>
                    <a:pt x="256" y="638"/>
                  </a:lnTo>
                  <a:lnTo>
                    <a:pt x="238" y="646"/>
                  </a:lnTo>
                  <a:lnTo>
                    <a:pt x="237" y="656"/>
                  </a:lnTo>
                  <a:lnTo>
                    <a:pt x="218" y="657"/>
                  </a:lnTo>
                  <a:lnTo>
                    <a:pt x="208" y="661"/>
                  </a:lnTo>
                  <a:lnTo>
                    <a:pt x="206" y="674"/>
                  </a:lnTo>
                  <a:lnTo>
                    <a:pt x="207" y="683"/>
                  </a:lnTo>
                  <a:lnTo>
                    <a:pt x="208" y="692"/>
                  </a:lnTo>
                  <a:lnTo>
                    <a:pt x="202" y="694"/>
                  </a:lnTo>
                  <a:lnTo>
                    <a:pt x="194" y="697"/>
                  </a:lnTo>
                  <a:lnTo>
                    <a:pt x="183" y="704"/>
                  </a:lnTo>
                  <a:lnTo>
                    <a:pt x="173" y="708"/>
                  </a:lnTo>
                  <a:lnTo>
                    <a:pt x="165" y="705"/>
                  </a:lnTo>
                  <a:lnTo>
                    <a:pt x="158" y="705"/>
                  </a:lnTo>
                  <a:lnTo>
                    <a:pt x="157" y="715"/>
                  </a:lnTo>
                  <a:lnTo>
                    <a:pt x="152" y="720"/>
                  </a:lnTo>
                  <a:lnTo>
                    <a:pt x="145" y="724"/>
                  </a:lnTo>
                  <a:lnTo>
                    <a:pt x="134" y="726"/>
                  </a:lnTo>
                  <a:lnTo>
                    <a:pt x="129" y="727"/>
                  </a:lnTo>
                  <a:lnTo>
                    <a:pt x="136" y="738"/>
                  </a:lnTo>
                  <a:lnTo>
                    <a:pt x="154" y="746"/>
                  </a:lnTo>
                  <a:lnTo>
                    <a:pt x="161" y="752"/>
                  </a:lnTo>
                  <a:lnTo>
                    <a:pt x="157" y="760"/>
                  </a:lnTo>
                  <a:lnTo>
                    <a:pt x="150" y="770"/>
                  </a:lnTo>
                  <a:lnTo>
                    <a:pt x="148" y="786"/>
                  </a:lnTo>
                  <a:lnTo>
                    <a:pt x="148" y="797"/>
                  </a:lnTo>
                  <a:lnTo>
                    <a:pt x="151" y="810"/>
                  </a:lnTo>
                  <a:lnTo>
                    <a:pt x="156" y="822"/>
                  </a:lnTo>
                  <a:lnTo>
                    <a:pt x="151" y="827"/>
                  </a:lnTo>
                  <a:lnTo>
                    <a:pt x="153" y="832"/>
                  </a:lnTo>
                  <a:lnTo>
                    <a:pt x="162" y="830"/>
                  </a:lnTo>
                  <a:lnTo>
                    <a:pt x="175" y="821"/>
                  </a:lnTo>
                  <a:lnTo>
                    <a:pt x="186" y="807"/>
                  </a:lnTo>
                  <a:lnTo>
                    <a:pt x="195" y="797"/>
                  </a:lnTo>
                  <a:lnTo>
                    <a:pt x="216" y="789"/>
                  </a:lnTo>
                  <a:lnTo>
                    <a:pt x="220" y="785"/>
                  </a:lnTo>
                  <a:lnTo>
                    <a:pt x="220" y="778"/>
                  </a:lnTo>
                  <a:lnTo>
                    <a:pt x="228" y="77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55" name="Google Shape;2155;p5">
              <a:extLst>
                <a:ext uri="{FF2B5EF4-FFF2-40B4-BE49-F238E27FC236}">
                  <a16:creationId xmlns:a16="http://schemas.microsoft.com/office/drawing/2014/main" id="{2BC27A7C-6329-9CBB-7BD3-71DCA8ECC0D3}"/>
                </a:ext>
              </a:extLst>
            </p:cNvPr>
            <p:cNvSpPr/>
            <p:nvPr/>
          </p:nvSpPr>
          <p:spPr>
            <a:xfrm>
              <a:off x="6668292" y="3572222"/>
              <a:ext cx="168275" cy="104775"/>
            </a:xfrm>
            <a:custGeom>
              <a:avLst/>
              <a:gdLst/>
              <a:ahLst/>
              <a:cxnLst/>
              <a:rect l="l" t="t" r="r" b="b"/>
              <a:pathLst>
                <a:path w="530" h="330" extrusionOk="0">
                  <a:moveTo>
                    <a:pt x="242" y="129"/>
                  </a:moveTo>
                  <a:lnTo>
                    <a:pt x="245" y="131"/>
                  </a:lnTo>
                  <a:lnTo>
                    <a:pt x="249" y="133"/>
                  </a:lnTo>
                  <a:lnTo>
                    <a:pt x="259" y="144"/>
                  </a:lnTo>
                  <a:lnTo>
                    <a:pt x="263" y="150"/>
                  </a:lnTo>
                  <a:lnTo>
                    <a:pt x="268" y="155"/>
                  </a:lnTo>
                  <a:lnTo>
                    <a:pt x="271" y="159"/>
                  </a:lnTo>
                  <a:lnTo>
                    <a:pt x="276" y="160"/>
                  </a:lnTo>
                  <a:lnTo>
                    <a:pt x="281" y="158"/>
                  </a:lnTo>
                  <a:lnTo>
                    <a:pt x="283" y="150"/>
                  </a:lnTo>
                  <a:lnTo>
                    <a:pt x="285" y="126"/>
                  </a:lnTo>
                  <a:lnTo>
                    <a:pt x="288" y="121"/>
                  </a:lnTo>
                  <a:lnTo>
                    <a:pt x="293" y="118"/>
                  </a:lnTo>
                  <a:lnTo>
                    <a:pt x="298" y="118"/>
                  </a:lnTo>
                  <a:lnTo>
                    <a:pt x="301" y="122"/>
                  </a:lnTo>
                  <a:lnTo>
                    <a:pt x="303" y="129"/>
                  </a:lnTo>
                  <a:lnTo>
                    <a:pt x="307" y="137"/>
                  </a:lnTo>
                  <a:lnTo>
                    <a:pt x="312" y="139"/>
                  </a:lnTo>
                  <a:lnTo>
                    <a:pt x="318" y="139"/>
                  </a:lnTo>
                  <a:lnTo>
                    <a:pt x="319" y="134"/>
                  </a:lnTo>
                  <a:lnTo>
                    <a:pt x="319" y="128"/>
                  </a:lnTo>
                  <a:lnTo>
                    <a:pt x="318" y="123"/>
                  </a:lnTo>
                  <a:lnTo>
                    <a:pt x="314" y="116"/>
                  </a:lnTo>
                  <a:lnTo>
                    <a:pt x="309" y="111"/>
                  </a:lnTo>
                  <a:lnTo>
                    <a:pt x="315" y="110"/>
                  </a:lnTo>
                  <a:lnTo>
                    <a:pt x="320" y="106"/>
                  </a:lnTo>
                  <a:lnTo>
                    <a:pt x="328" y="96"/>
                  </a:lnTo>
                  <a:lnTo>
                    <a:pt x="322" y="94"/>
                  </a:lnTo>
                  <a:lnTo>
                    <a:pt x="319" y="88"/>
                  </a:lnTo>
                  <a:lnTo>
                    <a:pt x="324" y="81"/>
                  </a:lnTo>
                  <a:lnTo>
                    <a:pt x="329" y="79"/>
                  </a:lnTo>
                  <a:lnTo>
                    <a:pt x="339" y="79"/>
                  </a:lnTo>
                  <a:lnTo>
                    <a:pt x="351" y="64"/>
                  </a:lnTo>
                  <a:lnTo>
                    <a:pt x="357" y="53"/>
                  </a:lnTo>
                  <a:lnTo>
                    <a:pt x="357" y="47"/>
                  </a:lnTo>
                  <a:lnTo>
                    <a:pt x="383" y="20"/>
                  </a:lnTo>
                  <a:lnTo>
                    <a:pt x="387" y="13"/>
                  </a:lnTo>
                  <a:lnTo>
                    <a:pt x="388" y="6"/>
                  </a:lnTo>
                  <a:lnTo>
                    <a:pt x="392" y="0"/>
                  </a:lnTo>
                  <a:lnTo>
                    <a:pt x="394" y="0"/>
                  </a:lnTo>
                  <a:lnTo>
                    <a:pt x="395" y="3"/>
                  </a:lnTo>
                  <a:lnTo>
                    <a:pt x="395" y="14"/>
                  </a:lnTo>
                  <a:lnTo>
                    <a:pt x="393" y="20"/>
                  </a:lnTo>
                  <a:lnTo>
                    <a:pt x="393" y="22"/>
                  </a:lnTo>
                  <a:lnTo>
                    <a:pt x="404" y="9"/>
                  </a:lnTo>
                  <a:lnTo>
                    <a:pt x="408" y="2"/>
                  </a:lnTo>
                  <a:lnTo>
                    <a:pt x="415" y="2"/>
                  </a:lnTo>
                  <a:lnTo>
                    <a:pt x="417" y="4"/>
                  </a:lnTo>
                  <a:lnTo>
                    <a:pt x="422" y="19"/>
                  </a:lnTo>
                  <a:lnTo>
                    <a:pt x="428" y="22"/>
                  </a:lnTo>
                  <a:lnTo>
                    <a:pt x="433" y="20"/>
                  </a:lnTo>
                  <a:lnTo>
                    <a:pt x="443" y="29"/>
                  </a:lnTo>
                  <a:lnTo>
                    <a:pt x="446" y="40"/>
                  </a:lnTo>
                  <a:lnTo>
                    <a:pt x="442" y="43"/>
                  </a:lnTo>
                  <a:lnTo>
                    <a:pt x="443" y="57"/>
                  </a:lnTo>
                  <a:lnTo>
                    <a:pt x="444" y="58"/>
                  </a:lnTo>
                  <a:lnTo>
                    <a:pt x="448" y="57"/>
                  </a:lnTo>
                  <a:lnTo>
                    <a:pt x="452" y="57"/>
                  </a:lnTo>
                  <a:lnTo>
                    <a:pt x="458" y="54"/>
                  </a:lnTo>
                  <a:lnTo>
                    <a:pt x="463" y="54"/>
                  </a:lnTo>
                  <a:lnTo>
                    <a:pt x="467" y="59"/>
                  </a:lnTo>
                  <a:lnTo>
                    <a:pt x="465" y="64"/>
                  </a:lnTo>
                  <a:lnTo>
                    <a:pt x="462" y="68"/>
                  </a:lnTo>
                  <a:lnTo>
                    <a:pt x="463" y="70"/>
                  </a:lnTo>
                  <a:lnTo>
                    <a:pt x="469" y="70"/>
                  </a:lnTo>
                  <a:lnTo>
                    <a:pt x="474" y="65"/>
                  </a:lnTo>
                  <a:lnTo>
                    <a:pt x="480" y="65"/>
                  </a:lnTo>
                  <a:lnTo>
                    <a:pt x="486" y="69"/>
                  </a:lnTo>
                  <a:lnTo>
                    <a:pt x="502" y="80"/>
                  </a:lnTo>
                  <a:lnTo>
                    <a:pt x="523" y="86"/>
                  </a:lnTo>
                  <a:lnTo>
                    <a:pt x="529" y="91"/>
                  </a:lnTo>
                  <a:lnTo>
                    <a:pt x="530" y="95"/>
                  </a:lnTo>
                  <a:lnTo>
                    <a:pt x="528" y="100"/>
                  </a:lnTo>
                  <a:lnTo>
                    <a:pt x="518" y="104"/>
                  </a:lnTo>
                  <a:lnTo>
                    <a:pt x="512" y="108"/>
                  </a:lnTo>
                  <a:lnTo>
                    <a:pt x="501" y="112"/>
                  </a:lnTo>
                  <a:lnTo>
                    <a:pt x="491" y="115"/>
                  </a:lnTo>
                  <a:lnTo>
                    <a:pt x="482" y="110"/>
                  </a:lnTo>
                  <a:lnTo>
                    <a:pt x="475" y="113"/>
                  </a:lnTo>
                  <a:lnTo>
                    <a:pt x="474" y="121"/>
                  </a:lnTo>
                  <a:lnTo>
                    <a:pt x="476" y="126"/>
                  </a:lnTo>
                  <a:lnTo>
                    <a:pt x="482" y="132"/>
                  </a:lnTo>
                  <a:lnTo>
                    <a:pt x="487" y="133"/>
                  </a:lnTo>
                  <a:lnTo>
                    <a:pt x="492" y="137"/>
                  </a:lnTo>
                  <a:lnTo>
                    <a:pt x="494" y="140"/>
                  </a:lnTo>
                  <a:lnTo>
                    <a:pt x="480" y="143"/>
                  </a:lnTo>
                  <a:lnTo>
                    <a:pt x="463" y="149"/>
                  </a:lnTo>
                  <a:lnTo>
                    <a:pt x="457" y="149"/>
                  </a:lnTo>
                  <a:lnTo>
                    <a:pt x="452" y="147"/>
                  </a:lnTo>
                  <a:lnTo>
                    <a:pt x="446" y="143"/>
                  </a:lnTo>
                  <a:lnTo>
                    <a:pt x="444" y="143"/>
                  </a:lnTo>
                  <a:lnTo>
                    <a:pt x="443" y="148"/>
                  </a:lnTo>
                  <a:lnTo>
                    <a:pt x="439" y="151"/>
                  </a:lnTo>
                  <a:lnTo>
                    <a:pt x="435" y="151"/>
                  </a:lnTo>
                  <a:lnTo>
                    <a:pt x="421" y="147"/>
                  </a:lnTo>
                  <a:lnTo>
                    <a:pt x="412" y="142"/>
                  </a:lnTo>
                  <a:lnTo>
                    <a:pt x="361" y="140"/>
                  </a:lnTo>
                  <a:lnTo>
                    <a:pt x="342" y="142"/>
                  </a:lnTo>
                  <a:lnTo>
                    <a:pt x="336" y="150"/>
                  </a:lnTo>
                  <a:lnTo>
                    <a:pt x="330" y="167"/>
                  </a:lnTo>
                  <a:lnTo>
                    <a:pt x="328" y="189"/>
                  </a:lnTo>
                  <a:lnTo>
                    <a:pt x="323" y="201"/>
                  </a:lnTo>
                  <a:lnTo>
                    <a:pt x="297" y="230"/>
                  </a:lnTo>
                  <a:lnTo>
                    <a:pt x="291" y="257"/>
                  </a:lnTo>
                  <a:lnTo>
                    <a:pt x="282" y="275"/>
                  </a:lnTo>
                  <a:lnTo>
                    <a:pt x="275" y="287"/>
                  </a:lnTo>
                  <a:lnTo>
                    <a:pt x="271" y="294"/>
                  </a:lnTo>
                  <a:lnTo>
                    <a:pt x="265" y="299"/>
                  </a:lnTo>
                  <a:lnTo>
                    <a:pt x="252" y="303"/>
                  </a:lnTo>
                  <a:lnTo>
                    <a:pt x="240" y="305"/>
                  </a:lnTo>
                  <a:lnTo>
                    <a:pt x="231" y="307"/>
                  </a:lnTo>
                  <a:lnTo>
                    <a:pt x="220" y="314"/>
                  </a:lnTo>
                  <a:lnTo>
                    <a:pt x="210" y="314"/>
                  </a:lnTo>
                  <a:lnTo>
                    <a:pt x="189" y="306"/>
                  </a:lnTo>
                  <a:lnTo>
                    <a:pt x="184" y="306"/>
                  </a:lnTo>
                  <a:lnTo>
                    <a:pt x="183" y="299"/>
                  </a:lnTo>
                  <a:lnTo>
                    <a:pt x="178" y="296"/>
                  </a:lnTo>
                  <a:lnTo>
                    <a:pt x="151" y="295"/>
                  </a:lnTo>
                  <a:lnTo>
                    <a:pt x="146" y="296"/>
                  </a:lnTo>
                  <a:lnTo>
                    <a:pt x="139" y="305"/>
                  </a:lnTo>
                  <a:lnTo>
                    <a:pt x="123" y="323"/>
                  </a:lnTo>
                  <a:lnTo>
                    <a:pt x="115" y="327"/>
                  </a:lnTo>
                  <a:lnTo>
                    <a:pt x="105" y="326"/>
                  </a:lnTo>
                  <a:lnTo>
                    <a:pt x="96" y="326"/>
                  </a:lnTo>
                  <a:lnTo>
                    <a:pt x="87" y="330"/>
                  </a:lnTo>
                  <a:lnTo>
                    <a:pt x="77" y="323"/>
                  </a:lnTo>
                  <a:lnTo>
                    <a:pt x="66" y="325"/>
                  </a:lnTo>
                  <a:lnTo>
                    <a:pt x="54" y="328"/>
                  </a:lnTo>
                  <a:lnTo>
                    <a:pt x="40" y="325"/>
                  </a:lnTo>
                  <a:lnTo>
                    <a:pt x="27" y="314"/>
                  </a:lnTo>
                  <a:lnTo>
                    <a:pt x="0" y="274"/>
                  </a:lnTo>
                  <a:lnTo>
                    <a:pt x="0" y="269"/>
                  </a:lnTo>
                  <a:lnTo>
                    <a:pt x="2" y="268"/>
                  </a:lnTo>
                  <a:lnTo>
                    <a:pt x="5" y="266"/>
                  </a:lnTo>
                  <a:lnTo>
                    <a:pt x="7" y="264"/>
                  </a:lnTo>
                  <a:lnTo>
                    <a:pt x="10" y="273"/>
                  </a:lnTo>
                  <a:lnTo>
                    <a:pt x="13" y="278"/>
                  </a:lnTo>
                  <a:lnTo>
                    <a:pt x="28" y="283"/>
                  </a:lnTo>
                  <a:lnTo>
                    <a:pt x="34" y="284"/>
                  </a:lnTo>
                  <a:lnTo>
                    <a:pt x="48" y="283"/>
                  </a:lnTo>
                  <a:lnTo>
                    <a:pt x="53" y="284"/>
                  </a:lnTo>
                  <a:lnTo>
                    <a:pt x="59" y="288"/>
                  </a:lnTo>
                  <a:lnTo>
                    <a:pt x="67" y="290"/>
                  </a:lnTo>
                  <a:lnTo>
                    <a:pt x="84" y="293"/>
                  </a:lnTo>
                  <a:lnTo>
                    <a:pt x="86" y="285"/>
                  </a:lnTo>
                  <a:lnTo>
                    <a:pt x="89" y="279"/>
                  </a:lnTo>
                  <a:lnTo>
                    <a:pt x="91" y="269"/>
                  </a:lnTo>
                  <a:lnTo>
                    <a:pt x="93" y="263"/>
                  </a:lnTo>
                  <a:lnTo>
                    <a:pt x="91" y="253"/>
                  </a:lnTo>
                  <a:lnTo>
                    <a:pt x="96" y="250"/>
                  </a:lnTo>
                  <a:lnTo>
                    <a:pt x="102" y="251"/>
                  </a:lnTo>
                  <a:lnTo>
                    <a:pt x="103" y="253"/>
                  </a:lnTo>
                  <a:lnTo>
                    <a:pt x="103" y="239"/>
                  </a:lnTo>
                  <a:lnTo>
                    <a:pt x="105" y="235"/>
                  </a:lnTo>
                  <a:lnTo>
                    <a:pt x="113" y="225"/>
                  </a:lnTo>
                  <a:lnTo>
                    <a:pt x="116" y="221"/>
                  </a:lnTo>
                  <a:lnTo>
                    <a:pt x="134" y="220"/>
                  </a:lnTo>
                  <a:lnTo>
                    <a:pt x="137" y="219"/>
                  </a:lnTo>
                  <a:lnTo>
                    <a:pt x="137" y="218"/>
                  </a:lnTo>
                  <a:lnTo>
                    <a:pt x="142" y="217"/>
                  </a:lnTo>
                  <a:lnTo>
                    <a:pt x="152" y="217"/>
                  </a:lnTo>
                  <a:lnTo>
                    <a:pt x="161" y="215"/>
                  </a:lnTo>
                  <a:lnTo>
                    <a:pt x="174" y="214"/>
                  </a:lnTo>
                  <a:lnTo>
                    <a:pt x="179" y="212"/>
                  </a:lnTo>
                  <a:lnTo>
                    <a:pt x="190" y="201"/>
                  </a:lnTo>
                  <a:lnTo>
                    <a:pt x="205" y="183"/>
                  </a:lnTo>
                  <a:lnTo>
                    <a:pt x="207" y="177"/>
                  </a:lnTo>
                  <a:lnTo>
                    <a:pt x="215" y="167"/>
                  </a:lnTo>
                  <a:lnTo>
                    <a:pt x="231" y="154"/>
                  </a:lnTo>
                  <a:lnTo>
                    <a:pt x="238" y="143"/>
                  </a:lnTo>
                  <a:lnTo>
                    <a:pt x="240" y="131"/>
                  </a:lnTo>
                  <a:lnTo>
                    <a:pt x="242" y="12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56" name="Google Shape;2156;p5">
              <a:extLst>
                <a:ext uri="{FF2B5EF4-FFF2-40B4-BE49-F238E27FC236}">
                  <a16:creationId xmlns:a16="http://schemas.microsoft.com/office/drawing/2014/main" id="{29FC0D6A-0127-4BF4-47CD-AD83F1DA0B1D}"/>
                </a:ext>
              </a:extLst>
            </p:cNvPr>
            <p:cNvSpPr/>
            <p:nvPr/>
          </p:nvSpPr>
          <p:spPr>
            <a:xfrm>
              <a:off x="6504780" y="3575397"/>
              <a:ext cx="71438" cy="93663"/>
            </a:xfrm>
            <a:custGeom>
              <a:avLst/>
              <a:gdLst/>
              <a:ahLst/>
              <a:cxnLst/>
              <a:rect l="l" t="t" r="r" b="b"/>
              <a:pathLst>
                <a:path w="226" h="291" extrusionOk="0">
                  <a:moveTo>
                    <a:pt x="5" y="16"/>
                  </a:moveTo>
                  <a:lnTo>
                    <a:pt x="2" y="16"/>
                  </a:lnTo>
                  <a:lnTo>
                    <a:pt x="7" y="24"/>
                  </a:lnTo>
                  <a:lnTo>
                    <a:pt x="10" y="43"/>
                  </a:lnTo>
                  <a:lnTo>
                    <a:pt x="14" y="55"/>
                  </a:lnTo>
                  <a:lnTo>
                    <a:pt x="15" y="87"/>
                  </a:lnTo>
                  <a:lnTo>
                    <a:pt x="18" y="98"/>
                  </a:lnTo>
                  <a:lnTo>
                    <a:pt x="26" y="104"/>
                  </a:lnTo>
                  <a:lnTo>
                    <a:pt x="27" y="115"/>
                  </a:lnTo>
                  <a:lnTo>
                    <a:pt x="26" y="130"/>
                  </a:lnTo>
                  <a:lnTo>
                    <a:pt x="32" y="141"/>
                  </a:lnTo>
                  <a:lnTo>
                    <a:pt x="33" y="148"/>
                  </a:lnTo>
                  <a:lnTo>
                    <a:pt x="52" y="173"/>
                  </a:lnTo>
                  <a:lnTo>
                    <a:pt x="60" y="183"/>
                  </a:lnTo>
                  <a:lnTo>
                    <a:pt x="66" y="196"/>
                  </a:lnTo>
                  <a:lnTo>
                    <a:pt x="68" y="208"/>
                  </a:lnTo>
                  <a:lnTo>
                    <a:pt x="77" y="218"/>
                  </a:lnTo>
                  <a:lnTo>
                    <a:pt x="93" y="229"/>
                  </a:lnTo>
                  <a:lnTo>
                    <a:pt x="114" y="248"/>
                  </a:lnTo>
                  <a:lnTo>
                    <a:pt x="129" y="253"/>
                  </a:lnTo>
                  <a:lnTo>
                    <a:pt x="144" y="265"/>
                  </a:lnTo>
                  <a:lnTo>
                    <a:pt x="152" y="269"/>
                  </a:lnTo>
                  <a:lnTo>
                    <a:pt x="166" y="276"/>
                  </a:lnTo>
                  <a:lnTo>
                    <a:pt x="178" y="287"/>
                  </a:lnTo>
                  <a:lnTo>
                    <a:pt x="182" y="285"/>
                  </a:lnTo>
                  <a:lnTo>
                    <a:pt x="185" y="291"/>
                  </a:lnTo>
                  <a:lnTo>
                    <a:pt x="189" y="287"/>
                  </a:lnTo>
                  <a:lnTo>
                    <a:pt x="192" y="281"/>
                  </a:lnTo>
                  <a:lnTo>
                    <a:pt x="198" y="277"/>
                  </a:lnTo>
                  <a:lnTo>
                    <a:pt x="211" y="280"/>
                  </a:lnTo>
                  <a:lnTo>
                    <a:pt x="220" y="288"/>
                  </a:lnTo>
                  <a:lnTo>
                    <a:pt x="224" y="281"/>
                  </a:lnTo>
                  <a:lnTo>
                    <a:pt x="226" y="265"/>
                  </a:lnTo>
                  <a:lnTo>
                    <a:pt x="210" y="237"/>
                  </a:lnTo>
                  <a:lnTo>
                    <a:pt x="205" y="222"/>
                  </a:lnTo>
                  <a:lnTo>
                    <a:pt x="188" y="210"/>
                  </a:lnTo>
                  <a:lnTo>
                    <a:pt x="182" y="191"/>
                  </a:lnTo>
                  <a:lnTo>
                    <a:pt x="179" y="151"/>
                  </a:lnTo>
                  <a:lnTo>
                    <a:pt x="183" y="126"/>
                  </a:lnTo>
                  <a:lnTo>
                    <a:pt x="183" y="108"/>
                  </a:lnTo>
                  <a:lnTo>
                    <a:pt x="181" y="95"/>
                  </a:lnTo>
                  <a:lnTo>
                    <a:pt x="174" y="83"/>
                  </a:lnTo>
                  <a:lnTo>
                    <a:pt x="158" y="60"/>
                  </a:lnTo>
                  <a:lnTo>
                    <a:pt x="136" y="44"/>
                  </a:lnTo>
                  <a:lnTo>
                    <a:pt x="123" y="28"/>
                  </a:lnTo>
                  <a:lnTo>
                    <a:pt x="111" y="29"/>
                  </a:lnTo>
                  <a:lnTo>
                    <a:pt x="103" y="41"/>
                  </a:lnTo>
                  <a:lnTo>
                    <a:pt x="92" y="43"/>
                  </a:lnTo>
                  <a:lnTo>
                    <a:pt x="81" y="41"/>
                  </a:lnTo>
                  <a:lnTo>
                    <a:pt x="58" y="56"/>
                  </a:lnTo>
                  <a:lnTo>
                    <a:pt x="54" y="45"/>
                  </a:lnTo>
                  <a:lnTo>
                    <a:pt x="57" y="29"/>
                  </a:lnTo>
                  <a:lnTo>
                    <a:pt x="47" y="14"/>
                  </a:lnTo>
                  <a:lnTo>
                    <a:pt x="37" y="12"/>
                  </a:lnTo>
                  <a:lnTo>
                    <a:pt x="20" y="9"/>
                  </a:lnTo>
                  <a:lnTo>
                    <a:pt x="12" y="0"/>
                  </a:lnTo>
                  <a:lnTo>
                    <a:pt x="0" y="0"/>
                  </a:lnTo>
                  <a:lnTo>
                    <a:pt x="5" y="1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57" name="Google Shape;2157;p5">
              <a:extLst>
                <a:ext uri="{FF2B5EF4-FFF2-40B4-BE49-F238E27FC236}">
                  <a16:creationId xmlns:a16="http://schemas.microsoft.com/office/drawing/2014/main" id="{DDA09A64-EF53-7BA0-0C8A-712373835738}"/>
                </a:ext>
              </a:extLst>
            </p:cNvPr>
            <p:cNvSpPr/>
            <p:nvPr/>
          </p:nvSpPr>
          <p:spPr>
            <a:xfrm>
              <a:off x="6460330" y="3326159"/>
              <a:ext cx="136525" cy="268288"/>
            </a:xfrm>
            <a:custGeom>
              <a:avLst/>
              <a:gdLst/>
              <a:ahLst/>
              <a:cxnLst/>
              <a:rect l="l" t="t" r="r" b="b"/>
              <a:pathLst>
                <a:path w="431" h="844" extrusionOk="0">
                  <a:moveTo>
                    <a:pt x="144" y="0"/>
                  </a:moveTo>
                  <a:lnTo>
                    <a:pt x="138" y="3"/>
                  </a:lnTo>
                  <a:lnTo>
                    <a:pt x="131" y="11"/>
                  </a:lnTo>
                  <a:lnTo>
                    <a:pt x="125" y="24"/>
                  </a:lnTo>
                  <a:lnTo>
                    <a:pt x="112" y="27"/>
                  </a:lnTo>
                  <a:lnTo>
                    <a:pt x="103" y="32"/>
                  </a:lnTo>
                  <a:lnTo>
                    <a:pt x="88" y="43"/>
                  </a:lnTo>
                  <a:lnTo>
                    <a:pt x="77" y="49"/>
                  </a:lnTo>
                  <a:lnTo>
                    <a:pt x="66" y="60"/>
                  </a:lnTo>
                  <a:lnTo>
                    <a:pt x="55" y="64"/>
                  </a:lnTo>
                  <a:lnTo>
                    <a:pt x="37" y="65"/>
                  </a:lnTo>
                  <a:lnTo>
                    <a:pt x="23" y="67"/>
                  </a:lnTo>
                  <a:lnTo>
                    <a:pt x="9" y="106"/>
                  </a:lnTo>
                  <a:lnTo>
                    <a:pt x="7" y="118"/>
                  </a:lnTo>
                  <a:lnTo>
                    <a:pt x="9" y="128"/>
                  </a:lnTo>
                  <a:lnTo>
                    <a:pt x="0" y="135"/>
                  </a:lnTo>
                  <a:lnTo>
                    <a:pt x="1" y="142"/>
                  </a:lnTo>
                  <a:lnTo>
                    <a:pt x="7" y="159"/>
                  </a:lnTo>
                  <a:lnTo>
                    <a:pt x="17" y="182"/>
                  </a:lnTo>
                  <a:lnTo>
                    <a:pt x="40" y="199"/>
                  </a:lnTo>
                  <a:lnTo>
                    <a:pt x="48" y="209"/>
                  </a:lnTo>
                  <a:lnTo>
                    <a:pt x="50" y="225"/>
                  </a:lnTo>
                  <a:lnTo>
                    <a:pt x="49" y="240"/>
                  </a:lnTo>
                  <a:lnTo>
                    <a:pt x="52" y="252"/>
                  </a:lnTo>
                  <a:lnTo>
                    <a:pt x="61" y="253"/>
                  </a:lnTo>
                  <a:lnTo>
                    <a:pt x="65" y="263"/>
                  </a:lnTo>
                  <a:lnTo>
                    <a:pt x="59" y="269"/>
                  </a:lnTo>
                  <a:lnTo>
                    <a:pt x="53" y="283"/>
                  </a:lnTo>
                  <a:lnTo>
                    <a:pt x="50" y="291"/>
                  </a:lnTo>
                  <a:lnTo>
                    <a:pt x="50" y="304"/>
                  </a:lnTo>
                  <a:lnTo>
                    <a:pt x="47" y="307"/>
                  </a:lnTo>
                  <a:lnTo>
                    <a:pt x="38" y="315"/>
                  </a:lnTo>
                  <a:lnTo>
                    <a:pt x="34" y="323"/>
                  </a:lnTo>
                  <a:lnTo>
                    <a:pt x="33" y="337"/>
                  </a:lnTo>
                  <a:lnTo>
                    <a:pt x="39" y="354"/>
                  </a:lnTo>
                  <a:lnTo>
                    <a:pt x="58" y="366"/>
                  </a:lnTo>
                  <a:lnTo>
                    <a:pt x="76" y="386"/>
                  </a:lnTo>
                  <a:lnTo>
                    <a:pt x="79" y="392"/>
                  </a:lnTo>
                  <a:lnTo>
                    <a:pt x="81" y="401"/>
                  </a:lnTo>
                  <a:lnTo>
                    <a:pt x="82" y="434"/>
                  </a:lnTo>
                  <a:lnTo>
                    <a:pt x="88" y="452"/>
                  </a:lnTo>
                  <a:lnTo>
                    <a:pt x="91" y="454"/>
                  </a:lnTo>
                  <a:lnTo>
                    <a:pt x="96" y="469"/>
                  </a:lnTo>
                  <a:lnTo>
                    <a:pt x="111" y="503"/>
                  </a:lnTo>
                  <a:lnTo>
                    <a:pt x="109" y="510"/>
                  </a:lnTo>
                  <a:lnTo>
                    <a:pt x="91" y="540"/>
                  </a:lnTo>
                  <a:lnTo>
                    <a:pt x="80" y="547"/>
                  </a:lnTo>
                  <a:lnTo>
                    <a:pt x="72" y="559"/>
                  </a:lnTo>
                  <a:lnTo>
                    <a:pt x="70" y="574"/>
                  </a:lnTo>
                  <a:lnTo>
                    <a:pt x="65" y="586"/>
                  </a:lnTo>
                  <a:lnTo>
                    <a:pt x="60" y="594"/>
                  </a:lnTo>
                  <a:lnTo>
                    <a:pt x="59" y="597"/>
                  </a:lnTo>
                  <a:lnTo>
                    <a:pt x="54" y="610"/>
                  </a:lnTo>
                  <a:lnTo>
                    <a:pt x="53" y="618"/>
                  </a:lnTo>
                  <a:lnTo>
                    <a:pt x="39" y="664"/>
                  </a:lnTo>
                  <a:lnTo>
                    <a:pt x="37" y="681"/>
                  </a:lnTo>
                  <a:lnTo>
                    <a:pt x="37" y="696"/>
                  </a:lnTo>
                  <a:lnTo>
                    <a:pt x="40" y="705"/>
                  </a:lnTo>
                  <a:lnTo>
                    <a:pt x="60" y="703"/>
                  </a:lnTo>
                  <a:lnTo>
                    <a:pt x="80" y="725"/>
                  </a:lnTo>
                  <a:lnTo>
                    <a:pt x="86" y="729"/>
                  </a:lnTo>
                  <a:lnTo>
                    <a:pt x="101" y="750"/>
                  </a:lnTo>
                  <a:lnTo>
                    <a:pt x="112" y="759"/>
                  </a:lnTo>
                  <a:lnTo>
                    <a:pt x="118" y="774"/>
                  </a:lnTo>
                  <a:lnTo>
                    <a:pt x="145" y="804"/>
                  </a:lnTo>
                  <a:lnTo>
                    <a:pt x="140" y="788"/>
                  </a:lnTo>
                  <a:lnTo>
                    <a:pt x="152" y="788"/>
                  </a:lnTo>
                  <a:lnTo>
                    <a:pt x="160" y="797"/>
                  </a:lnTo>
                  <a:lnTo>
                    <a:pt x="177" y="800"/>
                  </a:lnTo>
                  <a:lnTo>
                    <a:pt x="187" y="802"/>
                  </a:lnTo>
                  <a:lnTo>
                    <a:pt x="197" y="817"/>
                  </a:lnTo>
                  <a:lnTo>
                    <a:pt x="194" y="833"/>
                  </a:lnTo>
                  <a:lnTo>
                    <a:pt x="198" y="844"/>
                  </a:lnTo>
                  <a:lnTo>
                    <a:pt x="221" y="829"/>
                  </a:lnTo>
                  <a:lnTo>
                    <a:pt x="232" y="831"/>
                  </a:lnTo>
                  <a:lnTo>
                    <a:pt x="243" y="829"/>
                  </a:lnTo>
                  <a:lnTo>
                    <a:pt x="251" y="817"/>
                  </a:lnTo>
                  <a:lnTo>
                    <a:pt x="242" y="804"/>
                  </a:lnTo>
                  <a:lnTo>
                    <a:pt x="230" y="790"/>
                  </a:lnTo>
                  <a:lnTo>
                    <a:pt x="215" y="778"/>
                  </a:lnTo>
                  <a:lnTo>
                    <a:pt x="181" y="773"/>
                  </a:lnTo>
                  <a:lnTo>
                    <a:pt x="168" y="758"/>
                  </a:lnTo>
                  <a:lnTo>
                    <a:pt x="162" y="754"/>
                  </a:lnTo>
                  <a:lnTo>
                    <a:pt x="157" y="745"/>
                  </a:lnTo>
                  <a:lnTo>
                    <a:pt x="151" y="709"/>
                  </a:lnTo>
                  <a:lnTo>
                    <a:pt x="145" y="699"/>
                  </a:lnTo>
                  <a:lnTo>
                    <a:pt x="136" y="691"/>
                  </a:lnTo>
                  <a:lnTo>
                    <a:pt x="131" y="676"/>
                  </a:lnTo>
                  <a:lnTo>
                    <a:pt x="129" y="660"/>
                  </a:lnTo>
                  <a:lnTo>
                    <a:pt x="124" y="649"/>
                  </a:lnTo>
                  <a:lnTo>
                    <a:pt x="114" y="646"/>
                  </a:lnTo>
                  <a:lnTo>
                    <a:pt x="102" y="651"/>
                  </a:lnTo>
                  <a:lnTo>
                    <a:pt x="92" y="649"/>
                  </a:lnTo>
                  <a:lnTo>
                    <a:pt x="88" y="640"/>
                  </a:lnTo>
                  <a:lnTo>
                    <a:pt x="86" y="623"/>
                  </a:lnTo>
                  <a:lnTo>
                    <a:pt x="85" y="607"/>
                  </a:lnTo>
                  <a:lnTo>
                    <a:pt x="85" y="592"/>
                  </a:lnTo>
                  <a:lnTo>
                    <a:pt x="86" y="586"/>
                  </a:lnTo>
                  <a:lnTo>
                    <a:pt x="92" y="578"/>
                  </a:lnTo>
                  <a:lnTo>
                    <a:pt x="93" y="568"/>
                  </a:lnTo>
                  <a:lnTo>
                    <a:pt x="98" y="563"/>
                  </a:lnTo>
                  <a:lnTo>
                    <a:pt x="103" y="553"/>
                  </a:lnTo>
                  <a:lnTo>
                    <a:pt x="103" y="542"/>
                  </a:lnTo>
                  <a:lnTo>
                    <a:pt x="112" y="515"/>
                  </a:lnTo>
                  <a:lnTo>
                    <a:pt x="119" y="501"/>
                  </a:lnTo>
                  <a:lnTo>
                    <a:pt x="126" y="487"/>
                  </a:lnTo>
                  <a:lnTo>
                    <a:pt x="128" y="471"/>
                  </a:lnTo>
                  <a:lnTo>
                    <a:pt x="133" y="439"/>
                  </a:lnTo>
                  <a:lnTo>
                    <a:pt x="129" y="415"/>
                  </a:lnTo>
                  <a:lnTo>
                    <a:pt x="142" y="411"/>
                  </a:lnTo>
                  <a:lnTo>
                    <a:pt x="157" y="409"/>
                  </a:lnTo>
                  <a:lnTo>
                    <a:pt x="161" y="409"/>
                  </a:lnTo>
                  <a:lnTo>
                    <a:pt x="168" y="411"/>
                  </a:lnTo>
                  <a:lnTo>
                    <a:pt x="179" y="414"/>
                  </a:lnTo>
                  <a:lnTo>
                    <a:pt x="182" y="419"/>
                  </a:lnTo>
                  <a:lnTo>
                    <a:pt x="179" y="455"/>
                  </a:lnTo>
                  <a:lnTo>
                    <a:pt x="183" y="462"/>
                  </a:lnTo>
                  <a:lnTo>
                    <a:pt x="187" y="462"/>
                  </a:lnTo>
                  <a:lnTo>
                    <a:pt x="184" y="458"/>
                  </a:lnTo>
                  <a:lnTo>
                    <a:pt x="189" y="458"/>
                  </a:lnTo>
                  <a:lnTo>
                    <a:pt x="212" y="460"/>
                  </a:lnTo>
                  <a:lnTo>
                    <a:pt x="222" y="458"/>
                  </a:lnTo>
                  <a:lnTo>
                    <a:pt x="233" y="461"/>
                  </a:lnTo>
                  <a:lnTo>
                    <a:pt x="251" y="476"/>
                  </a:lnTo>
                  <a:lnTo>
                    <a:pt x="257" y="484"/>
                  </a:lnTo>
                  <a:lnTo>
                    <a:pt x="264" y="488"/>
                  </a:lnTo>
                  <a:lnTo>
                    <a:pt x="270" y="492"/>
                  </a:lnTo>
                  <a:lnTo>
                    <a:pt x="271" y="489"/>
                  </a:lnTo>
                  <a:lnTo>
                    <a:pt x="276" y="493"/>
                  </a:lnTo>
                  <a:lnTo>
                    <a:pt x="285" y="511"/>
                  </a:lnTo>
                  <a:lnTo>
                    <a:pt x="291" y="516"/>
                  </a:lnTo>
                  <a:lnTo>
                    <a:pt x="292" y="510"/>
                  </a:lnTo>
                  <a:lnTo>
                    <a:pt x="292" y="501"/>
                  </a:lnTo>
                  <a:lnTo>
                    <a:pt x="286" y="487"/>
                  </a:lnTo>
                  <a:lnTo>
                    <a:pt x="280" y="473"/>
                  </a:lnTo>
                  <a:lnTo>
                    <a:pt x="265" y="462"/>
                  </a:lnTo>
                  <a:lnTo>
                    <a:pt x="258" y="440"/>
                  </a:lnTo>
                  <a:lnTo>
                    <a:pt x="255" y="429"/>
                  </a:lnTo>
                  <a:lnTo>
                    <a:pt x="258" y="411"/>
                  </a:lnTo>
                  <a:lnTo>
                    <a:pt x="265" y="407"/>
                  </a:lnTo>
                  <a:lnTo>
                    <a:pt x="270" y="396"/>
                  </a:lnTo>
                  <a:lnTo>
                    <a:pt x="278" y="392"/>
                  </a:lnTo>
                  <a:lnTo>
                    <a:pt x="292" y="372"/>
                  </a:lnTo>
                  <a:lnTo>
                    <a:pt x="298" y="366"/>
                  </a:lnTo>
                  <a:lnTo>
                    <a:pt x="307" y="363"/>
                  </a:lnTo>
                  <a:lnTo>
                    <a:pt x="334" y="365"/>
                  </a:lnTo>
                  <a:lnTo>
                    <a:pt x="350" y="368"/>
                  </a:lnTo>
                  <a:lnTo>
                    <a:pt x="368" y="365"/>
                  </a:lnTo>
                  <a:lnTo>
                    <a:pt x="396" y="364"/>
                  </a:lnTo>
                  <a:lnTo>
                    <a:pt x="405" y="374"/>
                  </a:lnTo>
                  <a:lnTo>
                    <a:pt x="416" y="369"/>
                  </a:lnTo>
                  <a:lnTo>
                    <a:pt x="416" y="365"/>
                  </a:lnTo>
                  <a:lnTo>
                    <a:pt x="420" y="365"/>
                  </a:lnTo>
                  <a:lnTo>
                    <a:pt x="427" y="354"/>
                  </a:lnTo>
                  <a:lnTo>
                    <a:pt x="427" y="312"/>
                  </a:lnTo>
                  <a:lnTo>
                    <a:pt x="431" y="302"/>
                  </a:lnTo>
                  <a:lnTo>
                    <a:pt x="430" y="293"/>
                  </a:lnTo>
                  <a:lnTo>
                    <a:pt x="429" y="286"/>
                  </a:lnTo>
                  <a:lnTo>
                    <a:pt x="424" y="280"/>
                  </a:lnTo>
                  <a:lnTo>
                    <a:pt x="416" y="275"/>
                  </a:lnTo>
                  <a:lnTo>
                    <a:pt x="414" y="268"/>
                  </a:lnTo>
                  <a:lnTo>
                    <a:pt x="404" y="267"/>
                  </a:lnTo>
                  <a:lnTo>
                    <a:pt x="397" y="262"/>
                  </a:lnTo>
                  <a:lnTo>
                    <a:pt x="389" y="252"/>
                  </a:lnTo>
                  <a:lnTo>
                    <a:pt x="386" y="241"/>
                  </a:lnTo>
                  <a:lnTo>
                    <a:pt x="387" y="216"/>
                  </a:lnTo>
                  <a:lnTo>
                    <a:pt x="386" y="203"/>
                  </a:lnTo>
                  <a:lnTo>
                    <a:pt x="382" y="191"/>
                  </a:lnTo>
                  <a:lnTo>
                    <a:pt x="377" y="181"/>
                  </a:lnTo>
                  <a:lnTo>
                    <a:pt x="370" y="176"/>
                  </a:lnTo>
                  <a:lnTo>
                    <a:pt x="368" y="169"/>
                  </a:lnTo>
                  <a:lnTo>
                    <a:pt x="360" y="165"/>
                  </a:lnTo>
                  <a:lnTo>
                    <a:pt x="353" y="158"/>
                  </a:lnTo>
                  <a:lnTo>
                    <a:pt x="348" y="150"/>
                  </a:lnTo>
                  <a:lnTo>
                    <a:pt x="335" y="135"/>
                  </a:lnTo>
                  <a:lnTo>
                    <a:pt x="323" y="134"/>
                  </a:lnTo>
                  <a:lnTo>
                    <a:pt x="312" y="135"/>
                  </a:lnTo>
                  <a:lnTo>
                    <a:pt x="301" y="138"/>
                  </a:lnTo>
                  <a:lnTo>
                    <a:pt x="297" y="149"/>
                  </a:lnTo>
                  <a:lnTo>
                    <a:pt x="292" y="153"/>
                  </a:lnTo>
                  <a:lnTo>
                    <a:pt x="285" y="156"/>
                  </a:lnTo>
                  <a:lnTo>
                    <a:pt x="273" y="162"/>
                  </a:lnTo>
                  <a:lnTo>
                    <a:pt x="264" y="162"/>
                  </a:lnTo>
                  <a:lnTo>
                    <a:pt x="255" y="156"/>
                  </a:lnTo>
                  <a:lnTo>
                    <a:pt x="249" y="146"/>
                  </a:lnTo>
                  <a:lnTo>
                    <a:pt x="242" y="144"/>
                  </a:lnTo>
                  <a:lnTo>
                    <a:pt x="233" y="146"/>
                  </a:lnTo>
                  <a:lnTo>
                    <a:pt x="220" y="151"/>
                  </a:lnTo>
                  <a:lnTo>
                    <a:pt x="208" y="164"/>
                  </a:lnTo>
                  <a:lnTo>
                    <a:pt x="195" y="169"/>
                  </a:lnTo>
                  <a:lnTo>
                    <a:pt x="188" y="178"/>
                  </a:lnTo>
                  <a:lnTo>
                    <a:pt x="183" y="182"/>
                  </a:lnTo>
                  <a:lnTo>
                    <a:pt x="184" y="177"/>
                  </a:lnTo>
                  <a:lnTo>
                    <a:pt x="181" y="164"/>
                  </a:lnTo>
                  <a:lnTo>
                    <a:pt x="185" y="150"/>
                  </a:lnTo>
                  <a:lnTo>
                    <a:pt x="188" y="126"/>
                  </a:lnTo>
                  <a:lnTo>
                    <a:pt x="193" y="115"/>
                  </a:lnTo>
                  <a:lnTo>
                    <a:pt x="193" y="106"/>
                  </a:lnTo>
                  <a:lnTo>
                    <a:pt x="194" y="97"/>
                  </a:lnTo>
                  <a:lnTo>
                    <a:pt x="190" y="81"/>
                  </a:lnTo>
                  <a:lnTo>
                    <a:pt x="194" y="64"/>
                  </a:lnTo>
                  <a:lnTo>
                    <a:pt x="190" y="60"/>
                  </a:lnTo>
                  <a:lnTo>
                    <a:pt x="169" y="60"/>
                  </a:lnTo>
                  <a:lnTo>
                    <a:pt x="163" y="59"/>
                  </a:lnTo>
                  <a:lnTo>
                    <a:pt x="161" y="58"/>
                  </a:lnTo>
                  <a:lnTo>
                    <a:pt x="161" y="40"/>
                  </a:lnTo>
                  <a:lnTo>
                    <a:pt x="158" y="25"/>
                  </a:lnTo>
                  <a:lnTo>
                    <a:pt x="152" y="16"/>
                  </a:lnTo>
                  <a:lnTo>
                    <a:pt x="149" y="11"/>
                  </a:lnTo>
                  <a:lnTo>
                    <a:pt x="142" y="14"/>
                  </a:lnTo>
                  <a:lnTo>
                    <a:pt x="140" y="8"/>
                  </a:lnTo>
                  <a:lnTo>
                    <a:pt x="141" y="0"/>
                  </a:lnTo>
                  <a:lnTo>
                    <a:pt x="144"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58" name="Google Shape;2158;p5">
              <a:extLst>
                <a:ext uri="{FF2B5EF4-FFF2-40B4-BE49-F238E27FC236}">
                  <a16:creationId xmlns:a16="http://schemas.microsoft.com/office/drawing/2014/main" id="{9090A4F9-5DB2-9BE2-FE84-5539B97401EF}"/>
                </a:ext>
              </a:extLst>
            </p:cNvPr>
            <p:cNvSpPr/>
            <p:nvPr/>
          </p:nvSpPr>
          <p:spPr>
            <a:xfrm>
              <a:off x="6366667" y="3181697"/>
              <a:ext cx="153988" cy="333375"/>
            </a:xfrm>
            <a:custGeom>
              <a:avLst/>
              <a:gdLst/>
              <a:ahLst/>
              <a:cxnLst/>
              <a:rect l="l" t="t" r="r" b="b"/>
              <a:pathLst>
                <a:path w="489" h="1050" extrusionOk="0">
                  <a:moveTo>
                    <a:pt x="112" y="704"/>
                  </a:moveTo>
                  <a:lnTo>
                    <a:pt x="117" y="690"/>
                  </a:lnTo>
                  <a:lnTo>
                    <a:pt x="119" y="673"/>
                  </a:lnTo>
                  <a:lnTo>
                    <a:pt x="125" y="657"/>
                  </a:lnTo>
                  <a:lnTo>
                    <a:pt x="125" y="638"/>
                  </a:lnTo>
                  <a:lnTo>
                    <a:pt x="121" y="607"/>
                  </a:lnTo>
                  <a:lnTo>
                    <a:pt x="117" y="599"/>
                  </a:lnTo>
                  <a:lnTo>
                    <a:pt x="116" y="592"/>
                  </a:lnTo>
                  <a:lnTo>
                    <a:pt x="109" y="580"/>
                  </a:lnTo>
                  <a:lnTo>
                    <a:pt x="95" y="556"/>
                  </a:lnTo>
                  <a:lnTo>
                    <a:pt x="92" y="545"/>
                  </a:lnTo>
                  <a:lnTo>
                    <a:pt x="89" y="559"/>
                  </a:lnTo>
                  <a:lnTo>
                    <a:pt x="78" y="553"/>
                  </a:lnTo>
                  <a:lnTo>
                    <a:pt x="71" y="539"/>
                  </a:lnTo>
                  <a:lnTo>
                    <a:pt x="74" y="531"/>
                  </a:lnTo>
                  <a:lnTo>
                    <a:pt x="85" y="536"/>
                  </a:lnTo>
                  <a:lnTo>
                    <a:pt x="84" y="531"/>
                  </a:lnTo>
                  <a:lnTo>
                    <a:pt x="76" y="525"/>
                  </a:lnTo>
                  <a:lnTo>
                    <a:pt x="79" y="518"/>
                  </a:lnTo>
                  <a:lnTo>
                    <a:pt x="78" y="512"/>
                  </a:lnTo>
                  <a:lnTo>
                    <a:pt x="38" y="493"/>
                  </a:lnTo>
                  <a:lnTo>
                    <a:pt x="37" y="482"/>
                  </a:lnTo>
                  <a:lnTo>
                    <a:pt x="28" y="479"/>
                  </a:lnTo>
                  <a:lnTo>
                    <a:pt x="22" y="470"/>
                  </a:lnTo>
                  <a:lnTo>
                    <a:pt x="21" y="474"/>
                  </a:lnTo>
                  <a:lnTo>
                    <a:pt x="14" y="468"/>
                  </a:lnTo>
                  <a:lnTo>
                    <a:pt x="10" y="458"/>
                  </a:lnTo>
                  <a:lnTo>
                    <a:pt x="0" y="443"/>
                  </a:lnTo>
                  <a:lnTo>
                    <a:pt x="1" y="425"/>
                  </a:lnTo>
                  <a:lnTo>
                    <a:pt x="3" y="418"/>
                  </a:lnTo>
                  <a:lnTo>
                    <a:pt x="7" y="413"/>
                  </a:lnTo>
                  <a:lnTo>
                    <a:pt x="19" y="416"/>
                  </a:lnTo>
                  <a:lnTo>
                    <a:pt x="17" y="387"/>
                  </a:lnTo>
                  <a:lnTo>
                    <a:pt x="19" y="384"/>
                  </a:lnTo>
                  <a:lnTo>
                    <a:pt x="22" y="381"/>
                  </a:lnTo>
                  <a:lnTo>
                    <a:pt x="27" y="376"/>
                  </a:lnTo>
                  <a:lnTo>
                    <a:pt x="36" y="378"/>
                  </a:lnTo>
                  <a:lnTo>
                    <a:pt x="41" y="377"/>
                  </a:lnTo>
                  <a:lnTo>
                    <a:pt x="46" y="371"/>
                  </a:lnTo>
                  <a:lnTo>
                    <a:pt x="47" y="365"/>
                  </a:lnTo>
                  <a:lnTo>
                    <a:pt x="44" y="365"/>
                  </a:lnTo>
                  <a:lnTo>
                    <a:pt x="41" y="355"/>
                  </a:lnTo>
                  <a:lnTo>
                    <a:pt x="41" y="339"/>
                  </a:lnTo>
                  <a:lnTo>
                    <a:pt x="42" y="326"/>
                  </a:lnTo>
                  <a:lnTo>
                    <a:pt x="53" y="327"/>
                  </a:lnTo>
                  <a:lnTo>
                    <a:pt x="57" y="322"/>
                  </a:lnTo>
                  <a:lnTo>
                    <a:pt x="60" y="302"/>
                  </a:lnTo>
                  <a:lnTo>
                    <a:pt x="59" y="276"/>
                  </a:lnTo>
                  <a:lnTo>
                    <a:pt x="66" y="269"/>
                  </a:lnTo>
                  <a:lnTo>
                    <a:pt x="80" y="265"/>
                  </a:lnTo>
                  <a:lnTo>
                    <a:pt x="93" y="268"/>
                  </a:lnTo>
                  <a:lnTo>
                    <a:pt x="101" y="268"/>
                  </a:lnTo>
                  <a:lnTo>
                    <a:pt x="106" y="263"/>
                  </a:lnTo>
                  <a:lnTo>
                    <a:pt x="112" y="243"/>
                  </a:lnTo>
                  <a:lnTo>
                    <a:pt x="130" y="208"/>
                  </a:lnTo>
                  <a:lnTo>
                    <a:pt x="134" y="197"/>
                  </a:lnTo>
                  <a:lnTo>
                    <a:pt x="132" y="187"/>
                  </a:lnTo>
                  <a:lnTo>
                    <a:pt x="138" y="178"/>
                  </a:lnTo>
                  <a:lnTo>
                    <a:pt x="154" y="167"/>
                  </a:lnTo>
                  <a:lnTo>
                    <a:pt x="160" y="155"/>
                  </a:lnTo>
                  <a:lnTo>
                    <a:pt x="159" y="127"/>
                  </a:lnTo>
                  <a:lnTo>
                    <a:pt x="166" y="111"/>
                  </a:lnTo>
                  <a:lnTo>
                    <a:pt x="179" y="100"/>
                  </a:lnTo>
                  <a:lnTo>
                    <a:pt x="194" y="92"/>
                  </a:lnTo>
                  <a:lnTo>
                    <a:pt x="204" y="84"/>
                  </a:lnTo>
                  <a:lnTo>
                    <a:pt x="211" y="70"/>
                  </a:lnTo>
                  <a:lnTo>
                    <a:pt x="231" y="66"/>
                  </a:lnTo>
                  <a:lnTo>
                    <a:pt x="242" y="63"/>
                  </a:lnTo>
                  <a:lnTo>
                    <a:pt x="258" y="68"/>
                  </a:lnTo>
                  <a:lnTo>
                    <a:pt x="263" y="63"/>
                  </a:lnTo>
                  <a:lnTo>
                    <a:pt x="259" y="47"/>
                  </a:lnTo>
                  <a:lnTo>
                    <a:pt x="264" y="33"/>
                  </a:lnTo>
                  <a:lnTo>
                    <a:pt x="275" y="28"/>
                  </a:lnTo>
                  <a:lnTo>
                    <a:pt x="281" y="21"/>
                  </a:lnTo>
                  <a:lnTo>
                    <a:pt x="281" y="9"/>
                  </a:lnTo>
                  <a:lnTo>
                    <a:pt x="290" y="5"/>
                  </a:lnTo>
                  <a:lnTo>
                    <a:pt x="294" y="0"/>
                  </a:lnTo>
                  <a:lnTo>
                    <a:pt x="297" y="0"/>
                  </a:lnTo>
                  <a:lnTo>
                    <a:pt x="310" y="6"/>
                  </a:lnTo>
                  <a:lnTo>
                    <a:pt x="322" y="20"/>
                  </a:lnTo>
                  <a:lnTo>
                    <a:pt x="326" y="37"/>
                  </a:lnTo>
                  <a:lnTo>
                    <a:pt x="331" y="45"/>
                  </a:lnTo>
                  <a:lnTo>
                    <a:pt x="347" y="47"/>
                  </a:lnTo>
                  <a:lnTo>
                    <a:pt x="354" y="79"/>
                  </a:lnTo>
                  <a:lnTo>
                    <a:pt x="355" y="100"/>
                  </a:lnTo>
                  <a:lnTo>
                    <a:pt x="351" y="128"/>
                  </a:lnTo>
                  <a:lnTo>
                    <a:pt x="351" y="136"/>
                  </a:lnTo>
                  <a:lnTo>
                    <a:pt x="342" y="163"/>
                  </a:lnTo>
                  <a:lnTo>
                    <a:pt x="333" y="174"/>
                  </a:lnTo>
                  <a:lnTo>
                    <a:pt x="326" y="177"/>
                  </a:lnTo>
                  <a:lnTo>
                    <a:pt x="322" y="187"/>
                  </a:lnTo>
                  <a:lnTo>
                    <a:pt x="311" y="198"/>
                  </a:lnTo>
                  <a:lnTo>
                    <a:pt x="307" y="217"/>
                  </a:lnTo>
                  <a:lnTo>
                    <a:pt x="301" y="231"/>
                  </a:lnTo>
                  <a:lnTo>
                    <a:pt x="305" y="247"/>
                  </a:lnTo>
                  <a:lnTo>
                    <a:pt x="304" y="256"/>
                  </a:lnTo>
                  <a:lnTo>
                    <a:pt x="294" y="273"/>
                  </a:lnTo>
                  <a:lnTo>
                    <a:pt x="299" y="278"/>
                  </a:lnTo>
                  <a:lnTo>
                    <a:pt x="312" y="264"/>
                  </a:lnTo>
                  <a:lnTo>
                    <a:pt x="323" y="258"/>
                  </a:lnTo>
                  <a:lnTo>
                    <a:pt x="342" y="257"/>
                  </a:lnTo>
                  <a:lnTo>
                    <a:pt x="361" y="256"/>
                  </a:lnTo>
                  <a:lnTo>
                    <a:pt x="361" y="267"/>
                  </a:lnTo>
                  <a:lnTo>
                    <a:pt x="366" y="281"/>
                  </a:lnTo>
                  <a:lnTo>
                    <a:pt x="367" y="301"/>
                  </a:lnTo>
                  <a:lnTo>
                    <a:pt x="381" y="311"/>
                  </a:lnTo>
                  <a:lnTo>
                    <a:pt x="397" y="319"/>
                  </a:lnTo>
                  <a:lnTo>
                    <a:pt x="391" y="346"/>
                  </a:lnTo>
                  <a:lnTo>
                    <a:pt x="387" y="366"/>
                  </a:lnTo>
                  <a:lnTo>
                    <a:pt x="402" y="369"/>
                  </a:lnTo>
                  <a:lnTo>
                    <a:pt x="420" y="375"/>
                  </a:lnTo>
                  <a:lnTo>
                    <a:pt x="423" y="387"/>
                  </a:lnTo>
                  <a:lnTo>
                    <a:pt x="441" y="404"/>
                  </a:lnTo>
                  <a:lnTo>
                    <a:pt x="461" y="402"/>
                  </a:lnTo>
                  <a:lnTo>
                    <a:pt x="476" y="389"/>
                  </a:lnTo>
                  <a:lnTo>
                    <a:pt x="488" y="391"/>
                  </a:lnTo>
                  <a:lnTo>
                    <a:pt x="489" y="397"/>
                  </a:lnTo>
                  <a:lnTo>
                    <a:pt x="488" y="402"/>
                  </a:lnTo>
                  <a:lnTo>
                    <a:pt x="483" y="409"/>
                  </a:lnTo>
                  <a:lnTo>
                    <a:pt x="456" y="427"/>
                  </a:lnTo>
                  <a:lnTo>
                    <a:pt x="456" y="432"/>
                  </a:lnTo>
                  <a:lnTo>
                    <a:pt x="458" y="440"/>
                  </a:lnTo>
                  <a:lnTo>
                    <a:pt x="452" y="441"/>
                  </a:lnTo>
                  <a:lnTo>
                    <a:pt x="445" y="443"/>
                  </a:lnTo>
                  <a:lnTo>
                    <a:pt x="440" y="447"/>
                  </a:lnTo>
                  <a:lnTo>
                    <a:pt x="439" y="453"/>
                  </a:lnTo>
                  <a:lnTo>
                    <a:pt x="433" y="456"/>
                  </a:lnTo>
                  <a:lnTo>
                    <a:pt x="426" y="464"/>
                  </a:lnTo>
                  <a:lnTo>
                    <a:pt x="420" y="477"/>
                  </a:lnTo>
                  <a:lnTo>
                    <a:pt x="407" y="480"/>
                  </a:lnTo>
                  <a:lnTo>
                    <a:pt x="398" y="485"/>
                  </a:lnTo>
                  <a:lnTo>
                    <a:pt x="383" y="496"/>
                  </a:lnTo>
                  <a:lnTo>
                    <a:pt x="372" y="502"/>
                  </a:lnTo>
                  <a:lnTo>
                    <a:pt x="361" y="513"/>
                  </a:lnTo>
                  <a:lnTo>
                    <a:pt x="350" y="517"/>
                  </a:lnTo>
                  <a:lnTo>
                    <a:pt x="332" y="518"/>
                  </a:lnTo>
                  <a:lnTo>
                    <a:pt x="318" y="520"/>
                  </a:lnTo>
                  <a:lnTo>
                    <a:pt x="304" y="559"/>
                  </a:lnTo>
                  <a:lnTo>
                    <a:pt x="302" y="571"/>
                  </a:lnTo>
                  <a:lnTo>
                    <a:pt x="304" y="581"/>
                  </a:lnTo>
                  <a:lnTo>
                    <a:pt x="295" y="588"/>
                  </a:lnTo>
                  <a:lnTo>
                    <a:pt x="296" y="595"/>
                  </a:lnTo>
                  <a:lnTo>
                    <a:pt x="302" y="612"/>
                  </a:lnTo>
                  <a:lnTo>
                    <a:pt x="312" y="635"/>
                  </a:lnTo>
                  <a:lnTo>
                    <a:pt x="335" y="652"/>
                  </a:lnTo>
                  <a:lnTo>
                    <a:pt x="343" y="662"/>
                  </a:lnTo>
                  <a:lnTo>
                    <a:pt x="345" y="678"/>
                  </a:lnTo>
                  <a:lnTo>
                    <a:pt x="344" y="693"/>
                  </a:lnTo>
                  <a:lnTo>
                    <a:pt x="347" y="705"/>
                  </a:lnTo>
                  <a:lnTo>
                    <a:pt x="356" y="706"/>
                  </a:lnTo>
                  <a:lnTo>
                    <a:pt x="360" y="716"/>
                  </a:lnTo>
                  <a:lnTo>
                    <a:pt x="354" y="722"/>
                  </a:lnTo>
                  <a:lnTo>
                    <a:pt x="348" y="736"/>
                  </a:lnTo>
                  <a:lnTo>
                    <a:pt x="345" y="744"/>
                  </a:lnTo>
                  <a:lnTo>
                    <a:pt x="345" y="757"/>
                  </a:lnTo>
                  <a:lnTo>
                    <a:pt x="342" y="760"/>
                  </a:lnTo>
                  <a:lnTo>
                    <a:pt x="333" y="768"/>
                  </a:lnTo>
                  <a:lnTo>
                    <a:pt x="329" y="776"/>
                  </a:lnTo>
                  <a:lnTo>
                    <a:pt x="328" y="790"/>
                  </a:lnTo>
                  <a:lnTo>
                    <a:pt x="334" y="807"/>
                  </a:lnTo>
                  <a:lnTo>
                    <a:pt x="353" y="819"/>
                  </a:lnTo>
                  <a:lnTo>
                    <a:pt x="371" y="839"/>
                  </a:lnTo>
                  <a:lnTo>
                    <a:pt x="374" y="845"/>
                  </a:lnTo>
                  <a:lnTo>
                    <a:pt x="376" y="854"/>
                  </a:lnTo>
                  <a:lnTo>
                    <a:pt x="377" y="887"/>
                  </a:lnTo>
                  <a:lnTo>
                    <a:pt x="383" y="905"/>
                  </a:lnTo>
                  <a:lnTo>
                    <a:pt x="386" y="907"/>
                  </a:lnTo>
                  <a:lnTo>
                    <a:pt x="391" y="922"/>
                  </a:lnTo>
                  <a:lnTo>
                    <a:pt x="406" y="956"/>
                  </a:lnTo>
                  <a:lnTo>
                    <a:pt x="404" y="963"/>
                  </a:lnTo>
                  <a:lnTo>
                    <a:pt x="386" y="993"/>
                  </a:lnTo>
                  <a:lnTo>
                    <a:pt x="375" y="1000"/>
                  </a:lnTo>
                  <a:lnTo>
                    <a:pt x="367" y="1012"/>
                  </a:lnTo>
                  <a:lnTo>
                    <a:pt x="365" y="1027"/>
                  </a:lnTo>
                  <a:lnTo>
                    <a:pt x="360" y="1039"/>
                  </a:lnTo>
                  <a:lnTo>
                    <a:pt x="355" y="1047"/>
                  </a:lnTo>
                  <a:lnTo>
                    <a:pt x="354" y="1050"/>
                  </a:lnTo>
                  <a:lnTo>
                    <a:pt x="344" y="1043"/>
                  </a:lnTo>
                  <a:lnTo>
                    <a:pt x="345" y="1031"/>
                  </a:lnTo>
                  <a:lnTo>
                    <a:pt x="349" y="1017"/>
                  </a:lnTo>
                  <a:lnTo>
                    <a:pt x="359" y="993"/>
                  </a:lnTo>
                  <a:lnTo>
                    <a:pt x="359" y="981"/>
                  </a:lnTo>
                  <a:lnTo>
                    <a:pt x="361" y="964"/>
                  </a:lnTo>
                  <a:lnTo>
                    <a:pt x="351" y="958"/>
                  </a:lnTo>
                  <a:lnTo>
                    <a:pt x="344" y="953"/>
                  </a:lnTo>
                  <a:lnTo>
                    <a:pt x="345" y="946"/>
                  </a:lnTo>
                  <a:lnTo>
                    <a:pt x="354" y="947"/>
                  </a:lnTo>
                  <a:lnTo>
                    <a:pt x="351" y="937"/>
                  </a:lnTo>
                  <a:lnTo>
                    <a:pt x="354" y="924"/>
                  </a:lnTo>
                  <a:lnTo>
                    <a:pt x="349" y="897"/>
                  </a:lnTo>
                  <a:lnTo>
                    <a:pt x="338" y="870"/>
                  </a:lnTo>
                  <a:lnTo>
                    <a:pt x="333" y="851"/>
                  </a:lnTo>
                  <a:lnTo>
                    <a:pt x="329" y="855"/>
                  </a:lnTo>
                  <a:lnTo>
                    <a:pt x="327" y="860"/>
                  </a:lnTo>
                  <a:lnTo>
                    <a:pt x="322" y="844"/>
                  </a:lnTo>
                  <a:lnTo>
                    <a:pt x="317" y="821"/>
                  </a:lnTo>
                  <a:lnTo>
                    <a:pt x="311" y="805"/>
                  </a:lnTo>
                  <a:lnTo>
                    <a:pt x="306" y="784"/>
                  </a:lnTo>
                  <a:lnTo>
                    <a:pt x="301" y="759"/>
                  </a:lnTo>
                  <a:lnTo>
                    <a:pt x="297" y="721"/>
                  </a:lnTo>
                  <a:lnTo>
                    <a:pt x="299" y="695"/>
                  </a:lnTo>
                  <a:lnTo>
                    <a:pt x="295" y="695"/>
                  </a:lnTo>
                  <a:lnTo>
                    <a:pt x="291" y="694"/>
                  </a:lnTo>
                  <a:lnTo>
                    <a:pt x="279" y="688"/>
                  </a:lnTo>
                  <a:lnTo>
                    <a:pt x="269" y="679"/>
                  </a:lnTo>
                  <a:lnTo>
                    <a:pt x="262" y="671"/>
                  </a:lnTo>
                  <a:lnTo>
                    <a:pt x="254" y="673"/>
                  </a:lnTo>
                  <a:lnTo>
                    <a:pt x="251" y="653"/>
                  </a:lnTo>
                  <a:lnTo>
                    <a:pt x="246" y="642"/>
                  </a:lnTo>
                  <a:lnTo>
                    <a:pt x="246" y="662"/>
                  </a:lnTo>
                  <a:lnTo>
                    <a:pt x="241" y="685"/>
                  </a:lnTo>
                  <a:lnTo>
                    <a:pt x="226" y="693"/>
                  </a:lnTo>
                  <a:lnTo>
                    <a:pt x="211" y="700"/>
                  </a:lnTo>
                  <a:lnTo>
                    <a:pt x="200" y="710"/>
                  </a:lnTo>
                  <a:lnTo>
                    <a:pt x="189" y="717"/>
                  </a:lnTo>
                  <a:lnTo>
                    <a:pt x="179" y="726"/>
                  </a:lnTo>
                  <a:lnTo>
                    <a:pt x="170" y="738"/>
                  </a:lnTo>
                  <a:lnTo>
                    <a:pt x="165" y="733"/>
                  </a:lnTo>
                  <a:lnTo>
                    <a:pt x="159" y="735"/>
                  </a:lnTo>
                  <a:lnTo>
                    <a:pt x="154" y="728"/>
                  </a:lnTo>
                  <a:lnTo>
                    <a:pt x="146" y="738"/>
                  </a:lnTo>
                  <a:lnTo>
                    <a:pt x="136" y="733"/>
                  </a:lnTo>
                  <a:lnTo>
                    <a:pt x="127" y="730"/>
                  </a:lnTo>
                  <a:lnTo>
                    <a:pt x="122" y="726"/>
                  </a:lnTo>
                  <a:lnTo>
                    <a:pt x="125" y="717"/>
                  </a:lnTo>
                  <a:lnTo>
                    <a:pt x="116" y="725"/>
                  </a:lnTo>
                  <a:lnTo>
                    <a:pt x="109" y="721"/>
                  </a:lnTo>
                  <a:lnTo>
                    <a:pt x="112" y="70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59" name="Google Shape;2159;p5">
              <a:extLst>
                <a:ext uri="{FF2B5EF4-FFF2-40B4-BE49-F238E27FC236}">
                  <a16:creationId xmlns:a16="http://schemas.microsoft.com/office/drawing/2014/main" id="{C5D6E6FD-3B50-7696-74B0-CD64681DA0F3}"/>
                </a:ext>
              </a:extLst>
            </p:cNvPr>
            <p:cNvSpPr/>
            <p:nvPr/>
          </p:nvSpPr>
          <p:spPr>
            <a:xfrm>
              <a:off x="6541292" y="3435697"/>
              <a:ext cx="92075" cy="74613"/>
            </a:xfrm>
            <a:custGeom>
              <a:avLst/>
              <a:gdLst/>
              <a:ahLst/>
              <a:cxnLst/>
              <a:rect l="l" t="t" r="r" b="b"/>
              <a:pathLst>
                <a:path w="290" h="237" extrusionOk="0">
                  <a:moveTo>
                    <a:pt x="120" y="237"/>
                  </a:moveTo>
                  <a:lnTo>
                    <a:pt x="115" y="236"/>
                  </a:lnTo>
                  <a:lnTo>
                    <a:pt x="112" y="234"/>
                  </a:lnTo>
                  <a:lnTo>
                    <a:pt x="106" y="230"/>
                  </a:lnTo>
                  <a:lnTo>
                    <a:pt x="89" y="229"/>
                  </a:lnTo>
                  <a:lnTo>
                    <a:pt x="82" y="232"/>
                  </a:lnTo>
                  <a:lnTo>
                    <a:pt x="72" y="232"/>
                  </a:lnTo>
                  <a:lnTo>
                    <a:pt x="72" y="221"/>
                  </a:lnTo>
                  <a:lnTo>
                    <a:pt x="77" y="214"/>
                  </a:lnTo>
                  <a:lnTo>
                    <a:pt x="75" y="204"/>
                  </a:lnTo>
                  <a:lnTo>
                    <a:pt x="69" y="202"/>
                  </a:lnTo>
                  <a:lnTo>
                    <a:pt x="64" y="203"/>
                  </a:lnTo>
                  <a:lnTo>
                    <a:pt x="59" y="211"/>
                  </a:lnTo>
                  <a:lnTo>
                    <a:pt x="50" y="214"/>
                  </a:lnTo>
                  <a:lnTo>
                    <a:pt x="41" y="188"/>
                  </a:lnTo>
                  <a:lnTo>
                    <a:pt x="41" y="186"/>
                  </a:lnTo>
                  <a:lnTo>
                    <a:pt x="45" y="189"/>
                  </a:lnTo>
                  <a:lnTo>
                    <a:pt x="45" y="184"/>
                  </a:lnTo>
                  <a:lnTo>
                    <a:pt x="36" y="173"/>
                  </a:lnTo>
                  <a:lnTo>
                    <a:pt x="36" y="172"/>
                  </a:lnTo>
                  <a:lnTo>
                    <a:pt x="37" y="166"/>
                  </a:lnTo>
                  <a:lnTo>
                    <a:pt x="37" y="157"/>
                  </a:lnTo>
                  <a:lnTo>
                    <a:pt x="31" y="143"/>
                  </a:lnTo>
                  <a:lnTo>
                    <a:pt x="25" y="129"/>
                  </a:lnTo>
                  <a:lnTo>
                    <a:pt x="10" y="118"/>
                  </a:lnTo>
                  <a:lnTo>
                    <a:pt x="3" y="96"/>
                  </a:lnTo>
                  <a:lnTo>
                    <a:pt x="0" y="85"/>
                  </a:lnTo>
                  <a:lnTo>
                    <a:pt x="3" y="67"/>
                  </a:lnTo>
                  <a:lnTo>
                    <a:pt x="10" y="63"/>
                  </a:lnTo>
                  <a:lnTo>
                    <a:pt x="15" y="52"/>
                  </a:lnTo>
                  <a:lnTo>
                    <a:pt x="23" y="48"/>
                  </a:lnTo>
                  <a:lnTo>
                    <a:pt x="37" y="28"/>
                  </a:lnTo>
                  <a:lnTo>
                    <a:pt x="43" y="22"/>
                  </a:lnTo>
                  <a:lnTo>
                    <a:pt x="52" y="19"/>
                  </a:lnTo>
                  <a:lnTo>
                    <a:pt x="79" y="21"/>
                  </a:lnTo>
                  <a:lnTo>
                    <a:pt x="95" y="24"/>
                  </a:lnTo>
                  <a:lnTo>
                    <a:pt x="113" y="21"/>
                  </a:lnTo>
                  <a:lnTo>
                    <a:pt x="141" y="20"/>
                  </a:lnTo>
                  <a:lnTo>
                    <a:pt x="150" y="30"/>
                  </a:lnTo>
                  <a:lnTo>
                    <a:pt x="161" y="25"/>
                  </a:lnTo>
                  <a:lnTo>
                    <a:pt x="169" y="33"/>
                  </a:lnTo>
                  <a:lnTo>
                    <a:pt x="187" y="37"/>
                  </a:lnTo>
                  <a:lnTo>
                    <a:pt x="198" y="41"/>
                  </a:lnTo>
                  <a:lnTo>
                    <a:pt x="207" y="38"/>
                  </a:lnTo>
                  <a:lnTo>
                    <a:pt x="207" y="24"/>
                  </a:lnTo>
                  <a:lnTo>
                    <a:pt x="223" y="15"/>
                  </a:lnTo>
                  <a:lnTo>
                    <a:pt x="234" y="11"/>
                  </a:lnTo>
                  <a:lnTo>
                    <a:pt x="242" y="11"/>
                  </a:lnTo>
                  <a:lnTo>
                    <a:pt x="251" y="20"/>
                  </a:lnTo>
                  <a:lnTo>
                    <a:pt x="258" y="20"/>
                  </a:lnTo>
                  <a:lnTo>
                    <a:pt x="268" y="15"/>
                  </a:lnTo>
                  <a:lnTo>
                    <a:pt x="279" y="6"/>
                  </a:lnTo>
                  <a:lnTo>
                    <a:pt x="283" y="0"/>
                  </a:lnTo>
                  <a:lnTo>
                    <a:pt x="281" y="37"/>
                  </a:lnTo>
                  <a:lnTo>
                    <a:pt x="283" y="53"/>
                  </a:lnTo>
                  <a:lnTo>
                    <a:pt x="290" y="68"/>
                  </a:lnTo>
                  <a:lnTo>
                    <a:pt x="289" y="117"/>
                  </a:lnTo>
                  <a:lnTo>
                    <a:pt x="287" y="129"/>
                  </a:lnTo>
                  <a:lnTo>
                    <a:pt x="281" y="138"/>
                  </a:lnTo>
                  <a:lnTo>
                    <a:pt x="272" y="135"/>
                  </a:lnTo>
                  <a:lnTo>
                    <a:pt x="262" y="144"/>
                  </a:lnTo>
                  <a:lnTo>
                    <a:pt x="255" y="148"/>
                  </a:lnTo>
                  <a:lnTo>
                    <a:pt x="247" y="148"/>
                  </a:lnTo>
                  <a:lnTo>
                    <a:pt x="229" y="156"/>
                  </a:lnTo>
                  <a:lnTo>
                    <a:pt x="228" y="166"/>
                  </a:lnTo>
                  <a:lnTo>
                    <a:pt x="209" y="167"/>
                  </a:lnTo>
                  <a:lnTo>
                    <a:pt x="199" y="171"/>
                  </a:lnTo>
                  <a:lnTo>
                    <a:pt x="197" y="184"/>
                  </a:lnTo>
                  <a:lnTo>
                    <a:pt x="198" y="193"/>
                  </a:lnTo>
                  <a:lnTo>
                    <a:pt x="199" y="202"/>
                  </a:lnTo>
                  <a:lnTo>
                    <a:pt x="193" y="204"/>
                  </a:lnTo>
                  <a:lnTo>
                    <a:pt x="185" y="207"/>
                  </a:lnTo>
                  <a:lnTo>
                    <a:pt x="174" y="214"/>
                  </a:lnTo>
                  <a:lnTo>
                    <a:pt x="164" y="218"/>
                  </a:lnTo>
                  <a:lnTo>
                    <a:pt x="156" y="215"/>
                  </a:lnTo>
                  <a:lnTo>
                    <a:pt x="149" y="215"/>
                  </a:lnTo>
                  <a:lnTo>
                    <a:pt x="148" y="225"/>
                  </a:lnTo>
                  <a:lnTo>
                    <a:pt x="143" y="230"/>
                  </a:lnTo>
                  <a:lnTo>
                    <a:pt x="136" y="234"/>
                  </a:lnTo>
                  <a:lnTo>
                    <a:pt x="125" y="236"/>
                  </a:lnTo>
                  <a:lnTo>
                    <a:pt x="120" y="23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60" name="Google Shape;2160;p5">
              <a:extLst>
                <a:ext uri="{FF2B5EF4-FFF2-40B4-BE49-F238E27FC236}">
                  <a16:creationId xmlns:a16="http://schemas.microsoft.com/office/drawing/2014/main" id="{6081A25F-14BC-43C3-DDBB-09A87ADC0797}"/>
                </a:ext>
              </a:extLst>
            </p:cNvPr>
            <p:cNvSpPr/>
            <p:nvPr/>
          </p:nvSpPr>
          <p:spPr>
            <a:xfrm>
              <a:off x="6504780" y="3292822"/>
              <a:ext cx="125413" cy="155575"/>
            </a:xfrm>
            <a:custGeom>
              <a:avLst/>
              <a:gdLst/>
              <a:ahLst/>
              <a:cxnLst/>
              <a:rect l="l" t="t" r="r" b="b"/>
              <a:pathLst>
                <a:path w="398" h="490" extrusionOk="0">
                  <a:moveTo>
                    <a:pt x="106" y="3"/>
                  </a:moveTo>
                  <a:lnTo>
                    <a:pt x="118" y="19"/>
                  </a:lnTo>
                  <a:lnTo>
                    <a:pt x="135" y="39"/>
                  </a:lnTo>
                  <a:lnTo>
                    <a:pt x="145" y="49"/>
                  </a:lnTo>
                  <a:lnTo>
                    <a:pt x="150" y="59"/>
                  </a:lnTo>
                  <a:lnTo>
                    <a:pt x="147" y="71"/>
                  </a:lnTo>
                  <a:lnTo>
                    <a:pt x="149" y="79"/>
                  </a:lnTo>
                  <a:lnTo>
                    <a:pt x="163" y="94"/>
                  </a:lnTo>
                  <a:lnTo>
                    <a:pt x="183" y="98"/>
                  </a:lnTo>
                  <a:lnTo>
                    <a:pt x="203" y="93"/>
                  </a:lnTo>
                  <a:lnTo>
                    <a:pt x="219" y="94"/>
                  </a:lnTo>
                  <a:lnTo>
                    <a:pt x="228" y="105"/>
                  </a:lnTo>
                  <a:lnTo>
                    <a:pt x="233" y="114"/>
                  </a:lnTo>
                  <a:lnTo>
                    <a:pt x="235" y="121"/>
                  </a:lnTo>
                  <a:lnTo>
                    <a:pt x="243" y="127"/>
                  </a:lnTo>
                  <a:lnTo>
                    <a:pt x="247" y="136"/>
                  </a:lnTo>
                  <a:lnTo>
                    <a:pt x="253" y="142"/>
                  </a:lnTo>
                  <a:lnTo>
                    <a:pt x="252" y="151"/>
                  </a:lnTo>
                  <a:lnTo>
                    <a:pt x="236" y="167"/>
                  </a:lnTo>
                  <a:lnTo>
                    <a:pt x="231" y="167"/>
                  </a:lnTo>
                  <a:lnTo>
                    <a:pt x="220" y="164"/>
                  </a:lnTo>
                  <a:lnTo>
                    <a:pt x="213" y="167"/>
                  </a:lnTo>
                  <a:lnTo>
                    <a:pt x="209" y="172"/>
                  </a:lnTo>
                  <a:lnTo>
                    <a:pt x="205" y="181"/>
                  </a:lnTo>
                  <a:lnTo>
                    <a:pt x="206" y="188"/>
                  </a:lnTo>
                  <a:lnTo>
                    <a:pt x="213" y="190"/>
                  </a:lnTo>
                  <a:lnTo>
                    <a:pt x="221" y="196"/>
                  </a:lnTo>
                  <a:lnTo>
                    <a:pt x="240" y="206"/>
                  </a:lnTo>
                  <a:lnTo>
                    <a:pt x="267" y="226"/>
                  </a:lnTo>
                  <a:lnTo>
                    <a:pt x="271" y="239"/>
                  </a:lnTo>
                  <a:lnTo>
                    <a:pt x="294" y="260"/>
                  </a:lnTo>
                  <a:lnTo>
                    <a:pt x="297" y="270"/>
                  </a:lnTo>
                  <a:lnTo>
                    <a:pt x="314" y="290"/>
                  </a:lnTo>
                  <a:lnTo>
                    <a:pt x="319" y="291"/>
                  </a:lnTo>
                  <a:lnTo>
                    <a:pt x="337" y="303"/>
                  </a:lnTo>
                  <a:lnTo>
                    <a:pt x="342" y="317"/>
                  </a:lnTo>
                  <a:lnTo>
                    <a:pt x="345" y="329"/>
                  </a:lnTo>
                  <a:lnTo>
                    <a:pt x="344" y="330"/>
                  </a:lnTo>
                  <a:lnTo>
                    <a:pt x="345" y="331"/>
                  </a:lnTo>
                  <a:lnTo>
                    <a:pt x="349" y="345"/>
                  </a:lnTo>
                  <a:lnTo>
                    <a:pt x="357" y="345"/>
                  </a:lnTo>
                  <a:lnTo>
                    <a:pt x="371" y="355"/>
                  </a:lnTo>
                  <a:lnTo>
                    <a:pt x="380" y="363"/>
                  </a:lnTo>
                  <a:lnTo>
                    <a:pt x="384" y="380"/>
                  </a:lnTo>
                  <a:lnTo>
                    <a:pt x="397" y="409"/>
                  </a:lnTo>
                  <a:lnTo>
                    <a:pt x="398" y="416"/>
                  </a:lnTo>
                  <a:lnTo>
                    <a:pt x="398" y="449"/>
                  </a:lnTo>
                  <a:lnTo>
                    <a:pt x="394" y="455"/>
                  </a:lnTo>
                  <a:lnTo>
                    <a:pt x="383" y="464"/>
                  </a:lnTo>
                  <a:lnTo>
                    <a:pt x="373" y="469"/>
                  </a:lnTo>
                  <a:lnTo>
                    <a:pt x="366" y="469"/>
                  </a:lnTo>
                  <a:lnTo>
                    <a:pt x="357" y="460"/>
                  </a:lnTo>
                  <a:lnTo>
                    <a:pt x="349" y="460"/>
                  </a:lnTo>
                  <a:lnTo>
                    <a:pt x="338" y="464"/>
                  </a:lnTo>
                  <a:lnTo>
                    <a:pt x="322" y="473"/>
                  </a:lnTo>
                  <a:lnTo>
                    <a:pt x="322" y="487"/>
                  </a:lnTo>
                  <a:lnTo>
                    <a:pt x="313" y="490"/>
                  </a:lnTo>
                  <a:lnTo>
                    <a:pt x="302" y="486"/>
                  </a:lnTo>
                  <a:lnTo>
                    <a:pt x="284" y="482"/>
                  </a:lnTo>
                  <a:lnTo>
                    <a:pt x="276" y="474"/>
                  </a:lnTo>
                  <a:lnTo>
                    <a:pt x="276" y="470"/>
                  </a:lnTo>
                  <a:lnTo>
                    <a:pt x="280" y="470"/>
                  </a:lnTo>
                  <a:lnTo>
                    <a:pt x="287" y="459"/>
                  </a:lnTo>
                  <a:lnTo>
                    <a:pt x="287" y="417"/>
                  </a:lnTo>
                  <a:lnTo>
                    <a:pt x="291" y="407"/>
                  </a:lnTo>
                  <a:lnTo>
                    <a:pt x="290" y="398"/>
                  </a:lnTo>
                  <a:lnTo>
                    <a:pt x="289" y="391"/>
                  </a:lnTo>
                  <a:lnTo>
                    <a:pt x="284" y="385"/>
                  </a:lnTo>
                  <a:lnTo>
                    <a:pt x="276" y="380"/>
                  </a:lnTo>
                  <a:lnTo>
                    <a:pt x="274" y="373"/>
                  </a:lnTo>
                  <a:lnTo>
                    <a:pt x="264" y="372"/>
                  </a:lnTo>
                  <a:lnTo>
                    <a:pt x="257" y="367"/>
                  </a:lnTo>
                  <a:lnTo>
                    <a:pt x="249" y="357"/>
                  </a:lnTo>
                  <a:lnTo>
                    <a:pt x="246" y="346"/>
                  </a:lnTo>
                  <a:lnTo>
                    <a:pt x="247" y="321"/>
                  </a:lnTo>
                  <a:lnTo>
                    <a:pt x="246" y="308"/>
                  </a:lnTo>
                  <a:lnTo>
                    <a:pt x="242" y="296"/>
                  </a:lnTo>
                  <a:lnTo>
                    <a:pt x="237" y="286"/>
                  </a:lnTo>
                  <a:lnTo>
                    <a:pt x="230" y="281"/>
                  </a:lnTo>
                  <a:lnTo>
                    <a:pt x="228" y="274"/>
                  </a:lnTo>
                  <a:lnTo>
                    <a:pt x="220" y="270"/>
                  </a:lnTo>
                  <a:lnTo>
                    <a:pt x="213" y="263"/>
                  </a:lnTo>
                  <a:lnTo>
                    <a:pt x="208" y="255"/>
                  </a:lnTo>
                  <a:lnTo>
                    <a:pt x="195" y="240"/>
                  </a:lnTo>
                  <a:lnTo>
                    <a:pt x="183" y="239"/>
                  </a:lnTo>
                  <a:lnTo>
                    <a:pt x="172" y="240"/>
                  </a:lnTo>
                  <a:lnTo>
                    <a:pt x="161" y="243"/>
                  </a:lnTo>
                  <a:lnTo>
                    <a:pt x="157" y="254"/>
                  </a:lnTo>
                  <a:lnTo>
                    <a:pt x="152" y="258"/>
                  </a:lnTo>
                  <a:lnTo>
                    <a:pt x="145" y="261"/>
                  </a:lnTo>
                  <a:lnTo>
                    <a:pt x="133" y="267"/>
                  </a:lnTo>
                  <a:lnTo>
                    <a:pt x="124" y="267"/>
                  </a:lnTo>
                  <a:lnTo>
                    <a:pt x="115" y="261"/>
                  </a:lnTo>
                  <a:lnTo>
                    <a:pt x="109" y="251"/>
                  </a:lnTo>
                  <a:lnTo>
                    <a:pt x="102" y="249"/>
                  </a:lnTo>
                  <a:lnTo>
                    <a:pt x="93" y="251"/>
                  </a:lnTo>
                  <a:lnTo>
                    <a:pt x="80" y="256"/>
                  </a:lnTo>
                  <a:lnTo>
                    <a:pt x="68" y="269"/>
                  </a:lnTo>
                  <a:lnTo>
                    <a:pt x="55" y="274"/>
                  </a:lnTo>
                  <a:lnTo>
                    <a:pt x="48" y="283"/>
                  </a:lnTo>
                  <a:lnTo>
                    <a:pt x="43" y="287"/>
                  </a:lnTo>
                  <a:lnTo>
                    <a:pt x="44" y="282"/>
                  </a:lnTo>
                  <a:lnTo>
                    <a:pt x="41" y="269"/>
                  </a:lnTo>
                  <a:lnTo>
                    <a:pt x="45" y="255"/>
                  </a:lnTo>
                  <a:lnTo>
                    <a:pt x="48" y="231"/>
                  </a:lnTo>
                  <a:lnTo>
                    <a:pt x="53" y="220"/>
                  </a:lnTo>
                  <a:lnTo>
                    <a:pt x="53" y="211"/>
                  </a:lnTo>
                  <a:lnTo>
                    <a:pt x="54" y="202"/>
                  </a:lnTo>
                  <a:lnTo>
                    <a:pt x="50" y="186"/>
                  </a:lnTo>
                  <a:lnTo>
                    <a:pt x="54" y="169"/>
                  </a:lnTo>
                  <a:lnTo>
                    <a:pt x="50" y="165"/>
                  </a:lnTo>
                  <a:lnTo>
                    <a:pt x="29" y="165"/>
                  </a:lnTo>
                  <a:lnTo>
                    <a:pt x="23" y="164"/>
                  </a:lnTo>
                  <a:lnTo>
                    <a:pt x="21" y="163"/>
                  </a:lnTo>
                  <a:lnTo>
                    <a:pt x="21" y="145"/>
                  </a:lnTo>
                  <a:lnTo>
                    <a:pt x="18" y="130"/>
                  </a:lnTo>
                  <a:lnTo>
                    <a:pt x="12" y="121"/>
                  </a:lnTo>
                  <a:lnTo>
                    <a:pt x="9" y="116"/>
                  </a:lnTo>
                  <a:lnTo>
                    <a:pt x="2" y="119"/>
                  </a:lnTo>
                  <a:lnTo>
                    <a:pt x="0" y="113"/>
                  </a:lnTo>
                  <a:lnTo>
                    <a:pt x="1" y="105"/>
                  </a:lnTo>
                  <a:lnTo>
                    <a:pt x="4" y="105"/>
                  </a:lnTo>
                  <a:lnTo>
                    <a:pt x="5" y="99"/>
                  </a:lnTo>
                  <a:lnTo>
                    <a:pt x="10" y="95"/>
                  </a:lnTo>
                  <a:lnTo>
                    <a:pt x="17" y="93"/>
                  </a:lnTo>
                  <a:lnTo>
                    <a:pt x="23" y="92"/>
                  </a:lnTo>
                  <a:lnTo>
                    <a:pt x="21" y="84"/>
                  </a:lnTo>
                  <a:lnTo>
                    <a:pt x="21" y="79"/>
                  </a:lnTo>
                  <a:lnTo>
                    <a:pt x="48" y="61"/>
                  </a:lnTo>
                  <a:lnTo>
                    <a:pt x="53" y="54"/>
                  </a:lnTo>
                  <a:lnTo>
                    <a:pt x="54" y="49"/>
                  </a:lnTo>
                  <a:lnTo>
                    <a:pt x="59" y="76"/>
                  </a:lnTo>
                  <a:lnTo>
                    <a:pt x="80" y="71"/>
                  </a:lnTo>
                  <a:lnTo>
                    <a:pt x="84" y="67"/>
                  </a:lnTo>
                  <a:lnTo>
                    <a:pt x="85" y="52"/>
                  </a:lnTo>
                  <a:lnTo>
                    <a:pt x="79" y="36"/>
                  </a:lnTo>
                  <a:lnTo>
                    <a:pt x="76" y="19"/>
                  </a:lnTo>
                  <a:lnTo>
                    <a:pt x="77" y="7"/>
                  </a:lnTo>
                  <a:lnTo>
                    <a:pt x="86" y="0"/>
                  </a:lnTo>
                  <a:lnTo>
                    <a:pt x="106" y="1"/>
                  </a:lnTo>
                  <a:lnTo>
                    <a:pt x="106" y="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161" name="Google Shape;2161;p5">
              <a:extLst>
                <a:ext uri="{FF2B5EF4-FFF2-40B4-BE49-F238E27FC236}">
                  <a16:creationId xmlns:a16="http://schemas.microsoft.com/office/drawing/2014/main" id="{183FA793-7072-47A9-4237-9CAF76B5B975}"/>
                </a:ext>
              </a:extLst>
            </p:cNvPr>
            <p:cNvGrpSpPr/>
            <p:nvPr/>
          </p:nvGrpSpPr>
          <p:grpSpPr>
            <a:xfrm>
              <a:off x="5819512" y="3002508"/>
              <a:ext cx="636655" cy="587411"/>
              <a:chOff x="3183" y="2052"/>
              <a:chExt cx="401" cy="370"/>
            </a:xfrm>
            <a:grpFill/>
          </p:grpSpPr>
          <p:sp>
            <p:nvSpPr>
              <p:cNvPr id="2162" name="Google Shape;2162;p5">
                <a:extLst>
                  <a:ext uri="{FF2B5EF4-FFF2-40B4-BE49-F238E27FC236}">
                    <a16:creationId xmlns:a16="http://schemas.microsoft.com/office/drawing/2014/main" id="{7FEEBA3F-B22D-9207-37A3-6CE0ECC436E8}"/>
                  </a:ext>
                </a:extLst>
              </p:cNvPr>
              <p:cNvSpPr/>
              <p:nvPr/>
            </p:nvSpPr>
            <p:spPr>
              <a:xfrm>
                <a:off x="3509" y="2232"/>
                <a:ext cx="3" cy="5"/>
              </a:xfrm>
              <a:custGeom>
                <a:avLst/>
                <a:gdLst/>
                <a:ahLst/>
                <a:cxnLst/>
                <a:rect l="l" t="t" r="r" b="b"/>
                <a:pathLst>
                  <a:path w="14" h="27" extrusionOk="0">
                    <a:moveTo>
                      <a:pt x="0" y="4"/>
                    </a:moveTo>
                    <a:lnTo>
                      <a:pt x="1" y="26"/>
                    </a:lnTo>
                    <a:lnTo>
                      <a:pt x="9" y="27"/>
                    </a:lnTo>
                    <a:lnTo>
                      <a:pt x="14" y="21"/>
                    </a:lnTo>
                    <a:lnTo>
                      <a:pt x="14" y="12"/>
                    </a:lnTo>
                    <a:lnTo>
                      <a:pt x="9" y="3"/>
                    </a:lnTo>
                    <a:lnTo>
                      <a:pt x="5" y="0"/>
                    </a:lnTo>
                    <a:lnTo>
                      <a:pt x="0" y="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63" name="Google Shape;2163;p5">
                <a:extLst>
                  <a:ext uri="{FF2B5EF4-FFF2-40B4-BE49-F238E27FC236}">
                    <a16:creationId xmlns:a16="http://schemas.microsoft.com/office/drawing/2014/main" id="{91806557-1596-6FA4-4C68-92CC149DA1CA}"/>
                  </a:ext>
                </a:extLst>
              </p:cNvPr>
              <p:cNvSpPr/>
              <p:nvPr/>
            </p:nvSpPr>
            <p:spPr>
              <a:xfrm>
                <a:off x="3262" y="2066"/>
                <a:ext cx="322" cy="332"/>
              </a:xfrm>
              <a:custGeom>
                <a:avLst/>
                <a:gdLst/>
                <a:ahLst/>
                <a:cxnLst/>
                <a:rect l="l" t="t" r="r" b="b"/>
                <a:pathLst>
                  <a:path w="1608" h="1661" extrusionOk="0">
                    <a:moveTo>
                      <a:pt x="304" y="1236"/>
                    </a:moveTo>
                    <a:lnTo>
                      <a:pt x="306" y="1238"/>
                    </a:lnTo>
                    <a:lnTo>
                      <a:pt x="310" y="1250"/>
                    </a:lnTo>
                    <a:lnTo>
                      <a:pt x="312" y="1252"/>
                    </a:lnTo>
                    <a:lnTo>
                      <a:pt x="315" y="1249"/>
                    </a:lnTo>
                    <a:lnTo>
                      <a:pt x="320" y="1250"/>
                    </a:lnTo>
                    <a:lnTo>
                      <a:pt x="316" y="1255"/>
                    </a:lnTo>
                    <a:lnTo>
                      <a:pt x="316" y="1260"/>
                    </a:lnTo>
                    <a:lnTo>
                      <a:pt x="322" y="1281"/>
                    </a:lnTo>
                    <a:lnTo>
                      <a:pt x="331" y="1293"/>
                    </a:lnTo>
                    <a:lnTo>
                      <a:pt x="338" y="1297"/>
                    </a:lnTo>
                    <a:lnTo>
                      <a:pt x="348" y="1319"/>
                    </a:lnTo>
                    <a:lnTo>
                      <a:pt x="351" y="1334"/>
                    </a:lnTo>
                    <a:lnTo>
                      <a:pt x="358" y="1343"/>
                    </a:lnTo>
                    <a:lnTo>
                      <a:pt x="364" y="1358"/>
                    </a:lnTo>
                    <a:lnTo>
                      <a:pt x="370" y="1388"/>
                    </a:lnTo>
                    <a:lnTo>
                      <a:pt x="382" y="1426"/>
                    </a:lnTo>
                    <a:lnTo>
                      <a:pt x="382" y="1429"/>
                    </a:lnTo>
                    <a:lnTo>
                      <a:pt x="391" y="1444"/>
                    </a:lnTo>
                    <a:lnTo>
                      <a:pt x="401" y="1453"/>
                    </a:lnTo>
                    <a:lnTo>
                      <a:pt x="418" y="1475"/>
                    </a:lnTo>
                    <a:lnTo>
                      <a:pt x="425" y="1494"/>
                    </a:lnTo>
                    <a:lnTo>
                      <a:pt x="432" y="1519"/>
                    </a:lnTo>
                    <a:lnTo>
                      <a:pt x="454" y="1572"/>
                    </a:lnTo>
                    <a:lnTo>
                      <a:pt x="461" y="1600"/>
                    </a:lnTo>
                    <a:lnTo>
                      <a:pt x="468" y="1614"/>
                    </a:lnTo>
                    <a:lnTo>
                      <a:pt x="481" y="1633"/>
                    </a:lnTo>
                    <a:lnTo>
                      <a:pt x="495" y="1650"/>
                    </a:lnTo>
                    <a:lnTo>
                      <a:pt x="508" y="1661"/>
                    </a:lnTo>
                    <a:lnTo>
                      <a:pt x="525" y="1661"/>
                    </a:lnTo>
                    <a:lnTo>
                      <a:pt x="534" y="1653"/>
                    </a:lnTo>
                    <a:lnTo>
                      <a:pt x="534" y="1650"/>
                    </a:lnTo>
                    <a:lnTo>
                      <a:pt x="540" y="1647"/>
                    </a:lnTo>
                    <a:lnTo>
                      <a:pt x="546" y="1642"/>
                    </a:lnTo>
                    <a:lnTo>
                      <a:pt x="548" y="1636"/>
                    </a:lnTo>
                    <a:lnTo>
                      <a:pt x="547" y="1632"/>
                    </a:lnTo>
                    <a:lnTo>
                      <a:pt x="554" y="1611"/>
                    </a:lnTo>
                    <a:lnTo>
                      <a:pt x="577" y="1600"/>
                    </a:lnTo>
                    <a:lnTo>
                      <a:pt x="594" y="1598"/>
                    </a:lnTo>
                    <a:lnTo>
                      <a:pt x="593" y="1588"/>
                    </a:lnTo>
                    <a:lnTo>
                      <a:pt x="594" y="1578"/>
                    </a:lnTo>
                    <a:lnTo>
                      <a:pt x="607" y="1560"/>
                    </a:lnTo>
                    <a:lnTo>
                      <a:pt x="610" y="1552"/>
                    </a:lnTo>
                    <a:lnTo>
                      <a:pt x="615" y="1541"/>
                    </a:lnTo>
                    <a:lnTo>
                      <a:pt x="628" y="1539"/>
                    </a:lnTo>
                    <a:lnTo>
                      <a:pt x="632" y="1542"/>
                    </a:lnTo>
                    <a:lnTo>
                      <a:pt x="643" y="1542"/>
                    </a:lnTo>
                    <a:lnTo>
                      <a:pt x="643" y="1525"/>
                    </a:lnTo>
                    <a:lnTo>
                      <a:pt x="640" y="1496"/>
                    </a:lnTo>
                    <a:lnTo>
                      <a:pt x="640" y="1467"/>
                    </a:lnTo>
                    <a:lnTo>
                      <a:pt x="643" y="1456"/>
                    </a:lnTo>
                    <a:lnTo>
                      <a:pt x="655" y="1431"/>
                    </a:lnTo>
                    <a:lnTo>
                      <a:pt x="660" y="1417"/>
                    </a:lnTo>
                    <a:lnTo>
                      <a:pt x="667" y="1390"/>
                    </a:lnTo>
                    <a:lnTo>
                      <a:pt x="669" y="1381"/>
                    </a:lnTo>
                    <a:lnTo>
                      <a:pt x="667" y="1368"/>
                    </a:lnTo>
                    <a:lnTo>
                      <a:pt x="661" y="1363"/>
                    </a:lnTo>
                    <a:lnTo>
                      <a:pt x="660" y="1358"/>
                    </a:lnTo>
                    <a:lnTo>
                      <a:pt x="658" y="1356"/>
                    </a:lnTo>
                    <a:lnTo>
                      <a:pt x="660" y="1352"/>
                    </a:lnTo>
                    <a:lnTo>
                      <a:pt x="664" y="1356"/>
                    </a:lnTo>
                    <a:lnTo>
                      <a:pt x="656" y="1324"/>
                    </a:lnTo>
                    <a:lnTo>
                      <a:pt x="659" y="1314"/>
                    </a:lnTo>
                    <a:lnTo>
                      <a:pt x="659" y="1304"/>
                    </a:lnTo>
                    <a:lnTo>
                      <a:pt x="659" y="1302"/>
                    </a:lnTo>
                    <a:lnTo>
                      <a:pt x="655" y="1297"/>
                    </a:lnTo>
                    <a:lnTo>
                      <a:pt x="654" y="1284"/>
                    </a:lnTo>
                    <a:lnTo>
                      <a:pt x="654" y="1262"/>
                    </a:lnTo>
                    <a:lnTo>
                      <a:pt x="661" y="1251"/>
                    </a:lnTo>
                    <a:lnTo>
                      <a:pt x="670" y="1238"/>
                    </a:lnTo>
                    <a:lnTo>
                      <a:pt x="680" y="1233"/>
                    </a:lnTo>
                    <a:lnTo>
                      <a:pt x="688" y="1232"/>
                    </a:lnTo>
                    <a:lnTo>
                      <a:pt x="698" y="1238"/>
                    </a:lnTo>
                    <a:lnTo>
                      <a:pt x="706" y="1234"/>
                    </a:lnTo>
                    <a:lnTo>
                      <a:pt x="713" y="1222"/>
                    </a:lnTo>
                    <a:lnTo>
                      <a:pt x="718" y="1208"/>
                    </a:lnTo>
                    <a:lnTo>
                      <a:pt x="720" y="1208"/>
                    </a:lnTo>
                    <a:lnTo>
                      <a:pt x="733" y="1205"/>
                    </a:lnTo>
                    <a:lnTo>
                      <a:pt x="746" y="1202"/>
                    </a:lnTo>
                    <a:lnTo>
                      <a:pt x="769" y="1193"/>
                    </a:lnTo>
                    <a:lnTo>
                      <a:pt x="776" y="1185"/>
                    </a:lnTo>
                    <a:lnTo>
                      <a:pt x="776" y="1174"/>
                    </a:lnTo>
                    <a:lnTo>
                      <a:pt x="782" y="1164"/>
                    </a:lnTo>
                    <a:lnTo>
                      <a:pt x="795" y="1155"/>
                    </a:lnTo>
                    <a:lnTo>
                      <a:pt x="820" y="1136"/>
                    </a:lnTo>
                    <a:lnTo>
                      <a:pt x="837" y="1123"/>
                    </a:lnTo>
                    <a:lnTo>
                      <a:pt x="849" y="1109"/>
                    </a:lnTo>
                    <a:lnTo>
                      <a:pt x="864" y="1098"/>
                    </a:lnTo>
                    <a:lnTo>
                      <a:pt x="875" y="1092"/>
                    </a:lnTo>
                    <a:lnTo>
                      <a:pt x="878" y="1088"/>
                    </a:lnTo>
                    <a:lnTo>
                      <a:pt x="880" y="1087"/>
                    </a:lnTo>
                    <a:lnTo>
                      <a:pt x="890" y="1077"/>
                    </a:lnTo>
                    <a:lnTo>
                      <a:pt x="925" y="1034"/>
                    </a:lnTo>
                    <a:lnTo>
                      <a:pt x="938" y="1024"/>
                    </a:lnTo>
                    <a:lnTo>
                      <a:pt x="968" y="1007"/>
                    </a:lnTo>
                    <a:lnTo>
                      <a:pt x="986" y="1001"/>
                    </a:lnTo>
                    <a:lnTo>
                      <a:pt x="995" y="996"/>
                    </a:lnTo>
                    <a:lnTo>
                      <a:pt x="998" y="996"/>
                    </a:lnTo>
                    <a:lnTo>
                      <a:pt x="1015" y="981"/>
                    </a:lnTo>
                    <a:lnTo>
                      <a:pt x="1024" y="970"/>
                    </a:lnTo>
                    <a:lnTo>
                      <a:pt x="1026" y="964"/>
                    </a:lnTo>
                    <a:lnTo>
                      <a:pt x="1036" y="953"/>
                    </a:lnTo>
                    <a:lnTo>
                      <a:pt x="1030" y="929"/>
                    </a:lnTo>
                    <a:lnTo>
                      <a:pt x="1036" y="913"/>
                    </a:lnTo>
                    <a:lnTo>
                      <a:pt x="1068" y="897"/>
                    </a:lnTo>
                    <a:lnTo>
                      <a:pt x="1078" y="894"/>
                    </a:lnTo>
                    <a:lnTo>
                      <a:pt x="1084" y="889"/>
                    </a:lnTo>
                    <a:lnTo>
                      <a:pt x="1089" y="880"/>
                    </a:lnTo>
                    <a:lnTo>
                      <a:pt x="1091" y="874"/>
                    </a:lnTo>
                    <a:lnTo>
                      <a:pt x="1096" y="868"/>
                    </a:lnTo>
                    <a:lnTo>
                      <a:pt x="1100" y="868"/>
                    </a:lnTo>
                    <a:lnTo>
                      <a:pt x="1097" y="880"/>
                    </a:lnTo>
                    <a:lnTo>
                      <a:pt x="1097" y="893"/>
                    </a:lnTo>
                    <a:lnTo>
                      <a:pt x="1099" y="894"/>
                    </a:lnTo>
                    <a:lnTo>
                      <a:pt x="1101" y="894"/>
                    </a:lnTo>
                    <a:lnTo>
                      <a:pt x="1104" y="895"/>
                    </a:lnTo>
                    <a:lnTo>
                      <a:pt x="1107" y="902"/>
                    </a:lnTo>
                    <a:lnTo>
                      <a:pt x="1116" y="901"/>
                    </a:lnTo>
                    <a:lnTo>
                      <a:pt x="1121" y="897"/>
                    </a:lnTo>
                    <a:lnTo>
                      <a:pt x="1124" y="899"/>
                    </a:lnTo>
                    <a:lnTo>
                      <a:pt x="1126" y="890"/>
                    </a:lnTo>
                    <a:lnTo>
                      <a:pt x="1128" y="886"/>
                    </a:lnTo>
                    <a:lnTo>
                      <a:pt x="1131" y="896"/>
                    </a:lnTo>
                    <a:lnTo>
                      <a:pt x="1134" y="900"/>
                    </a:lnTo>
                    <a:lnTo>
                      <a:pt x="1142" y="897"/>
                    </a:lnTo>
                    <a:lnTo>
                      <a:pt x="1135" y="884"/>
                    </a:lnTo>
                    <a:lnTo>
                      <a:pt x="1137" y="878"/>
                    </a:lnTo>
                    <a:lnTo>
                      <a:pt x="1135" y="874"/>
                    </a:lnTo>
                    <a:lnTo>
                      <a:pt x="1133" y="863"/>
                    </a:lnTo>
                    <a:lnTo>
                      <a:pt x="1134" y="854"/>
                    </a:lnTo>
                    <a:lnTo>
                      <a:pt x="1132" y="846"/>
                    </a:lnTo>
                    <a:lnTo>
                      <a:pt x="1127" y="841"/>
                    </a:lnTo>
                    <a:lnTo>
                      <a:pt x="1124" y="832"/>
                    </a:lnTo>
                    <a:lnTo>
                      <a:pt x="1124" y="823"/>
                    </a:lnTo>
                    <a:lnTo>
                      <a:pt x="1126" y="820"/>
                    </a:lnTo>
                    <a:lnTo>
                      <a:pt x="1127" y="804"/>
                    </a:lnTo>
                    <a:lnTo>
                      <a:pt x="1126" y="800"/>
                    </a:lnTo>
                    <a:lnTo>
                      <a:pt x="1122" y="799"/>
                    </a:lnTo>
                    <a:lnTo>
                      <a:pt x="1122" y="784"/>
                    </a:lnTo>
                    <a:lnTo>
                      <a:pt x="1116" y="778"/>
                    </a:lnTo>
                    <a:lnTo>
                      <a:pt x="1116" y="770"/>
                    </a:lnTo>
                    <a:lnTo>
                      <a:pt x="1118" y="759"/>
                    </a:lnTo>
                    <a:lnTo>
                      <a:pt x="1120" y="738"/>
                    </a:lnTo>
                    <a:lnTo>
                      <a:pt x="1111" y="728"/>
                    </a:lnTo>
                    <a:lnTo>
                      <a:pt x="1105" y="723"/>
                    </a:lnTo>
                    <a:lnTo>
                      <a:pt x="1094" y="718"/>
                    </a:lnTo>
                    <a:lnTo>
                      <a:pt x="1085" y="714"/>
                    </a:lnTo>
                    <a:lnTo>
                      <a:pt x="1084" y="708"/>
                    </a:lnTo>
                    <a:lnTo>
                      <a:pt x="1085" y="703"/>
                    </a:lnTo>
                    <a:lnTo>
                      <a:pt x="1090" y="695"/>
                    </a:lnTo>
                    <a:lnTo>
                      <a:pt x="1097" y="694"/>
                    </a:lnTo>
                    <a:lnTo>
                      <a:pt x="1104" y="690"/>
                    </a:lnTo>
                    <a:lnTo>
                      <a:pt x="1106" y="683"/>
                    </a:lnTo>
                    <a:lnTo>
                      <a:pt x="1126" y="681"/>
                    </a:lnTo>
                    <a:lnTo>
                      <a:pt x="1126" y="673"/>
                    </a:lnTo>
                    <a:lnTo>
                      <a:pt x="1122" y="669"/>
                    </a:lnTo>
                    <a:lnTo>
                      <a:pt x="1123" y="665"/>
                    </a:lnTo>
                    <a:lnTo>
                      <a:pt x="1108" y="667"/>
                    </a:lnTo>
                    <a:lnTo>
                      <a:pt x="1101" y="662"/>
                    </a:lnTo>
                    <a:lnTo>
                      <a:pt x="1099" y="648"/>
                    </a:lnTo>
                    <a:lnTo>
                      <a:pt x="1095" y="644"/>
                    </a:lnTo>
                    <a:lnTo>
                      <a:pt x="1110" y="620"/>
                    </a:lnTo>
                    <a:lnTo>
                      <a:pt x="1112" y="608"/>
                    </a:lnTo>
                    <a:lnTo>
                      <a:pt x="1117" y="605"/>
                    </a:lnTo>
                    <a:lnTo>
                      <a:pt x="1126" y="622"/>
                    </a:lnTo>
                    <a:lnTo>
                      <a:pt x="1132" y="630"/>
                    </a:lnTo>
                    <a:lnTo>
                      <a:pt x="1133" y="622"/>
                    </a:lnTo>
                    <a:lnTo>
                      <a:pt x="1137" y="610"/>
                    </a:lnTo>
                    <a:lnTo>
                      <a:pt x="1143" y="613"/>
                    </a:lnTo>
                    <a:lnTo>
                      <a:pt x="1145" y="627"/>
                    </a:lnTo>
                    <a:lnTo>
                      <a:pt x="1153" y="636"/>
                    </a:lnTo>
                    <a:lnTo>
                      <a:pt x="1159" y="632"/>
                    </a:lnTo>
                    <a:lnTo>
                      <a:pt x="1166" y="638"/>
                    </a:lnTo>
                    <a:lnTo>
                      <a:pt x="1175" y="624"/>
                    </a:lnTo>
                    <a:lnTo>
                      <a:pt x="1177" y="628"/>
                    </a:lnTo>
                    <a:lnTo>
                      <a:pt x="1180" y="648"/>
                    </a:lnTo>
                    <a:lnTo>
                      <a:pt x="1185" y="667"/>
                    </a:lnTo>
                    <a:lnTo>
                      <a:pt x="1192" y="675"/>
                    </a:lnTo>
                    <a:lnTo>
                      <a:pt x="1203" y="680"/>
                    </a:lnTo>
                    <a:lnTo>
                      <a:pt x="1246" y="684"/>
                    </a:lnTo>
                    <a:lnTo>
                      <a:pt x="1250" y="681"/>
                    </a:lnTo>
                    <a:lnTo>
                      <a:pt x="1264" y="679"/>
                    </a:lnTo>
                    <a:lnTo>
                      <a:pt x="1288" y="681"/>
                    </a:lnTo>
                    <a:lnTo>
                      <a:pt x="1311" y="685"/>
                    </a:lnTo>
                    <a:lnTo>
                      <a:pt x="1326" y="691"/>
                    </a:lnTo>
                    <a:lnTo>
                      <a:pt x="1325" y="696"/>
                    </a:lnTo>
                    <a:lnTo>
                      <a:pt x="1315" y="701"/>
                    </a:lnTo>
                    <a:lnTo>
                      <a:pt x="1310" y="714"/>
                    </a:lnTo>
                    <a:lnTo>
                      <a:pt x="1298" y="729"/>
                    </a:lnTo>
                    <a:lnTo>
                      <a:pt x="1288" y="739"/>
                    </a:lnTo>
                    <a:lnTo>
                      <a:pt x="1276" y="744"/>
                    </a:lnTo>
                    <a:lnTo>
                      <a:pt x="1262" y="754"/>
                    </a:lnTo>
                    <a:lnTo>
                      <a:pt x="1260" y="762"/>
                    </a:lnTo>
                    <a:lnTo>
                      <a:pt x="1261" y="778"/>
                    </a:lnTo>
                    <a:lnTo>
                      <a:pt x="1268" y="798"/>
                    </a:lnTo>
                    <a:lnTo>
                      <a:pt x="1278" y="799"/>
                    </a:lnTo>
                    <a:lnTo>
                      <a:pt x="1284" y="809"/>
                    </a:lnTo>
                    <a:lnTo>
                      <a:pt x="1292" y="814"/>
                    </a:lnTo>
                    <a:lnTo>
                      <a:pt x="1295" y="807"/>
                    </a:lnTo>
                    <a:lnTo>
                      <a:pt x="1301" y="786"/>
                    </a:lnTo>
                    <a:lnTo>
                      <a:pt x="1312" y="771"/>
                    </a:lnTo>
                    <a:lnTo>
                      <a:pt x="1319" y="772"/>
                    </a:lnTo>
                    <a:lnTo>
                      <a:pt x="1326" y="786"/>
                    </a:lnTo>
                    <a:lnTo>
                      <a:pt x="1331" y="803"/>
                    </a:lnTo>
                    <a:lnTo>
                      <a:pt x="1333" y="811"/>
                    </a:lnTo>
                    <a:lnTo>
                      <a:pt x="1336" y="819"/>
                    </a:lnTo>
                    <a:lnTo>
                      <a:pt x="1342" y="847"/>
                    </a:lnTo>
                    <a:lnTo>
                      <a:pt x="1346" y="881"/>
                    </a:lnTo>
                    <a:lnTo>
                      <a:pt x="1349" y="878"/>
                    </a:lnTo>
                    <a:lnTo>
                      <a:pt x="1354" y="873"/>
                    </a:lnTo>
                    <a:lnTo>
                      <a:pt x="1363" y="875"/>
                    </a:lnTo>
                    <a:lnTo>
                      <a:pt x="1368" y="874"/>
                    </a:lnTo>
                    <a:lnTo>
                      <a:pt x="1373" y="868"/>
                    </a:lnTo>
                    <a:lnTo>
                      <a:pt x="1374" y="862"/>
                    </a:lnTo>
                    <a:lnTo>
                      <a:pt x="1371" y="862"/>
                    </a:lnTo>
                    <a:lnTo>
                      <a:pt x="1368" y="852"/>
                    </a:lnTo>
                    <a:lnTo>
                      <a:pt x="1368" y="836"/>
                    </a:lnTo>
                    <a:lnTo>
                      <a:pt x="1369" y="823"/>
                    </a:lnTo>
                    <a:lnTo>
                      <a:pt x="1380" y="824"/>
                    </a:lnTo>
                    <a:lnTo>
                      <a:pt x="1384" y="819"/>
                    </a:lnTo>
                    <a:lnTo>
                      <a:pt x="1387" y="799"/>
                    </a:lnTo>
                    <a:lnTo>
                      <a:pt x="1386" y="773"/>
                    </a:lnTo>
                    <a:lnTo>
                      <a:pt x="1393" y="766"/>
                    </a:lnTo>
                    <a:lnTo>
                      <a:pt x="1407" y="762"/>
                    </a:lnTo>
                    <a:lnTo>
                      <a:pt x="1420" y="765"/>
                    </a:lnTo>
                    <a:lnTo>
                      <a:pt x="1428" y="765"/>
                    </a:lnTo>
                    <a:lnTo>
                      <a:pt x="1433" y="760"/>
                    </a:lnTo>
                    <a:lnTo>
                      <a:pt x="1439" y="740"/>
                    </a:lnTo>
                    <a:lnTo>
                      <a:pt x="1457" y="705"/>
                    </a:lnTo>
                    <a:lnTo>
                      <a:pt x="1461" y="694"/>
                    </a:lnTo>
                    <a:lnTo>
                      <a:pt x="1459" y="684"/>
                    </a:lnTo>
                    <a:lnTo>
                      <a:pt x="1465" y="675"/>
                    </a:lnTo>
                    <a:lnTo>
                      <a:pt x="1481" y="664"/>
                    </a:lnTo>
                    <a:lnTo>
                      <a:pt x="1487" y="652"/>
                    </a:lnTo>
                    <a:lnTo>
                      <a:pt x="1486" y="624"/>
                    </a:lnTo>
                    <a:lnTo>
                      <a:pt x="1493" y="608"/>
                    </a:lnTo>
                    <a:lnTo>
                      <a:pt x="1506" y="597"/>
                    </a:lnTo>
                    <a:lnTo>
                      <a:pt x="1521" y="589"/>
                    </a:lnTo>
                    <a:lnTo>
                      <a:pt x="1531" y="581"/>
                    </a:lnTo>
                    <a:lnTo>
                      <a:pt x="1538" y="567"/>
                    </a:lnTo>
                    <a:lnTo>
                      <a:pt x="1558" y="563"/>
                    </a:lnTo>
                    <a:lnTo>
                      <a:pt x="1569" y="560"/>
                    </a:lnTo>
                    <a:lnTo>
                      <a:pt x="1585" y="565"/>
                    </a:lnTo>
                    <a:lnTo>
                      <a:pt x="1590" y="560"/>
                    </a:lnTo>
                    <a:lnTo>
                      <a:pt x="1586" y="544"/>
                    </a:lnTo>
                    <a:lnTo>
                      <a:pt x="1591" y="530"/>
                    </a:lnTo>
                    <a:lnTo>
                      <a:pt x="1602" y="525"/>
                    </a:lnTo>
                    <a:lnTo>
                      <a:pt x="1608" y="518"/>
                    </a:lnTo>
                    <a:lnTo>
                      <a:pt x="1608" y="506"/>
                    </a:lnTo>
                    <a:lnTo>
                      <a:pt x="1604" y="493"/>
                    </a:lnTo>
                    <a:lnTo>
                      <a:pt x="1594" y="490"/>
                    </a:lnTo>
                    <a:lnTo>
                      <a:pt x="1580" y="490"/>
                    </a:lnTo>
                    <a:lnTo>
                      <a:pt x="1570" y="486"/>
                    </a:lnTo>
                    <a:lnTo>
                      <a:pt x="1552" y="486"/>
                    </a:lnTo>
                    <a:lnTo>
                      <a:pt x="1554" y="470"/>
                    </a:lnTo>
                    <a:lnTo>
                      <a:pt x="1556" y="455"/>
                    </a:lnTo>
                    <a:lnTo>
                      <a:pt x="1543" y="453"/>
                    </a:lnTo>
                    <a:lnTo>
                      <a:pt x="1541" y="442"/>
                    </a:lnTo>
                    <a:lnTo>
                      <a:pt x="1543" y="434"/>
                    </a:lnTo>
                    <a:lnTo>
                      <a:pt x="1532" y="422"/>
                    </a:lnTo>
                    <a:lnTo>
                      <a:pt x="1520" y="426"/>
                    </a:lnTo>
                    <a:lnTo>
                      <a:pt x="1505" y="436"/>
                    </a:lnTo>
                    <a:lnTo>
                      <a:pt x="1492" y="439"/>
                    </a:lnTo>
                    <a:lnTo>
                      <a:pt x="1472" y="441"/>
                    </a:lnTo>
                    <a:lnTo>
                      <a:pt x="1463" y="439"/>
                    </a:lnTo>
                    <a:lnTo>
                      <a:pt x="1457" y="434"/>
                    </a:lnTo>
                    <a:lnTo>
                      <a:pt x="1452" y="433"/>
                    </a:lnTo>
                    <a:lnTo>
                      <a:pt x="1443" y="438"/>
                    </a:lnTo>
                    <a:lnTo>
                      <a:pt x="1434" y="444"/>
                    </a:lnTo>
                    <a:lnTo>
                      <a:pt x="1428" y="455"/>
                    </a:lnTo>
                    <a:lnTo>
                      <a:pt x="1408" y="472"/>
                    </a:lnTo>
                    <a:lnTo>
                      <a:pt x="1393" y="476"/>
                    </a:lnTo>
                    <a:lnTo>
                      <a:pt x="1379" y="492"/>
                    </a:lnTo>
                    <a:lnTo>
                      <a:pt x="1369" y="499"/>
                    </a:lnTo>
                    <a:lnTo>
                      <a:pt x="1354" y="507"/>
                    </a:lnTo>
                    <a:lnTo>
                      <a:pt x="1342" y="515"/>
                    </a:lnTo>
                    <a:lnTo>
                      <a:pt x="1314" y="522"/>
                    </a:lnTo>
                    <a:lnTo>
                      <a:pt x="1296" y="527"/>
                    </a:lnTo>
                    <a:lnTo>
                      <a:pt x="1298" y="529"/>
                    </a:lnTo>
                    <a:lnTo>
                      <a:pt x="1298" y="531"/>
                    </a:lnTo>
                    <a:lnTo>
                      <a:pt x="1295" y="538"/>
                    </a:lnTo>
                    <a:lnTo>
                      <a:pt x="1295" y="540"/>
                    </a:lnTo>
                    <a:lnTo>
                      <a:pt x="1296" y="542"/>
                    </a:lnTo>
                    <a:lnTo>
                      <a:pt x="1315" y="550"/>
                    </a:lnTo>
                    <a:lnTo>
                      <a:pt x="1321" y="556"/>
                    </a:lnTo>
                    <a:lnTo>
                      <a:pt x="1319" y="570"/>
                    </a:lnTo>
                    <a:lnTo>
                      <a:pt x="1320" y="574"/>
                    </a:lnTo>
                    <a:lnTo>
                      <a:pt x="1320" y="577"/>
                    </a:lnTo>
                    <a:lnTo>
                      <a:pt x="1312" y="581"/>
                    </a:lnTo>
                    <a:lnTo>
                      <a:pt x="1292" y="584"/>
                    </a:lnTo>
                    <a:lnTo>
                      <a:pt x="1278" y="585"/>
                    </a:lnTo>
                    <a:lnTo>
                      <a:pt x="1257" y="589"/>
                    </a:lnTo>
                    <a:lnTo>
                      <a:pt x="1249" y="590"/>
                    </a:lnTo>
                    <a:lnTo>
                      <a:pt x="1240" y="590"/>
                    </a:lnTo>
                    <a:lnTo>
                      <a:pt x="1230" y="587"/>
                    </a:lnTo>
                    <a:lnTo>
                      <a:pt x="1225" y="587"/>
                    </a:lnTo>
                    <a:lnTo>
                      <a:pt x="1202" y="595"/>
                    </a:lnTo>
                    <a:lnTo>
                      <a:pt x="1183" y="595"/>
                    </a:lnTo>
                    <a:lnTo>
                      <a:pt x="1160" y="592"/>
                    </a:lnTo>
                    <a:lnTo>
                      <a:pt x="1149" y="588"/>
                    </a:lnTo>
                    <a:lnTo>
                      <a:pt x="1145" y="585"/>
                    </a:lnTo>
                    <a:lnTo>
                      <a:pt x="1142" y="585"/>
                    </a:lnTo>
                    <a:lnTo>
                      <a:pt x="1140" y="584"/>
                    </a:lnTo>
                    <a:lnTo>
                      <a:pt x="1140" y="577"/>
                    </a:lnTo>
                    <a:lnTo>
                      <a:pt x="1139" y="574"/>
                    </a:lnTo>
                    <a:lnTo>
                      <a:pt x="1134" y="573"/>
                    </a:lnTo>
                    <a:lnTo>
                      <a:pt x="1134" y="568"/>
                    </a:lnTo>
                    <a:lnTo>
                      <a:pt x="1143" y="560"/>
                    </a:lnTo>
                    <a:lnTo>
                      <a:pt x="1144" y="556"/>
                    </a:lnTo>
                    <a:lnTo>
                      <a:pt x="1139" y="556"/>
                    </a:lnTo>
                    <a:lnTo>
                      <a:pt x="1135" y="554"/>
                    </a:lnTo>
                    <a:lnTo>
                      <a:pt x="1133" y="551"/>
                    </a:lnTo>
                    <a:lnTo>
                      <a:pt x="1133" y="544"/>
                    </a:lnTo>
                    <a:lnTo>
                      <a:pt x="1137" y="531"/>
                    </a:lnTo>
                    <a:lnTo>
                      <a:pt x="1137" y="525"/>
                    </a:lnTo>
                    <a:lnTo>
                      <a:pt x="1134" y="515"/>
                    </a:lnTo>
                    <a:lnTo>
                      <a:pt x="1133" y="512"/>
                    </a:lnTo>
                    <a:lnTo>
                      <a:pt x="1128" y="509"/>
                    </a:lnTo>
                    <a:lnTo>
                      <a:pt x="1123" y="511"/>
                    </a:lnTo>
                    <a:lnTo>
                      <a:pt x="1115" y="517"/>
                    </a:lnTo>
                    <a:lnTo>
                      <a:pt x="1107" y="517"/>
                    </a:lnTo>
                    <a:lnTo>
                      <a:pt x="1099" y="520"/>
                    </a:lnTo>
                    <a:lnTo>
                      <a:pt x="1097" y="522"/>
                    </a:lnTo>
                    <a:lnTo>
                      <a:pt x="1094" y="529"/>
                    </a:lnTo>
                    <a:lnTo>
                      <a:pt x="1090" y="541"/>
                    </a:lnTo>
                    <a:lnTo>
                      <a:pt x="1091" y="556"/>
                    </a:lnTo>
                    <a:lnTo>
                      <a:pt x="1090" y="570"/>
                    </a:lnTo>
                    <a:lnTo>
                      <a:pt x="1086" y="574"/>
                    </a:lnTo>
                    <a:lnTo>
                      <a:pt x="1086" y="578"/>
                    </a:lnTo>
                    <a:lnTo>
                      <a:pt x="1094" y="582"/>
                    </a:lnTo>
                    <a:lnTo>
                      <a:pt x="1099" y="592"/>
                    </a:lnTo>
                    <a:lnTo>
                      <a:pt x="1099" y="599"/>
                    </a:lnTo>
                    <a:lnTo>
                      <a:pt x="1092" y="610"/>
                    </a:lnTo>
                    <a:lnTo>
                      <a:pt x="1092" y="613"/>
                    </a:lnTo>
                    <a:lnTo>
                      <a:pt x="1080" y="611"/>
                    </a:lnTo>
                    <a:lnTo>
                      <a:pt x="1069" y="614"/>
                    </a:lnTo>
                    <a:lnTo>
                      <a:pt x="1054" y="613"/>
                    </a:lnTo>
                    <a:lnTo>
                      <a:pt x="1046" y="615"/>
                    </a:lnTo>
                    <a:lnTo>
                      <a:pt x="1036" y="610"/>
                    </a:lnTo>
                    <a:lnTo>
                      <a:pt x="1026" y="609"/>
                    </a:lnTo>
                    <a:lnTo>
                      <a:pt x="1020" y="609"/>
                    </a:lnTo>
                    <a:lnTo>
                      <a:pt x="973" y="601"/>
                    </a:lnTo>
                    <a:lnTo>
                      <a:pt x="967" y="595"/>
                    </a:lnTo>
                    <a:lnTo>
                      <a:pt x="959" y="592"/>
                    </a:lnTo>
                    <a:lnTo>
                      <a:pt x="945" y="593"/>
                    </a:lnTo>
                    <a:lnTo>
                      <a:pt x="925" y="589"/>
                    </a:lnTo>
                    <a:lnTo>
                      <a:pt x="913" y="581"/>
                    </a:lnTo>
                    <a:lnTo>
                      <a:pt x="907" y="576"/>
                    </a:lnTo>
                    <a:lnTo>
                      <a:pt x="897" y="562"/>
                    </a:lnTo>
                    <a:lnTo>
                      <a:pt x="891" y="558"/>
                    </a:lnTo>
                    <a:lnTo>
                      <a:pt x="873" y="555"/>
                    </a:lnTo>
                    <a:lnTo>
                      <a:pt x="869" y="555"/>
                    </a:lnTo>
                    <a:lnTo>
                      <a:pt x="866" y="558"/>
                    </a:lnTo>
                    <a:lnTo>
                      <a:pt x="860" y="557"/>
                    </a:lnTo>
                    <a:lnTo>
                      <a:pt x="852" y="554"/>
                    </a:lnTo>
                    <a:lnTo>
                      <a:pt x="841" y="554"/>
                    </a:lnTo>
                    <a:lnTo>
                      <a:pt x="832" y="558"/>
                    </a:lnTo>
                    <a:lnTo>
                      <a:pt x="827" y="558"/>
                    </a:lnTo>
                    <a:lnTo>
                      <a:pt x="806" y="554"/>
                    </a:lnTo>
                    <a:lnTo>
                      <a:pt x="796" y="541"/>
                    </a:lnTo>
                    <a:lnTo>
                      <a:pt x="794" y="539"/>
                    </a:lnTo>
                    <a:lnTo>
                      <a:pt x="785" y="538"/>
                    </a:lnTo>
                    <a:lnTo>
                      <a:pt x="782" y="538"/>
                    </a:lnTo>
                    <a:lnTo>
                      <a:pt x="772" y="530"/>
                    </a:lnTo>
                    <a:lnTo>
                      <a:pt x="761" y="525"/>
                    </a:lnTo>
                    <a:lnTo>
                      <a:pt x="751" y="524"/>
                    </a:lnTo>
                    <a:lnTo>
                      <a:pt x="741" y="519"/>
                    </a:lnTo>
                    <a:lnTo>
                      <a:pt x="736" y="515"/>
                    </a:lnTo>
                    <a:lnTo>
                      <a:pt x="724" y="501"/>
                    </a:lnTo>
                    <a:lnTo>
                      <a:pt x="715" y="495"/>
                    </a:lnTo>
                    <a:lnTo>
                      <a:pt x="707" y="491"/>
                    </a:lnTo>
                    <a:lnTo>
                      <a:pt x="703" y="487"/>
                    </a:lnTo>
                    <a:lnTo>
                      <a:pt x="690" y="480"/>
                    </a:lnTo>
                    <a:lnTo>
                      <a:pt x="687" y="480"/>
                    </a:lnTo>
                    <a:lnTo>
                      <a:pt x="686" y="484"/>
                    </a:lnTo>
                    <a:lnTo>
                      <a:pt x="681" y="484"/>
                    </a:lnTo>
                    <a:lnTo>
                      <a:pt x="676" y="480"/>
                    </a:lnTo>
                    <a:lnTo>
                      <a:pt x="675" y="474"/>
                    </a:lnTo>
                    <a:lnTo>
                      <a:pt x="670" y="469"/>
                    </a:lnTo>
                    <a:lnTo>
                      <a:pt x="659" y="468"/>
                    </a:lnTo>
                    <a:lnTo>
                      <a:pt x="658" y="465"/>
                    </a:lnTo>
                    <a:lnTo>
                      <a:pt x="659" y="458"/>
                    </a:lnTo>
                    <a:lnTo>
                      <a:pt x="664" y="450"/>
                    </a:lnTo>
                    <a:lnTo>
                      <a:pt x="667" y="449"/>
                    </a:lnTo>
                    <a:lnTo>
                      <a:pt x="669" y="442"/>
                    </a:lnTo>
                    <a:lnTo>
                      <a:pt x="672" y="438"/>
                    </a:lnTo>
                    <a:lnTo>
                      <a:pt x="669" y="429"/>
                    </a:lnTo>
                    <a:lnTo>
                      <a:pt x="672" y="422"/>
                    </a:lnTo>
                    <a:lnTo>
                      <a:pt x="677" y="416"/>
                    </a:lnTo>
                    <a:lnTo>
                      <a:pt x="675" y="409"/>
                    </a:lnTo>
                    <a:lnTo>
                      <a:pt x="675" y="405"/>
                    </a:lnTo>
                    <a:lnTo>
                      <a:pt x="679" y="400"/>
                    </a:lnTo>
                    <a:lnTo>
                      <a:pt x="685" y="400"/>
                    </a:lnTo>
                    <a:lnTo>
                      <a:pt x="688" y="393"/>
                    </a:lnTo>
                    <a:lnTo>
                      <a:pt x="696" y="388"/>
                    </a:lnTo>
                    <a:lnTo>
                      <a:pt x="699" y="382"/>
                    </a:lnTo>
                    <a:lnTo>
                      <a:pt x="701" y="377"/>
                    </a:lnTo>
                    <a:lnTo>
                      <a:pt x="703" y="375"/>
                    </a:lnTo>
                    <a:lnTo>
                      <a:pt x="706" y="377"/>
                    </a:lnTo>
                    <a:lnTo>
                      <a:pt x="712" y="375"/>
                    </a:lnTo>
                    <a:lnTo>
                      <a:pt x="709" y="374"/>
                    </a:lnTo>
                    <a:lnTo>
                      <a:pt x="692" y="369"/>
                    </a:lnTo>
                    <a:lnTo>
                      <a:pt x="690" y="367"/>
                    </a:lnTo>
                    <a:lnTo>
                      <a:pt x="686" y="361"/>
                    </a:lnTo>
                    <a:lnTo>
                      <a:pt x="681" y="359"/>
                    </a:lnTo>
                    <a:lnTo>
                      <a:pt x="669" y="350"/>
                    </a:lnTo>
                    <a:lnTo>
                      <a:pt x="663" y="350"/>
                    </a:lnTo>
                    <a:lnTo>
                      <a:pt x="656" y="346"/>
                    </a:lnTo>
                    <a:lnTo>
                      <a:pt x="654" y="342"/>
                    </a:lnTo>
                    <a:lnTo>
                      <a:pt x="654" y="339"/>
                    </a:lnTo>
                    <a:lnTo>
                      <a:pt x="651" y="335"/>
                    </a:lnTo>
                    <a:lnTo>
                      <a:pt x="647" y="335"/>
                    </a:lnTo>
                    <a:lnTo>
                      <a:pt x="645" y="332"/>
                    </a:lnTo>
                    <a:lnTo>
                      <a:pt x="640" y="330"/>
                    </a:lnTo>
                    <a:lnTo>
                      <a:pt x="632" y="334"/>
                    </a:lnTo>
                    <a:lnTo>
                      <a:pt x="631" y="332"/>
                    </a:lnTo>
                    <a:lnTo>
                      <a:pt x="629" y="326"/>
                    </a:lnTo>
                    <a:lnTo>
                      <a:pt x="628" y="325"/>
                    </a:lnTo>
                    <a:lnTo>
                      <a:pt x="624" y="324"/>
                    </a:lnTo>
                    <a:lnTo>
                      <a:pt x="621" y="325"/>
                    </a:lnTo>
                    <a:lnTo>
                      <a:pt x="612" y="324"/>
                    </a:lnTo>
                    <a:lnTo>
                      <a:pt x="608" y="325"/>
                    </a:lnTo>
                    <a:lnTo>
                      <a:pt x="602" y="329"/>
                    </a:lnTo>
                    <a:lnTo>
                      <a:pt x="599" y="329"/>
                    </a:lnTo>
                    <a:lnTo>
                      <a:pt x="596" y="326"/>
                    </a:lnTo>
                    <a:lnTo>
                      <a:pt x="597" y="316"/>
                    </a:lnTo>
                    <a:lnTo>
                      <a:pt x="593" y="313"/>
                    </a:lnTo>
                    <a:lnTo>
                      <a:pt x="589" y="307"/>
                    </a:lnTo>
                    <a:lnTo>
                      <a:pt x="589" y="304"/>
                    </a:lnTo>
                    <a:lnTo>
                      <a:pt x="584" y="299"/>
                    </a:lnTo>
                    <a:lnTo>
                      <a:pt x="584" y="294"/>
                    </a:lnTo>
                    <a:lnTo>
                      <a:pt x="586" y="287"/>
                    </a:lnTo>
                    <a:lnTo>
                      <a:pt x="583" y="281"/>
                    </a:lnTo>
                    <a:lnTo>
                      <a:pt x="583" y="277"/>
                    </a:lnTo>
                    <a:lnTo>
                      <a:pt x="584" y="270"/>
                    </a:lnTo>
                    <a:lnTo>
                      <a:pt x="586" y="264"/>
                    </a:lnTo>
                    <a:lnTo>
                      <a:pt x="579" y="254"/>
                    </a:lnTo>
                    <a:lnTo>
                      <a:pt x="572" y="246"/>
                    </a:lnTo>
                    <a:lnTo>
                      <a:pt x="572" y="237"/>
                    </a:lnTo>
                    <a:lnTo>
                      <a:pt x="569" y="229"/>
                    </a:lnTo>
                    <a:lnTo>
                      <a:pt x="570" y="226"/>
                    </a:lnTo>
                    <a:lnTo>
                      <a:pt x="581" y="224"/>
                    </a:lnTo>
                    <a:lnTo>
                      <a:pt x="584" y="221"/>
                    </a:lnTo>
                    <a:lnTo>
                      <a:pt x="585" y="222"/>
                    </a:lnTo>
                    <a:lnTo>
                      <a:pt x="586" y="229"/>
                    </a:lnTo>
                    <a:lnTo>
                      <a:pt x="589" y="234"/>
                    </a:lnTo>
                    <a:lnTo>
                      <a:pt x="591" y="237"/>
                    </a:lnTo>
                    <a:lnTo>
                      <a:pt x="599" y="239"/>
                    </a:lnTo>
                    <a:lnTo>
                      <a:pt x="601" y="238"/>
                    </a:lnTo>
                    <a:lnTo>
                      <a:pt x="604" y="237"/>
                    </a:lnTo>
                    <a:lnTo>
                      <a:pt x="607" y="238"/>
                    </a:lnTo>
                    <a:lnTo>
                      <a:pt x="608" y="232"/>
                    </a:lnTo>
                    <a:lnTo>
                      <a:pt x="612" y="229"/>
                    </a:lnTo>
                    <a:lnTo>
                      <a:pt x="616" y="223"/>
                    </a:lnTo>
                    <a:lnTo>
                      <a:pt x="617" y="223"/>
                    </a:lnTo>
                    <a:lnTo>
                      <a:pt x="621" y="228"/>
                    </a:lnTo>
                    <a:lnTo>
                      <a:pt x="623" y="228"/>
                    </a:lnTo>
                    <a:lnTo>
                      <a:pt x="632" y="217"/>
                    </a:lnTo>
                    <a:lnTo>
                      <a:pt x="632" y="215"/>
                    </a:lnTo>
                    <a:lnTo>
                      <a:pt x="628" y="208"/>
                    </a:lnTo>
                    <a:lnTo>
                      <a:pt x="622" y="200"/>
                    </a:lnTo>
                    <a:lnTo>
                      <a:pt x="621" y="195"/>
                    </a:lnTo>
                    <a:lnTo>
                      <a:pt x="622" y="192"/>
                    </a:lnTo>
                    <a:lnTo>
                      <a:pt x="622" y="189"/>
                    </a:lnTo>
                    <a:lnTo>
                      <a:pt x="612" y="184"/>
                    </a:lnTo>
                    <a:lnTo>
                      <a:pt x="607" y="185"/>
                    </a:lnTo>
                    <a:lnTo>
                      <a:pt x="606" y="181"/>
                    </a:lnTo>
                    <a:lnTo>
                      <a:pt x="597" y="174"/>
                    </a:lnTo>
                    <a:lnTo>
                      <a:pt x="597" y="159"/>
                    </a:lnTo>
                    <a:lnTo>
                      <a:pt x="602" y="158"/>
                    </a:lnTo>
                    <a:lnTo>
                      <a:pt x="600" y="152"/>
                    </a:lnTo>
                    <a:lnTo>
                      <a:pt x="601" y="149"/>
                    </a:lnTo>
                    <a:lnTo>
                      <a:pt x="602" y="148"/>
                    </a:lnTo>
                    <a:lnTo>
                      <a:pt x="595" y="141"/>
                    </a:lnTo>
                    <a:lnTo>
                      <a:pt x="596" y="135"/>
                    </a:lnTo>
                    <a:lnTo>
                      <a:pt x="596" y="133"/>
                    </a:lnTo>
                    <a:lnTo>
                      <a:pt x="606" y="133"/>
                    </a:lnTo>
                    <a:lnTo>
                      <a:pt x="610" y="130"/>
                    </a:lnTo>
                    <a:lnTo>
                      <a:pt x="621" y="133"/>
                    </a:lnTo>
                    <a:lnTo>
                      <a:pt x="623" y="131"/>
                    </a:lnTo>
                    <a:lnTo>
                      <a:pt x="628" y="126"/>
                    </a:lnTo>
                    <a:lnTo>
                      <a:pt x="633" y="116"/>
                    </a:lnTo>
                    <a:lnTo>
                      <a:pt x="633" y="105"/>
                    </a:lnTo>
                    <a:lnTo>
                      <a:pt x="643" y="104"/>
                    </a:lnTo>
                    <a:lnTo>
                      <a:pt x="644" y="103"/>
                    </a:lnTo>
                    <a:lnTo>
                      <a:pt x="642" y="100"/>
                    </a:lnTo>
                    <a:lnTo>
                      <a:pt x="643" y="97"/>
                    </a:lnTo>
                    <a:lnTo>
                      <a:pt x="647" y="94"/>
                    </a:lnTo>
                    <a:lnTo>
                      <a:pt x="648" y="92"/>
                    </a:lnTo>
                    <a:lnTo>
                      <a:pt x="651" y="88"/>
                    </a:lnTo>
                    <a:lnTo>
                      <a:pt x="658" y="83"/>
                    </a:lnTo>
                    <a:lnTo>
                      <a:pt x="658" y="77"/>
                    </a:lnTo>
                    <a:lnTo>
                      <a:pt x="664" y="71"/>
                    </a:lnTo>
                    <a:lnTo>
                      <a:pt x="666" y="52"/>
                    </a:lnTo>
                    <a:lnTo>
                      <a:pt x="669" y="50"/>
                    </a:lnTo>
                    <a:lnTo>
                      <a:pt x="669" y="43"/>
                    </a:lnTo>
                    <a:lnTo>
                      <a:pt x="675" y="35"/>
                    </a:lnTo>
                    <a:lnTo>
                      <a:pt x="675" y="32"/>
                    </a:lnTo>
                    <a:lnTo>
                      <a:pt x="671" y="29"/>
                    </a:lnTo>
                    <a:lnTo>
                      <a:pt x="667" y="29"/>
                    </a:lnTo>
                    <a:lnTo>
                      <a:pt x="660" y="38"/>
                    </a:lnTo>
                    <a:lnTo>
                      <a:pt x="658" y="38"/>
                    </a:lnTo>
                    <a:lnTo>
                      <a:pt x="655" y="34"/>
                    </a:lnTo>
                    <a:lnTo>
                      <a:pt x="653" y="23"/>
                    </a:lnTo>
                    <a:lnTo>
                      <a:pt x="648" y="27"/>
                    </a:lnTo>
                    <a:lnTo>
                      <a:pt x="644" y="27"/>
                    </a:lnTo>
                    <a:lnTo>
                      <a:pt x="642" y="22"/>
                    </a:lnTo>
                    <a:lnTo>
                      <a:pt x="639" y="22"/>
                    </a:lnTo>
                    <a:lnTo>
                      <a:pt x="637" y="20"/>
                    </a:lnTo>
                    <a:lnTo>
                      <a:pt x="636" y="11"/>
                    </a:lnTo>
                    <a:lnTo>
                      <a:pt x="632" y="9"/>
                    </a:lnTo>
                    <a:lnTo>
                      <a:pt x="631" y="7"/>
                    </a:lnTo>
                    <a:lnTo>
                      <a:pt x="628" y="6"/>
                    </a:lnTo>
                    <a:lnTo>
                      <a:pt x="624" y="6"/>
                    </a:lnTo>
                    <a:lnTo>
                      <a:pt x="621" y="1"/>
                    </a:lnTo>
                    <a:lnTo>
                      <a:pt x="618" y="0"/>
                    </a:lnTo>
                    <a:lnTo>
                      <a:pt x="615" y="0"/>
                    </a:lnTo>
                    <a:lnTo>
                      <a:pt x="610" y="2"/>
                    </a:lnTo>
                    <a:lnTo>
                      <a:pt x="604" y="2"/>
                    </a:lnTo>
                    <a:lnTo>
                      <a:pt x="599" y="6"/>
                    </a:lnTo>
                    <a:lnTo>
                      <a:pt x="585" y="6"/>
                    </a:lnTo>
                    <a:lnTo>
                      <a:pt x="575" y="13"/>
                    </a:lnTo>
                    <a:lnTo>
                      <a:pt x="564" y="19"/>
                    </a:lnTo>
                    <a:lnTo>
                      <a:pt x="557" y="24"/>
                    </a:lnTo>
                    <a:lnTo>
                      <a:pt x="552" y="29"/>
                    </a:lnTo>
                    <a:lnTo>
                      <a:pt x="547" y="30"/>
                    </a:lnTo>
                    <a:lnTo>
                      <a:pt x="543" y="35"/>
                    </a:lnTo>
                    <a:lnTo>
                      <a:pt x="536" y="32"/>
                    </a:lnTo>
                    <a:lnTo>
                      <a:pt x="531" y="35"/>
                    </a:lnTo>
                    <a:lnTo>
                      <a:pt x="526" y="35"/>
                    </a:lnTo>
                    <a:lnTo>
                      <a:pt x="492" y="60"/>
                    </a:lnTo>
                    <a:lnTo>
                      <a:pt x="488" y="66"/>
                    </a:lnTo>
                    <a:lnTo>
                      <a:pt x="489" y="68"/>
                    </a:lnTo>
                    <a:lnTo>
                      <a:pt x="489" y="71"/>
                    </a:lnTo>
                    <a:lnTo>
                      <a:pt x="486" y="79"/>
                    </a:lnTo>
                    <a:lnTo>
                      <a:pt x="482" y="83"/>
                    </a:lnTo>
                    <a:lnTo>
                      <a:pt x="478" y="82"/>
                    </a:lnTo>
                    <a:lnTo>
                      <a:pt x="475" y="78"/>
                    </a:lnTo>
                    <a:lnTo>
                      <a:pt x="456" y="79"/>
                    </a:lnTo>
                    <a:lnTo>
                      <a:pt x="454" y="81"/>
                    </a:lnTo>
                    <a:lnTo>
                      <a:pt x="449" y="87"/>
                    </a:lnTo>
                    <a:lnTo>
                      <a:pt x="446" y="88"/>
                    </a:lnTo>
                    <a:lnTo>
                      <a:pt x="440" y="88"/>
                    </a:lnTo>
                    <a:lnTo>
                      <a:pt x="433" y="86"/>
                    </a:lnTo>
                    <a:lnTo>
                      <a:pt x="429" y="88"/>
                    </a:lnTo>
                    <a:lnTo>
                      <a:pt x="427" y="92"/>
                    </a:lnTo>
                    <a:lnTo>
                      <a:pt x="423" y="94"/>
                    </a:lnTo>
                    <a:lnTo>
                      <a:pt x="421" y="95"/>
                    </a:lnTo>
                    <a:lnTo>
                      <a:pt x="414" y="94"/>
                    </a:lnTo>
                    <a:lnTo>
                      <a:pt x="411" y="95"/>
                    </a:lnTo>
                    <a:lnTo>
                      <a:pt x="407" y="93"/>
                    </a:lnTo>
                    <a:lnTo>
                      <a:pt x="395" y="93"/>
                    </a:lnTo>
                    <a:lnTo>
                      <a:pt x="390" y="92"/>
                    </a:lnTo>
                    <a:lnTo>
                      <a:pt x="385" y="92"/>
                    </a:lnTo>
                    <a:lnTo>
                      <a:pt x="370" y="83"/>
                    </a:lnTo>
                    <a:lnTo>
                      <a:pt x="360" y="81"/>
                    </a:lnTo>
                    <a:lnTo>
                      <a:pt x="342" y="73"/>
                    </a:lnTo>
                    <a:lnTo>
                      <a:pt x="337" y="76"/>
                    </a:lnTo>
                    <a:lnTo>
                      <a:pt x="333" y="79"/>
                    </a:lnTo>
                    <a:lnTo>
                      <a:pt x="326" y="78"/>
                    </a:lnTo>
                    <a:lnTo>
                      <a:pt x="322" y="79"/>
                    </a:lnTo>
                    <a:lnTo>
                      <a:pt x="321" y="82"/>
                    </a:lnTo>
                    <a:lnTo>
                      <a:pt x="320" y="90"/>
                    </a:lnTo>
                    <a:lnTo>
                      <a:pt x="312" y="104"/>
                    </a:lnTo>
                    <a:lnTo>
                      <a:pt x="312" y="106"/>
                    </a:lnTo>
                    <a:lnTo>
                      <a:pt x="321" y="106"/>
                    </a:lnTo>
                    <a:lnTo>
                      <a:pt x="323" y="111"/>
                    </a:lnTo>
                    <a:lnTo>
                      <a:pt x="323" y="115"/>
                    </a:lnTo>
                    <a:lnTo>
                      <a:pt x="319" y="117"/>
                    </a:lnTo>
                    <a:lnTo>
                      <a:pt x="317" y="119"/>
                    </a:lnTo>
                    <a:lnTo>
                      <a:pt x="317" y="122"/>
                    </a:lnTo>
                    <a:lnTo>
                      <a:pt x="320" y="126"/>
                    </a:lnTo>
                    <a:lnTo>
                      <a:pt x="322" y="127"/>
                    </a:lnTo>
                    <a:lnTo>
                      <a:pt x="333" y="126"/>
                    </a:lnTo>
                    <a:lnTo>
                      <a:pt x="336" y="129"/>
                    </a:lnTo>
                    <a:lnTo>
                      <a:pt x="337" y="132"/>
                    </a:lnTo>
                    <a:lnTo>
                      <a:pt x="337" y="133"/>
                    </a:lnTo>
                    <a:lnTo>
                      <a:pt x="332" y="138"/>
                    </a:lnTo>
                    <a:lnTo>
                      <a:pt x="326" y="141"/>
                    </a:lnTo>
                    <a:lnTo>
                      <a:pt x="325" y="147"/>
                    </a:lnTo>
                    <a:lnTo>
                      <a:pt x="337" y="158"/>
                    </a:lnTo>
                    <a:lnTo>
                      <a:pt x="337" y="164"/>
                    </a:lnTo>
                    <a:lnTo>
                      <a:pt x="336" y="169"/>
                    </a:lnTo>
                    <a:lnTo>
                      <a:pt x="322" y="178"/>
                    </a:lnTo>
                    <a:lnTo>
                      <a:pt x="321" y="181"/>
                    </a:lnTo>
                    <a:lnTo>
                      <a:pt x="330" y="185"/>
                    </a:lnTo>
                    <a:lnTo>
                      <a:pt x="333" y="194"/>
                    </a:lnTo>
                    <a:lnTo>
                      <a:pt x="343" y="200"/>
                    </a:lnTo>
                    <a:lnTo>
                      <a:pt x="342" y="207"/>
                    </a:lnTo>
                    <a:lnTo>
                      <a:pt x="349" y="208"/>
                    </a:lnTo>
                    <a:lnTo>
                      <a:pt x="352" y="212"/>
                    </a:lnTo>
                    <a:lnTo>
                      <a:pt x="358" y="210"/>
                    </a:lnTo>
                    <a:lnTo>
                      <a:pt x="363" y="211"/>
                    </a:lnTo>
                    <a:lnTo>
                      <a:pt x="363" y="216"/>
                    </a:lnTo>
                    <a:lnTo>
                      <a:pt x="362" y="222"/>
                    </a:lnTo>
                    <a:lnTo>
                      <a:pt x="365" y="229"/>
                    </a:lnTo>
                    <a:lnTo>
                      <a:pt x="366" y="230"/>
                    </a:lnTo>
                    <a:lnTo>
                      <a:pt x="384" y="232"/>
                    </a:lnTo>
                    <a:lnTo>
                      <a:pt x="389" y="235"/>
                    </a:lnTo>
                    <a:lnTo>
                      <a:pt x="394" y="234"/>
                    </a:lnTo>
                    <a:lnTo>
                      <a:pt x="400" y="242"/>
                    </a:lnTo>
                    <a:lnTo>
                      <a:pt x="398" y="246"/>
                    </a:lnTo>
                    <a:lnTo>
                      <a:pt x="401" y="250"/>
                    </a:lnTo>
                    <a:lnTo>
                      <a:pt x="396" y="255"/>
                    </a:lnTo>
                    <a:lnTo>
                      <a:pt x="394" y="259"/>
                    </a:lnTo>
                    <a:lnTo>
                      <a:pt x="386" y="260"/>
                    </a:lnTo>
                    <a:lnTo>
                      <a:pt x="382" y="260"/>
                    </a:lnTo>
                    <a:lnTo>
                      <a:pt x="380" y="259"/>
                    </a:lnTo>
                    <a:lnTo>
                      <a:pt x="375" y="260"/>
                    </a:lnTo>
                    <a:lnTo>
                      <a:pt x="373" y="262"/>
                    </a:lnTo>
                    <a:lnTo>
                      <a:pt x="362" y="267"/>
                    </a:lnTo>
                    <a:lnTo>
                      <a:pt x="358" y="275"/>
                    </a:lnTo>
                    <a:lnTo>
                      <a:pt x="357" y="286"/>
                    </a:lnTo>
                    <a:lnTo>
                      <a:pt x="362" y="292"/>
                    </a:lnTo>
                    <a:lnTo>
                      <a:pt x="360" y="297"/>
                    </a:lnTo>
                    <a:lnTo>
                      <a:pt x="363" y="298"/>
                    </a:lnTo>
                    <a:lnTo>
                      <a:pt x="364" y="301"/>
                    </a:lnTo>
                    <a:lnTo>
                      <a:pt x="363" y="304"/>
                    </a:lnTo>
                    <a:lnTo>
                      <a:pt x="358" y="308"/>
                    </a:lnTo>
                    <a:lnTo>
                      <a:pt x="357" y="314"/>
                    </a:lnTo>
                    <a:lnTo>
                      <a:pt x="357" y="316"/>
                    </a:lnTo>
                    <a:lnTo>
                      <a:pt x="359" y="318"/>
                    </a:lnTo>
                    <a:lnTo>
                      <a:pt x="369" y="318"/>
                    </a:lnTo>
                    <a:lnTo>
                      <a:pt x="371" y="324"/>
                    </a:lnTo>
                    <a:lnTo>
                      <a:pt x="369" y="326"/>
                    </a:lnTo>
                    <a:lnTo>
                      <a:pt x="365" y="328"/>
                    </a:lnTo>
                    <a:lnTo>
                      <a:pt x="362" y="326"/>
                    </a:lnTo>
                    <a:lnTo>
                      <a:pt x="359" y="324"/>
                    </a:lnTo>
                    <a:lnTo>
                      <a:pt x="357" y="331"/>
                    </a:lnTo>
                    <a:lnTo>
                      <a:pt x="343" y="336"/>
                    </a:lnTo>
                    <a:lnTo>
                      <a:pt x="331" y="352"/>
                    </a:lnTo>
                    <a:lnTo>
                      <a:pt x="326" y="355"/>
                    </a:lnTo>
                    <a:lnTo>
                      <a:pt x="321" y="361"/>
                    </a:lnTo>
                    <a:lnTo>
                      <a:pt x="317" y="366"/>
                    </a:lnTo>
                    <a:lnTo>
                      <a:pt x="316" y="372"/>
                    </a:lnTo>
                    <a:lnTo>
                      <a:pt x="317" y="380"/>
                    </a:lnTo>
                    <a:lnTo>
                      <a:pt x="314" y="388"/>
                    </a:lnTo>
                    <a:lnTo>
                      <a:pt x="305" y="393"/>
                    </a:lnTo>
                    <a:lnTo>
                      <a:pt x="298" y="393"/>
                    </a:lnTo>
                    <a:lnTo>
                      <a:pt x="292" y="398"/>
                    </a:lnTo>
                    <a:lnTo>
                      <a:pt x="287" y="406"/>
                    </a:lnTo>
                    <a:lnTo>
                      <a:pt x="283" y="417"/>
                    </a:lnTo>
                    <a:lnTo>
                      <a:pt x="277" y="428"/>
                    </a:lnTo>
                    <a:lnTo>
                      <a:pt x="262" y="450"/>
                    </a:lnTo>
                    <a:lnTo>
                      <a:pt x="256" y="457"/>
                    </a:lnTo>
                    <a:lnTo>
                      <a:pt x="244" y="464"/>
                    </a:lnTo>
                    <a:lnTo>
                      <a:pt x="233" y="474"/>
                    </a:lnTo>
                    <a:lnTo>
                      <a:pt x="229" y="479"/>
                    </a:lnTo>
                    <a:lnTo>
                      <a:pt x="219" y="495"/>
                    </a:lnTo>
                    <a:lnTo>
                      <a:pt x="212" y="504"/>
                    </a:lnTo>
                    <a:lnTo>
                      <a:pt x="204" y="519"/>
                    </a:lnTo>
                    <a:lnTo>
                      <a:pt x="199" y="522"/>
                    </a:lnTo>
                    <a:lnTo>
                      <a:pt x="195" y="523"/>
                    </a:lnTo>
                    <a:lnTo>
                      <a:pt x="172" y="523"/>
                    </a:lnTo>
                    <a:lnTo>
                      <a:pt x="169" y="524"/>
                    </a:lnTo>
                    <a:lnTo>
                      <a:pt x="161" y="527"/>
                    </a:lnTo>
                    <a:lnTo>
                      <a:pt x="156" y="533"/>
                    </a:lnTo>
                    <a:lnTo>
                      <a:pt x="152" y="534"/>
                    </a:lnTo>
                    <a:lnTo>
                      <a:pt x="149" y="533"/>
                    </a:lnTo>
                    <a:lnTo>
                      <a:pt x="147" y="528"/>
                    </a:lnTo>
                    <a:lnTo>
                      <a:pt x="139" y="514"/>
                    </a:lnTo>
                    <a:lnTo>
                      <a:pt x="136" y="512"/>
                    </a:lnTo>
                    <a:lnTo>
                      <a:pt x="132" y="513"/>
                    </a:lnTo>
                    <a:lnTo>
                      <a:pt x="122" y="522"/>
                    </a:lnTo>
                    <a:lnTo>
                      <a:pt x="118" y="528"/>
                    </a:lnTo>
                    <a:lnTo>
                      <a:pt x="107" y="538"/>
                    </a:lnTo>
                    <a:lnTo>
                      <a:pt x="93" y="556"/>
                    </a:lnTo>
                    <a:lnTo>
                      <a:pt x="85" y="563"/>
                    </a:lnTo>
                    <a:lnTo>
                      <a:pt x="83" y="570"/>
                    </a:lnTo>
                    <a:lnTo>
                      <a:pt x="79" y="588"/>
                    </a:lnTo>
                    <a:lnTo>
                      <a:pt x="79" y="593"/>
                    </a:lnTo>
                    <a:lnTo>
                      <a:pt x="81" y="598"/>
                    </a:lnTo>
                    <a:lnTo>
                      <a:pt x="88" y="601"/>
                    </a:lnTo>
                    <a:lnTo>
                      <a:pt x="94" y="600"/>
                    </a:lnTo>
                    <a:lnTo>
                      <a:pt x="101" y="603"/>
                    </a:lnTo>
                    <a:lnTo>
                      <a:pt x="111" y="603"/>
                    </a:lnTo>
                    <a:lnTo>
                      <a:pt x="113" y="604"/>
                    </a:lnTo>
                    <a:lnTo>
                      <a:pt x="117" y="608"/>
                    </a:lnTo>
                    <a:lnTo>
                      <a:pt x="118" y="611"/>
                    </a:lnTo>
                    <a:lnTo>
                      <a:pt x="118" y="616"/>
                    </a:lnTo>
                    <a:lnTo>
                      <a:pt x="112" y="636"/>
                    </a:lnTo>
                    <a:lnTo>
                      <a:pt x="112" y="641"/>
                    </a:lnTo>
                    <a:lnTo>
                      <a:pt x="113" y="646"/>
                    </a:lnTo>
                    <a:lnTo>
                      <a:pt x="123" y="657"/>
                    </a:lnTo>
                    <a:lnTo>
                      <a:pt x="127" y="658"/>
                    </a:lnTo>
                    <a:lnTo>
                      <a:pt x="137" y="654"/>
                    </a:lnTo>
                    <a:lnTo>
                      <a:pt x="139" y="655"/>
                    </a:lnTo>
                    <a:lnTo>
                      <a:pt x="142" y="658"/>
                    </a:lnTo>
                    <a:lnTo>
                      <a:pt x="142" y="669"/>
                    </a:lnTo>
                    <a:lnTo>
                      <a:pt x="143" y="678"/>
                    </a:lnTo>
                    <a:lnTo>
                      <a:pt x="148" y="685"/>
                    </a:lnTo>
                    <a:lnTo>
                      <a:pt x="150" y="692"/>
                    </a:lnTo>
                    <a:lnTo>
                      <a:pt x="155" y="698"/>
                    </a:lnTo>
                    <a:lnTo>
                      <a:pt x="160" y="703"/>
                    </a:lnTo>
                    <a:lnTo>
                      <a:pt x="160" y="706"/>
                    </a:lnTo>
                    <a:lnTo>
                      <a:pt x="164" y="711"/>
                    </a:lnTo>
                    <a:lnTo>
                      <a:pt x="165" y="714"/>
                    </a:lnTo>
                    <a:lnTo>
                      <a:pt x="160" y="716"/>
                    </a:lnTo>
                    <a:lnTo>
                      <a:pt x="160" y="718"/>
                    </a:lnTo>
                    <a:lnTo>
                      <a:pt x="160" y="728"/>
                    </a:lnTo>
                    <a:lnTo>
                      <a:pt x="159" y="732"/>
                    </a:lnTo>
                    <a:lnTo>
                      <a:pt x="166" y="733"/>
                    </a:lnTo>
                    <a:lnTo>
                      <a:pt x="166" y="735"/>
                    </a:lnTo>
                    <a:lnTo>
                      <a:pt x="159" y="735"/>
                    </a:lnTo>
                    <a:lnTo>
                      <a:pt x="154" y="739"/>
                    </a:lnTo>
                    <a:lnTo>
                      <a:pt x="154" y="741"/>
                    </a:lnTo>
                    <a:lnTo>
                      <a:pt x="150" y="743"/>
                    </a:lnTo>
                    <a:lnTo>
                      <a:pt x="147" y="743"/>
                    </a:lnTo>
                    <a:lnTo>
                      <a:pt x="140" y="743"/>
                    </a:lnTo>
                    <a:lnTo>
                      <a:pt x="139" y="740"/>
                    </a:lnTo>
                    <a:lnTo>
                      <a:pt x="138" y="739"/>
                    </a:lnTo>
                    <a:lnTo>
                      <a:pt x="139" y="733"/>
                    </a:lnTo>
                    <a:lnTo>
                      <a:pt x="139" y="732"/>
                    </a:lnTo>
                    <a:lnTo>
                      <a:pt x="132" y="730"/>
                    </a:lnTo>
                    <a:lnTo>
                      <a:pt x="127" y="734"/>
                    </a:lnTo>
                    <a:lnTo>
                      <a:pt x="115" y="738"/>
                    </a:lnTo>
                    <a:lnTo>
                      <a:pt x="111" y="745"/>
                    </a:lnTo>
                    <a:lnTo>
                      <a:pt x="110" y="746"/>
                    </a:lnTo>
                    <a:lnTo>
                      <a:pt x="107" y="746"/>
                    </a:lnTo>
                    <a:lnTo>
                      <a:pt x="93" y="746"/>
                    </a:lnTo>
                    <a:lnTo>
                      <a:pt x="84" y="739"/>
                    </a:lnTo>
                    <a:lnTo>
                      <a:pt x="78" y="741"/>
                    </a:lnTo>
                    <a:lnTo>
                      <a:pt x="74" y="739"/>
                    </a:lnTo>
                    <a:lnTo>
                      <a:pt x="62" y="740"/>
                    </a:lnTo>
                    <a:lnTo>
                      <a:pt x="58" y="739"/>
                    </a:lnTo>
                    <a:lnTo>
                      <a:pt x="52" y="740"/>
                    </a:lnTo>
                    <a:lnTo>
                      <a:pt x="48" y="739"/>
                    </a:lnTo>
                    <a:lnTo>
                      <a:pt x="47" y="740"/>
                    </a:lnTo>
                    <a:lnTo>
                      <a:pt x="46" y="740"/>
                    </a:lnTo>
                    <a:lnTo>
                      <a:pt x="43" y="735"/>
                    </a:lnTo>
                    <a:lnTo>
                      <a:pt x="41" y="735"/>
                    </a:lnTo>
                    <a:lnTo>
                      <a:pt x="40" y="740"/>
                    </a:lnTo>
                    <a:lnTo>
                      <a:pt x="40" y="757"/>
                    </a:lnTo>
                    <a:lnTo>
                      <a:pt x="20" y="757"/>
                    </a:lnTo>
                    <a:lnTo>
                      <a:pt x="16" y="759"/>
                    </a:lnTo>
                    <a:lnTo>
                      <a:pt x="11" y="757"/>
                    </a:lnTo>
                    <a:lnTo>
                      <a:pt x="9" y="762"/>
                    </a:lnTo>
                    <a:lnTo>
                      <a:pt x="7" y="764"/>
                    </a:lnTo>
                    <a:lnTo>
                      <a:pt x="5" y="767"/>
                    </a:lnTo>
                    <a:lnTo>
                      <a:pt x="0" y="771"/>
                    </a:lnTo>
                    <a:lnTo>
                      <a:pt x="0" y="773"/>
                    </a:lnTo>
                    <a:lnTo>
                      <a:pt x="2" y="782"/>
                    </a:lnTo>
                    <a:lnTo>
                      <a:pt x="9" y="782"/>
                    </a:lnTo>
                    <a:lnTo>
                      <a:pt x="13" y="791"/>
                    </a:lnTo>
                    <a:lnTo>
                      <a:pt x="27" y="809"/>
                    </a:lnTo>
                    <a:lnTo>
                      <a:pt x="37" y="820"/>
                    </a:lnTo>
                    <a:lnTo>
                      <a:pt x="47" y="825"/>
                    </a:lnTo>
                    <a:lnTo>
                      <a:pt x="67" y="827"/>
                    </a:lnTo>
                    <a:lnTo>
                      <a:pt x="89" y="825"/>
                    </a:lnTo>
                    <a:lnTo>
                      <a:pt x="105" y="821"/>
                    </a:lnTo>
                    <a:lnTo>
                      <a:pt x="113" y="818"/>
                    </a:lnTo>
                    <a:lnTo>
                      <a:pt x="117" y="810"/>
                    </a:lnTo>
                    <a:lnTo>
                      <a:pt x="122" y="808"/>
                    </a:lnTo>
                    <a:lnTo>
                      <a:pt x="124" y="814"/>
                    </a:lnTo>
                    <a:lnTo>
                      <a:pt x="117" y="834"/>
                    </a:lnTo>
                    <a:lnTo>
                      <a:pt x="106" y="843"/>
                    </a:lnTo>
                    <a:lnTo>
                      <a:pt x="96" y="850"/>
                    </a:lnTo>
                    <a:lnTo>
                      <a:pt x="84" y="852"/>
                    </a:lnTo>
                    <a:lnTo>
                      <a:pt x="70" y="854"/>
                    </a:lnTo>
                    <a:lnTo>
                      <a:pt x="59" y="857"/>
                    </a:lnTo>
                    <a:lnTo>
                      <a:pt x="51" y="850"/>
                    </a:lnTo>
                    <a:lnTo>
                      <a:pt x="47" y="854"/>
                    </a:lnTo>
                    <a:lnTo>
                      <a:pt x="50" y="870"/>
                    </a:lnTo>
                    <a:lnTo>
                      <a:pt x="90" y="911"/>
                    </a:lnTo>
                    <a:lnTo>
                      <a:pt x="104" y="926"/>
                    </a:lnTo>
                    <a:lnTo>
                      <a:pt x="124" y="944"/>
                    </a:lnTo>
                    <a:lnTo>
                      <a:pt x="131" y="945"/>
                    </a:lnTo>
                    <a:lnTo>
                      <a:pt x="156" y="947"/>
                    </a:lnTo>
                    <a:lnTo>
                      <a:pt x="167" y="944"/>
                    </a:lnTo>
                    <a:lnTo>
                      <a:pt x="174" y="943"/>
                    </a:lnTo>
                    <a:lnTo>
                      <a:pt x="183" y="936"/>
                    </a:lnTo>
                    <a:lnTo>
                      <a:pt x="190" y="936"/>
                    </a:lnTo>
                    <a:lnTo>
                      <a:pt x="207" y="924"/>
                    </a:lnTo>
                    <a:lnTo>
                      <a:pt x="213" y="916"/>
                    </a:lnTo>
                    <a:lnTo>
                      <a:pt x="218" y="906"/>
                    </a:lnTo>
                    <a:lnTo>
                      <a:pt x="219" y="879"/>
                    </a:lnTo>
                    <a:lnTo>
                      <a:pt x="222" y="867"/>
                    </a:lnTo>
                    <a:lnTo>
                      <a:pt x="224" y="852"/>
                    </a:lnTo>
                    <a:lnTo>
                      <a:pt x="226" y="856"/>
                    </a:lnTo>
                    <a:lnTo>
                      <a:pt x="229" y="857"/>
                    </a:lnTo>
                    <a:lnTo>
                      <a:pt x="258" y="858"/>
                    </a:lnTo>
                    <a:lnTo>
                      <a:pt x="260" y="859"/>
                    </a:lnTo>
                    <a:lnTo>
                      <a:pt x="253" y="866"/>
                    </a:lnTo>
                    <a:lnTo>
                      <a:pt x="242" y="866"/>
                    </a:lnTo>
                    <a:lnTo>
                      <a:pt x="239" y="879"/>
                    </a:lnTo>
                    <a:lnTo>
                      <a:pt x="241" y="880"/>
                    </a:lnTo>
                    <a:lnTo>
                      <a:pt x="240" y="891"/>
                    </a:lnTo>
                    <a:lnTo>
                      <a:pt x="242" y="894"/>
                    </a:lnTo>
                    <a:lnTo>
                      <a:pt x="249" y="897"/>
                    </a:lnTo>
                    <a:lnTo>
                      <a:pt x="242" y="911"/>
                    </a:lnTo>
                    <a:lnTo>
                      <a:pt x="242" y="922"/>
                    </a:lnTo>
                    <a:lnTo>
                      <a:pt x="242" y="924"/>
                    </a:lnTo>
                    <a:lnTo>
                      <a:pt x="246" y="924"/>
                    </a:lnTo>
                    <a:lnTo>
                      <a:pt x="249" y="928"/>
                    </a:lnTo>
                    <a:lnTo>
                      <a:pt x="249" y="934"/>
                    </a:lnTo>
                    <a:lnTo>
                      <a:pt x="255" y="952"/>
                    </a:lnTo>
                    <a:lnTo>
                      <a:pt x="256" y="963"/>
                    </a:lnTo>
                    <a:lnTo>
                      <a:pt x="256" y="971"/>
                    </a:lnTo>
                    <a:lnTo>
                      <a:pt x="250" y="987"/>
                    </a:lnTo>
                    <a:lnTo>
                      <a:pt x="247" y="998"/>
                    </a:lnTo>
                    <a:lnTo>
                      <a:pt x="247" y="1009"/>
                    </a:lnTo>
                    <a:lnTo>
                      <a:pt x="251" y="1028"/>
                    </a:lnTo>
                    <a:lnTo>
                      <a:pt x="253" y="1031"/>
                    </a:lnTo>
                    <a:lnTo>
                      <a:pt x="253" y="1047"/>
                    </a:lnTo>
                    <a:lnTo>
                      <a:pt x="257" y="1044"/>
                    </a:lnTo>
                    <a:lnTo>
                      <a:pt x="261" y="1041"/>
                    </a:lnTo>
                    <a:lnTo>
                      <a:pt x="262" y="1045"/>
                    </a:lnTo>
                    <a:lnTo>
                      <a:pt x="263" y="1052"/>
                    </a:lnTo>
                    <a:lnTo>
                      <a:pt x="261" y="1056"/>
                    </a:lnTo>
                    <a:lnTo>
                      <a:pt x="261" y="1060"/>
                    </a:lnTo>
                    <a:lnTo>
                      <a:pt x="260" y="1065"/>
                    </a:lnTo>
                    <a:lnTo>
                      <a:pt x="257" y="1084"/>
                    </a:lnTo>
                    <a:lnTo>
                      <a:pt x="263" y="1093"/>
                    </a:lnTo>
                    <a:lnTo>
                      <a:pt x="262" y="1096"/>
                    </a:lnTo>
                    <a:lnTo>
                      <a:pt x="265" y="1114"/>
                    </a:lnTo>
                    <a:lnTo>
                      <a:pt x="266" y="1114"/>
                    </a:lnTo>
                    <a:lnTo>
                      <a:pt x="273" y="1139"/>
                    </a:lnTo>
                    <a:lnTo>
                      <a:pt x="276" y="1147"/>
                    </a:lnTo>
                    <a:lnTo>
                      <a:pt x="276" y="1157"/>
                    </a:lnTo>
                    <a:lnTo>
                      <a:pt x="278" y="1163"/>
                    </a:lnTo>
                    <a:lnTo>
                      <a:pt x="282" y="1192"/>
                    </a:lnTo>
                    <a:lnTo>
                      <a:pt x="284" y="1201"/>
                    </a:lnTo>
                    <a:lnTo>
                      <a:pt x="289" y="1212"/>
                    </a:lnTo>
                    <a:lnTo>
                      <a:pt x="293" y="1214"/>
                    </a:lnTo>
                    <a:lnTo>
                      <a:pt x="295" y="1225"/>
                    </a:lnTo>
                    <a:lnTo>
                      <a:pt x="304" y="123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64" name="Google Shape;2164;p5">
                <a:extLst>
                  <a:ext uri="{FF2B5EF4-FFF2-40B4-BE49-F238E27FC236}">
                    <a16:creationId xmlns:a16="http://schemas.microsoft.com/office/drawing/2014/main" id="{57F1B68D-A1D1-A571-5474-AAEB54D6885E}"/>
                  </a:ext>
                </a:extLst>
              </p:cNvPr>
              <p:cNvSpPr/>
              <p:nvPr/>
            </p:nvSpPr>
            <p:spPr>
              <a:xfrm>
                <a:off x="3183" y="2052"/>
                <a:ext cx="184" cy="168"/>
              </a:xfrm>
              <a:custGeom>
                <a:avLst/>
                <a:gdLst/>
                <a:ahLst/>
                <a:cxnLst/>
                <a:rect l="l" t="t" r="r" b="b"/>
                <a:pathLst>
                  <a:path w="921" h="842" extrusionOk="0">
                    <a:moveTo>
                      <a:pt x="42" y="757"/>
                    </a:moveTo>
                    <a:lnTo>
                      <a:pt x="42" y="743"/>
                    </a:lnTo>
                    <a:lnTo>
                      <a:pt x="44" y="730"/>
                    </a:lnTo>
                    <a:lnTo>
                      <a:pt x="55" y="701"/>
                    </a:lnTo>
                    <a:lnTo>
                      <a:pt x="64" y="689"/>
                    </a:lnTo>
                    <a:lnTo>
                      <a:pt x="77" y="679"/>
                    </a:lnTo>
                    <a:lnTo>
                      <a:pt x="91" y="674"/>
                    </a:lnTo>
                    <a:lnTo>
                      <a:pt x="106" y="668"/>
                    </a:lnTo>
                    <a:lnTo>
                      <a:pt x="118" y="665"/>
                    </a:lnTo>
                    <a:lnTo>
                      <a:pt x="131" y="653"/>
                    </a:lnTo>
                    <a:lnTo>
                      <a:pt x="134" y="647"/>
                    </a:lnTo>
                    <a:lnTo>
                      <a:pt x="133" y="637"/>
                    </a:lnTo>
                    <a:lnTo>
                      <a:pt x="128" y="632"/>
                    </a:lnTo>
                    <a:lnTo>
                      <a:pt x="108" y="628"/>
                    </a:lnTo>
                    <a:lnTo>
                      <a:pt x="109" y="614"/>
                    </a:lnTo>
                    <a:lnTo>
                      <a:pt x="108" y="599"/>
                    </a:lnTo>
                    <a:lnTo>
                      <a:pt x="103" y="573"/>
                    </a:lnTo>
                    <a:lnTo>
                      <a:pt x="98" y="567"/>
                    </a:lnTo>
                    <a:lnTo>
                      <a:pt x="71" y="558"/>
                    </a:lnTo>
                    <a:lnTo>
                      <a:pt x="55" y="550"/>
                    </a:lnTo>
                    <a:lnTo>
                      <a:pt x="43" y="540"/>
                    </a:lnTo>
                    <a:lnTo>
                      <a:pt x="22" y="497"/>
                    </a:lnTo>
                    <a:lnTo>
                      <a:pt x="8" y="485"/>
                    </a:lnTo>
                    <a:lnTo>
                      <a:pt x="0" y="475"/>
                    </a:lnTo>
                    <a:lnTo>
                      <a:pt x="4" y="470"/>
                    </a:lnTo>
                    <a:lnTo>
                      <a:pt x="63" y="486"/>
                    </a:lnTo>
                    <a:lnTo>
                      <a:pt x="81" y="496"/>
                    </a:lnTo>
                    <a:lnTo>
                      <a:pt x="88" y="497"/>
                    </a:lnTo>
                    <a:lnTo>
                      <a:pt x="92" y="496"/>
                    </a:lnTo>
                    <a:lnTo>
                      <a:pt x="96" y="493"/>
                    </a:lnTo>
                    <a:lnTo>
                      <a:pt x="99" y="492"/>
                    </a:lnTo>
                    <a:lnTo>
                      <a:pt x="109" y="492"/>
                    </a:lnTo>
                    <a:lnTo>
                      <a:pt x="118" y="491"/>
                    </a:lnTo>
                    <a:lnTo>
                      <a:pt x="130" y="491"/>
                    </a:lnTo>
                    <a:lnTo>
                      <a:pt x="144" y="490"/>
                    </a:lnTo>
                    <a:lnTo>
                      <a:pt x="161" y="490"/>
                    </a:lnTo>
                    <a:lnTo>
                      <a:pt x="177" y="497"/>
                    </a:lnTo>
                    <a:lnTo>
                      <a:pt x="180" y="495"/>
                    </a:lnTo>
                    <a:lnTo>
                      <a:pt x="184" y="490"/>
                    </a:lnTo>
                    <a:lnTo>
                      <a:pt x="187" y="487"/>
                    </a:lnTo>
                    <a:lnTo>
                      <a:pt x="194" y="485"/>
                    </a:lnTo>
                    <a:lnTo>
                      <a:pt x="206" y="485"/>
                    </a:lnTo>
                    <a:lnTo>
                      <a:pt x="232" y="486"/>
                    </a:lnTo>
                    <a:lnTo>
                      <a:pt x="248" y="482"/>
                    </a:lnTo>
                    <a:lnTo>
                      <a:pt x="268" y="475"/>
                    </a:lnTo>
                    <a:lnTo>
                      <a:pt x="293" y="470"/>
                    </a:lnTo>
                    <a:lnTo>
                      <a:pt x="302" y="464"/>
                    </a:lnTo>
                    <a:lnTo>
                      <a:pt x="302" y="458"/>
                    </a:lnTo>
                    <a:lnTo>
                      <a:pt x="298" y="454"/>
                    </a:lnTo>
                    <a:lnTo>
                      <a:pt x="298" y="450"/>
                    </a:lnTo>
                    <a:lnTo>
                      <a:pt x="302" y="431"/>
                    </a:lnTo>
                    <a:lnTo>
                      <a:pt x="301" y="418"/>
                    </a:lnTo>
                    <a:lnTo>
                      <a:pt x="305" y="404"/>
                    </a:lnTo>
                    <a:lnTo>
                      <a:pt x="308" y="398"/>
                    </a:lnTo>
                    <a:lnTo>
                      <a:pt x="319" y="389"/>
                    </a:lnTo>
                    <a:lnTo>
                      <a:pt x="325" y="378"/>
                    </a:lnTo>
                    <a:lnTo>
                      <a:pt x="333" y="374"/>
                    </a:lnTo>
                    <a:lnTo>
                      <a:pt x="336" y="377"/>
                    </a:lnTo>
                    <a:lnTo>
                      <a:pt x="336" y="380"/>
                    </a:lnTo>
                    <a:lnTo>
                      <a:pt x="348" y="382"/>
                    </a:lnTo>
                    <a:lnTo>
                      <a:pt x="359" y="379"/>
                    </a:lnTo>
                    <a:lnTo>
                      <a:pt x="370" y="377"/>
                    </a:lnTo>
                    <a:lnTo>
                      <a:pt x="377" y="375"/>
                    </a:lnTo>
                    <a:lnTo>
                      <a:pt x="379" y="373"/>
                    </a:lnTo>
                    <a:lnTo>
                      <a:pt x="379" y="371"/>
                    </a:lnTo>
                    <a:lnTo>
                      <a:pt x="372" y="368"/>
                    </a:lnTo>
                    <a:lnTo>
                      <a:pt x="371" y="366"/>
                    </a:lnTo>
                    <a:lnTo>
                      <a:pt x="375" y="362"/>
                    </a:lnTo>
                    <a:lnTo>
                      <a:pt x="392" y="353"/>
                    </a:lnTo>
                    <a:lnTo>
                      <a:pt x="394" y="348"/>
                    </a:lnTo>
                    <a:lnTo>
                      <a:pt x="399" y="346"/>
                    </a:lnTo>
                    <a:lnTo>
                      <a:pt x="405" y="346"/>
                    </a:lnTo>
                    <a:lnTo>
                      <a:pt x="421" y="351"/>
                    </a:lnTo>
                    <a:lnTo>
                      <a:pt x="421" y="348"/>
                    </a:lnTo>
                    <a:lnTo>
                      <a:pt x="418" y="347"/>
                    </a:lnTo>
                    <a:lnTo>
                      <a:pt x="420" y="343"/>
                    </a:lnTo>
                    <a:lnTo>
                      <a:pt x="424" y="343"/>
                    </a:lnTo>
                    <a:lnTo>
                      <a:pt x="431" y="348"/>
                    </a:lnTo>
                    <a:lnTo>
                      <a:pt x="432" y="352"/>
                    </a:lnTo>
                    <a:lnTo>
                      <a:pt x="435" y="356"/>
                    </a:lnTo>
                    <a:lnTo>
                      <a:pt x="441" y="358"/>
                    </a:lnTo>
                    <a:lnTo>
                      <a:pt x="443" y="358"/>
                    </a:lnTo>
                    <a:lnTo>
                      <a:pt x="463" y="337"/>
                    </a:lnTo>
                    <a:lnTo>
                      <a:pt x="463" y="334"/>
                    </a:lnTo>
                    <a:lnTo>
                      <a:pt x="461" y="323"/>
                    </a:lnTo>
                    <a:lnTo>
                      <a:pt x="459" y="305"/>
                    </a:lnTo>
                    <a:lnTo>
                      <a:pt x="461" y="302"/>
                    </a:lnTo>
                    <a:lnTo>
                      <a:pt x="464" y="297"/>
                    </a:lnTo>
                    <a:lnTo>
                      <a:pt x="467" y="292"/>
                    </a:lnTo>
                    <a:lnTo>
                      <a:pt x="469" y="292"/>
                    </a:lnTo>
                    <a:lnTo>
                      <a:pt x="470" y="288"/>
                    </a:lnTo>
                    <a:lnTo>
                      <a:pt x="469" y="282"/>
                    </a:lnTo>
                    <a:lnTo>
                      <a:pt x="470" y="277"/>
                    </a:lnTo>
                    <a:lnTo>
                      <a:pt x="476" y="275"/>
                    </a:lnTo>
                    <a:lnTo>
                      <a:pt x="478" y="261"/>
                    </a:lnTo>
                    <a:lnTo>
                      <a:pt x="490" y="258"/>
                    </a:lnTo>
                    <a:lnTo>
                      <a:pt x="497" y="259"/>
                    </a:lnTo>
                    <a:lnTo>
                      <a:pt x="507" y="251"/>
                    </a:lnTo>
                    <a:lnTo>
                      <a:pt x="515" y="249"/>
                    </a:lnTo>
                    <a:lnTo>
                      <a:pt x="519" y="243"/>
                    </a:lnTo>
                    <a:lnTo>
                      <a:pt x="519" y="239"/>
                    </a:lnTo>
                    <a:lnTo>
                      <a:pt x="515" y="234"/>
                    </a:lnTo>
                    <a:lnTo>
                      <a:pt x="510" y="218"/>
                    </a:lnTo>
                    <a:lnTo>
                      <a:pt x="506" y="218"/>
                    </a:lnTo>
                    <a:lnTo>
                      <a:pt x="500" y="208"/>
                    </a:lnTo>
                    <a:lnTo>
                      <a:pt x="499" y="205"/>
                    </a:lnTo>
                    <a:lnTo>
                      <a:pt x="500" y="200"/>
                    </a:lnTo>
                    <a:lnTo>
                      <a:pt x="504" y="197"/>
                    </a:lnTo>
                    <a:lnTo>
                      <a:pt x="508" y="199"/>
                    </a:lnTo>
                    <a:lnTo>
                      <a:pt x="527" y="203"/>
                    </a:lnTo>
                    <a:lnTo>
                      <a:pt x="538" y="205"/>
                    </a:lnTo>
                    <a:lnTo>
                      <a:pt x="549" y="202"/>
                    </a:lnTo>
                    <a:lnTo>
                      <a:pt x="555" y="199"/>
                    </a:lnTo>
                    <a:lnTo>
                      <a:pt x="562" y="189"/>
                    </a:lnTo>
                    <a:lnTo>
                      <a:pt x="562" y="181"/>
                    </a:lnTo>
                    <a:lnTo>
                      <a:pt x="566" y="178"/>
                    </a:lnTo>
                    <a:lnTo>
                      <a:pt x="562" y="175"/>
                    </a:lnTo>
                    <a:lnTo>
                      <a:pt x="558" y="173"/>
                    </a:lnTo>
                    <a:lnTo>
                      <a:pt x="558" y="167"/>
                    </a:lnTo>
                    <a:lnTo>
                      <a:pt x="561" y="163"/>
                    </a:lnTo>
                    <a:lnTo>
                      <a:pt x="565" y="156"/>
                    </a:lnTo>
                    <a:lnTo>
                      <a:pt x="572" y="147"/>
                    </a:lnTo>
                    <a:lnTo>
                      <a:pt x="581" y="141"/>
                    </a:lnTo>
                    <a:lnTo>
                      <a:pt x="587" y="133"/>
                    </a:lnTo>
                    <a:lnTo>
                      <a:pt x="591" y="126"/>
                    </a:lnTo>
                    <a:lnTo>
                      <a:pt x="591" y="120"/>
                    </a:lnTo>
                    <a:lnTo>
                      <a:pt x="588" y="116"/>
                    </a:lnTo>
                    <a:lnTo>
                      <a:pt x="588" y="114"/>
                    </a:lnTo>
                    <a:lnTo>
                      <a:pt x="593" y="105"/>
                    </a:lnTo>
                    <a:lnTo>
                      <a:pt x="593" y="104"/>
                    </a:lnTo>
                    <a:lnTo>
                      <a:pt x="588" y="94"/>
                    </a:lnTo>
                    <a:lnTo>
                      <a:pt x="585" y="81"/>
                    </a:lnTo>
                    <a:lnTo>
                      <a:pt x="578" y="73"/>
                    </a:lnTo>
                    <a:lnTo>
                      <a:pt x="570" y="67"/>
                    </a:lnTo>
                    <a:lnTo>
                      <a:pt x="569" y="66"/>
                    </a:lnTo>
                    <a:lnTo>
                      <a:pt x="570" y="60"/>
                    </a:lnTo>
                    <a:lnTo>
                      <a:pt x="574" y="56"/>
                    </a:lnTo>
                    <a:lnTo>
                      <a:pt x="591" y="43"/>
                    </a:lnTo>
                    <a:lnTo>
                      <a:pt x="591" y="38"/>
                    </a:lnTo>
                    <a:lnTo>
                      <a:pt x="592" y="36"/>
                    </a:lnTo>
                    <a:lnTo>
                      <a:pt x="597" y="36"/>
                    </a:lnTo>
                    <a:lnTo>
                      <a:pt x="602" y="39"/>
                    </a:lnTo>
                    <a:lnTo>
                      <a:pt x="605" y="38"/>
                    </a:lnTo>
                    <a:lnTo>
                      <a:pt x="604" y="34"/>
                    </a:lnTo>
                    <a:lnTo>
                      <a:pt x="605" y="32"/>
                    </a:lnTo>
                    <a:lnTo>
                      <a:pt x="615" y="29"/>
                    </a:lnTo>
                    <a:lnTo>
                      <a:pt x="619" y="25"/>
                    </a:lnTo>
                    <a:lnTo>
                      <a:pt x="619" y="23"/>
                    </a:lnTo>
                    <a:lnTo>
                      <a:pt x="624" y="22"/>
                    </a:lnTo>
                    <a:lnTo>
                      <a:pt x="628" y="19"/>
                    </a:lnTo>
                    <a:lnTo>
                      <a:pt x="636" y="18"/>
                    </a:lnTo>
                    <a:lnTo>
                      <a:pt x="645" y="12"/>
                    </a:lnTo>
                    <a:lnTo>
                      <a:pt x="652" y="12"/>
                    </a:lnTo>
                    <a:lnTo>
                      <a:pt x="662" y="7"/>
                    </a:lnTo>
                    <a:lnTo>
                      <a:pt x="666" y="8"/>
                    </a:lnTo>
                    <a:lnTo>
                      <a:pt x="701" y="6"/>
                    </a:lnTo>
                    <a:lnTo>
                      <a:pt x="705" y="7"/>
                    </a:lnTo>
                    <a:lnTo>
                      <a:pt x="712" y="6"/>
                    </a:lnTo>
                    <a:lnTo>
                      <a:pt x="726" y="11"/>
                    </a:lnTo>
                    <a:lnTo>
                      <a:pt x="731" y="11"/>
                    </a:lnTo>
                    <a:lnTo>
                      <a:pt x="737" y="6"/>
                    </a:lnTo>
                    <a:lnTo>
                      <a:pt x="741" y="6"/>
                    </a:lnTo>
                    <a:lnTo>
                      <a:pt x="746" y="2"/>
                    </a:lnTo>
                    <a:lnTo>
                      <a:pt x="755" y="4"/>
                    </a:lnTo>
                    <a:lnTo>
                      <a:pt x="757" y="0"/>
                    </a:lnTo>
                    <a:lnTo>
                      <a:pt x="755" y="1"/>
                    </a:lnTo>
                    <a:lnTo>
                      <a:pt x="766" y="4"/>
                    </a:lnTo>
                    <a:lnTo>
                      <a:pt x="780" y="2"/>
                    </a:lnTo>
                    <a:lnTo>
                      <a:pt x="784" y="3"/>
                    </a:lnTo>
                    <a:lnTo>
                      <a:pt x="789" y="6"/>
                    </a:lnTo>
                    <a:lnTo>
                      <a:pt x="796" y="4"/>
                    </a:lnTo>
                    <a:lnTo>
                      <a:pt x="798" y="7"/>
                    </a:lnTo>
                    <a:lnTo>
                      <a:pt x="798" y="19"/>
                    </a:lnTo>
                    <a:lnTo>
                      <a:pt x="800" y="20"/>
                    </a:lnTo>
                    <a:lnTo>
                      <a:pt x="806" y="16"/>
                    </a:lnTo>
                    <a:lnTo>
                      <a:pt x="811" y="16"/>
                    </a:lnTo>
                    <a:lnTo>
                      <a:pt x="822" y="23"/>
                    </a:lnTo>
                    <a:lnTo>
                      <a:pt x="828" y="29"/>
                    </a:lnTo>
                    <a:lnTo>
                      <a:pt x="830" y="35"/>
                    </a:lnTo>
                    <a:lnTo>
                      <a:pt x="830" y="41"/>
                    </a:lnTo>
                    <a:lnTo>
                      <a:pt x="828" y="47"/>
                    </a:lnTo>
                    <a:lnTo>
                      <a:pt x="830" y="50"/>
                    </a:lnTo>
                    <a:lnTo>
                      <a:pt x="832" y="55"/>
                    </a:lnTo>
                    <a:lnTo>
                      <a:pt x="830" y="59"/>
                    </a:lnTo>
                    <a:lnTo>
                      <a:pt x="825" y="60"/>
                    </a:lnTo>
                    <a:lnTo>
                      <a:pt x="825" y="62"/>
                    </a:lnTo>
                    <a:lnTo>
                      <a:pt x="827" y="66"/>
                    </a:lnTo>
                    <a:lnTo>
                      <a:pt x="834" y="67"/>
                    </a:lnTo>
                    <a:lnTo>
                      <a:pt x="840" y="78"/>
                    </a:lnTo>
                    <a:lnTo>
                      <a:pt x="844" y="79"/>
                    </a:lnTo>
                    <a:lnTo>
                      <a:pt x="849" y="78"/>
                    </a:lnTo>
                    <a:lnTo>
                      <a:pt x="852" y="78"/>
                    </a:lnTo>
                    <a:lnTo>
                      <a:pt x="857" y="74"/>
                    </a:lnTo>
                    <a:lnTo>
                      <a:pt x="861" y="73"/>
                    </a:lnTo>
                    <a:lnTo>
                      <a:pt x="862" y="77"/>
                    </a:lnTo>
                    <a:lnTo>
                      <a:pt x="862" y="83"/>
                    </a:lnTo>
                    <a:lnTo>
                      <a:pt x="872" y="89"/>
                    </a:lnTo>
                    <a:lnTo>
                      <a:pt x="889" y="95"/>
                    </a:lnTo>
                    <a:lnTo>
                      <a:pt x="897" y="100"/>
                    </a:lnTo>
                    <a:lnTo>
                      <a:pt x="903" y="99"/>
                    </a:lnTo>
                    <a:lnTo>
                      <a:pt x="910" y="104"/>
                    </a:lnTo>
                    <a:lnTo>
                      <a:pt x="921" y="105"/>
                    </a:lnTo>
                    <a:lnTo>
                      <a:pt x="887" y="130"/>
                    </a:lnTo>
                    <a:lnTo>
                      <a:pt x="883" y="136"/>
                    </a:lnTo>
                    <a:lnTo>
                      <a:pt x="884" y="138"/>
                    </a:lnTo>
                    <a:lnTo>
                      <a:pt x="884" y="141"/>
                    </a:lnTo>
                    <a:lnTo>
                      <a:pt x="881" y="149"/>
                    </a:lnTo>
                    <a:lnTo>
                      <a:pt x="877" y="153"/>
                    </a:lnTo>
                    <a:lnTo>
                      <a:pt x="873" y="152"/>
                    </a:lnTo>
                    <a:lnTo>
                      <a:pt x="870" y="148"/>
                    </a:lnTo>
                    <a:lnTo>
                      <a:pt x="851" y="149"/>
                    </a:lnTo>
                    <a:lnTo>
                      <a:pt x="849" y="151"/>
                    </a:lnTo>
                    <a:lnTo>
                      <a:pt x="844" y="157"/>
                    </a:lnTo>
                    <a:lnTo>
                      <a:pt x="841" y="158"/>
                    </a:lnTo>
                    <a:lnTo>
                      <a:pt x="835" y="158"/>
                    </a:lnTo>
                    <a:lnTo>
                      <a:pt x="828" y="156"/>
                    </a:lnTo>
                    <a:lnTo>
                      <a:pt x="824" y="158"/>
                    </a:lnTo>
                    <a:lnTo>
                      <a:pt x="822" y="162"/>
                    </a:lnTo>
                    <a:lnTo>
                      <a:pt x="818" y="164"/>
                    </a:lnTo>
                    <a:lnTo>
                      <a:pt x="816" y="165"/>
                    </a:lnTo>
                    <a:lnTo>
                      <a:pt x="809" y="164"/>
                    </a:lnTo>
                    <a:lnTo>
                      <a:pt x="806" y="165"/>
                    </a:lnTo>
                    <a:lnTo>
                      <a:pt x="802" y="163"/>
                    </a:lnTo>
                    <a:lnTo>
                      <a:pt x="790" y="163"/>
                    </a:lnTo>
                    <a:lnTo>
                      <a:pt x="785" y="162"/>
                    </a:lnTo>
                    <a:lnTo>
                      <a:pt x="780" y="162"/>
                    </a:lnTo>
                    <a:lnTo>
                      <a:pt x="765" y="153"/>
                    </a:lnTo>
                    <a:lnTo>
                      <a:pt x="755" y="151"/>
                    </a:lnTo>
                    <a:lnTo>
                      <a:pt x="737" y="143"/>
                    </a:lnTo>
                    <a:lnTo>
                      <a:pt x="732" y="146"/>
                    </a:lnTo>
                    <a:lnTo>
                      <a:pt x="728" y="149"/>
                    </a:lnTo>
                    <a:lnTo>
                      <a:pt x="721" y="148"/>
                    </a:lnTo>
                    <a:lnTo>
                      <a:pt x="717" y="149"/>
                    </a:lnTo>
                    <a:lnTo>
                      <a:pt x="716" y="152"/>
                    </a:lnTo>
                    <a:lnTo>
                      <a:pt x="715" y="160"/>
                    </a:lnTo>
                    <a:lnTo>
                      <a:pt x="707" y="174"/>
                    </a:lnTo>
                    <a:lnTo>
                      <a:pt x="707" y="176"/>
                    </a:lnTo>
                    <a:lnTo>
                      <a:pt x="716" y="176"/>
                    </a:lnTo>
                    <a:lnTo>
                      <a:pt x="718" y="181"/>
                    </a:lnTo>
                    <a:lnTo>
                      <a:pt x="718" y="185"/>
                    </a:lnTo>
                    <a:lnTo>
                      <a:pt x="714" y="187"/>
                    </a:lnTo>
                    <a:lnTo>
                      <a:pt x="712" y="189"/>
                    </a:lnTo>
                    <a:lnTo>
                      <a:pt x="712" y="192"/>
                    </a:lnTo>
                    <a:lnTo>
                      <a:pt x="715" y="196"/>
                    </a:lnTo>
                    <a:lnTo>
                      <a:pt x="717" y="197"/>
                    </a:lnTo>
                    <a:lnTo>
                      <a:pt x="728" y="196"/>
                    </a:lnTo>
                    <a:lnTo>
                      <a:pt x="731" y="199"/>
                    </a:lnTo>
                    <a:lnTo>
                      <a:pt x="732" y="202"/>
                    </a:lnTo>
                    <a:lnTo>
                      <a:pt x="732" y="203"/>
                    </a:lnTo>
                    <a:lnTo>
                      <a:pt x="727" y="208"/>
                    </a:lnTo>
                    <a:lnTo>
                      <a:pt x="721" y="211"/>
                    </a:lnTo>
                    <a:lnTo>
                      <a:pt x="720" y="217"/>
                    </a:lnTo>
                    <a:lnTo>
                      <a:pt x="732" y="228"/>
                    </a:lnTo>
                    <a:lnTo>
                      <a:pt x="732" y="234"/>
                    </a:lnTo>
                    <a:lnTo>
                      <a:pt x="731" y="239"/>
                    </a:lnTo>
                    <a:lnTo>
                      <a:pt x="717" y="248"/>
                    </a:lnTo>
                    <a:lnTo>
                      <a:pt x="716" y="251"/>
                    </a:lnTo>
                    <a:lnTo>
                      <a:pt x="725" y="255"/>
                    </a:lnTo>
                    <a:lnTo>
                      <a:pt x="728" y="264"/>
                    </a:lnTo>
                    <a:lnTo>
                      <a:pt x="738" y="270"/>
                    </a:lnTo>
                    <a:lnTo>
                      <a:pt x="737" y="277"/>
                    </a:lnTo>
                    <a:lnTo>
                      <a:pt x="744" y="278"/>
                    </a:lnTo>
                    <a:lnTo>
                      <a:pt x="747" y="282"/>
                    </a:lnTo>
                    <a:lnTo>
                      <a:pt x="753" y="280"/>
                    </a:lnTo>
                    <a:lnTo>
                      <a:pt x="758" y="281"/>
                    </a:lnTo>
                    <a:lnTo>
                      <a:pt x="758" y="286"/>
                    </a:lnTo>
                    <a:lnTo>
                      <a:pt x="757" y="292"/>
                    </a:lnTo>
                    <a:lnTo>
                      <a:pt x="760" y="299"/>
                    </a:lnTo>
                    <a:lnTo>
                      <a:pt x="761" y="300"/>
                    </a:lnTo>
                    <a:lnTo>
                      <a:pt x="779" y="302"/>
                    </a:lnTo>
                    <a:lnTo>
                      <a:pt x="784" y="305"/>
                    </a:lnTo>
                    <a:lnTo>
                      <a:pt x="789" y="304"/>
                    </a:lnTo>
                    <a:lnTo>
                      <a:pt x="795" y="312"/>
                    </a:lnTo>
                    <a:lnTo>
                      <a:pt x="793" y="316"/>
                    </a:lnTo>
                    <a:lnTo>
                      <a:pt x="796" y="320"/>
                    </a:lnTo>
                    <a:lnTo>
                      <a:pt x="791" y="325"/>
                    </a:lnTo>
                    <a:lnTo>
                      <a:pt x="789" y="329"/>
                    </a:lnTo>
                    <a:lnTo>
                      <a:pt x="781" y="330"/>
                    </a:lnTo>
                    <a:lnTo>
                      <a:pt x="777" y="330"/>
                    </a:lnTo>
                    <a:lnTo>
                      <a:pt x="775" y="329"/>
                    </a:lnTo>
                    <a:lnTo>
                      <a:pt x="770" y="330"/>
                    </a:lnTo>
                    <a:lnTo>
                      <a:pt x="768" y="332"/>
                    </a:lnTo>
                    <a:lnTo>
                      <a:pt x="757" y="337"/>
                    </a:lnTo>
                    <a:lnTo>
                      <a:pt x="753" y="345"/>
                    </a:lnTo>
                    <a:lnTo>
                      <a:pt x="752" y="356"/>
                    </a:lnTo>
                    <a:lnTo>
                      <a:pt x="757" y="362"/>
                    </a:lnTo>
                    <a:lnTo>
                      <a:pt x="755" y="367"/>
                    </a:lnTo>
                    <a:lnTo>
                      <a:pt x="758" y="368"/>
                    </a:lnTo>
                    <a:lnTo>
                      <a:pt x="759" y="371"/>
                    </a:lnTo>
                    <a:lnTo>
                      <a:pt x="758" y="374"/>
                    </a:lnTo>
                    <a:lnTo>
                      <a:pt x="753" y="378"/>
                    </a:lnTo>
                    <a:lnTo>
                      <a:pt x="752" y="384"/>
                    </a:lnTo>
                    <a:lnTo>
                      <a:pt x="752" y="386"/>
                    </a:lnTo>
                    <a:lnTo>
                      <a:pt x="754" y="388"/>
                    </a:lnTo>
                    <a:lnTo>
                      <a:pt x="764" y="388"/>
                    </a:lnTo>
                    <a:lnTo>
                      <a:pt x="766" y="394"/>
                    </a:lnTo>
                    <a:lnTo>
                      <a:pt x="764" y="396"/>
                    </a:lnTo>
                    <a:lnTo>
                      <a:pt x="760" y="398"/>
                    </a:lnTo>
                    <a:lnTo>
                      <a:pt x="757" y="396"/>
                    </a:lnTo>
                    <a:lnTo>
                      <a:pt x="754" y="394"/>
                    </a:lnTo>
                    <a:lnTo>
                      <a:pt x="752" y="401"/>
                    </a:lnTo>
                    <a:lnTo>
                      <a:pt x="738" y="406"/>
                    </a:lnTo>
                    <a:lnTo>
                      <a:pt x="726" y="422"/>
                    </a:lnTo>
                    <a:lnTo>
                      <a:pt x="721" y="425"/>
                    </a:lnTo>
                    <a:lnTo>
                      <a:pt x="716" y="431"/>
                    </a:lnTo>
                    <a:lnTo>
                      <a:pt x="712" y="436"/>
                    </a:lnTo>
                    <a:lnTo>
                      <a:pt x="711" y="442"/>
                    </a:lnTo>
                    <a:lnTo>
                      <a:pt x="712" y="450"/>
                    </a:lnTo>
                    <a:lnTo>
                      <a:pt x="709" y="458"/>
                    </a:lnTo>
                    <a:lnTo>
                      <a:pt x="700" y="463"/>
                    </a:lnTo>
                    <a:lnTo>
                      <a:pt x="693" y="463"/>
                    </a:lnTo>
                    <a:lnTo>
                      <a:pt x="687" y="468"/>
                    </a:lnTo>
                    <a:lnTo>
                      <a:pt x="682" y="476"/>
                    </a:lnTo>
                    <a:lnTo>
                      <a:pt x="678" y="487"/>
                    </a:lnTo>
                    <a:lnTo>
                      <a:pt x="672" y="498"/>
                    </a:lnTo>
                    <a:lnTo>
                      <a:pt x="657" y="520"/>
                    </a:lnTo>
                    <a:lnTo>
                      <a:pt x="651" y="527"/>
                    </a:lnTo>
                    <a:lnTo>
                      <a:pt x="639" y="534"/>
                    </a:lnTo>
                    <a:lnTo>
                      <a:pt x="628" y="544"/>
                    </a:lnTo>
                    <a:lnTo>
                      <a:pt x="624" y="549"/>
                    </a:lnTo>
                    <a:lnTo>
                      <a:pt x="614" y="565"/>
                    </a:lnTo>
                    <a:lnTo>
                      <a:pt x="607" y="574"/>
                    </a:lnTo>
                    <a:lnTo>
                      <a:pt x="599" y="589"/>
                    </a:lnTo>
                    <a:lnTo>
                      <a:pt x="594" y="592"/>
                    </a:lnTo>
                    <a:lnTo>
                      <a:pt x="590" y="593"/>
                    </a:lnTo>
                    <a:lnTo>
                      <a:pt x="567" y="593"/>
                    </a:lnTo>
                    <a:lnTo>
                      <a:pt x="564" y="594"/>
                    </a:lnTo>
                    <a:lnTo>
                      <a:pt x="556" y="597"/>
                    </a:lnTo>
                    <a:lnTo>
                      <a:pt x="551" y="603"/>
                    </a:lnTo>
                    <a:lnTo>
                      <a:pt x="547" y="604"/>
                    </a:lnTo>
                    <a:lnTo>
                      <a:pt x="544" y="603"/>
                    </a:lnTo>
                    <a:lnTo>
                      <a:pt x="542" y="598"/>
                    </a:lnTo>
                    <a:lnTo>
                      <a:pt x="534" y="584"/>
                    </a:lnTo>
                    <a:lnTo>
                      <a:pt x="531" y="582"/>
                    </a:lnTo>
                    <a:lnTo>
                      <a:pt x="527" y="583"/>
                    </a:lnTo>
                    <a:lnTo>
                      <a:pt x="517" y="592"/>
                    </a:lnTo>
                    <a:lnTo>
                      <a:pt x="513" y="598"/>
                    </a:lnTo>
                    <a:lnTo>
                      <a:pt x="502" y="608"/>
                    </a:lnTo>
                    <a:lnTo>
                      <a:pt x="488" y="626"/>
                    </a:lnTo>
                    <a:lnTo>
                      <a:pt x="480" y="633"/>
                    </a:lnTo>
                    <a:lnTo>
                      <a:pt x="478" y="640"/>
                    </a:lnTo>
                    <a:lnTo>
                      <a:pt x="474" y="658"/>
                    </a:lnTo>
                    <a:lnTo>
                      <a:pt x="474" y="663"/>
                    </a:lnTo>
                    <a:lnTo>
                      <a:pt x="476" y="668"/>
                    </a:lnTo>
                    <a:lnTo>
                      <a:pt x="483" y="671"/>
                    </a:lnTo>
                    <a:lnTo>
                      <a:pt x="489" y="670"/>
                    </a:lnTo>
                    <a:lnTo>
                      <a:pt x="496" y="673"/>
                    </a:lnTo>
                    <a:lnTo>
                      <a:pt x="506" y="673"/>
                    </a:lnTo>
                    <a:lnTo>
                      <a:pt x="508" y="674"/>
                    </a:lnTo>
                    <a:lnTo>
                      <a:pt x="512" y="678"/>
                    </a:lnTo>
                    <a:lnTo>
                      <a:pt x="513" y="681"/>
                    </a:lnTo>
                    <a:lnTo>
                      <a:pt x="513" y="686"/>
                    </a:lnTo>
                    <a:lnTo>
                      <a:pt x="507" y="706"/>
                    </a:lnTo>
                    <a:lnTo>
                      <a:pt x="507" y="711"/>
                    </a:lnTo>
                    <a:lnTo>
                      <a:pt x="508" y="716"/>
                    </a:lnTo>
                    <a:lnTo>
                      <a:pt x="518" y="727"/>
                    </a:lnTo>
                    <a:lnTo>
                      <a:pt x="522" y="728"/>
                    </a:lnTo>
                    <a:lnTo>
                      <a:pt x="532" y="724"/>
                    </a:lnTo>
                    <a:lnTo>
                      <a:pt x="534" y="725"/>
                    </a:lnTo>
                    <a:lnTo>
                      <a:pt x="537" y="728"/>
                    </a:lnTo>
                    <a:lnTo>
                      <a:pt x="537" y="739"/>
                    </a:lnTo>
                    <a:lnTo>
                      <a:pt x="538" y="748"/>
                    </a:lnTo>
                    <a:lnTo>
                      <a:pt x="543" y="755"/>
                    </a:lnTo>
                    <a:lnTo>
                      <a:pt x="545" y="762"/>
                    </a:lnTo>
                    <a:lnTo>
                      <a:pt x="550" y="768"/>
                    </a:lnTo>
                    <a:lnTo>
                      <a:pt x="555" y="773"/>
                    </a:lnTo>
                    <a:lnTo>
                      <a:pt x="555" y="776"/>
                    </a:lnTo>
                    <a:lnTo>
                      <a:pt x="559" y="781"/>
                    </a:lnTo>
                    <a:lnTo>
                      <a:pt x="560" y="784"/>
                    </a:lnTo>
                    <a:lnTo>
                      <a:pt x="555" y="786"/>
                    </a:lnTo>
                    <a:lnTo>
                      <a:pt x="555" y="788"/>
                    </a:lnTo>
                    <a:lnTo>
                      <a:pt x="555" y="798"/>
                    </a:lnTo>
                    <a:lnTo>
                      <a:pt x="554" y="802"/>
                    </a:lnTo>
                    <a:lnTo>
                      <a:pt x="561" y="803"/>
                    </a:lnTo>
                    <a:lnTo>
                      <a:pt x="561" y="805"/>
                    </a:lnTo>
                    <a:lnTo>
                      <a:pt x="554" y="805"/>
                    </a:lnTo>
                    <a:lnTo>
                      <a:pt x="549" y="809"/>
                    </a:lnTo>
                    <a:lnTo>
                      <a:pt x="549" y="811"/>
                    </a:lnTo>
                    <a:lnTo>
                      <a:pt x="545" y="813"/>
                    </a:lnTo>
                    <a:lnTo>
                      <a:pt x="542" y="813"/>
                    </a:lnTo>
                    <a:lnTo>
                      <a:pt x="535" y="813"/>
                    </a:lnTo>
                    <a:lnTo>
                      <a:pt x="534" y="810"/>
                    </a:lnTo>
                    <a:lnTo>
                      <a:pt x="533" y="809"/>
                    </a:lnTo>
                    <a:lnTo>
                      <a:pt x="534" y="803"/>
                    </a:lnTo>
                    <a:lnTo>
                      <a:pt x="534" y="802"/>
                    </a:lnTo>
                    <a:lnTo>
                      <a:pt x="527" y="800"/>
                    </a:lnTo>
                    <a:lnTo>
                      <a:pt x="522" y="804"/>
                    </a:lnTo>
                    <a:lnTo>
                      <a:pt x="510" y="808"/>
                    </a:lnTo>
                    <a:lnTo>
                      <a:pt x="506" y="815"/>
                    </a:lnTo>
                    <a:lnTo>
                      <a:pt x="505" y="816"/>
                    </a:lnTo>
                    <a:lnTo>
                      <a:pt x="502" y="816"/>
                    </a:lnTo>
                    <a:lnTo>
                      <a:pt x="488" y="816"/>
                    </a:lnTo>
                    <a:lnTo>
                      <a:pt x="479" y="809"/>
                    </a:lnTo>
                    <a:lnTo>
                      <a:pt x="473" y="811"/>
                    </a:lnTo>
                    <a:lnTo>
                      <a:pt x="469" y="809"/>
                    </a:lnTo>
                    <a:lnTo>
                      <a:pt x="457" y="810"/>
                    </a:lnTo>
                    <a:lnTo>
                      <a:pt x="453" y="809"/>
                    </a:lnTo>
                    <a:lnTo>
                      <a:pt x="447" y="810"/>
                    </a:lnTo>
                    <a:lnTo>
                      <a:pt x="443" y="809"/>
                    </a:lnTo>
                    <a:lnTo>
                      <a:pt x="442" y="810"/>
                    </a:lnTo>
                    <a:lnTo>
                      <a:pt x="441" y="810"/>
                    </a:lnTo>
                    <a:lnTo>
                      <a:pt x="438" y="805"/>
                    </a:lnTo>
                    <a:lnTo>
                      <a:pt x="436" y="805"/>
                    </a:lnTo>
                    <a:lnTo>
                      <a:pt x="435" y="810"/>
                    </a:lnTo>
                    <a:lnTo>
                      <a:pt x="435" y="827"/>
                    </a:lnTo>
                    <a:lnTo>
                      <a:pt x="415" y="827"/>
                    </a:lnTo>
                    <a:lnTo>
                      <a:pt x="411" y="829"/>
                    </a:lnTo>
                    <a:lnTo>
                      <a:pt x="406" y="827"/>
                    </a:lnTo>
                    <a:lnTo>
                      <a:pt x="404" y="832"/>
                    </a:lnTo>
                    <a:lnTo>
                      <a:pt x="402" y="834"/>
                    </a:lnTo>
                    <a:lnTo>
                      <a:pt x="400" y="837"/>
                    </a:lnTo>
                    <a:lnTo>
                      <a:pt x="395" y="841"/>
                    </a:lnTo>
                    <a:lnTo>
                      <a:pt x="391" y="842"/>
                    </a:lnTo>
                    <a:lnTo>
                      <a:pt x="378" y="837"/>
                    </a:lnTo>
                    <a:lnTo>
                      <a:pt x="367" y="836"/>
                    </a:lnTo>
                    <a:lnTo>
                      <a:pt x="363" y="834"/>
                    </a:lnTo>
                    <a:lnTo>
                      <a:pt x="362" y="827"/>
                    </a:lnTo>
                    <a:lnTo>
                      <a:pt x="360" y="824"/>
                    </a:lnTo>
                    <a:lnTo>
                      <a:pt x="355" y="820"/>
                    </a:lnTo>
                    <a:lnTo>
                      <a:pt x="350" y="808"/>
                    </a:lnTo>
                    <a:lnTo>
                      <a:pt x="344" y="791"/>
                    </a:lnTo>
                    <a:lnTo>
                      <a:pt x="344" y="784"/>
                    </a:lnTo>
                    <a:lnTo>
                      <a:pt x="340" y="784"/>
                    </a:lnTo>
                    <a:lnTo>
                      <a:pt x="329" y="781"/>
                    </a:lnTo>
                    <a:lnTo>
                      <a:pt x="322" y="776"/>
                    </a:lnTo>
                    <a:lnTo>
                      <a:pt x="318" y="756"/>
                    </a:lnTo>
                    <a:lnTo>
                      <a:pt x="316" y="751"/>
                    </a:lnTo>
                    <a:lnTo>
                      <a:pt x="308" y="745"/>
                    </a:lnTo>
                    <a:lnTo>
                      <a:pt x="302" y="741"/>
                    </a:lnTo>
                    <a:lnTo>
                      <a:pt x="292" y="740"/>
                    </a:lnTo>
                    <a:lnTo>
                      <a:pt x="271" y="744"/>
                    </a:lnTo>
                    <a:lnTo>
                      <a:pt x="250" y="744"/>
                    </a:lnTo>
                    <a:lnTo>
                      <a:pt x="236" y="750"/>
                    </a:lnTo>
                    <a:lnTo>
                      <a:pt x="227" y="748"/>
                    </a:lnTo>
                    <a:lnTo>
                      <a:pt x="212" y="746"/>
                    </a:lnTo>
                    <a:lnTo>
                      <a:pt x="205" y="759"/>
                    </a:lnTo>
                    <a:lnTo>
                      <a:pt x="200" y="753"/>
                    </a:lnTo>
                    <a:lnTo>
                      <a:pt x="188" y="753"/>
                    </a:lnTo>
                    <a:lnTo>
                      <a:pt x="178" y="745"/>
                    </a:lnTo>
                    <a:lnTo>
                      <a:pt x="164" y="746"/>
                    </a:lnTo>
                    <a:lnTo>
                      <a:pt x="151" y="745"/>
                    </a:lnTo>
                    <a:lnTo>
                      <a:pt x="144" y="753"/>
                    </a:lnTo>
                    <a:lnTo>
                      <a:pt x="130" y="755"/>
                    </a:lnTo>
                    <a:lnTo>
                      <a:pt x="102" y="751"/>
                    </a:lnTo>
                    <a:lnTo>
                      <a:pt x="91" y="751"/>
                    </a:lnTo>
                    <a:lnTo>
                      <a:pt x="76" y="759"/>
                    </a:lnTo>
                    <a:lnTo>
                      <a:pt x="69" y="755"/>
                    </a:lnTo>
                    <a:lnTo>
                      <a:pt x="61" y="761"/>
                    </a:lnTo>
                    <a:lnTo>
                      <a:pt x="53" y="761"/>
                    </a:lnTo>
                    <a:lnTo>
                      <a:pt x="48" y="765"/>
                    </a:lnTo>
                    <a:lnTo>
                      <a:pt x="45" y="759"/>
                    </a:lnTo>
                    <a:lnTo>
                      <a:pt x="42" y="75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65" name="Google Shape;2165;p5">
                <a:extLst>
                  <a:ext uri="{FF2B5EF4-FFF2-40B4-BE49-F238E27FC236}">
                    <a16:creationId xmlns:a16="http://schemas.microsoft.com/office/drawing/2014/main" id="{B58E3CA3-EA54-CF59-7663-F4B6EF4E767C}"/>
                  </a:ext>
                </a:extLst>
              </p:cNvPr>
              <p:cNvSpPr/>
              <p:nvPr/>
            </p:nvSpPr>
            <p:spPr>
              <a:xfrm>
                <a:off x="3489" y="2165"/>
                <a:ext cx="37" cy="20"/>
              </a:xfrm>
              <a:custGeom>
                <a:avLst/>
                <a:gdLst/>
                <a:ahLst/>
                <a:cxnLst/>
                <a:rect l="l" t="t" r="r" b="b"/>
                <a:pathLst>
                  <a:path w="187" h="98" extrusionOk="0">
                    <a:moveTo>
                      <a:pt x="164" y="32"/>
                    </a:moveTo>
                    <a:lnTo>
                      <a:pt x="164" y="30"/>
                    </a:lnTo>
                    <a:lnTo>
                      <a:pt x="150" y="22"/>
                    </a:lnTo>
                    <a:lnTo>
                      <a:pt x="148" y="18"/>
                    </a:lnTo>
                    <a:lnTo>
                      <a:pt x="145" y="17"/>
                    </a:lnTo>
                    <a:lnTo>
                      <a:pt x="130" y="21"/>
                    </a:lnTo>
                    <a:lnTo>
                      <a:pt x="126" y="21"/>
                    </a:lnTo>
                    <a:lnTo>
                      <a:pt x="112" y="16"/>
                    </a:lnTo>
                    <a:lnTo>
                      <a:pt x="96" y="15"/>
                    </a:lnTo>
                    <a:lnTo>
                      <a:pt x="89" y="10"/>
                    </a:lnTo>
                    <a:lnTo>
                      <a:pt x="89" y="7"/>
                    </a:lnTo>
                    <a:lnTo>
                      <a:pt x="85" y="1"/>
                    </a:lnTo>
                    <a:lnTo>
                      <a:pt x="79" y="0"/>
                    </a:lnTo>
                    <a:lnTo>
                      <a:pt x="65" y="1"/>
                    </a:lnTo>
                    <a:lnTo>
                      <a:pt x="53" y="6"/>
                    </a:lnTo>
                    <a:lnTo>
                      <a:pt x="42" y="17"/>
                    </a:lnTo>
                    <a:lnTo>
                      <a:pt x="32" y="33"/>
                    </a:lnTo>
                    <a:lnTo>
                      <a:pt x="11" y="53"/>
                    </a:lnTo>
                    <a:lnTo>
                      <a:pt x="10" y="59"/>
                    </a:lnTo>
                    <a:lnTo>
                      <a:pt x="9" y="63"/>
                    </a:lnTo>
                    <a:lnTo>
                      <a:pt x="0" y="71"/>
                    </a:lnTo>
                    <a:lnTo>
                      <a:pt x="0" y="76"/>
                    </a:lnTo>
                    <a:lnTo>
                      <a:pt x="5" y="77"/>
                    </a:lnTo>
                    <a:lnTo>
                      <a:pt x="6" y="80"/>
                    </a:lnTo>
                    <a:lnTo>
                      <a:pt x="6" y="87"/>
                    </a:lnTo>
                    <a:lnTo>
                      <a:pt x="8" y="88"/>
                    </a:lnTo>
                    <a:lnTo>
                      <a:pt x="11" y="88"/>
                    </a:lnTo>
                    <a:lnTo>
                      <a:pt x="15" y="91"/>
                    </a:lnTo>
                    <a:lnTo>
                      <a:pt x="26" y="95"/>
                    </a:lnTo>
                    <a:lnTo>
                      <a:pt x="49" y="98"/>
                    </a:lnTo>
                    <a:lnTo>
                      <a:pt x="68" y="98"/>
                    </a:lnTo>
                    <a:lnTo>
                      <a:pt x="91" y="90"/>
                    </a:lnTo>
                    <a:lnTo>
                      <a:pt x="96" y="90"/>
                    </a:lnTo>
                    <a:lnTo>
                      <a:pt x="106" y="93"/>
                    </a:lnTo>
                    <a:lnTo>
                      <a:pt x="115" y="93"/>
                    </a:lnTo>
                    <a:lnTo>
                      <a:pt x="123" y="92"/>
                    </a:lnTo>
                    <a:lnTo>
                      <a:pt x="144" y="88"/>
                    </a:lnTo>
                    <a:lnTo>
                      <a:pt x="158" y="87"/>
                    </a:lnTo>
                    <a:lnTo>
                      <a:pt x="178" y="84"/>
                    </a:lnTo>
                    <a:lnTo>
                      <a:pt x="186" y="80"/>
                    </a:lnTo>
                    <a:lnTo>
                      <a:pt x="186" y="77"/>
                    </a:lnTo>
                    <a:lnTo>
                      <a:pt x="185" y="73"/>
                    </a:lnTo>
                    <a:lnTo>
                      <a:pt x="187" y="59"/>
                    </a:lnTo>
                    <a:lnTo>
                      <a:pt x="181" y="53"/>
                    </a:lnTo>
                    <a:lnTo>
                      <a:pt x="162" y="45"/>
                    </a:lnTo>
                    <a:lnTo>
                      <a:pt x="161" y="43"/>
                    </a:lnTo>
                    <a:lnTo>
                      <a:pt x="161" y="41"/>
                    </a:lnTo>
                    <a:lnTo>
                      <a:pt x="164" y="34"/>
                    </a:lnTo>
                    <a:lnTo>
                      <a:pt x="164" y="3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66" name="Google Shape;2166;p5">
                <a:extLst>
                  <a:ext uri="{FF2B5EF4-FFF2-40B4-BE49-F238E27FC236}">
                    <a16:creationId xmlns:a16="http://schemas.microsoft.com/office/drawing/2014/main" id="{AF05449E-3FEF-AEE0-329D-EF4AC3649A19}"/>
                  </a:ext>
                </a:extLst>
              </p:cNvPr>
              <p:cNvSpPr/>
              <p:nvPr/>
            </p:nvSpPr>
            <p:spPr>
              <a:xfrm>
                <a:off x="3394" y="2140"/>
                <a:ext cx="88" cy="49"/>
              </a:xfrm>
              <a:custGeom>
                <a:avLst/>
                <a:gdLst/>
                <a:ahLst/>
                <a:cxnLst/>
                <a:rect l="l" t="t" r="r" b="b"/>
                <a:pathLst>
                  <a:path w="441" h="244" extrusionOk="0">
                    <a:moveTo>
                      <a:pt x="439" y="151"/>
                    </a:moveTo>
                    <a:lnTo>
                      <a:pt x="436" y="158"/>
                    </a:lnTo>
                    <a:lnTo>
                      <a:pt x="432" y="170"/>
                    </a:lnTo>
                    <a:lnTo>
                      <a:pt x="433" y="185"/>
                    </a:lnTo>
                    <a:lnTo>
                      <a:pt x="432" y="199"/>
                    </a:lnTo>
                    <a:lnTo>
                      <a:pt x="428" y="203"/>
                    </a:lnTo>
                    <a:lnTo>
                      <a:pt x="428" y="207"/>
                    </a:lnTo>
                    <a:lnTo>
                      <a:pt x="436" y="211"/>
                    </a:lnTo>
                    <a:lnTo>
                      <a:pt x="441" y="221"/>
                    </a:lnTo>
                    <a:lnTo>
                      <a:pt x="441" y="228"/>
                    </a:lnTo>
                    <a:lnTo>
                      <a:pt x="434" y="239"/>
                    </a:lnTo>
                    <a:lnTo>
                      <a:pt x="434" y="242"/>
                    </a:lnTo>
                    <a:lnTo>
                      <a:pt x="422" y="240"/>
                    </a:lnTo>
                    <a:lnTo>
                      <a:pt x="411" y="243"/>
                    </a:lnTo>
                    <a:lnTo>
                      <a:pt x="396" y="242"/>
                    </a:lnTo>
                    <a:lnTo>
                      <a:pt x="388" y="244"/>
                    </a:lnTo>
                    <a:lnTo>
                      <a:pt x="378" y="239"/>
                    </a:lnTo>
                    <a:lnTo>
                      <a:pt x="368" y="238"/>
                    </a:lnTo>
                    <a:lnTo>
                      <a:pt x="362" y="238"/>
                    </a:lnTo>
                    <a:lnTo>
                      <a:pt x="315" y="230"/>
                    </a:lnTo>
                    <a:lnTo>
                      <a:pt x="308" y="224"/>
                    </a:lnTo>
                    <a:lnTo>
                      <a:pt x="299" y="221"/>
                    </a:lnTo>
                    <a:lnTo>
                      <a:pt x="287" y="222"/>
                    </a:lnTo>
                    <a:lnTo>
                      <a:pt x="267" y="218"/>
                    </a:lnTo>
                    <a:lnTo>
                      <a:pt x="255" y="210"/>
                    </a:lnTo>
                    <a:lnTo>
                      <a:pt x="249" y="205"/>
                    </a:lnTo>
                    <a:lnTo>
                      <a:pt x="239" y="191"/>
                    </a:lnTo>
                    <a:lnTo>
                      <a:pt x="232" y="187"/>
                    </a:lnTo>
                    <a:lnTo>
                      <a:pt x="213" y="184"/>
                    </a:lnTo>
                    <a:lnTo>
                      <a:pt x="211" y="184"/>
                    </a:lnTo>
                    <a:lnTo>
                      <a:pt x="208" y="187"/>
                    </a:lnTo>
                    <a:lnTo>
                      <a:pt x="202" y="186"/>
                    </a:lnTo>
                    <a:lnTo>
                      <a:pt x="192" y="184"/>
                    </a:lnTo>
                    <a:lnTo>
                      <a:pt x="183" y="183"/>
                    </a:lnTo>
                    <a:lnTo>
                      <a:pt x="173" y="187"/>
                    </a:lnTo>
                    <a:lnTo>
                      <a:pt x="168" y="187"/>
                    </a:lnTo>
                    <a:lnTo>
                      <a:pt x="148" y="183"/>
                    </a:lnTo>
                    <a:lnTo>
                      <a:pt x="138" y="170"/>
                    </a:lnTo>
                    <a:lnTo>
                      <a:pt x="136" y="168"/>
                    </a:lnTo>
                    <a:lnTo>
                      <a:pt x="127" y="167"/>
                    </a:lnTo>
                    <a:lnTo>
                      <a:pt x="124" y="167"/>
                    </a:lnTo>
                    <a:lnTo>
                      <a:pt x="114" y="159"/>
                    </a:lnTo>
                    <a:lnTo>
                      <a:pt x="103" y="154"/>
                    </a:lnTo>
                    <a:lnTo>
                      <a:pt x="93" y="153"/>
                    </a:lnTo>
                    <a:lnTo>
                      <a:pt x="83" y="148"/>
                    </a:lnTo>
                    <a:lnTo>
                      <a:pt x="78" y="144"/>
                    </a:lnTo>
                    <a:lnTo>
                      <a:pt x="66" y="130"/>
                    </a:lnTo>
                    <a:lnTo>
                      <a:pt x="57" y="124"/>
                    </a:lnTo>
                    <a:lnTo>
                      <a:pt x="49" y="120"/>
                    </a:lnTo>
                    <a:lnTo>
                      <a:pt x="45" y="116"/>
                    </a:lnTo>
                    <a:lnTo>
                      <a:pt x="32" y="109"/>
                    </a:lnTo>
                    <a:lnTo>
                      <a:pt x="28" y="109"/>
                    </a:lnTo>
                    <a:lnTo>
                      <a:pt x="28" y="113"/>
                    </a:lnTo>
                    <a:lnTo>
                      <a:pt x="23" y="113"/>
                    </a:lnTo>
                    <a:lnTo>
                      <a:pt x="18" y="109"/>
                    </a:lnTo>
                    <a:lnTo>
                      <a:pt x="17" y="103"/>
                    </a:lnTo>
                    <a:lnTo>
                      <a:pt x="12" y="98"/>
                    </a:lnTo>
                    <a:lnTo>
                      <a:pt x="1" y="97"/>
                    </a:lnTo>
                    <a:lnTo>
                      <a:pt x="0" y="94"/>
                    </a:lnTo>
                    <a:lnTo>
                      <a:pt x="1" y="87"/>
                    </a:lnTo>
                    <a:lnTo>
                      <a:pt x="6" y="79"/>
                    </a:lnTo>
                    <a:lnTo>
                      <a:pt x="9" y="78"/>
                    </a:lnTo>
                    <a:lnTo>
                      <a:pt x="11" y="71"/>
                    </a:lnTo>
                    <a:lnTo>
                      <a:pt x="14" y="67"/>
                    </a:lnTo>
                    <a:lnTo>
                      <a:pt x="11" y="58"/>
                    </a:lnTo>
                    <a:lnTo>
                      <a:pt x="14" y="51"/>
                    </a:lnTo>
                    <a:lnTo>
                      <a:pt x="19" y="45"/>
                    </a:lnTo>
                    <a:lnTo>
                      <a:pt x="17" y="38"/>
                    </a:lnTo>
                    <a:lnTo>
                      <a:pt x="17" y="34"/>
                    </a:lnTo>
                    <a:lnTo>
                      <a:pt x="21" y="29"/>
                    </a:lnTo>
                    <a:lnTo>
                      <a:pt x="27" y="29"/>
                    </a:lnTo>
                    <a:lnTo>
                      <a:pt x="30" y="22"/>
                    </a:lnTo>
                    <a:lnTo>
                      <a:pt x="38" y="17"/>
                    </a:lnTo>
                    <a:lnTo>
                      <a:pt x="41" y="11"/>
                    </a:lnTo>
                    <a:lnTo>
                      <a:pt x="43" y="6"/>
                    </a:lnTo>
                    <a:lnTo>
                      <a:pt x="45" y="4"/>
                    </a:lnTo>
                    <a:lnTo>
                      <a:pt x="48" y="7"/>
                    </a:lnTo>
                    <a:lnTo>
                      <a:pt x="54" y="4"/>
                    </a:lnTo>
                    <a:lnTo>
                      <a:pt x="56" y="6"/>
                    </a:lnTo>
                    <a:lnTo>
                      <a:pt x="59" y="11"/>
                    </a:lnTo>
                    <a:lnTo>
                      <a:pt x="67" y="18"/>
                    </a:lnTo>
                    <a:lnTo>
                      <a:pt x="68" y="14"/>
                    </a:lnTo>
                    <a:lnTo>
                      <a:pt x="67" y="12"/>
                    </a:lnTo>
                    <a:lnTo>
                      <a:pt x="71" y="8"/>
                    </a:lnTo>
                    <a:lnTo>
                      <a:pt x="71" y="2"/>
                    </a:lnTo>
                    <a:lnTo>
                      <a:pt x="71" y="1"/>
                    </a:lnTo>
                    <a:lnTo>
                      <a:pt x="73" y="0"/>
                    </a:lnTo>
                    <a:lnTo>
                      <a:pt x="89" y="2"/>
                    </a:lnTo>
                    <a:lnTo>
                      <a:pt x="92" y="3"/>
                    </a:lnTo>
                    <a:lnTo>
                      <a:pt x="110" y="7"/>
                    </a:lnTo>
                    <a:lnTo>
                      <a:pt x="130" y="13"/>
                    </a:lnTo>
                    <a:lnTo>
                      <a:pt x="135" y="15"/>
                    </a:lnTo>
                    <a:lnTo>
                      <a:pt x="141" y="24"/>
                    </a:lnTo>
                    <a:lnTo>
                      <a:pt x="151" y="33"/>
                    </a:lnTo>
                    <a:lnTo>
                      <a:pt x="163" y="36"/>
                    </a:lnTo>
                    <a:lnTo>
                      <a:pt x="174" y="46"/>
                    </a:lnTo>
                    <a:lnTo>
                      <a:pt x="181" y="55"/>
                    </a:lnTo>
                    <a:lnTo>
                      <a:pt x="184" y="72"/>
                    </a:lnTo>
                    <a:lnTo>
                      <a:pt x="186" y="77"/>
                    </a:lnTo>
                    <a:lnTo>
                      <a:pt x="192" y="79"/>
                    </a:lnTo>
                    <a:lnTo>
                      <a:pt x="196" y="79"/>
                    </a:lnTo>
                    <a:lnTo>
                      <a:pt x="200" y="74"/>
                    </a:lnTo>
                    <a:lnTo>
                      <a:pt x="204" y="73"/>
                    </a:lnTo>
                    <a:lnTo>
                      <a:pt x="207" y="70"/>
                    </a:lnTo>
                    <a:lnTo>
                      <a:pt x="207" y="67"/>
                    </a:lnTo>
                    <a:lnTo>
                      <a:pt x="211" y="63"/>
                    </a:lnTo>
                    <a:lnTo>
                      <a:pt x="215" y="65"/>
                    </a:lnTo>
                    <a:lnTo>
                      <a:pt x="221" y="63"/>
                    </a:lnTo>
                    <a:lnTo>
                      <a:pt x="227" y="65"/>
                    </a:lnTo>
                    <a:lnTo>
                      <a:pt x="229" y="67"/>
                    </a:lnTo>
                    <a:lnTo>
                      <a:pt x="226" y="73"/>
                    </a:lnTo>
                    <a:lnTo>
                      <a:pt x="227" y="79"/>
                    </a:lnTo>
                    <a:lnTo>
                      <a:pt x="224" y="92"/>
                    </a:lnTo>
                    <a:lnTo>
                      <a:pt x="226" y="95"/>
                    </a:lnTo>
                    <a:lnTo>
                      <a:pt x="231" y="93"/>
                    </a:lnTo>
                    <a:lnTo>
                      <a:pt x="233" y="98"/>
                    </a:lnTo>
                    <a:lnTo>
                      <a:pt x="235" y="101"/>
                    </a:lnTo>
                    <a:lnTo>
                      <a:pt x="240" y="101"/>
                    </a:lnTo>
                    <a:lnTo>
                      <a:pt x="245" y="105"/>
                    </a:lnTo>
                    <a:lnTo>
                      <a:pt x="251" y="104"/>
                    </a:lnTo>
                    <a:lnTo>
                      <a:pt x="259" y="106"/>
                    </a:lnTo>
                    <a:lnTo>
                      <a:pt x="267" y="108"/>
                    </a:lnTo>
                    <a:lnTo>
                      <a:pt x="272" y="106"/>
                    </a:lnTo>
                    <a:lnTo>
                      <a:pt x="277" y="103"/>
                    </a:lnTo>
                    <a:lnTo>
                      <a:pt x="280" y="104"/>
                    </a:lnTo>
                    <a:lnTo>
                      <a:pt x="277" y="117"/>
                    </a:lnTo>
                    <a:lnTo>
                      <a:pt x="278" y="124"/>
                    </a:lnTo>
                    <a:lnTo>
                      <a:pt x="293" y="133"/>
                    </a:lnTo>
                    <a:lnTo>
                      <a:pt x="301" y="131"/>
                    </a:lnTo>
                    <a:lnTo>
                      <a:pt x="308" y="132"/>
                    </a:lnTo>
                    <a:lnTo>
                      <a:pt x="314" y="138"/>
                    </a:lnTo>
                    <a:lnTo>
                      <a:pt x="315" y="142"/>
                    </a:lnTo>
                    <a:lnTo>
                      <a:pt x="319" y="148"/>
                    </a:lnTo>
                    <a:lnTo>
                      <a:pt x="323" y="151"/>
                    </a:lnTo>
                    <a:lnTo>
                      <a:pt x="329" y="149"/>
                    </a:lnTo>
                    <a:lnTo>
                      <a:pt x="333" y="147"/>
                    </a:lnTo>
                    <a:lnTo>
                      <a:pt x="339" y="151"/>
                    </a:lnTo>
                    <a:lnTo>
                      <a:pt x="344" y="149"/>
                    </a:lnTo>
                    <a:lnTo>
                      <a:pt x="350" y="152"/>
                    </a:lnTo>
                    <a:lnTo>
                      <a:pt x="352" y="151"/>
                    </a:lnTo>
                    <a:lnTo>
                      <a:pt x="356" y="144"/>
                    </a:lnTo>
                    <a:lnTo>
                      <a:pt x="361" y="143"/>
                    </a:lnTo>
                    <a:lnTo>
                      <a:pt x="369" y="144"/>
                    </a:lnTo>
                    <a:lnTo>
                      <a:pt x="377" y="151"/>
                    </a:lnTo>
                    <a:lnTo>
                      <a:pt x="387" y="153"/>
                    </a:lnTo>
                    <a:lnTo>
                      <a:pt x="394" y="157"/>
                    </a:lnTo>
                    <a:lnTo>
                      <a:pt x="398" y="158"/>
                    </a:lnTo>
                    <a:lnTo>
                      <a:pt x="405" y="156"/>
                    </a:lnTo>
                    <a:lnTo>
                      <a:pt x="419" y="159"/>
                    </a:lnTo>
                    <a:lnTo>
                      <a:pt x="422" y="159"/>
                    </a:lnTo>
                    <a:lnTo>
                      <a:pt x="428" y="151"/>
                    </a:lnTo>
                    <a:lnTo>
                      <a:pt x="436" y="149"/>
                    </a:lnTo>
                    <a:lnTo>
                      <a:pt x="439" y="15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67" name="Google Shape;2167;p5">
                <a:extLst>
                  <a:ext uri="{FF2B5EF4-FFF2-40B4-BE49-F238E27FC236}">
                    <a16:creationId xmlns:a16="http://schemas.microsoft.com/office/drawing/2014/main" id="{0373BD2D-89ED-F87E-B5CD-FB14C33C4598}"/>
                  </a:ext>
                </a:extLst>
              </p:cNvPr>
              <p:cNvSpPr/>
              <p:nvPr/>
            </p:nvSpPr>
            <p:spPr>
              <a:xfrm>
                <a:off x="3479" y="2187"/>
                <a:ext cx="52" cy="67"/>
              </a:xfrm>
              <a:custGeom>
                <a:avLst/>
                <a:gdLst/>
                <a:ahLst/>
                <a:cxnLst/>
                <a:rect l="l" t="t" r="r" b="b"/>
                <a:pathLst>
                  <a:path w="262" h="337" extrusionOk="0">
                    <a:moveTo>
                      <a:pt x="243" y="335"/>
                    </a:moveTo>
                    <a:lnTo>
                      <a:pt x="241" y="337"/>
                    </a:lnTo>
                    <a:lnTo>
                      <a:pt x="233" y="319"/>
                    </a:lnTo>
                    <a:lnTo>
                      <a:pt x="226" y="291"/>
                    </a:lnTo>
                    <a:lnTo>
                      <a:pt x="225" y="276"/>
                    </a:lnTo>
                    <a:lnTo>
                      <a:pt x="221" y="257"/>
                    </a:lnTo>
                    <a:lnTo>
                      <a:pt x="204" y="230"/>
                    </a:lnTo>
                    <a:lnTo>
                      <a:pt x="198" y="225"/>
                    </a:lnTo>
                    <a:lnTo>
                      <a:pt x="187" y="229"/>
                    </a:lnTo>
                    <a:lnTo>
                      <a:pt x="174" y="230"/>
                    </a:lnTo>
                    <a:lnTo>
                      <a:pt x="166" y="225"/>
                    </a:lnTo>
                    <a:lnTo>
                      <a:pt x="161" y="215"/>
                    </a:lnTo>
                    <a:lnTo>
                      <a:pt x="157" y="218"/>
                    </a:lnTo>
                    <a:lnTo>
                      <a:pt x="153" y="227"/>
                    </a:lnTo>
                    <a:lnTo>
                      <a:pt x="146" y="234"/>
                    </a:lnTo>
                    <a:lnTo>
                      <a:pt x="149" y="246"/>
                    </a:lnTo>
                    <a:lnTo>
                      <a:pt x="149" y="257"/>
                    </a:lnTo>
                    <a:lnTo>
                      <a:pt x="129" y="283"/>
                    </a:lnTo>
                    <a:lnTo>
                      <a:pt x="125" y="280"/>
                    </a:lnTo>
                    <a:lnTo>
                      <a:pt x="115" y="267"/>
                    </a:lnTo>
                    <a:lnTo>
                      <a:pt x="110" y="274"/>
                    </a:lnTo>
                    <a:lnTo>
                      <a:pt x="108" y="279"/>
                    </a:lnTo>
                    <a:lnTo>
                      <a:pt x="99" y="288"/>
                    </a:lnTo>
                    <a:lnTo>
                      <a:pt x="96" y="280"/>
                    </a:lnTo>
                    <a:lnTo>
                      <a:pt x="91" y="285"/>
                    </a:lnTo>
                    <a:lnTo>
                      <a:pt x="80" y="284"/>
                    </a:lnTo>
                    <a:lnTo>
                      <a:pt x="79" y="289"/>
                    </a:lnTo>
                    <a:lnTo>
                      <a:pt x="75" y="286"/>
                    </a:lnTo>
                    <a:lnTo>
                      <a:pt x="71" y="288"/>
                    </a:lnTo>
                    <a:lnTo>
                      <a:pt x="69" y="291"/>
                    </a:lnTo>
                    <a:lnTo>
                      <a:pt x="65" y="294"/>
                    </a:lnTo>
                    <a:lnTo>
                      <a:pt x="58" y="292"/>
                    </a:lnTo>
                    <a:lnTo>
                      <a:pt x="51" y="279"/>
                    </a:lnTo>
                    <a:lnTo>
                      <a:pt x="53" y="273"/>
                    </a:lnTo>
                    <a:lnTo>
                      <a:pt x="51" y="269"/>
                    </a:lnTo>
                    <a:lnTo>
                      <a:pt x="49" y="258"/>
                    </a:lnTo>
                    <a:lnTo>
                      <a:pt x="50" y="251"/>
                    </a:lnTo>
                    <a:lnTo>
                      <a:pt x="48" y="241"/>
                    </a:lnTo>
                    <a:lnTo>
                      <a:pt x="43" y="236"/>
                    </a:lnTo>
                    <a:lnTo>
                      <a:pt x="40" y="227"/>
                    </a:lnTo>
                    <a:lnTo>
                      <a:pt x="40" y="218"/>
                    </a:lnTo>
                    <a:lnTo>
                      <a:pt x="42" y="215"/>
                    </a:lnTo>
                    <a:lnTo>
                      <a:pt x="43" y="199"/>
                    </a:lnTo>
                    <a:lnTo>
                      <a:pt x="42" y="195"/>
                    </a:lnTo>
                    <a:lnTo>
                      <a:pt x="38" y="194"/>
                    </a:lnTo>
                    <a:lnTo>
                      <a:pt x="38" y="179"/>
                    </a:lnTo>
                    <a:lnTo>
                      <a:pt x="32" y="173"/>
                    </a:lnTo>
                    <a:lnTo>
                      <a:pt x="32" y="165"/>
                    </a:lnTo>
                    <a:lnTo>
                      <a:pt x="34" y="154"/>
                    </a:lnTo>
                    <a:lnTo>
                      <a:pt x="36" y="133"/>
                    </a:lnTo>
                    <a:lnTo>
                      <a:pt x="27" y="123"/>
                    </a:lnTo>
                    <a:lnTo>
                      <a:pt x="21" y="118"/>
                    </a:lnTo>
                    <a:lnTo>
                      <a:pt x="10" y="113"/>
                    </a:lnTo>
                    <a:lnTo>
                      <a:pt x="1" y="109"/>
                    </a:lnTo>
                    <a:lnTo>
                      <a:pt x="0" y="103"/>
                    </a:lnTo>
                    <a:lnTo>
                      <a:pt x="1" y="98"/>
                    </a:lnTo>
                    <a:lnTo>
                      <a:pt x="6" y="90"/>
                    </a:lnTo>
                    <a:lnTo>
                      <a:pt x="13" y="89"/>
                    </a:lnTo>
                    <a:lnTo>
                      <a:pt x="20" y="85"/>
                    </a:lnTo>
                    <a:lnTo>
                      <a:pt x="22" y="78"/>
                    </a:lnTo>
                    <a:lnTo>
                      <a:pt x="42" y="76"/>
                    </a:lnTo>
                    <a:lnTo>
                      <a:pt x="42" y="68"/>
                    </a:lnTo>
                    <a:lnTo>
                      <a:pt x="38" y="64"/>
                    </a:lnTo>
                    <a:lnTo>
                      <a:pt x="39" y="60"/>
                    </a:lnTo>
                    <a:lnTo>
                      <a:pt x="24" y="62"/>
                    </a:lnTo>
                    <a:lnTo>
                      <a:pt x="17" y="57"/>
                    </a:lnTo>
                    <a:lnTo>
                      <a:pt x="15" y="43"/>
                    </a:lnTo>
                    <a:lnTo>
                      <a:pt x="11" y="39"/>
                    </a:lnTo>
                    <a:lnTo>
                      <a:pt x="26" y="15"/>
                    </a:lnTo>
                    <a:lnTo>
                      <a:pt x="28" y="3"/>
                    </a:lnTo>
                    <a:lnTo>
                      <a:pt x="32" y="0"/>
                    </a:lnTo>
                    <a:lnTo>
                      <a:pt x="42" y="17"/>
                    </a:lnTo>
                    <a:lnTo>
                      <a:pt x="48" y="25"/>
                    </a:lnTo>
                    <a:lnTo>
                      <a:pt x="49" y="17"/>
                    </a:lnTo>
                    <a:lnTo>
                      <a:pt x="53" y="5"/>
                    </a:lnTo>
                    <a:lnTo>
                      <a:pt x="59" y="8"/>
                    </a:lnTo>
                    <a:lnTo>
                      <a:pt x="61" y="22"/>
                    </a:lnTo>
                    <a:lnTo>
                      <a:pt x="69" y="31"/>
                    </a:lnTo>
                    <a:lnTo>
                      <a:pt x="74" y="27"/>
                    </a:lnTo>
                    <a:lnTo>
                      <a:pt x="82" y="33"/>
                    </a:lnTo>
                    <a:lnTo>
                      <a:pt x="91" y="19"/>
                    </a:lnTo>
                    <a:lnTo>
                      <a:pt x="93" y="23"/>
                    </a:lnTo>
                    <a:lnTo>
                      <a:pt x="96" y="43"/>
                    </a:lnTo>
                    <a:lnTo>
                      <a:pt x="101" y="62"/>
                    </a:lnTo>
                    <a:lnTo>
                      <a:pt x="107" y="70"/>
                    </a:lnTo>
                    <a:lnTo>
                      <a:pt x="118" y="75"/>
                    </a:lnTo>
                    <a:lnTo>
                      <a:pt x="162" y="79"/>
                    </a:lnTo>
                    <a:lnTo>
                      <a:pt x="166" y="76"/>
                    </a:lnTo>
                    <a:lnTo>
                      <a:pt x="180" y="74"/>
                    </a:lnTo>
                    <a:lnTo>
                      <a:pt x="203" y="76"/>
                    </a:lnTo>
                    <a:lnTo>
                      <a:pt x="227" y="80"/>
                    </a:lnTo>
                    <a:lnTo>
                      <a:pt x="242" y="86"/>
                    </a:lnTo>
                    <a:lnTo>
                      <a:pt x="239" y="91"/>
                    </a:lnTo>
                    <a:lnTo>
                      <a:pt x="231" y="96"/>
                    </a:lnTo>
                    <a:lnTo>
                      <a:pt x="226" y="109"/>
                    </a:lnTo>
                    <a:lnTo>
                      <a:pt x="214" y="124"/>
                    </a:lnTo>
                    <a:lnTo>
                      <a:pt x="203" y="134"/>
                    </a:lnTo>
                    <a:lnTo>
                      <a:pt x="192" y="140"/>
                    </a:lnTo>
                    <a:lnTo>
                      <a:pt x="178" y="149"/>
                    </a:lnTo>
                    <a:lnTo>
                      <a:pt x="176" y="157"/>
                    </a:lnTo>
                    <a:lnTo>
                      <a:pt x="177" y="173"/>
                    </a:lnTo>
                    <a:lnTo>
                      <a:pt x="184" y="193"/>
                    </a:lnTo>
                    <a:lnTo>
                      <a:pt x="194" y="194"/>
                    </a:lnTo>
                    <a:lnTo>
                      <a:pt x="199" y="204"/>
                    </a:lnTo>
                    <a:lnTo>
                      <a:pt x="206" y="210"/>
                    </a:lnTo>
                    <a:lnTo>
                      <a:pt x="211" y="202"/>
                    </a:lnTo>
                    <a:lnTo>
                      <a:pt x="217" y="181"/>
                    </a:lnTo>
                    <a:lnTo>
                      <a:pt x="228" y="166"/>
                    </a:lnTo>
                    <a:lnTo>
                      <a:pt x="233" y="167"/>
                    </a:lnTo>
                    <a:lnTo>
                      <a:pt x="241" y="181"/>
                    </a:lnTo>
                    <a:lnTo>
                      <a:pt x="246" y="198"/>
                    </a:lnTo>
                    <a:lnTo>
                      <a:pt x="249" y="206"/>
                    </a:lnTo>
                    <a:lnTo>
                      <a:pt x="252" y="215"/>
                    </a:lnTo>
                    <a:lnTo>
                      <a:pt x="258" y="243"/>
                    </a:lnTo>
                    <a:lnTo>
                      <a:pt x="262" y="276"/>
                    </a:lnTo>
                    <a:lnTo>
                      <a:pt x="260" y="279"/>
                    </a:lnTo>
                    <a:lnTo>
                      <a:pt x="262" y="308"/>
                    </a:lnTo>
                    <a:lnTo>
                      <a:pt x="250" y="305"/>
                    </a:lnTo>
                    <a:lnTo>
                      <a:pt x="244" y="310"/>
                    </a:lnTo>
                    <a:lnTo>
                      <a:pt x="243" y="318"/>
                    </a:lnTo>
                    <a:lnTo>
                      <a:pt x="243" y="33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68" name="Google Shape;2168;p5">
                <a:extLst>
                  <a:ext uri="{FF2B5EF4-FFF2-40B4-BE49-F238E27FC236}">
                    <a16:creationId xmlns:a16="http://schemas.microsoft.com/office/drawing/2014/main" id="{844E027B-8C92-FC4A-A9B1-84214AD4156B}"/>
                  </a:ext>
                </a:extLst>
              </p:cNvPr>
              <p:cNvSpPr/>
              <p:nvPr/>
            </p:nvSpPr>
            <p:spPr>
              <a:xfrm>
                <a:off x="3390" y="2379"/>
                <a:ext cx="23" cy="43"/>
              </a:xfrm>
              <a:custGeom>
                <a:avLst/>
                <a:gdLst/>
                <a:ahLst/>
                <a:cxnLst/>
                <a:rect l="l" t="t" r="r" b="b"/>
                <a:pathLst>
                  <a:path w="116" h="211" extrusionOk="0">
                    <a:moveTo>
                      <a:pt x="18" y="0"/>
                    </a:moveTo>
                    <a:lnTo>
                      <a:pt x="13" y="4"/>
                    </a:lnTo>
                    <a:lnTo>
                      <a:pt x="19" y="9"/>
                    </a:lnTo>
                    <a:lnTo>
                      <a:pt x="28" y="12"/>
                    </a:lnTo>
                    <a:lnTo>
                      <a:pt x="33" y="19"/>
                    </a:lnTo>
                    <a:lnTo>
                      <a:pt x="28" y="19"/>
                    </a:lnTo>
                    <a:lnTo>
                      <a:pt x="22" y="25"/>
                    </a:lnTo>
                    <a:lnTo>
                      <a:pt x="19" y="38"/>
                    </a:lnTo>
                    <a:lnTo>
                      <a:pt x="13" y="47"/>
                    </a:lnTo>
                    <a:lnTo>
                      <a:pt x="7" y="95"/>
                    </a:lnTo>
                    <a:lnTo>
                      <a:pt x="2" y="91"/>
                    </a:lnTo>
                    <a:lnTo>
                      <a:pt x="0" y="95"/>
                    </a:lnTo>
                    <a:lnTo>
                      <a:pt x="0" y="111"/>
                    </a:lnTo>
                    <a:lnTo>
                      <a:pt x="7" y="166"/>
                    </a:lnTo>
                    <a:lnTo>
                      <a:pt x="11" y="182"/>
                    </a:lnTo>
                    <a:lnTo>
                      <a:pt x="19" y="198"/>
                    </a:lnTo>
                    <a:lnTo>
                      <a:pt x="29" y="209"/>
                    </a:lnTo>
                    <a:lnTo>
                      <a:pt x="45" y="211"/>
                    </a:lnTo>
                    <a:lnTo>
                      <a:pt x="59" y="211"/>
                    </a:lnTo>
                    <a:lnTo>
                      <a:pt x="86" y="197"/>
                    </a:lnTo>
                    <a:lnTo>
                      <a:pt x="100" y="187"/>
                    </a:lnTo>
                    <a:lnTo>
                      <a:pt x="113" y="170"/>
                    </a:lnTo>
                    <a:lnTo>
                      <a:pt x="115" y="145"/>
                    </a:lnTo>
                    <a:lnTo>
                      <a:pt x="116" y="125"/>
                    </a:lnTo>
                    <a:lnTo>
                      <a:pt x="115" y="117"/>
                    </a:lnTo>
                    <a:lnTo>
                      <a:pt x="108" y="114"/>
                    </a:lnTo>
                    <a:lnTo>
                      <a:pt x="98" y="87"/>
                    </a:lnTo>
                    <a:lnTo>
                      <a:pt x="92" y="75"/>
                    </a:lnTo>
                    <a:lnTo>
                      <a:pt x="86" y="69"/>
                    </a:lnTo>
                    <a:lnTo>
                      <a:pt x="83" y="62"/>
                    </a:lnTo>
                    <a:lnTo>
                      <a:pt x="80" y="55"/>
                    </a:lnTo>
                    <a:lnTo>
                      <a:pt x="67" y="44"/>
                    </a:lnTo>
                    <a:lnTo>
                      <a:pt x="64" y="33"/>
                    </a:lnTo>
                    <a:lnTo>
                      <a:pt x="45" y="12"/>
                    </a:lnTo>
                    <a:lnTo>
                      <a:pt x="35" y="4"/>
                    </a:lnTo>
                    <a:lnTo>
                      <a:pt x="27" y="0"/>
                    </a:lnTo>
                    <a:lnTo>
                      <a:pt x="18"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169" name="Google Shape;2169;p5">
              <a:extLst>
                <a:ext uri="{FF2B5EF4-FFF2-40B4-BE49-F238E27FC236}">
                  <a16:creationId xmlns:a16="http://schemas.microsoft.com/office/drawing/2014/main" id="{40C7CDC1-3014-B697-BC84-0F22FA0C248D}"/>
                </a:ext>
              </a:extLst>
            </p:cNvPr>
            <p:cNvSpPr/>
            <p:nvPr/>
          </p:nvSpPr>
          <p:spPr>
            <a:xfrm>
              <a:off x="6850855" y="3240434"/>
              <a:ext cx="30163" cy="63500"/>
            </a:xfrm>
            <a:custGeom>
              <a:avLst/>
              <a:gdLst/>
              <a:ahLst/>
              <a:cxnLst/>
              <a:rect l="l" t="t" r="r" b="b"/>
              <a:pathLst>
                <a:path w="97" h="199" extrusionOk="0">
                  <a:moveTo>
                    <a:pt x="75" y="0"/>
                  </a:moveTo>
                  <a:lnTo>
                    <a:pt x="82" y="4"/>
                  </a:lnTo>
                  <a:lnTo>
                    <a:pt x="87" y="9"/>
                  </a:lnTo>
                  <a:lnTo>
                    <a:pt x="92" y="9"/>
                  </a:lnTo>
                  <a:lnTo>
                    <a:pt x="94" y="10"/>
                  </a:lnTo>
                  <a:lnTo>
                    <a:pt x="97" y="15"/>
                  </a:lnTo>
                  <a:lnTo>
                    <a:pt x="97" y="18"/>
                  </a:lnTo>
                  <a:lnTo>
                    <a:pt x="93" y="26"/>
                  </a:lnTo>
                  <a:lnTo>
                    <a:pt x="93" y="32"/>
                  </a:lnTo>
                  <a:lnTo>
                    <a:pt x="94" y="41"/>
                  </a:lnTo>
                  <a:lnTo>
                    <a:pt x="92" y="50"/>
                  </a:lnTo>
                  <a:lnTo>
                    <a:pt x="83" y="69"/>
                  </a:lnTo>
                  <a:lnTo>
                    <a:pt x="79" y="95"/>
                  </a:lnTo>
                  <a:lnTo>
                    <a:pt x="76" y="114"/>
                  </a:lnTo>
                  <a:lnTo>
                    <a:pt x="68" y="131"/>
                  </a:lnTo>
                  <a:lnTo>
                    <a:pt x="57" y="150"/>
                  </a:lnTo>
                  <a:lnTo>
                    <a:pt x="51" y="159"/>
                  </a:lnTo>
                  <a:lnTo>
                    <a:pt x="48" y="168"/>
                  </a:lnTo>
                  <a:lnTo>
                    <a:pt x="40" y="199"/>
                  </a:lnTo>
                  <a:lnTo>
                    <a:pt x="36" y="195"/>
                  </a:lnTo>
                  <a:lnTo>
                    <a:pt x="33" y="182"/>
                  </a:lnTo>
                  <a:lnTo>
                    <a:pt x="25" y="170"/>
                  </a:lnTo>
                  <a:lnTo>
                    <a:pt x="16" y="163"/>
                  </a:lnTo>
                  <a:lnTo>
                    <a:pt x="6" y="147"/>
                  </a:lnTo>
                  <a:lnTo>
                    <a:pt x="1" y="122"/>
                  </a:lnTo>
                  <a:lnTo>
                    <a:pt x="0" y="102"/>
                  </a:lnTo>
                  <a:lnTo>
                    <a:pt x="2" y="92"/>
                  </a:lnTo>
                  <a:lnTo>
                    <a:pt x="9" y="76"/>
                  </a:lnTo>
                  <a:lnTo>
                    <a:pt x="48" y="17"/>
                  </a:lnTo>
                  <a:lnTo>
                    <a:pt x="65" y="7"/>
                  </a:lnTo>
                  <a:lnTo>
                    <a:pt x="68" y="3"/>
                  </a:lnTo>
                  <a:lnTo>
                    <a:pt x="75"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170" name="Google Shape;2170;p5">
              <a:extLst>
                <a:ext uri="{FF2B5EF4-FFF2-40B4-BE49-F238E27FC236}">
                  <a16:creationId xmlns:a16="http://schemas.microsoft.com/office/drawing/2014/main" id="{254FED18-DD9A-8CF6-78AC-20E9900632A8}"/>
                </a:ext>
              </a:extLst>
            </p:cNvPr>
            <p:cNvGrpSpPr/>
            <p:nvPr/>
          </p:nvGrpSpPr>
          <p:grpSpPr>
            <a:xfrm>
              <a:off x="7017542" y="2807057"/>
              <a:ext cx="282575" cy="320676"/>
              <a:chOff x="3938" y="1929"/>
              <a:chExt cx="178" cy="202"/>
            </a:xfrm>
            <a:grpFill/>
          </p:grpSpPr>
          <p:sp>
            <p:nvSpPr>
              <p:cNvPr id="2171" name="Google Shape;2171;p5">
                <a:extLst>
                  <a:ext uri="{FF2B5EF4-FFF2-40B4-BE49-F238E27FC236}">
                    <a16:creationId xmlns:a16="http://schemas.microsoft.com/office/drawing/2014/main" id="{D91577B5-5C2A-0FE6-8125-C20D72501A4D}"/>
                  </a:ext>
                </a:extLst>
              </p:cNvPr>
              <p:cNvSpPr/>
              <p:nvPr/>
            </p:nvSpPr>
            <p:spPr>
              <a:xfrm>
                <a:off x="4050" y="1929"/>
                <a:ext cx="66" cy="61"/>
              </a:xfrm>
              <a:custGeom>
                <a:avLst/>
                <a:gdLst/>
                <a:ahLst/>
                <a:cxnLst/>
                <a:rect l="l" t="t" r="r" b="b"/>
                <a:pathLst>
                  <a:path w="330" h="307" extrusionOk="0">
                    <a:moveTo>
                      <a:pt x="285" y="108"/>
                    </a:moveTo>
                    <a:lnTo>
                      <a:pt x="301" y="94"/>
                    </a:lnTo>
                    <a:lnTo>
                      <a:pt x="305" y="97"/>
                    </a:lnTo>
                    <a:lnTo>
                      <a:pt x="299" y="113"/>
                    </a:lnTo>
                    <a:lnTo>
                      <a:pt x="291" y="129"/>
                    </a:lnTo>
                    <a:lnTo>
                      <a:pt x="294" y="141"/>
                    </a:lnTo>
                    <a:lnTo>
                      <a:pt x="304" y="148"/>
                    </a:lnTo>
                    <a:lnTo>
                      <a:pt x="304" y="164"/>
                    </a:lnTo>
                    <a:lnTo>
                      <a:pt x="315" y="164"/>
                    </a:lnTo>
                    <a:lnTo>
                      <a:pt x="330" y="159"/>
                    </a:lnTo>
                    <a:lnTo>
                      <a:pt x="325" y="170"/>
                    </a:lnTo>
                    <a:lnTo>
                      <a:pt x="308" y="177"/>
                    </a:lnTo>
                    <a:lnTo>
                      <a:pt x="293" y="188"/>
                    </a:lnTo>
                    <a:lnTo>
                      <a:pt x="283" y="191"/>
                    </a:lnTo>
                    <a:lnTo>
                      <a:pt x="277" y="187"/>
                    </a:lnTo>
                    <a:lnTo>
                      <a:pt x="271" y="195"/>
                    </a:lnTo>
                    <a:lnTo>
                      <a:pt x="254" y="193"/>
                    </a:lnTo>
                    <a:lnTo>
                      <a:pt x="238" y="195"/>
                    </a:lnTo>
                    <a:lnTo>
                      <a:pt x="223" y="204"/>
                    </a:lnTo>
                    <a:lnTo>
                      <a:pt x="208" y="223"/>
                    </a:lnTo>
                    <a:lnTo>
                      <a:pt x="199" y="241"/>
                    </a:lnTo>
                    <a:lnTo>
                      <a:pt x="195" y="259"/>
                    </a:lnTo>
                    <a:lnTo>
                      <a:pt x="189" y="268"/>
                    </a:lnTo>
                    <a:lnTo>
                      <a:pt x="162" y="248"/>
                    </a:lnTo>
                    <a:lnTo>
                      <a:pt x="142" y="241"/>
                    </a:lnTo>
                    <a:lnTo>
                      <a:pt x="114" y="224"/>
                    </a:lnTo>
                    <a:lnTo>
                      <a:pt x="97" y="221"/>
                    </a:lnTo>
                    <a:lnTo>
                      <a:pt x="84" y="227"/>
                    </a:lnTo>
                    <a:lnTo>
                      <a:pt x="74" y="236"/>
                    </a:lnTo>
                    <a:lnTo>
                      <a:pt x="63" y="235"/>
                    </a:lnTo>
                    <a:lnTo>
                      <a:pt x="52" y="225"/>
                    </a:lnTo>
                    <a:lnTo>
                      <a:pt x="36" y="226"/>
                    </a:lnTo>
                    <a:lnTo>
                      <a:pt x="28" y="240"/>
                    </a:lnTo>
                    <a:lnTo>
                      <a:pt x="34" y="251"/>
                    </a:lnTo>
                    <a:lnTo>
                      <a:pt x="57" y="262"/>
                    </a:lnTo>
                    <a:lnTo>
                      <a:pt x="74" y="277"/>
                    </a:lnTo>
                    <a:lnTo>
                      <a:pt x="71" y="284"/>
                    </a:lnTo>
                    <a:lnTo>
                      <a:pt x="59" y="283"/>
                    </a:lnTo>
                    <a:lnTo>
                      <a:pt x="50" y="283"/>
                    </a:lnTo>
                    <a:lnTo>
                      <a:pt x="40" y="289"/>
                    </a:lnTo>
                    <a:lnTo>
                      <a:pt x="35" y="297"/>
                    </a:lnTo>
                    <a:lnTo>
                      <a:pt x="22" y="307"/>
                    </a:lnTo>
                    <a:lnTo>
                      <a:pt x="14" y="305"/>
                    </a:lnTo>
                    <a:lnTo>
                      <a:pt x="11" y="295"/>
                    </a:lnTo>
                    <a:lnTo>
                      <a:pt x="18" y="264"/>
                    </a:lnTo>
                    <a:lnTo>
                      <a:pt x="0" y="247"/>
                    </a:lnTo>
                    <a:lnTo>
                      <a:pt x="2" y="224"/>
                    </a:lnTo>
                    <a:lnTo>
                      <a:pt x="11" y="214"/>
                    </a:lnTo>
                    <a:lnTo>
                      <a:pt x="24" y="207"/>
                    </a:lnTo>
                    <a:lnTo>
                      <a:pt x="34" y="195"/>
                    </a:lnTo>
                    <a:lnTo>
                      <a:pt x="38" y="184"/>
                    </a:lnTo>
                    <a:lnTo>
                      <a:pt x="31" y="176"/>
                    </a:lnTo>
                    <a:lnTo>
                      <a:pt x="34" y="167"/>
                    </a:lnTo>
                    <a:lnTo>
                      <a:pt x="47" y="171"/>
                    </a:lnTo>
                    <a:lnTo>
                      <a:pt x="60" y="175"/>
                    </a:lnTo>
                    <a:lnTo>
                      <a:pt x="81" y="175"/>
                    </a:lnTo>
                    <a:lnTo>
                      <a:pt x="88" y="160"/>
                    </a:lnTo>
                    <a:lnTo>
                      <a:pt x="87" y="146"/>
                    </a:lnTo>
                    <a:lnTo>
                      <a:pt x="87" y="135"/>
                    </a:lnTo>
                    <a:lnTo>
                      <a:pt x="94" y="127"/>
                    </a:lnTo>
                    <a:lnTo>
                      <a:pt x="100" y="110"/>
                    </a:lnTo>
                    <a:lnTo>
                      <a:pt x="102" y="90"/>
                    </a:lnTo>
                    <a:lnTo>
                      <a:pt x="109" y="58"/>
                    </a:lnTo>
                    <a:lnTo>
                      <a:pt x="99" y="25"/>
                    </a:lnTo>
                    <a:lnTo>
                      <a:pt x="99" y="15"/>
                    </a:lnTo>
                    <a:lnTo>
                      <a:pt x="110" y="3"/>
                    </a:lnTo>
                    <a:lnTo>
                      <a:pt x="115" y="0"/>
                    </a:lnTo>
                    <a:lnTo>
                      <a:pt x="122" y="8"/>
                    </a:lnTo>
                    <a:lnTo>
                      <a:pt x="126" y="15"/>
                    </a:lnTo>
                    <a:lnTo>
                      <a:pt x="135" y="22"/>
                    </a:lnTo>
                    <a:lnTo>
                      <a:pt x="158" y="54"/>
                    </a:lnTo>
                    <a:lnTo>
                      <a:pt x="179" y="75"/>
                    </a:lnTo>
                    <a:lnTo>
                      <a:pt x="199" y="92"/>
                    </a:lnTo>
                    <a:lnTo>
                      <a:pt x="222" y="103"/>
                    </a:lnTo>
                    <a:lnTo>
                      <a:pt x="244" y="108"/>
                    </a:lnTo>
                    <a:lnTo>
                      <a:pt x="250" y="116"/>
                    </a:lnTo>
                    <a:lnTo>
                      <a:pt x="261" y="121"/>
                    </a:lnTo>
                    <a:lnTo>
                      <a:pt x="272" y="118"/>
                    </a:lnTo>
                    <a:lnTo>
                      <a:pt x="285" y="10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72" name="Google Shape;2172;p5">
                <a:extLst>
                  <a:ext uri="{FF2B5EF4-FFF2-40B4-BE49-F238E27FC236}">
                    <a16:creationId xmlns:a16="http://schemas.microsoft.com/office/drawing/2014/main" id="{F292846D-F712-A2AD-285A-DC29F7455CCC}"/>
                  </a:ext>
                </a:extLst>
              </p:cNvPr>
              <p:cNvSpPr/>
              <p:nvPr/>
            </p:nvSpPr>
            <p:spPr>
              <a:xfrm>
                <a:off x="3952" y="1989"/>
                <a:ext cx="123" cy="110"/>
              </a:xfrm>
              <a:custGeom>
                <a:avLst/>
                <a:gdLst/>
                <a:ahLst/>
                <a:cxnLst/>
                <a:rect l="l" t="t" r="r" b="b"/>
                <a:pathLst>
                  <a:path w="613" h="552" extrusionOk="0">
                    <a:moveTo>
                      <a:pt x="560" y="6"/>
                    </a:moveTo>
                    <a:lnTo>
                      <a:pt x="576" y="6"/>
                    </a:lnTo>
                    <a:lnTo>
                      <a:pt x="578" y="13"/>
                    </a:lnTo>
                    <a:lnTo>
                      <a:pt x="576" y="37"/>
                    </a:lnTo>
                    <a:lnTo>
                      <a:pt x="577" y="53"/>
                    </a:lnTo>
                    <a:lnTo>
                      <a:pt x="582" y="69"/>
                    </a:lnTo>
                    <a:lnTo>
                      <a:pt x="592" y="83"/>
                    </a:lnTo>
                    <a:lnTo>
                      <a:pt x="598" y="96"/>
                    </a:lnTo>
                    <a:lnTo>
                      <a:pt x="607" y="118"/>
                    </a:lnTo>
                    <a:lnTo>
                      <a:pt x="613" y="143"/>
                    </a:lnTo>
                    <a:lnTo>
                      <a:pt x="612" y="153"/>
                    </a:lnTo>
                    <a:lnTo>
                      <a:pt x="608" y="160"/>
                    </a:lnTo>
                    <a:lnTo>
                      <a:pt x="607" y="171"/>
                    </a:lnTo>
                    <a:lnTo>
                      <a:pt x="599" y="180"/>
                    </a:lnTo>
                    <a:lnTo>
                      <a:pt x="593" y="180"/>
                    </a:lnTo>
                    <a:lnTo>
                      <a:pt x="585" y="208"/>
                    </a:lnTo>
                    <a:lnTo>
                      <a:pt x="583" y="224"/>
                    </a:lnTo>
                    <a:lnTo>
                      <a:pt x="571" y="223"/>
                    </a:lnTo>
                    <a:lnTo>
                      <a:pt x="556" y="232"/>
                    </a:lnTo>
                    <a:lnTo>
                      <a:pt x="551" y="251"/>
                    </a:lnTo>
                    <a:lnTo>
                      <a:pt x="554" y="268"/>
                    </a:lnTo>
                    <a:lnTo>
                      <a:pt x="556" y="284"/>
                    </a:lnTo>
                    <a:lnTo>
                      <a:pt x="556" y="305"/>
                    </a:lnTo>
                    <a:lnTo>
                      <a:pt x="558" y="317"/>
                    </a:lnTo>
                    <a:lnTo>
                      <a:pt x="548" y="327"/>
                    </a:lnTo>
                    <a:lnTo>
                      <a:pt x="539" y="347"/>
                    </a:lnTo>
                    <a:lnTo>
                      <a:pt x="535" y="365"/>
                    </a:lnTo>
                    <a:lnTo>
                      <a:pt x="535" y="386"/>
                    </a:lnTo>
                    <a:lnTo>
                      <a:pt x="543" y="397"/>
                    </a:lnTo>
                    <a:lnTo>
                      <a:pt x="545" y="404"/>
                    </a:lnTo>
                    <a:lnTo>
                      <a:pt x="537" y="409"/>
                    </a:lnTo>
                    <a:lnTo>
                      <a:pt x="527" y="425"/>
                    </a:lnTo>
                    <a:lnTo>
                      <a:pt x="521" y="439"/>
                    </a:lnTo>
                    <a:lnTo>
                      <a:pt x="494" y="459"/>
                    </a:lnTo>
                    <a:lnTo>
                      <a:pt x="491" y="449"/>
                    </a:lnTo>
                    <a:lnTo>
                      <a:pt x="495" y="425"/>
                    </a:lnTo>
                    <a:lnTo>
                      <a:pt x="502" y="417"/>
                    </a:lnTo>
                    <a:lnTo>
                      <a:pt x="505" y="408"/>
                    </a:lnTo>
                    <a:lnTo>
                      <a:pt x="491" y="408"/>
                    </a:lnTo>
                    <a:lnTo>
                      <a:pt x="489" y="419"/>
                    </a:lnTo>
                    <a:lnTo>
                      <a:pt x="484" y="429"/>
                    </a:lnTo>
                    <a:lnTo>
                      <a:pt x="483" y="440"/>
                    </a:lnTo>
                    <a:lnTo>
                      <a:pt x="475" y="434"/>
                    </a:lnTo>
                    <a:lnTo>
                      <a:pt x="462" y="433"/>
                    </a:lnTo>
                    <a:lnTo>
                      <a:pt x="456" y="443"/>
                    </a:lnTo>
                    <a:lnTo>
                      <a:pt x="451" y="468"/>
                    </a:lnTo>
                    <a:lnTo>
                      <a:pt x="445" y="476"/>
                    </a:lnTo>
                    <a:lnTo>
                      <a:pt x="437" y="474"/>
                    </a:lnTo>
                    <a:lnTo>
                      <a:pt x="435" y="459"/>
                    </a:lnTo>
                    <a:lnTo>
                      <a:pt x="436" y="447"/>
                    </a:lnTo>
                    <a:lnTo>
                      <a:pt x="427" y="446"/>
                    </a:lnTo>
                    <a:lnTo>
                      <a:pt x="419" y="455"/>
                    </a:lnTo>
                    <a:lnTo>
                      <a:pt x="410" y="466"/>
                    </a:lnTo>
                    <a:lnTo>
                      <a:pt x="404" y="478"/>
                    </a:lnTo>
                    <a:lnTo>
                      <a:pt x="402" y="479"/>
                    </a:lnTo>
                    <a:lnTo>
                      <a:pt x="384" y="476"/>
                    </a:lnTo>
                    <a:lnTo>
                      <a:pt x="356" y="476"/>
                    </a:lnTo>
                    <a:lnTo>
                      <a:pt x="341" y="479"/>
                    </a:lnTo>
                    <a:lnTo>
                      <a:pt x="345" y="474"/>
                    </a:lnTo>
                    <a:lnTo>
                      <a:pt x="351" y="470"/>
                    </a:lnTo>
                    <a:lnTo>
                      <a:pt x="339" y="467"/>
                    </a:lnTo>
                    <a:lnTo>
                      <a:pt x="336" y="463"/>
                    </a:lnTo>
                    <a:lnTo>
                      <a:pt x="333" y="470"/>
                    </a:lnTo>
                    <a:lnTo>
                      <a:pt x="327" y="462"/>
                    </a:lnTo>
                    <a:lnTo>
                      <a:pt x="325" y="449"/>
                    </a:lnTo>
                    <a:lnTo>
                      <a:pt x="320" y="451"/>
                    </a:lnTo>
                    <a:lnTo>
                      <a:pt x="309" y="476"/>
                    </a:lnTo>
                    <a:lnTo>
                      <a:pt x="328" y="488"/>
                    </a:lnTo>
                    <a:lnTo>
                      <a:pt x="328" y="504"/>
                    </a:lnTo>
                    <a:lnTo>
                      <a:pt x="320" y="498"/>
                    </a:lnTo>
                    <a:lnTo>
                      <a:pt x="314" y="501"/>
                    </a:lnTo>
                    <a:lnTo>
                      <a:pt x="307" y="503"/>
                    </a:lnTo>
                    <a:lnTo>
                      <a:pt x="300" y="508"/>
                    </a:lnTo>
                    <a:lnTo>
                      <a:pt x="296" y="514"/>
                    </a:lnTo>
                    <a:lnTo>
                      <a:pt x="295" y="517"/>
                    </a:lnTo>
                    <a:lnTo>
                      <a:pt x="279" y="546"/>
                    </a:lnTo>
                    <a:lnTo>
                      <a:pt x="268" y="552"/>
                    </a:lnTo>
                    <a:lnTo>
                      <a:pt x="252" y="546"/>
                    </a:lnTo>
                    <a:lnTo>
                      <a:pt x="247" y="536"/>
                    </a:lnTo>
                    <a:lnTo>
                      <a:pt x="236" y="529"/>
                    </a:lnTo>
                    <a:lnTo>
                      <a:pt x="233" y="517"/>
                    </a:lnTo>
                    <a:lnTo>
                      <a:pt x="233" y="499"/>
                    </a:lnTo>
                    <a:lnTo>
                      <a:pt x="238" y="494"/>
                    </a:lnTo>
                    <a:lnTo>
                      <a:pt x="248" y="479"/>
                    </a:lnTo>
                    <a:lnTo>
                      <a:pt x="249" y="474"/>
                    </a:lnTo>
                    <a:lnTo>
                      <a:pt x="247" y="472"/>
                    </a:lnTo>
                    <a:lnTo>
                      <a:pt x="228" y="476"/>
                    </a:lnTo>
                    <a:lnTo>
                      <a:pt x="216" y="471"/>
                    </a:lnTo>
                    <a:lnTo>
                      <a:pt x="203" y="468"/>
                    </a:lnTo>
                    <a:lnTo>
                      <a:pt x="190" y="468"/>
                    </a:lnTo>
                    <a:lnTo>
                      <a:pt x="179" y="478"/>
                    </a:lnTo>
                    <a:lnTo>
                      <a:pt x="163" y="488"/>
                    </a:lnTo>
                    <a:lnTo>
                      <a:pt x="156" y="483"/>
                    </a:lnTo>
                    <a:lnTo>
                      <a:pt x="147" y="487"/>
                    </a:lnTo>
                    <a:lnTo>
                      <a:pt x="142" y="487"/>
                    </a:lnTo>
                    <a:lnTo>
                      <a:pt x="133" y="492"/>
                    </a:lnTo>
                    <a:lnTo>
                      <a:pt x="126" y="492"/>
                    </a:lnTo>
                    <a:lnTo>
                      <a:pt x="119" y="495"/>
                    </a:lnTo>
                    <a:lnTo>
                      <a:pt x="92" y="503"/>
                    </a:lnTo>
                    <a:lnTo>
                      <a:pt x="85" y="497"/>
                    </a:lnTo>
                    <a:lnTo>
                      <a:pt x="78" y="498"/>
                    </a:lnTo>
                    <a:lnTo>
                      <a:pt x="69" y="524"/>
                    </a:lnTo>
                    <a:lnTo>
                      <a:pt x="64" y="525"/>
                    </a:lnTo>
                    <a:lnTo>
                      <a:pt x="51" y="520"/>
                    </a:lnTo>
                    <a:lnTo>
                      <a:pt x="43" y="515"/>
                    </a:lnTo>
                    <a:lnTo>
                      <a:pt x="32" y="519"/>
                    </a:lnTo>
                    <a:lnTo>
                      <a:pt x="24" y="519"/>
                    </a:lnTo>
                    <a:lnTo>
                      <a:pt x="20" y="521"/>
                    </a:lnTo>
                    <a:lnTo>
                      <a:pt x="10" y="517"/>
                    </a:lnTo>
                    <a:lnTo>
                      <a:pt x="0" y="516"/>
                    </a:lnTo>
                    <a:lnTo>
                      <a:pt x="0" y="503"/>
                    </a:lnTo>
                    <a:lnTo>
                      <a:pt x="1" y="495"/>
                    </a:lnTo>
                    <a:lnTo>
                      <a:pt x="26" y="488"/>
                    </a:lnTo>
                    <a:lnTo>
                      <a:pt x="35" y="478"/>
                    </a:lnTo>
                    <a:lnTo>
                      <a:pt x="45" y="471"/>
                    </a:lnTo>
                    <a:lnTo>
                      <a:pt x="63" y="461"/>
                    </a:lnTo>
                    <a:lnTo>
                      <a:pt x="74" y="446"/>
                    </a:lnTo>
                    <a:lnTo>
                      <a:pt x="87" y="438"/>
                    </a:lnTo>
                    <a:lnTo>
                      <a:pt x="94" y="424"/>
                    </a:lnTo>
                    <a:lnTo>
                      <a:pt x="106" y="417"/>
                    </a:lnTo>
                    <a:lnTo>
                      <a:pt x="118" y="413"/>
                    </a:lnTo>
                    <a:lnTo>
                      <a:pt x="136" y="418"/>
                    </a:lnTo>
                    <a:lnTo>
                      <a:pt x="155" y="416"/>
                    </a:lnTo>
                    <a:lnTo>
                      <a:pt x="169" y="417"/>
                    </a:lnTo>
                    <a:lnTo>
                      <a:pt x="209" y="408"/>
                    </a:lnTo>
                    <a:lnTo>
                      <a:pt x="219" y="407"/>
                    </a:lnTo>
                    <a:lnTo>
                      <a:pt x="228" y="403"/>
                    </a:lnTo>
                    <a:lnTo>
                      <a:pt x="238" y="403"/>
                    </a:lnTo>
                    <a:lnTo>
                      <a:pt x="237" y="412"/>
                    </a:lnTo>
                    <a:lnTo>
                      <a:pt x="260" y="418"/>
                    </a:lnTo>
                    <a:lnTo>
                      <a:pt x="265" y="417"/>
                    </a:lnTo>
                    <a:lnTo>
                      <a:pt x="270" y="412"/>
                    </a:lnTo>
                    <a:lnTo>
                      <a:pt x="282" y="403"/>
                    </a:lnTo>
                    <a:lnTo>
                      <a:pt x="284" y="371"/>
                    </a:lnTo>
                    <a:lnTo>
                      <a:pt x="300" y="357"/>
                    </a:lnTo>
                    <a:lnTo>
                      <a:pt x="312" y="339"/>
                    </a:lnTo>
                    <a:lnTo>
                      <a:pt x="320" y="320"/>
                    </a:lnTo>
                    <a:lnTo>
                      <a:pt x="322" y="305"/>
                    </a:lnTo>
                    <a:lnTo>
                      <a:pt x="324" y="294"/>
                    </a:lnTo>
                    <a:lnTo>
                      <a:pt x="343" y="283"/>
                    </a:lnTo>
                    <a:lnTo>
                      <a:pt x="351" y="284"/>
                    </a:lnTo>
                    <a:lnTo>
                      <a:pt x="350" y="294"/>
                    </a:lnTo>
                    <a:lnTo>
                      <a:pt x="341" y="298"/>
                    </a:lnTo>
                    <a:lnTo>
                      <a:pt x="333" y="306"/>
                    </a:lnTo>
                    <a:lnTo>
                      <a:pt x="332" y="309"/>
                    </a:lnTo>
                    <a:lnTo>
                      <a:pt x="336" y="321"/>
                    </a:lnTo>
                    <a:lnTo>
                      <a:pt x="336" y="333"/>
                    </a:lnTo>
                    <a:lnTo>
                      <a:pt x="341" y="333"/>
                    </a:lnTo>
                    <a:lnTo>
                      <a:pt x="354" y="332"/>
                    </a:lnTo>
                    <a:lnTo>
                      <a:pt x="363" y="321"/>
                    </a:lnTo>
                    <a:lnTo>
                      <a:pt x="377" y="314"/>
                    </a:lnTo>
                    <a:lnTo>
                      <a:pt x="393" y="309"/>
                    </a:lnTo>
                    <a:lnTo>
                      <a:pt x="410" y="295"/>
                    </a:lnTo>
                    <a:lnTo>
                      <a:pt x="422" y="284"/>
                    </a:lnTo>
                    <a:lnTo>
                      <a:pt x="430" y="269"/>
                    </a:lnTo>
                    <a:lnTo>
                      <a:pt x="440" y="257"/>
                    </a:lnTo>
                    <a:lnTo>
                      <a:pt x="453" y="247"/>
                    </a:lnTo>
                    <a:lnTo>
                      <a:pt x="459" y="247"/>
                    </a:lnTo>
                    <a:lnTo>
                      <a:pt x="467" y="235"/>
                    </a:lnTo>
                    <a:lnTo>
                      <a:pt x="468" y="225"/>
                    </a:lnTo>
                    <a:lnTo>
                      <a:pt x="470" y="215"/>
                    </a:lnTo>
                    <a:lnTo>
                      <a:pt x="486" y="188"/>
                    </a:lnTo>
                    <a:lnTo>
                      <a:pt x="490" y="176"/>
                    </a:lnTo>
                    <a:lnTo>
                      <a:pt x="492" y="165"/>
                    </a:lnTo>
                    <a:lnTo>
                      <a:pt x="499" y="154"/>
                    </a:lnTo>
                    <a:lnTo>
                      <a:pt x="502" y="139"/>
                    </a:lnTo>
                    <a:lnTo>
                      <a:pt x="502" y="123"/>
                    </a:lnTo>
                    <a:lnTo>
                      <a:pt x="495" y="117"/>
                    </a:lnTo>
                    <a:lnTo>
                      <a:pt x="484" y="112"/>
                    </a:lnTo>
                    <a:lnTo>
                      <a:pt x="489" y="107"/>
                    </a:lnTo>
                    <a:lnTo>
                      <a:pt x="499" y="92"/>
                    </a:lnTo>
                    <a:lnTo>
                      <a:pt x="497" y="62"/>
                    </a:lnTo>
                    <a:lnTo>
                      <a:pt x="502" y="53"/>
                    </a:lnTo>
                    <a:lnTo>
                      <a:pt x="512" y="49"/>
                    </a:lnTo>
                    <a:lnTo>
                      <a:pt x="513" y="32"/>
                    </a:lnTo>
                    <a:lnTo>
                      <a:pt x="517" y="24"/>
                    </a:lnTo>
                    <a:lnTo>
                      <a:pt x="524" y="20"/>
                    </a:lnTo>
                    <a:lnTo>
                      <a:pt x="531" y="29"/>
                    </a:lnTo>
                    <a:lnTo>
                      <a:pt x="535" y="42"/>
                    </a:lnTo>
                    <a:lnTo>
                      <a:pt x="539" y="48"/>
                    </a:lnTo>
                    <a:lnTo>
                      <a:pt x="547" y="38"/>
                    </a:lnTo>
                    <a:lnTo>
                      <a:pt x="553" y="42"/>
                    </a:lnTo>
                    <a:lnTo>
                      <a:pt x="560" y="41"/>
                    </a:lnTo>
                    <a:lnTo>
                      <a:pt x="566" y="27"/>
                    </a:lnTo>
                    <a:lnTo>
                      <a:pt x="567" y="15"/>
                    </a:lnTo>
                    <a:lnTo>
                      <a:pt x="559" y="22"/>
                    </a:lnTo>
                    <a:lnTo>
                      <a:pt x="547" y="26"/>
                    </a:lnTo>
                    <a:lnTo>
                      <a:pt x="543" y="14"/>
                    </a:lnTo>
                    <a:lnTo>
                      <a:pt x="547" y="3"/>
                    </a:lnTo>
                    <a:lnTo>
                      <a:pt x="551" y="0"/>
                    </a:lnTo>
                    <a:lnTo>
                      <a:pt x="560" y="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73" name="Google Shape;2173;p5">
                <a:extLst>
                  <a:ext uri="{FF2B5EF4-FFF2-40B4-BE49-F238E27FC236}">
                    <a16:creationId xmlns:a16="http://schemas.microsoft.com/office/drawing/2014/main" id="{BCA6F210-169F-02F9-2CB4-6E98816A6A16}"/>
                  </a:ext>
                </a:extLst>
              </p:cNvPr>
              <p:cNvSpPr/>
              <p:nvPr/>
            </p:nvSpPr>
            <p:spPr>
              <a:xfrm>
                <a:off x="3966" y="2088"/>
                <a:ext cx="28" cy="21"/>
              </a:xfrm>
              <a:custGeom>
                <a:avLst/>
                <a:gdLst/>
                <a:ahLst/>
                <a:cxnLst/>
                <a:rect l="l" t="t" r="r" b="b"/>
                <a:pathLst>
                  <a:path w="140" h="107" extrusionOk="0">
                    <a:moveTo>
                      <a:pt x="113" y="70"/>
                    </a:moveTo>
                    <a:lnTo>
                      <a:pt x="102" y="63"/>
                    </a:lnTo>
                    <a:lnTo>
                      <a:pt x="88" y="58"/>
                    </a:lnTo>
                    <a:lnTo>
                      <a:pt x="74" y="62"/>
                    </a:lnTo>
                    <a:lnTo>
                      <a:pt x="66" y="68"/>
                    </a:lnTo>
                    <a:lnTo>
                      <a:pt x="59" y="80"/>
                    </a:lnTo>
                    <a:lnTo>
                      <a:pt x="50" y="95"/>
                    </a:lnTo>
                    <a:lnTo>
                      <a:pt x="48" y="106"/>
                    </a:lnTo>
                    <a:lnTo>
                      <a:pt x="39" y="107"/>
                    </a:lnTo>
                    <a:lnTo>
                      <a:pt x="30" y="100"/>
                    </a:lnTo>
                    <a:lnTo>
                      <a:pt x="26" y="95"/>
                    </a:lnTo>
                    <a:lnTo>
                      <a:pt x="19" y="82"/>
                    </a:lnTo>
                    <a:lnTo>
                      <a:pt x="20" y="76"/>
                    </a:lnTo>
                    <a:lnTo>
                      <a:pt x="16" y="69"/>
                    </a:lnTo>
                    <a:lnTo>
                      <a:pt x="10" y="64"/>
                    </a:lnTo>
                    <a:lnTo>
                      <a:pt x="0" y="64"/>
                    </a:lnTo>
                    <a:lnTo>
                      <a:pt x="15" y="53"/>
                    </a:lnTo>
                    <a:lnTo>
                      <a:pt x="37" y="23"/>
                    </a:lnTo>
                    <a:lnTo>
                      <a:pt x="50" y="25"/>
                    </a:lnTo>
                    <a:lnTo>
                      <a:pt x="57" y="28"/>
                    </a:lnTo>
                    <a:lnTo>
                      <a:pt x="68" y="26"/>
                    </a:lnTo>
                    <a:lnTo>
                      <a:pt x="78" y="21"/>
                    </a:lnTo>
                    <a:lnTo>
                      <a:pt x="82" y="14"/>
                    </a:lnTo>
                    <a:lnTo>
                      <a:pt x="95" y="1"/>
                    </a:lnTo>
                    <a:lnTo>
                      <a:pt x="102" y="0"/>
                    </a:lnTo>
                    <a:lnTo>
                      <a:pt x="112" y="3"/>
                    </a:lnTo>
                    <a:lnTo>
                      <a:pt x="123" y="9"/>
                    </a:lnTo>
                    <a:lnTo>
                      <a:pt x="132" y="10"/>
                    </a:lnTo>
                    <a:lnTo>
                      <a:pt x="138" y="33"/>
                    </a:lnTo>
                    <a:lnTo>
                      <a:pt x="140" y="36"/>
                    </a:lnTo>
                    <a:lnTo>
                      <a:pt x="134" y="44"/>
                    </a:lnTo>
                    <a:lnTo>
                      <a:pt x="128" y="47"/>
                    </a:lnTo>
                    <a:lnTo>
                      <a:pt x="123" y="54"/>
                    </a:lnTo>
                    <a:lnTo>
                      <a:pt x="118" y="63"/>
                    </a:lnTo>
                    <a:lnTo>
                      <a:pt x="113" y="7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74" name="Google Shape;2174;p5">
                <a:extLst>
                  <a:ext uri="{FF2B5EF4-FFF2-40B4-BE49-F238E27FC236}">
                    <a16:creationId xmlns:a16="http://schemas.microsoft.com/office/drawing/2014/main" id="{D15BE732-EB9E-382F-EFF8-05C0F7705E43}"/>
                  </a:ext>
                </a:extLst>
              </p:cNvPr>
              <p:cNvSpPr/>
              <p:nvPr/>
            </p:nvSpPr>
            <p:spPr>
              <a:xfrm>
                <a:off x="3938" y="2093"/>
                <a:ext cx="26" cy="38"/>
              </a:xfrm>
              <a:custGeom>
                <a:avLst/>
                <a:gdLst/>
                <a:ahLst/>
                <a:cxnLst/>
                <a:rect l="l" t="t" r="r" b="b"/>
                <a:pathLst>
                  <a:path w="131" h="187" extrusionOk="0">
                    <a:moveTo>
                      <a:pt x="67" y="2"/>
                    </a:moveTo>
                    <a:lnTo>
                      <a:pt x="69" y="2"/>
                    </a:lnTo>
                    <a:lnTo>
                      <a:pt x="64" y="0"/>
                    </a:lnTo>
                    <a:lnTo>
                      <a:pt x="56" y="4"/>
                    </a:lnTo>
                    <a:lnTo>
                      <a:pt x="47" y="13"/>
                    </a:lnTo>
                    <a:lnTo>
                      <a:pt x="42" y="22"/>
                    </a:lnTo>
                    <a:lnTo>
                      <a:pt x="35" y="22"/>
                    </a:lnTo>
                    <a:lnTo>
                      <a:pt x="29" y="29"/>
                    </a:lnTo>
                    <a:lnTo>
                      <a:pt x="21" y="32"/>
                    </a:lnTo>
                    <a:lnTo>
                      <a:pt x="18" y="29"/>
                    </a:lnTo>
                    <a:lnTo>
                      <a:pt x="11" y="34"/>
                    </a:lnTo>
                    <a:lnTo>
                      <a:pt x="0" y="48"/>
                    </a:lnTo>
                    <a:lnTo>
                      <a:pt x="10" y="56"/>
                    </a:lnTo>
                    <a:lnTo>
                      <a:pt x="16" y="64"/>
                    </a:lnTo>
                    <a:lnTo>
                      <a:pt x="16" y="72"/>
                    </a:lnTo>
                    <a:lnTo>
                      <a:pt x="11" y="62"/>
                    </a:lnTo>
                    <a:lnTo>
                      <a:pt x="5" y="62"/>
                    </a:lnTo>
                    <a:lnTo>
                      <a:pt x="9" y="88"/>
                    </a:lnTo>
                    <a:lnTo>
                      <a:pt x="14" y="81"/>
                    </a:lnTo>
                    <a:lnTo>
                      <a:pt x="27" y="78"/>
                    </a:lnTo>
                    <a:lnTo>
                      <a:pt x="37" y="84"/>
                    </a:lnTo>
                    <a:lnTo>
                      <a:pt x="41" y="75"/>
                    </a:lnTo>
                    <a:lnTo>
                      <a:pt x="35" y="72"/>
                    </a:lnTo>
                    <a:lnTo>
                      <a:pt x="32" y="65"/>
                    </a:lnTo>
                    <a:lnTo>
                      <a:pt x="32" y="54"/>
                    </a:lnTo>
                    <a:lnTo>
                      <a:pt x="37" y="50"/>
                    </a:lnTo>
                    <a:lnTo>
                      <a:pt x="43" y="63"/>
                    </a:lnTo>
                    <a:lnTo>
                      <a:pt x="51" y="74"/>
                    </a:lnTo>
                    <a:lnTo>
                      <a:pt x="51" y="85"/>
                    </a:lnTo>
                    <a:lnTo>
                      <a:pt x="53" y="86"/>
                    </a:lnTo>
                    <a:lnTo>
                      <a:pt x="53" y="100"/>
                    </a:lnTo>
                    <a:lnTo>
                      <a:pt x="47" y="112"/>
                    </a:lnTo>
                    <a:lnTo>
                      <a:pt x="41" y="118"/>
                    </a:lnTo>
                    <a:lnTo>
                      <a:pt x="36" y="128"/>
                    </a:lnTo>
                    <a:lnTo>
                      <a:pt x="35" y="143"/>
                    </a:lnTo>
                    <a:lnTo>
                      <a:pt x="38" y="159"/>
                    </a:lnTo>
                    <a:lnTo>
                      <a:pt x="35" y="167"/>
                    </a:lnTo>
                    <a:lnTo>
                      <a:pt x="41" y="174"/>
                    </a:lnTo>
                    <a:lnTo>
                      <a:pt x="54" y="180"/>
                    </a:lnTo>
                    <a:lnTo>
                      <a:pt x="58" y="166"/>
                    </a:lnTo>
                    <a:lnTo>
                      <a:pt x="53" y="155"/>
                    </a:lnTo>
                    <a:lnTo>
                      <a:pt x="57" y="145"/>
                    </a:lnTo>
                    <a:lnTo>
                      <a:pt x="65" y="148"/>
                    </a:lnTo>
                    <a:lnTo>
                      <a:pt x="62" y="151"/>
                    </a:lnTo>
                    <a:lnTo>
                      <a:pt x="61" y="160"/>
                    </a:lnTo>
                    <a:lnTo>
                      <a:pt x="63" y="172"/>
                    </a:lnTo>
                    <a:lnTo>
                      <a:pt x="63" y="187"/>
                    </a:lnTo>
                    <a:lnTo>
                      <a:pt x="70" y="185"/>
                    </a:lnTo>
                    <a:lnTo>
                      <a:pt x="79" y="177"/>
                    </a:lnTo>
                    <a:lnTo>
                      <a:pt x="79" y="169"/>
                    </a:lnTo>
                    <a:lnTo>
                      <a:pt x="88" y="160"/>
                    </a:lnTo>
                    <a:lnTo>
                      <a:pt x="94" y="164"/>
                    </a:lnTo>
                    <a:lnTo>
                      <a:pt x="100" y="148"/>
                    </a:lnTo>
                    <a:lnTo>
                      <a:pt x="107" y="117"/>
                    </a:lnTo>
                    <a:lnTo>
                      <a:pt x="113" y="100"/>
                    </a:lnTo>
                    <a:lnTo>
                      <a:pt x="120" y="89"/>
                    </a:lnTo>
                    <a:lnTo>
                      <a:pt x="127" y="78"/>
                    </a:lnTo>
                    <a:lnTo>
                      <a:pt x="131" y="69"/>
                    </a:lnTo>
                    <a:lnTo>
                      <a:pt x="129" y="59"/>
                    </a:lnTo>
                    <a:lnTo>
                      <a:pt x="124" y="48"/>
                    </a:lnTo>
                    <a:lnTo>
                      <a:pt x="111" y="45"/>
                    </a:lnTo>
                    <a:lnTo>
                      <a:pt x="110" y="40"/>
                    </a:lnTo>
                    <a:lnTo>
                      <a:pt x="115" y="26"/>
                    </a:lnTo>
                    <a:lnTo>
                      <a:pt x="112" y="19"/>
                    </a:lnTo>
                    <a:lnTo>
                      <a:pt x="104" y="21"/>
                    </a:lnTo>
                    <a:lnTo>
                      <a:pt x="86" y="22"/>
                    </a:lnTo>
                    <a:lnTo>
                      <a:pt x="77" y="9"/>
                    </a:lnTo>
                    <a:lnTo>
                      <a:pt x="77" y="3"/>
                    </a:lnTo>
                    <a:lnTo>
                      <a:pt x="67" y="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175" name="Google Shape;2175;p5">
              <a:extLst>
                <a:ext uri="{FF2B5EF4-FFF2-40B4-BE49-F238E27FC236}">
                  <a16:creationId xmlns:a16="http://schemas.microsoft.com/office/drawing/2014/main" id="{E318D469-1AAA-67E4-ADDE-7C21DFC1355E}"/>
                </a:ext>
              </a:extLst>
            </p:cNvPr>
            <p:cNvSpPr/>
            <p:nvPr/>
          </p:nvSpPr>
          <p:spPr>
            <a:xfrm>
              <a:off x="6955630" y="2968972"/>
              <a:ext cx="60325" cy="90488"/>
            </a:xfrm>
            <a:custGeom>
              <a:avLst/>
              <a:gdLst/>
              <a:ahLst/>
              <a:cxnLst/>
              <a:rect l="l" t="t" r="r" b="b"/>
              <a:pathLst>
                <a:path w="190" h="285" extrusionOk="0">
                  <a:moveTo>
                    <a:pt x="125" y="0"/>
                  </a:moveTo>
                  <a:lnTo>
                    <a:pt x="130" y="5"/>
                  </a:lnTo>
                  <a:lnTo>
                    <a:pt x="146" y="36"/>
                  </a:lnTo>
                  <a:lnTo>
                    <a:pt x="156" y="46"/>
                  </a:lnTo>
                  <a:lnTo>
                    <a:pt x="165" y="58"/>
                  </a:lnTo>
                  <a:lnTo>
                    <a:pt x="173" y="73"/>
                  </a:lnTo>
                  <a:lnTo>
                    <a:pt x="180" y="91"/>
                  </a:lnTo>
                  <a:lnTo>
                    <a:pt x="184" y="113"/>
                  </a:lnTo>
                  <a:lnTo>
                    <a:pt x="183" y="150"/>
                  </a:lnTo>
                  <a:lnTo>
                    <a:pt x="184" y="170"/>
                  </a:lnTo>
                  <a:lnTo>
                    <a:pt x="190" y="171"/>
                  </a:lnTo>
                  <a:lnTo>
                    <a:pt x="181" y="201"/>
                  </a:lnTo>
                  <a:lnTo>
                    <a:pt x="174" y="217"/>
                  </a:lnTo>
                  <a:lnTo>
                    <a:pt x="163" y="228"/>
                  </a:lnTo>
                  <a:lnTo>
                    <a:pt x="154" y="230"/>
                  </a:lnTo>
                  <a:lnTo>
                    <a:pt x="142" y="233"/>
                  </a:lnTo>
                  <a:lnTo>
                    <a:pt x="135" y="230"/>
                  </a:lnTo>
                  <a:lnTo>
                    <a:pt x="131" y="235"/>
                  </a:lnTo>
                  <a:lnTo>
                    <a:pt x="127" y="242"/>
                  </a:lnTo>
                  <a:lnTo>
                    <a:pt x="120" y="252"/>
                  </a:lnTo>
                  <a:lnTo>
                    <a:pt x="116" y="245"/>
                  </a:lnTo>
                  <a:lnTo>
                    <a:pt x="111" y="245"/>
                  </a:lnTo>
                  <a:lnTo>
                    <a:pt x="101" y="240"/>
                  </a:lnTo>
                  <a:lnTo>
                    <a:pt x="95" y="241"/>
                  </a:lnTo>
                  <a:lnTo>
                    <a:pt x="83" y="246"/>
                  </a:lnTo>
                  <a:lnTo>
                    <a:pt x="88" y="252"/>
                  </a:lnTo>
                  <a:lnTo>
                    <a:pt x="86" y="260"/>
                  </a:lnTo>
                  <a:lnTo>
                    <a:pt x="79" y="263"/>
                  </a:lnTo>
                  <a:lnTo>
                    <a:pt x="76" y="256"/>
                  </a:lnTo>
                  <a:lnTo>
                    <a:pt x="72" y="252"/>
                  </a:lnTo>
                  <a:lnTo>
                    <a:pt x="71" y="268"/>
                  </a:lnTo>
                  <a:lnTo>
                    <a:pt x="66" y="272"/>
                  </a:lnTo>
                  <a:lnTo>
                    <a:pt x="61" y="273"/>
                  </a:lnTo>
                  <a:lnTo>
                    <a:pt x="57" y="269"/>
                  </a:lnTo>
                  <a:lnTo>
                    <a:pt x="65" y="263"/>
                  </a:lnTo>
                  <a:lnTo>
                    <a:pt x="66" y="257"/>
                  </a:lnTo>
                  <a:lnTo>
                    <a:pt x="60" y="260"/>
                  </a:lnTo>
                  <a:lnTo>
                    <a:pt x="51" y="264"/>
                  </a:lnTo>
                  <a:lnTo>
                    <a:pt x="41" y="276"/>
                  </a:lnTo>
                  <a:lnTo>
                    <a:pt x="38" y="276"/>
                  </a:lnTo>
                  <a:lnTo>
                    <a:pt x="35" y="269"/>
                  </a:lnTo>
                  <a:lnTo>
                    <a:pt x="31" y="274"/>
                  </a:lnTo>
                  <a:lnTo>
                    <a:pt x="22" y="283"/>
                  </a:lnTo>
                  <a:lnTo>
                    <a:pt x="20" y="274"/>
                  </a:lnTo>
                  <a:lnTo>
                    <a:pt x="12" y="277"/>
                  </a:lnTo>
                  <a:lnTo>
                    <a:pt x="8" y="285"/>
                  </a:lnTo>
                  <a:lnTo>
                    <a:pt x="4" y="282"/>
                  </a:lnTo>
                  <a:lnTo>
                    <a:pt x="9" y="273"/>
                  </a:lnTo>
                  <a:lnTo>
                    <a:pt x="11" y="263"/>
                  </a:lnTo>
                  <a:lnTo>
                    <a:pt x="22" y="267"/>
                  </a:lnTo>
                  <a:lnTo>
                    <a:pt x="20" y="261"/>
                  </a:lnTo>
                  <a:lnTo>
                    <a:pt x="24" y="253"/>
                  </a:lnTo>
                  <a:lnTo>
                    <a:pt x="19" y="250"/>
                  </a:lnTo>
                  <a:lnTo>
                    <a:pt x="13" y="256"/>
                  </a:lnTo>
                  <a:lnTo>
                    <a:pt x="11" y="247"/>
                  </a:lnTo>
                  <a:lnTo>
                    <a:pt x="15" y="235"/>
                  </a:lnTo>
                  <a:lnTo>
                    <a:pt x="15" y="225"/>
                  </a:lnTo>
                  <a:lnTo>
                    <a:pt x="20" y="212"/>
                  </a:lnTo>
                  <a:lnTo>
                    <a:pt x="27" y="203"/>
                  </a:lnTo>
                  <a:lnTo>
                    <a:pt x="23" y="199"/>
                  </a:lnTo>
                  <a:lnTo>
                    <a:pt x="31" y="193"/>
                  </a:lnTo>
                  <a:lnTo>
                    <a:pt x="34" y="186"/>
                  </a:lnTo>
                  <a:lnTo>
                    <a:pt x="30" y="180"/>
                  </a:lnTo>
                  <a:lnTo>
                    <a:pt x="30" y="174"/>
                  </a:lnTo>
                  <a:lnTo>
                    <a:pt x="24" y="167"/>
                  </a:lnTo>
                  <a:lnTo>
                    <a:pt x="23" y="155"/>
                  </a:lnTo>
                  <a:lnTo>
                    <a:pt x="20" y="143"/>
                  </a:lnTo>
                  <a:lnTo>
                    <a:pt x="19" y="129"/>
                  </a:lnTo>
                  <a:lnTo>
                    <a:pt x="13" y="127"/>
                  </a:lnTo>
                  <a:lnTo>
                    <a:pt x="15" y="139"/>
                  </a:lnTo>
                  <a:lnTo>
                    <a:pt x="11" y="142"/>
                  </a:lnTo>
                  <a:lnTo>
                    <a:pt x="4" y="132"/>
                  </a:lnTo>
                  <a:lnTo>
                    <a:pt x="0" y="132"/>
                  </a:lnTo>
                  <a:lnTo>
                    <a:pt x="1" y="123"/>
                  </a:lnTo>
                  <a:lnTo>
                    <a:pt x="8" y="115"/>
                  </a:lnTo>
                  <a:lnTo>
                    <a:pt x="17" y="115"/>
                  </a:lnTo>
                  <a:lnTo>
                    <a:pt x="29" y="110"/>
                  </a:lnTo>
                  <a:lnTo>
                    <a:pt x="39" y="117"/>
                  </a:lnTo>
                  <a:lnTo>
                    <a:pt x="43" y="118"/>
                  </a:lnTo>
                  <a:lnTo>
                    <a:pt x="38" y="108"/>
                  </a:lnTo>
                  <a:lnTo>
                    <a:pt x="38" y="100"/>
                  </a:lnTo>
                  <a:lnTo>
                    <a:pt x="34" y="95"/>
                  </a:lnTo>
                  <a:lnTo>
                    <a:pt x="35" y="89"/>
                  </a:lnTo>
                  <a:lnTo>
                    <a:pt x="38" y="86"/>
                  </a:lnTo>
                  <a:lnTo>
                    <a:pt x="31" y="81"/>
                  </a:lnTo>
                  <a:lnTo>
                    <a:pt x="29" y="83"/>
                  </a:lnTo>
                  <a:lnTo>
                    <a:pt x="25" y="77"/>
                  </a:lnTo>
                  <a:lnTo>
                    <a:pt x="24" y="72"/>
                  </a:lnTo>
                  <a:lnTo>
                    <a:pt x="28" y="72"/>
                  </a:lnTo>
                  <a:lnTo>
                    <a:pt x="22" y="64"/>
                  </a:lnTo>
                  <a:lnTo>
                    <a:pt x="19" y="58"/>
                  </a:lnTo>
                  <a:lnTo>
                    <a:pt x="19" y="53"/>
                  </a:lnTo>
                  <a:lnTo>
                    <a:pt x="23" y="56"/>
                  </a:lnTo>
                  <a:lnTo>
                    <a:pt x="36" y="45"/>
                  </a:lnTo>
                  <a:lnTo>
                    <a:pt x="58" y="22"/>
                  </a:lnTo>
                  <a:lnTo>
                    <a:pt x="76" y="21"/>
                  </a:lnTo>
                  <a:lnTo>
                    <a:pt x="93" y="22"/>
                  </a:lnTo>
                  <a:lnTo>
                    <a:pt x="108" y="16"/>
                  </a:lnTo>
                  <a:lnTo>
                    <a:pt x="125"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76" name="Google Shape;2176;p5">
              <a:extLst>
                <a:ext uri="{FF2B5EF4-FFF2-40B4-BE49-F238E27FC236}">
                  <a16:creationId xmlns:a16="http://schemas.microsoft.com/office/drawing/2014/main" id="{86A9757E-5ECA-97F2-596A-009167898D01}"/>
                </a:ext>
              </a:extLst>
            </p:cNvPr>
            <p:cNvSpPr/>
            <p:nvPr/>
          </p:nvSpPr>
          <p:spPr>
            <a:xfrm>
              <a:off x="6288880" y="2629247"/>
              <a:ext cx="550863" cy="269875"/>
            </a:xfrm>
            <a:custGeom>
              <a:avLst/>
              <a:gdLst/>
              <a:ahLst/>
              <a:cxnLst/>
              <a:rect l="l" t="t" r="r" b="b"/>
              <a:pathLst>
                <a:path w="1734" h="848" extrusionOk="0">
                  <a:moveTo>
                    <a:pt x="0" y="273"/>
                  </a:moveTo>
                  <a:lnTo>
                    <a:pt x="12" y="251"/>
                  </a:lnTo>
                  <a:lnTo>
                    <a:pt x="28" y="234"/>
                  </a:lnTo>
                  <a:lnTo>
                    <a:pt x="46" y="227"/>
                  </a:lnTo>
                  <a:lnTo>
                    <a:pt x="65" y="221"/>
                  </a:lnTo>
                  <a:lnTo>
                    <a:pt x="84" y="208"/>
                  </a:lnTo>
                  <a:lnTo>
                    <a:pt x="104" y="192"/>
                  </a:lnTo>
                  <a:lnTo>
                    <a:pt x="129" y="180"/>
                  </a:lnTo>
                  <a:lnTo>
                    <a:pt x="154" y="158"/>
                  </a:lnTo>
                  <a:lnTo>
                    <a:pt x="195" y="146"/>
                  </a:lnTo>
                  <a:lnTo>
                    <a:pt x="220" y="135"/>
                  </a:lnTo>
                  <a:lnTo>
                    <a:pt x="243" y="132"/>
                  </a:lnTo>
                  <a:lnTo>
                    <a:pt x="265" y="136"/>
                  </a:lnTo>
                  <a:lnTo>
                    <a:pt x="281" y="142"/>
                  </a:lnTo>
                  <a:lnTo>
                    <a:pt x="294" y="153"/>
                  </a:lnTo>
                  <a:lnTo>
                    <a:pt x="313" y="149"/>
                  </a:lnTo>
                  <a:lnTo>
                    <a:pt x="334" y="148"/>
                  </a:lnTo>
                  <a:lnTo>
                    <a:pt x="351" y="151"/>
                  </a:lnTo>
                  <a:lnTo>
                    <a:pt x="382" y="180"/>
                  </a:lnTo>
                  <a:lnTo>
                    <a:pt x="387" y="187"/>
                  </a:lnTo>
                  <a:lnTo>
                    <a:pt x="404" y="190"/>
                  </a:lnTo>
                  <a:lnTo>
                    <a:pt x="451" y="183"/>
                  </a:lnTo>
                  <a:lnTo>
                    <a:pt x="464" y="189"/>
                  </a:lnTo>
                  <a:lnTo>
                    <a:pt x="508" y="190"/>
                  </a:lnTo>
                  <a:lnTo>
                    <a:pt x="546" y="185"/>
                  </a:lnTo>
                  <a:lnTo>
                    <a:pt x="556" y="180"/>
                  </a:lnTo>
                  <a:lnTo>
                    <a:pt x="556" y="172"/>
                  </a:lnTo>
                  <a:lnTo>
                    <a:pt x="552" y="160"/>
                  </a:lnTo>
                  <a:lnTo>
                    <a:pt x="555" y="146"/>
                  </a:lnTo>
                  <a:lnTo>
                    <a:pt x="565" y="130"/>
                  </a:lnTo>
                  <a:lnTo>
                    <a:pt x="565" y="114"/>
                  </a:lnTo>
                  <a:lnTo>
                    <a:pt x="554" y="99"/>
                  </a:lnTo>
                  <a:lnTo>
                    <a:pt x="550" y="81"/>
                  </a:lnTo>
                  <a:lnTo>
                    <a:pt x="552" y="63"/>
                  </a:lnTo>
                  <a:lnTo>
                    <a:pt x="568" y="49"/>
                  </a:lnTo>
                  <a:lnTo>
                    <a:pt x="582" y="33"/>
                  </a:lnTo>
                  <a:lnTo>
                    <a:pt x="600" y="18"/>
                  </a:lnTo>
                  <a:lnTo>
                    <a:pt x="611" y="1"/>
                  </a:lnTo>
                  <a:lnTo>
                    <a:pt x="625" y="0"/>
                  </a:lnTo>
                  <a:lnTo>
                    <a:pt x="645" y="6"/>
                  </a:lnTo>
                  <a:lnTo>
                    <a:pt x="659" y="17"/>
                  </a:lnTo>
                  <a:lnTo>
                    <a:pt x="696" y="27"/>
                  </a:lnTo>
                  <a:lnTo>
                    <a:pt x="707" y="41"/>
                  </a:lnTo>
                  <a:lnTo>
                    <a:pt x="731" y="47"/>
                  </a:lnTo>
                  <a:lnTo>
                    <a:pt x="755" y="50"/>
                  </a:lnTo>
                  <a:lnTo>
                    <a:pt x="772" y="57"/>
                  </a:lnTo>
                  <a:lnTo>
                    <a:pt x="782" y="73"/>
                  </a:lnTo>
                  <a:lnTo>
                    <a:pt x="787" y="103"/>
                  </a:lnTo>
                  <a:lnTo>
                    <a:pt x="787" y="124"/>
                  </a:lnTo>
                  <a:lnTo>
                    <a:pt x="792" y="124"/>
                  </a:lnTo>
                  <a:lnTo>
                    <a:pt x="807" y="138"/>
                  </a:lnTo>
                  <a:lnTo>
                    <a:pt x="830" y="154"/>
                  </a:lnTo>
                  <a:lnTo>
                    <a:pt x="864" y="165"/>
                  </a:lnTo>
                  <a:lnTo>
                    <a:pt x="892" y="159"/>
                  </a:lnTo>
                  <a:lnTo>
                    <a:pt x="919" y="144"/>
                  </a:lnTo>
                  <a:lnTo>
                    <a:pt x="944" y="132"/>
                  </a:lnTo>
                  <a:lnTo>
                    <a:pt x="975" y="140"/>
                  </a:lnTo>
                  <a:lnTo>
                    <a:pt x="1023" y="157"/>
                  </a:lnTo>
                  <a:lnTo>
                    <a:pt x="1033" y="169"/>
                  </a:lnTo>
                  <a:lnTo>
                    <a:pt x="1034" y="169"/>
                  </a:lnTo>
                  <a:lnTo>
                    <a:pt x="1040" y="174"/>
                  </a:lnTo>
                  <a:lnTo>
                    <a:pt x="1062" y="186"/>
                  </a:lnTo>
                  <a:lnTo>
                    <a:pt x="1083" y="192"/>
                  </a:lnTo>
                  <a:lnTo>
                    <a:pt x="1104" y="201"/>
                  </a:lnTo>
                  <a:lnTo>
                    <a:pt x="1118" y="221"/>
                  </a:lnTo>
                  <a:lnTo>
                    <a:pt x="1145" y="237"/>
                  </a:lnTo>
                  <a:lnTo>
                    <a:pt x="1177" y="242"/>
                  </a:lnTo>
                  <a:lnTo>
                    <a:pt x="1200" y="249"/>
                  </a:lnTo>
                  <a:lnTo>
                    <a:pt x="1218" y="250"/>
                  </a:lnTo>
                  <a:lnTo>
                    <a:pt x="1243" y="248"/>
                  </a:lnTo>
                  <a:lnTo>
                    <a:pt x="1261" y="256"/>
                  </a:lnTo>
                  <a:lnTo>
                    <a:pt x="1317" y="237"/>
                  </a:lnTo>
                  <a:lnTo>
                    <a:pt x="1351" y="229"/>
                  </a:lnTo>
                  <a:lnTo>
                    <a:pt x="1378" y="224"/>
                  </a:lnTo>
                  <a:lnTo>
                    <a:pt x="1415" y="195"/>
                  </a:lnTo>
                  <a:lnTo>
                    <a:pt x="1439" y="179"/>
                  </a:lnTo>
                  <a:lnTo>
                    <a:pt x="1464" y="170"/>
                  </a:lnTo>
                  <a:lnTo>
                    <a:pt x="1489" y="180"/>
                  </a:lnTo>
                  <a:lnTo>
                    <a:pt x="1507" y="195"/>
                  </a:lnTo>
                  <a:lnTo>
                    <a:pt x="1528" y="199"/>
                  </a:lnTo>
                  <a:lnTo>
                    <a:pt x="1545" y="195"/>
                  </a:lnTo>
                  <a:lnTo>
                    <a:pt x="1559" y="187"/>
                  </a:lnTo>
                  <a:lnTo>
                    <a:pt x="1565" y="190"/>
                  </a:lnTo>
                  <a:lnTo>
                    <a:pt x="1565" y="195"/>
                  </a:lnTo>
                  <a:lnTo>
                    <a:pt x="1556" y="203"/>
                  </a:lnTo>
                  <a:lnTo>
                    <a:pt x="1540" y="232"/>
                  </a:lnTo>
                  <a:lnTo>
                    <a:pt x="1529" y="246"/>
                  </a:lnTo>
                  <a:lnTo>
                    <a:pt x="1525" y="255"/>
                  </a:lnTo>
                  <a:lnTo>
                    <a:pt x="1525" y="271"/>
                  </a:lnTo>
                  <a:lnTo>
                    <a:pt x="1528" y="288"/>
                  </a:lnTo>
                  <a:lnTo>
                    <a:pt x="1525" y="308"/>
                  </a:lnTo>
                  <a:lnTo>
                    <a:pt x="1517" y="325"/>
                  </a:lnTo>
                  <a:lnTo>
                    <a:pt x="1517" y="347"/>
                  </a:lnTo>
                  <a:lnTo>
                    <a:pt x="1520" y="367"/>
                  </a:lnTo>
                  <a:lnTo>
                    <a:pt x="1529" y="382"/>
                  </a:lnTo>
                  <a:lnTo>
                    <a:pt x="1570" y="391"/>
                  </a:lnTo>
                  <a:lnTo>
                    <a:pt x="1595" y="389"/>
                  </a:lnTo>
                  <a:lnTo>
                    <a:pt x="1620" y="382"/>
                  </a:lnTo>
                  <a:lnTo>
                    <a:pt x="1638" y="369"/>
                  </a:lnTo>
                  <a:lnTo>
                    <a:pt x="1667" y="348"/>
                  </a:lnTo>
                  <a:lnTo>
                    <a:pt x="1673" y="362"/>
                  </a:lnTo>
                  <a:lnTo>
                    <a:pt x="1686" y="377"/>
                  </a:lnTo>
                  <a:lnTo>
                    <a:pt x="1715" y="401"/>
                  </a:lnTo>
                  <a:lnTo>
                    <a:pt x="1721" y="415"/>
                  </a:lnTo>
                  <a:lnTo>
                    <a:pt x="1719" y="428"/>
                  </a:lnTo>
                  <a:lnTo>
                    <a:pt x="1719" y="437"/>
                  </a:lnTo>
                  <a:lnTo>
                    <a:pt x="1733" y="445"/>
                  </a:lnTo>
                  <a:lnTo>
                    <a:pt x="1734" y="458"/>
                  </a:lnTo>
                  <a:lnTo>
                    <a:pt x="1724" y="464"/>
                  </a:lnTo>
                  <a:lnTo>
                    <a:pt x="1707" y="461"/>
                  </a:lnTo>
                  <a:lnTo>
                    <a:pt x="1688" y="456"/>
                  </a:lnTo>
                  <a:lnTo>
                    <a:pt x="1663" y="461"/>
                  </a:lnTo>
                  <a:lnTo>
                    <a:pt x="1638" y="465"/>
                  </a:lnTo>
                  <a:lnTo>
                    <a:pt x="1613" y="464"/>
                  </a:lnTo>
                  <a:lnTo>
                    <a:pt x="1592" y="468"/>
                  </a:lnTo>
                  <a:lnTo>
                    <a:pt x="1576" y="482"/>
                  </a:lnTo>
                  <a:lnTo>
                    <a:pt x="1525" y="538"/>
                  </a:lnTo>
                  <a:lnTo>
                    <a:pt x="1507" y="550"/>
                  </a:lnTo>
                  <a:lnTo>
                    <a:pt x="1500" y="552"/>
                  </a:lnTo>
                  <a:lnTo>
                    <a:pt x="1489" y="551"/>
                  </a:lnTo>
                  <a:lnTo>
                    <a:pt x="1477" y="551"/>
                  </a:lnTo>
                  <a:lnTo>
                    <a:pt x="1457" y="573"/>
                  </a:lnTo>
                  <a:lnTo>
                    <a:pt x="1438" y="594"/>
                  </a:lnTo>
                  <a:lnTo>
                    <a:pt x="1411" y="611"/>
                  </a:lnTo>
                  <a:lnTo>
                    <a:pt x="1393" y="611"/>
                  </a:lnTo>
                  <a:lnTo>
                    <a:pt x="1372" y="606"/>
                  </a:lnTo>
                  <a:lnTo>
                    <a:pt x="1360" y="593"/>
                  </a:lnTo>
                  <a:lnTo>
                    <a:pt x="1344" y="588"/>
                  </a:lnTo>
                  <a:lnTo>
                    <a:pt x="1323" y="594"/>
                  </a:lnTo>
                  <a:lnTo>
                    <a:pt x="1314" y="611"/>
                  </a:lnTo>
                  <a:lnTo>
                    <a:pt x="1301" y="631"/>
                  </a:lnTo>
                  <a:lnTo>
                    <a:pt x="1298" y="646"/>
                  </a:lnTo>
                  <a:lnTo>
                    <a:pt x="1320" y="675"/>
                  </a:lnTo>
                  <a:lnTo>
                    <a:pt x="1323" y="689"/>
                  </a:lnTo>
                  <a:lnTo>
                    <a:pt x="1265" y="738"/>
                  </a:lnTo>
                  <a:lnTo>
                    <a:pt x="1255" y="752"/>
                  </a:lnTo>
                  <a:lnTo>
                    <a:pt x="1235" y="767"/>
                  </a:lnTo>
                  <a:lnTo>
                    <a:pt x="1221" y="776"/>
                  </a:lnTo>
                  <a:lnTo>
                    <a:pt x="1191" y="787"/>
                  </a:lnTo>
                  <a:lnTo>
                    <a:pt x="1163" y="789"/>
                  </a:lnTo>
                  <a:lnTo>
                    <a:pt x="1158" y="792"/>
                  </a:lnTo>
                  <a:lnTo>
                    <a:pt x="1130" y="783"/>
                  </a:lnTo>
                  <a:lnTo>
                    <a:pt x="1114" y="789"/>
                  </a:lnTo>
                  <a:lnTo>
                    <a:pt x="1088" y="788"/>
                  </a:lnTo>
                  <a:lnTo>
                    <a:pt x="1070" y="795"/>
                  </a:lnTo>
                  <a:lnTo>
                    <a:pt x="1033" y="802"/>
                  </a:lnTo>
                  <a:lnTo>
                    <a:pt x="1022" y="805"/>
                  </a:lnTo>
                  <a:lnTo>
                    <a:pt x="1014" y="815"/>
                  </a:lnTo>
                  <a:lnTo>
                    <a:pt x="1003" y="819"/>
                  </a:lnTo>
                  <a:lnTo>
                    <a:pt x="990" y="821"/>
                  </a:lnTo>
                  <a:lnTo>
                    <a:pt x="960" y="832"/>
                  </a:lnTo>
                  <a:lnTo>
                    <a:pt x="942" y="847"/>
                  </a:lnTo>
                  <a:lnTo>
                    <a:pt x="932" y="848"/>
                  </a:lnTo>
                  <a:lnTo>
                    <a:pt x="920" y="845"/>
                  </a:lnTo>
                  <a:lnTo>
                    <a:pt x="909" y="836"/>
                  </a:lnTo>
                  <a:lnTo>
                    <a:pt x="903" y="834"/>
                  </a:lnTo>
                  <a:lnTo>
                    <a:pt x="874" y="832"/>
                  </a:lnTo>
                  <a:lnTo>
                    <a:pt x="852" y="825"/>
                  </a:lnTo>
                  <a:lnTo>
                    <a:pt x="834" y="815"/>
                  </a:lnTo>
                  <a:lnTo>
                    <a:pt x="801" y="805"/>
                  </a:lnTo>
                  <a:lnTo>
                    <a:pt x="778" y="795"/>
                  </a:lnTo>
                  <a:lnTo>
                    <a:pt x="763" y="782"/>
                  </a:lnTo>
                  <a:lnTo>
                    <a:pt x="754" y="771"/>
                  </a:lnTo>
                  <a:lnTo>
                    <a:pt x="744" y="767"/>
                  </a:lnTo>
                  <a:lnTo>
                    <a:pt x="710" y="756"/>
                  </a:lnTo>
                  <a:lnTo>
                    <a:pt x="693" y="754"/>
                  </a:lnTo>
                  <a:lnTo>
                    <a:pt x="675" y="756"/>
                  </a:lnTo>
                  <a:lnTo>
                    <a:pt x="527" y="766"/>
                  </a:lnTo>
                  <a:lnTo>
                    <a:pt x="506" y="766"/>
                  </a:lnTo>
                  <a:lnTo>
                    <a:pt x="492" y="760"/>
                  </a:lnTo>
                  <a:lnTo>
                    <a:pt x="476" y="746"/>
                  </a:lnTo>
                  <a:lnTo>
                    <a:pt x="463" y="730"/>
                  </a:lnTo>
                  <a:lnTo>
                    <a:pt x="451" y="716"/>
                  </a:lnTo>
                  <a:lnTo>
                    <a:pt x="439" y="696"/>
                  </a:lnTo>
                  <a:lnTo>
                    <a:pt x="432" y="676"/>
                  </a:lnTo>
                  <a:lnTo>
                    <a:pt x="421" y="659"/>
                  </a:lnTo>
                  <a:lnTo>
                    <a:pt x="410" y="644"/>
                  </a:lnTo>
                  <a:lnTo>
                    <a:pt x="398" y="643"/>
                  </a:lnTo>
                  <a:lnTo>
                    <a:pt x="385" y="633"/>
                  </a:lnTo>
                  <a:lnTo>
                    <a:pt x="353" y="625"/>
                  </a:lnTo>
                  <a:lnTo>
                    <a:pt x="337" y="616"/>
                  </a:lnTo>
                  <a:lnTo>
                    <a:pt x="322" y="606"/>
                  </a:lnTo>
                  <a:lnTo>
                    <a:pt x="292" y="596"/>
                  </a:lnTo>
                  <a:lnTo>
                    <a:pt x="280" y="590"/>
                  </a:lnTo>
                  <a:lnTo>
                    <a:pt x="267" y="590"/>
                  </a:lnTo>
                  <a:lnTo>
                    <a:pt x="254" y="595"/>
                  </a:lnTo>
                  <a:lnTo>
                    <a:pt x="245" y="595"/>
                  </a:lnTo>
                  <a:lnTo>
                    <a:pt x="211" y="584"/>
                  </a:lnTo>
                  <a:lnTo>
                    <a:pt x="180" y="581"/>
                  </a:lnTo>
                  <a:lnTo>
                    <a:pt x="164" y="574"/>
                  </a:lnTo>
                  <a:lnTo>
                    <a:pt x="157" y="567"/>
                  </a:lnTo>
                  <a:lnTo>
                    <a:pt x="158" y="552"/>
                  </a:lnTo>
                  <a:lnTo>
                    <a:pt x="166" y="536"/>
                  </a:lnTo>
                  <a:lnTo>
                    <a:pt x="167" y="517"/>
                  </a:lnTo>
                  <a:lnTo>
                    <a:pt x="163" y="498"/>
                  </a:lnTo>
                  <a:lnTo>
                    <a:pt x="163" y="470"/>
                  </a:lnTo>
                  <a:lnTo>
                    <a:pt x="151" y="427"/>
                  </a:lnTo>
                  <a:lnTo>
                    <a:pt x="141" y="410"/>
                  </a:lnTo>
                  <a:lnTo>
                    <a:pt x="134" y="388"/>
                  </a:lnTo>
                  <a:lnTo>
                    <a:pt x="124" y="372"/>
                  </a:lnTo>
                  <a:lnTo>
                    <a:pt x="108" y="369"/>
                  </a:lnTo>
                  <a:lnTo>
                    <a:pt x="93" y="361"/>
                  </a:lnTo>
                  <a:lnTo>
                    <a:pt x="77" y="358"/>
                  </a:lnTo>
                  <a:lnTo>
                    <a:pt x="70" y="369"/>
                  </a:lnTo>
                  <a:lnTo>
                    <a:pt x="55" y="358"/>
                  </a:lnTo>
                  <a:lnTo>
                    <a:pt x="44" y="337"/>
                  </a:lnTo>
                  <a:lnTo>
                    <a:pt x="14" y="314"/>
                  </a:lnTo>
                  <a:lnTo>
                    <a:pt x="3" y="288"/>
                  </a:lnTo>
                  <a:lnTo>
                    <a:pt x="0" y="277"/>
                  </a:lnTo>
                  <a:lnTo>
                    <a:pt x="0" y="27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77" name="Google Shape;2177;p5">
              <a:extLst>
                <a:ext uri="{FF2B5EF4-FFF2-40B4-BE49-F238E27FC236}">
                  <a16:creationId xmlns:a16="http://schemas.microsoft.com/office/drawing/2014/main" id="{9A714F3E-124D-88A8-FD11-CDA7C023E97E}"/>
                </a:ext>
              </a:extLst>
            </p:cNvPr>
            <p:cNvSpPr/>
            <p:nvPr/>
          </p:nvSpPr>
          <p:spPr>
            <a:xfrm>
              <a:off x="6650830" y="3335684"/>
              <a:ext cx="41275" cy="36513"/>
            </a:xfrm>
            <a:custGeom>
              <a:avLst/>
              <a:gdLst/>
              <a:ahLst/>
              <a:cxnLst/>
              <a:rect l="l" t="t" r="r" b="b"/>
              <a:pathLst>
                <a:path w="127" h="113" extrusionOk="0">
                  <a:moveTo>
                    <a:pt x="102" y="5"/>
                  </a:moveTo>
                  <a:lnTo>
                    <a:pt x="100" y="5"/>
                  </a:lnTo>
                  <a:lnTo>
                    <a:pt x="105" y="0"/>
                  </a:lnTo>
                  <a:lnTo>
                    <a:pt x="112" y="5"/>
                  </a:lnTo>
                  <a:lnTo>
                    <a:pt x="123" y="8"/>
                  </a:lnTo>
                  <a:lnTo>
                    <a:pt x="127" y="20"/>
                  </a:lnTo>
                  <a:lnTo>
                    <a:pt x="127" y="27"/>
                  </a:lnTo>
                  <a:lnTo>
                    <a:pt x="117" y="37"/>
                  </a:lnTo>
                  <a:lnTo>
                    <a:pt x="105" y="61"/>
                  </a:lnTo>
                  <a:lnTo>
                    <a:pt x="100" y="79"/>
                  </a:lnTo>
                  <a:lnTo>
                    <a:pt x="91" y="85"/>
                  </a:lnTo>
                  <a:lnTo>
                    <a:pt x="78" y="99"/>
                  </a:lnTo>
                  <a:lnTo>
                    <a:pt x="66" y="101"/>
                  </a:lnTo>
                  <a:lnTo>
                    <a:pt x="59" y="113"/>
                  </a:lnTo>
                  <a:lnTo>
                    <a:pt x="53" y="112"/>
                  </a:lnTo>
                  <a:lnTo>
                    <a:pt x="48" y="109"/>
                  </a:lnTo>
                  <a:lnTo>
                    <a:pt x="11" y="97"/>
                  </a:lnTo>
                  <a:lnTo>
                    <a:pt x="3" y="86"/>
                  </a:lnTo>
                  <a:lnTo>
                    <a:pt x="0" y="50"/>
                  </a:lnTo>
                  <a:lnTo>
                    <a:pt x="6" y="45"/>
                  </a:lnTo>
                  <a:lnTo>
                    <a:pt x="19" y="31"/>
                  </a:lnTo>
                  <a:lnTo>
                    <a:pt x="28" y="24"/>
                  </a:lnTo>
                  <a:lnTo>
                    <a:pt x="30" y="20"/>
                  </a:lnTo>
                  <a:lnTo>
                    <a:pt x="37" y="15"/>
                  </a:lnTo>
                  <a:lnTo>
                    <a:pt x="49" y="10"/>
                  </a:lnTo>
                  <a:lnTo>
                    <a:pt x="78" y="9"/>
                  </a:lnTo>
                  <a:lnTo>
                    <a:pt x="85" y="4"/>
                  </a:lnTo>
                  <a:lnTo>
                    <a:pt x="92" y="5"/>
                  </a:lnTo>
                  <a:lnTo>
                    <a:pt x="97" y="4"/>
                  </a:lnTo>
                  <a:lnTo>
                    <a:pt x="102" y="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78" name="Google Shape;2178;p5">
              <a:extLst>
                <a:ext uri="{FF2B5EF4-FFF2-40B4-BE49-F238E27FC236}">
                  <a16:creationId xmlns:a16="http://schemas.microsoft.com/office/drawing/2014/main" id="{075500F4-DF24-9F44-489B-E0D7EB31F0D6}"/>
                </a:ext>
              </a:extLst>
            </p:cNvPr>
            <p:cNvSpPr/>
            <p:nvPr/>
          </p:nvSpPr>
          <p:spPr>
            <a:xfrm>
              <a:off x="6041230" y="2592734"/>
              <a:ext cx="1066800" cy="741363"/>
            </a:xfrm>
            <a:custGeom>
              <a:avLst/>
              <a:gdLst/>
              <a:ahLst/>
              <a:cxnLst/>
              <a:rect l="l" t="t" r="r" b="b"/>
              <a:pathLst>
                <a:path w="3356" h="2335" extrusionOk="0">
                  <a:moveTo>
                    <a:pt x="2243" y="2202"/>
                  </a:moveTo>
                  <a:lnTo>
                    <a:pt x="2240" y="2209"/>
                  </a:lnTo>
                  <a:lnTo>
                    <a:pt x="2239" y="2206"/>
                  </a:lnTo>
                  <a:lnTo>
                    <a:pt x="2239" y="2202"/>
                  </a:lnTo>
                  <a:lnTo>
                    <a:pt x="2235" y="2199"/>
                  </a:lnTo>
                  <a:lnTo>
                    <a:pt x="2226" y="2201"/>
                  </a:lnTo>
                  <a:lnTo>
                    <a:pt x="2225" y="2202"/>
                  </a:lnTo>
                  <a:lnTo>
                    <a:pt x="2224" y="2202"/>
                  </a:lnTo>
                  <a:lnTo>
                    <a:pt x="2224" y="2205"/>
                  </a:lnTo>
                  <a:lnTo>
                    <a:pt x="2229" y="2211"/>
                  </a:lnTo>
                  <a:lnTo>
                    <a:pt x="2224" y="2212"/>
                  </a:lnTo>
                  <a:lnTo>
                    <a:pt x="2211" y="2213"/>
                  </a:lnTo>
                  <a:lnTo>
                    <a:pt x="2210" y="2209"/>
                  </a:lnTo>
                  <a:lnTo>
                    <a:pt x="2211" y="2206"/>
                  </a:lnTo>
                  <a:lnTo>
                    <a:pt x="2209" y="2202"/>
                  </a:lnTo>
                  <a:lnTo>
                    <a:pt x="2199" y="2194"/>
                  </a:lnTo>
                  <a:lnTo>
                    <a:pt x="2191" y="2191"/>
                  </a:lnTo>
                  <a:lnTo>
                    <a:pt x="2188" y="2185"/>
                  </a:lnTo>
                  <a:lnTo>
                    <a:pt x="2186" y="2198"/>
                  </a:lnTo>
                  <a:lnTo>
                    <a:pt x="2186" y="2209"/>
                  </a:lnTo>
                  <a:lnTo>
                    <a:pt x="2187" y="2216"/>
                  </a:lnTo>
                  <a:lnTo>
                    <a:pt x="2187" y="2218"/>
                  </a:lnTo>
                  <a:lnTo>
                    <a:pt x="2183" y="2220"/>
                  </a:lnTo>
                  <a:lnTo>
                    <a:pt x="2180" y="2220"/>
                  </a:lnTo>
                  <a:lnTo>
                    <a:pt x="2171" y="2209"/>
                  </a:lnTo>
                  <a:lnTo>
                    <a:pt x="2164" y="2204"/>
                  </a:lnTo>
                  <a:lnTo>
                    <a:pt x="2161" y="2198"/>
                  </a:lnTo>
                  <a:lnTo>
                    <a:pt x="2155" y="2215"/>
                  </a:lnTo>
                  <a:lnTo>
                    <a:pt x="2155" y="2222"/>
                  </a:lnTo>
                  <a:lnTo>
                    <a:pt x="2156" y="2227"/>
                  </a:lnTo>
                  <a:lnTo>
                    <a:pt x="2156" y="2236"/>
                  </a:lnTo>
                  <a:lnTo>
                    <a:pt x="2153" y="2239"/>
                  </a:lnTo>
                  <a:lnTo>
                    <a:pt x="2149" y="2237"/>
                  </a:lnTo>
                  <a:lnTo>
                    <a:pt x="2134" y="2244"/>
                  </a:lnTo>
                  <a:lnTo>
                    <a:pt x="2123" y="2245"/>
                  </a:lnTo>
                  <a:lnTo>
                    <a:pt x="2116" y="2249"/>
                  </a:lnTo>
                  <a:lnTo>
                    <a:pt x="2107" y="2249"/>
                  </a:lnTo>
                  <a:lnTo>
                    <a:pt x="2105" y="2247"/>
                  </a:lnTo>
                  <a:lnTo>
                    <a:pt x="2094" y="2249"/>
                  </a:lnTo>
                  <a:lnTo>
                    <a:pt x="2084" y="2258"/>
                  </a:lnTo>
                  <a:lnTo>
                    <a:pt x="2073" y="2261"/>
                  </a:lnTo>
                  <a:lnTo>
                    <a:pt x="2059" y="2263"/>
                  </a:lnTo>
                  <a:lnTo>
                    <a:pt x="2051" y="2261"/>
                  </a:lnTo>
                  <a:lnTo>
                    <a:pt x="2048" y="2265"/>
                  </a:lnTo>
                  <a:lnTo>
                    <a:pt x="2038" y="2270"/>
                  </a:lnTo>
                  <a:lnTo>
                    <a:pt x="2024" y="2274"/>
                  </a:lnTo>
                  <a:lnTo>
                    <a:pt x="2015" y="2271"/>
                  </a:lnTo>
                  <a:lnTo>
                    <a:pt x="2004" y="2297"/>
                  </a:lnTo>
                  <a:lnTo>
                    <a:pt x="2011" y="2309"/>
                  </a:lnTo>
                  <a:lnTo>
                    <a:pt x="2015" y="2317"/>
                  </a:lnTo>
                  <a:lnTo>
                    <a:pt x="2015" y="2329"/>
                  </a:lnTo>
                  <a:lnTo>
                    <a:pt x="1999" y="2335"/>
                  </a:lnTo>
                  <a:lnTo>
                    <a:pt x="1988" y="2329"/>
                  </a:lnTo>
                  <a:lnTo>
                    <a:pt x="1973" y="2298"/>
                  </a:lnTo>
                  <a:lnTo>
                    <a:pt x="1971" y="2291"/>
                  </a:lnTo>
                  <a:lnTo>
                    <a:pt x="1972" y="2288"/>
                  </a:lnTo>
                  <a:lnTo>
                    <a:pt x="1978" y="2266"/>
                  </a:lnTo>
                  <a:lnTo>
                    <a:pt x="1974" y="2259"/>
                  </a:lnTo>
                  <a:lnTo>
                    <a:pt x="1968" y="2261"/>
                  </a:lnTo>
                  <a:lnTo>
                    <a:pt x="1958" y="2269"/>
                  </a:lnTo>
                  <a:lnTo>
                    <a:pt x="1947" y="2269"/>
                  </a:lnTo>
                  <a:lnTo>
                    <a:pt x="1942" y="2264"/>
                  </a:lnTo>
                  <a:lnTo>
                    <a:pt x="1941" y="2259"/>
                  </a:lnTo>
                  <a:lnTo>
                    <a:pt x="1923" y="2254"/>
                  </a:lnTo>
                  <a:lnTo>
                    <a:pt x="1915" y="2252"/>
                  </a:lnTo>
                  <a:lnTo>
                    <a:pt x="1911" y="2252"/>
                  </a:lnTo>
                  <a:lnTo>
                    <a:pt x="1907" y="2260"/>
                  </a:lnTo>
                  <a:lnTo>
                    <a:pt x="1898" y="2261"/>
                  </a:lnTo>
                  <a:lnTo>
                    <a:pt x="1898" y="2269"/>
                  </a:lnTo>
                  <a:lnTo>
                    <a:pt x="1895" y="2258"/>
                  </a:lnTo>
                  <a:lnTo>
                    <a:pt x="1890" y="2261"/>
                  </a:lnTo>
                  <a:lnTo>
                    <a:pt x="1881" y="2265"/>
                  </a:lnTo>
                  <a:lnTo>
                    <a:pt x="1874" y="2260"/>
                  </a:lnTo>
                  <a:lnTo>
                    <a:pt x="1855" y="2261"/>
                  </a:lnTo>
                  <a:lnTo>
                    <a:pt x="1845" y="2259"/>
                  </a:lnTo>
                  <a:lnTo>
                    <a:pt x="1840" y="2254"/>
                  </a:lnTo>
                  <a:lnTo>
                    <a:pt x="1817" y="2240"/>
                  </a:lnTo>
                  <a:lnTo>
                    <a:pt x="1810" y="2228"/>
                  </a:lnTo>
                  <a:lnTo>
                    <a:pt x="1805" y="2213"/>
                  </a:lnTo>
                  <a:lnTo>
                    <a:pt x="1810" y="2198"/>
                  </a:lnTo>
                  <a:lnTo>
                    <a:pt x="1806" y="2189"/>
                  </a:lnTo>
                  <a:lnTo>
                    <a:pt x="1786" y="2188"/>
                  </a:lnTo>
                  <a:lnTo>
                    <a:pt x="1773" y="2184"/>
                  </a:lnTo>
                  <a:lnTo>
                    <a:pt x="1758" y="2178"/>
                  </a:lnTo>
                  <a:lnTo>
                    <a:pt x="1746" y="2168"/>
                  </a:lnTo>
                  <a:lnTo>
                    <a:pt x="1731" y="2163"/>
                  </a:lnTo>
                  <a:lnTo>
                    <a:pt x="1724" y="2164"/>
                  </a:lnTo>
                  <a:lnTo>
                    <a:pt x="1714" y="2175"/>
                  </a:lnTo>
                  <a:lnTo>
                    <a:pt x="1704" y="2182"/>
                  </a:lnTo>
                  <a:lnTo>
                    <a:pt x="1689" y="2190"/>
                  </a:lnTo>
                  <a:lnTo>
                    <a:pt x="1683" y="2191"/>
                  </a:lnTo>
                  <a:lnTo>
                    <a:pt x="1675" y="2189"/>
                  </a:lnTo>
                  <a:lnTo>
                    <a:pt x="1666" y="2196"/>
                  </a:lnTo>
                  <a:lnTo>
                    <a:pt x="1656" y="2201"/>
                  </a:lnTo>
                  <a:lnTo>
                    <a:pt x="1653" y="2195"/>
                  </a:lnTo>
                  <a:lnTo>
                    <a:pt x="1639" y="2199"/>
                  </a:lnTo>
                  <a:lnTo>
                    <a:pt x="1633" y="2194"/>
                  </a:lnTo>
                  <a:lnTo>
                    <a:pt x="1627" y="2195"/>
                  </a:lnTo>
                  <a:lnTo>
                    <a:pt x="1612" y="2205"/>
                  </a:lnTo>
                  <a:lnTo>
                    <a:pt x="1606" y="2204"/>
                  </a:lnTo>
                  <a:lnTo>
                    <a:pt x="1598" y="2196"/>
                  </a:lnTo>
                  <a:lnTo>
                    <a:pt x="1585" y="2194"/>
                  </a:lnTo>
                  <a:lnTo>
                    <a:pt x="1583" y="2191"/>
                  </a:lnTo>
                  <a:lnTo>
                    <a:pt x="1579" y="2194"/>
                  </a:lnTo>
                  <a:lnTo>
                    <a:pt x="1575" y="2200"/>
                  </a:lnTo>
                  <a:lnTo>
                    <a:pt x="1569" y="2207"/>
                  </a:lnTo>
                  <a:lnTo>
                    <a:pt x="1569" y="2211"/>
                  </a:lnTo>
                  <a:lnTo>
                    <a:pt x="1562" y="2207"/>
                  </a:lnTo>
                  <a:lnTo>
                    <a:pt x="1562" y="2205"/>
                  </a:lnTo>
                  <a:lnTo>
                    <a:pt x="1542" y="2204"/>
                  </a:lnTo>
                  <a:lnTo>
                    <a:pt x="1533" y="2211"/>
                  </a:lnTo>
                  <a:lnTo>
                    <a:pt x="1532" y="2223"/>
                  </a:lnTo>
                  <a:lnTo>
                    <a:pt x="1535" y="2240"/>
                  </a:lnTo>
                  <a:lnTo>
                    <a:pt x="1541" y="2256"/>
                  </a:lnTo>
                  <a:lnTo>
                    <a:pt x="1540" y="2271"/>
                  </a:lnTo>
                  <a:lnTo>
                    <a:pt x="1536" y="2275"/>
                  </a:lnTo>
                  <a:lnTo>
                    <a:pt x="1515" y="2280"/>
                  </a:lnTo>
                  <a:lnTo>
                    <a:pt x="1510" y="2253"/>
                  </a:lnTo>
                  <a:lnTo>
                    <a:pt x="1509" y="2247"/>
                  </a:lnTo>
                  <a:lnTo>
                    <a:pt x="1497" y="2245"/>
                  </a:lnTo>
                  <a:lnTo>
                    <a:pt x="1482" y="2258"/>
                  </a:lnTo>
                  <a:lnTo>
                    <a:pt x="1462" y="2260"/>
                  </a:lnTo>
                  <a:lnTo>
                    <a:pt x="1444" y="2243"/>
                  </a:lnTo>
                  <a:lnTo>
                    <a:pt x="1441" y="2231"/>
                  </a:lnTo>
                  <a:lnTo>
                    <a:pt x="1423" y="2225"/>
                  </a:lnTo>
                  <a:lnTo>
                    <a:pt x="1408" y="2222"/>
                  </a:lnTo>
                  <a:lnTo>
                    <a:pt x="1412" y="2202"/>
                  </a:lnTo>
                  <a:lnTo>
                    <a:pt x="1418" y="2175"/>
                  </a:lnTo>
                  <a:lnTo>
                    <a:pt x="1402" y="2167"/>
                  </a:lnTo>
                  <a:lnTo>
                    <a:pt x="1388" y="2157"/>
                  </a:lnTo>
                  <a:lnTo>
                    <a:pt x="1387" y="2137"/>
                  </a:lnTo>
                  <a:lnTo>
                    <a:pt x="1382" y="2123"/>
                  </a:lnTo>
                  <a:lnTo>
                    <a:pt x="1382" y="2112"/>
                  </a:lnTo>
                  <a:lnTo>
                    <a:pt x="1363" y="2113"/>
                  </a:lnTo>
                  <a:lnTo>
                    <a:pt x="1344" y="2114"/>
                  </a:lnTo>
                  <a:lnTo>
                    <a:pt x="1333" y="2120"/>
                  </a:lnTo>
                  <a:lnTo>
                    <a:pt x="1320" y="2134"/>
                  </a:lnTo>
                  <a:lnTo>
                    <a:pt x="1315" y="2129"/>
                  </a:lnTo>
                  <a:lnTo>
                    <a:pt x="1325" y="2112"/>
                  </a:lnTo>
                  <a:lnTo>
                    <a:pt x="1326" y="2103"/>
                  </a:lnTo>
                  <a:lnTo>
                    <a:pt x="1322" y="2087"/>
                  </a:lnTo>
                  <a:lnTo>
                    <a:pt x="1328" y="2073"/>
                  </a:lnTo>
                  <a:lnTo>
                    <a:pt x="1332" y="2054"/>
                  </a:lnTo>
                  <a:lnTo>
                    <a:pt x="1343" y="2043"/>
                  </a:lnTo>
                  <a:lnTo>
                    <a:pt x="1347" y="2033"/>
                  </a:lnTo>
                  <a:lnTo>
                    <a:pt x="1354" y="2030"/>
                  </a:lnTo>
                  <a:lnTo>
                    <a:pt x="1363" y="2019"/>
                  </a:lnTo>
                  <a:lnTo>
                    <a:pt x="1372" y="1992"/>
                  </a:lnTo>
                  <a:lnTo>
                    <a:pt x="1372" y="1984"/>
                  </a:lnTo>
                  <a:lnTo>
                    <a:pt x="1376" y="1956"/>
                  </a:lnTo>
                  <a:lnTo>
                    <a:pt x="1375" y="1935"/>
                  </a:lnTo>
                  <a:lnTo>
                    <a:pt x="1368" y="1903"/>
                  </a:lnTo>
                  <a:lnTo>
                    <a:pt x="1352" y="1901"/>
                  </a:lnTo>
                  <a:lnTo>
                    <a:pt x="1347" y="1893"/>
                  </a:lnTo>
                  <a:lnTo>
                    <a:pt x="1343" y="1876"/>
                  </a:lnTo>
                  <a:lnTo>
                    <a:pt x="1331" y="1862"/>
                  </a:lnTo>
                  <a:lnTo>
                    <a:pt x="1318" y="1856"/>
                  </a:lnTo>
                  <a:lnTo>
                    <a:pt x="1315" y="1856"/>
                  </a:lnTo>
                  <a:lnTo>
                    <a:pt x="1311" y="1861"/>
                  </a:lnTo>
                  <a:lnTo>
                    <a:pt x="1302" y="1865"/>
                  </a:lnTo>
                  <a:lnTo>
                    <a:pt x="1298" y="1852"/>
                  </a:lnTo>
                  <a:lnTo>
                    <a:pt x="1288" y="1849"/>
                  </a:lnTo>
                  <a:lnTo>
                    <a:pt x="1274" y="1849"/>
                  </a:lnTo>
                  <a:lnTo>
                    <a:pt x="1264" y="1845"/>
                  </a:lnTo>
                  <a:lnTo>
                    <a:pt x="1246" y="1845"/>
                  </a:lnTo>
                  <a:lnTo>
                    <a:pt x="1248" y="1829"/>
                  </a:lnTo>
                  <a:lnTo>
                    <a:pt x="1250" y="1814"/>
                  </a:lnTo>
                  <a:lnTo>
                    <a:pt x="1237" y="1812"/>
                  </a:lnTo>
                  <a:lnTo>
                    <a:pt x="1235" y="1801"/>
                  </a:lnTo>
                  <a:lnTo>
                    <a:pt x="1237" y="1793"/>
                  </a:lnTo>
                  <a:lnTo>
                    <a:pt x="1226" y="1781"/>
                  </a:lnTo>
                  <a:lnTo>
                    <a:pt x="1214" y="1785"/>
                  </a:lnTo>
                  <a:lnTo>
                    <a:pt x="1199" y="1795"/>
                  </a:lnTo>
                  <a:lnTo>
                    <a:pt x="1186" y="1798"/>
                  </a:lnTo>
                  <a:lnTo>
                    <a:pt x="1166" y="1800"/>
                  </a:lnTo>
                  <a:lnTo>
                    <a:pt x="1157" y="1798"/>
                  </a:lnTo>
                  <a:lnTo>
                    <a:pt x="1151" y="1793"/>
                  </a:lnTo>
                  <a:lnTo>
                    <a:pt x="1146" y="1792"/>
                  </a:lnTo>
                  <a:lnTo>
                    <a:pt x="1137" y="1797"/>
                  </a:lnTo>
                  <a:lnTo>
                    <a:pt x="1128" y="1803"/>
                  </a:lnTo>
                  <a:lnTo>
                    <a:pt x="1122" y="1814"/>
                  </a:lnTo>
                  <a:lnTo>
                    <a:pt x="1102" y="1831"/>
                  </a:lnTo>
                  <a:lnTo>
                    <a:pt x="1087" y="1835"/>
                  </a:lnTo>
                  <a:lnTo>
                    <a:pt x="1073" y="1851"/>
                  </a:lnTo>
                  <a:lnTo>
                    <a:pt x="1063" y="1858"/>
                  </a:lnTo>
                  <a:lnTo>
                    <a:pt x="1048" y="1866"/>
                  </a:lnTo>
                  <a:lnTo>
                    <a:pt x="1036" y="1874"/>
                  </a:lnTo>
                  <a:lnTo>
                    <a:pt x="1008" y="1881"/>
                  </a:lnTo>
                  <a:lnTo>
                    <a:pt x="990" y="1886"/>
                  </a:lnTo>
                  <a:lnTo>
                    <a:pt x="992" y="1888"/>
                  </a:lnTo>
                  <a:lnTo>
                    <a:pt x="992" y="1886"/>
                  </a:lnTo>
                  <a:lnTo>
                    <a:pt x="978" y="1878"/>
                  </a:lnTo>
                  <a:lnTo>
                    <a:pt x="976" y="1874"/>
                  </a:lnTo>
                  <a:lnTo>
                    <a:pt x="973" y="1873"/>
                  </a:lnTo>
                  <a:lnTo>
                    <a:pt x="958" y="1877"/>
                  </a:lnTo>
                  <a:lnTo>
                    <a:pt x="954" y="1877"/>
                  </a:lnTo>
                  <a:lnTo>
                    <a:pt x="940" y="1872"/>
                  </a:lnTo>
                  <a:lnTo>
                    <a:pt x="924" y="1871"/>
                  </a:lnTo>
                  <a:lnTo>
                    <a:pt x="917" y="1866"/>
                  </a:lnTo>
                  <a:lnTo>
                    <a:pt x="917" y="1863"/>
                  </a:lnTo>
                  <a:lnTo>
                    <a:pt x="913" y="1857"/>
                  </a:lnTo>
                  <a:lnTo>
                    <a:pt x="907" y="1856"/>
                  </a:lnTo>
                  <a:lnTo>
                    <a:pt x="893" y="1857"/>
                  </a:lnTo>
                  <a:lnTo>
                    <a:pt x="881" y="1862"/>
                  </a:lnTo>
                  <a:lnTo>
                    <a:pt x="870" y="1873"/>
                  </a:lnTo>
                  <a:lnTo>
                    <a:pt x="860" y="1889"/>
                  </a:lnTo>
                  <a:lnTo>
                    <a:pt x="839" y="1909"/>
                  </a:lnTo>
                  <a:lnTo>
                    <a:pt x="838" y="1915"/>
                  </a:lnTo>
                  <a:lnTo>
                    <a:pt x="833" y="1915"/>
                  </a:lnTo>
                  <a:lnTo>
                    <a:pt x="829" y="1913"/>
                  </a:lnTo>
                  <a:lnTo>
                    <a:pt x="827" y="1910"/>
                  </a:lnTo>
                  <a:lnTo>
                    <a:pt x="827" y="1903"/>
                  </a:lnTo>
                  <a:lnTo>
                    <a:pt x="831" y="1890"/>
                  </a:lnTo>
                  <a:lnTo>
                    <a:pt x="831" y="1884"/>
                  </a:lnTo>
                  <a:lnTo>
                    <a:pt x="828" y="1874"/>
                  </a:lnTo>
                  <a:lnTo>
                    <a:pt x="827" y="1871"/>
                  </a:lnTo>
                  <a:lnTo>
                    <a:pt x="822" y="1868"/>
                  </a:lnTo>
                  <a:lnTo>
                    <a:pt x="817" y="1870"/>
                  </a:lnTo>
                  <a:lnTo>
                    <a:pt x="809" y="1876"/>
                  </a:lnTo>
                  <a:lnTo>
                    <a:pt x="801" y="1876"/>
                  </a:lnTo>
                  <a:lnTo>
                    <a:pt x="793" y="1879"/>
                  </a:lnTo>
                  <a:lnTo>
                    <a:pt x="791" y="1881"/>
                  </a:lnTo>
                  <a:lnTo>
                    <a:pt x="788" y="1879"/>
                  </a:lnTo>
                  <a:lnTo>
                    <a:pt x="780" y="1881"/>
                  </a:lnTo>
                  <a:lnTo>
                    <a:pt x="774" y="1889"/>
                  </a:lnTo>
                  <a:lnTo>
                    <a:pt x="771" y="1889"/>
                  </a:lnTo>
                  <a:lnTo>
                    <a:pt x="757" y="1886"/>
                  </a:lnTo>
                  <a:lnTo>
                    <a:pt x="750" y="1888"/>
                  </a:lnTo>
                  <a:lnTo>
                    <a:pt x="746" y="1887"/>
                  </a:lnTo>
                  <a:lnTo>
                    <a:pt x="739" y="1883"/>
                  </a:lnTo>
                  <a:lnTo>
                    <a:pt x="729" y="1881"/>
                  </a:lnTo>
                  <a:lnTo>
                    <a:pt x="723" y="1873"/>
                  </a:lnTo>
                  <a:lnTo>
                    <a:pt x="713" y="1873"/>
                  </a:lnTo>
                  <a:lnTo>
                    <a:pt x="708" y="1874"/>
                  </a:lnTo>
                  <a:lnTo>
                    <a:pt x="704" y="1881"/>
                  </a:lnTo>
                  <a:lnTo>
                    <a:pt x="702" y="1882"/>
                  </a:lnTo>
                  <a:lnTo>
                    <a:pt x="696" y="1879"/>
                  </a:lnTo>
                  <a:lnTo>
                    <a:pt x="691" y="1881"/>
                  </a:lnTo>
                  <a:lnTo>
                    <a:pt x="685" y="1877"/>
                  </a:lnTo>
                  <a:lnTo>
                    <a:pt x="681" y="1879"/>
                  </a:lnTo>
                  <a:lnTo>
                    <a:pt x="675" y="1881"/>
                  </a:lnTo>
                  <a:lnTo>
                    <a:pt x="671" y="1878"/>
                  </a:lnTo>
                  <a:lnTo>
                    <a:pt x="667" y="1872"/>
                  </a:lnTo>
                  <a:lnTo>
                    <a:pt x="666" y="1868"/>
                  </a:lnTo>
                  <a:lnTo>
                    <a:pt x="661" y="1862"/>
                  </a:lnTo>
                  <a:lnTo>
                    <a:pt x="653" y="1861"/>
                  </a:lnTo>
                  <a:lnTo>
                    <a:pt x="645" y="1863"/>
                  </a:lnTo>
                  <a:lnTo>
                    <a:pt x="630" y="1854"/>
                  </a:lnTo>
                  <a:lnTo>
                    <a:pt x="629" y="1847"/>
                  </a:lnTo>
                  <a:lnTo>
                    <a:pt x="632" y="1834"/>
                  </a:lnTo>
                  <a:lnTo>
                    <a:pt x="629" y="1833"/>
                  </a:lnTo>
                  <a:lnTo>
                    <a:pt x="624" y="1836"/>
                  </a:lnTo>
                  <a:lnTo>
                    <a:pt x="619" y="1838"/>
                  </a:lnTo>
                  <a:lnTo>
                    <a:pt x="611" y="1836"/>
                  </a:lnTo>
                  <a:lnTo>
                    <a:pt x="603" y="1834"/>
                  </a:lnTo>
                  <a:lnTo>
                    <a:pt x="599" y="1835"/>
                  </a:lnTo>
                  <a:lnTo>
                    <a:pt x="592" y="1831"/>
                  </a:lnTo>
                  <a:lnTo>
                    <a:pt x="589" y="1831"/>
                  </a:lnTo>
                  <a:lnTo>
                    <a:pt x="585" y="1828"/>
                  </a:lnTo>
                  <a:lnTo>
                    <a:pt x="583" y="1823"/>
                  </a:lnTo>
                  <a:lnTo>
                    <a:pt x="578" y="1825"/>
                  </a:lnTo>
                  <a:lnTo>
                    <a:pt x="576" y="1822"/>
                  </a:lnTo>
                  <a:lnTo>
                    <a:pt x="579" y="1809"/>
                  </a:lnTo>
                  <a:lnTo>
                    <a:pt x="578" y="1803"/>
                  </a:lnTo>
                  <a:lnTo>
                    <a:pt x="581" y="1797"/>
                  </a:lnTo>
                  <a:lnTo>
                    <a:pt x="579" y="1795"/>
                  </a:lnTo>
                  <a:lnTo>
                    <a:pt x="573" y="1793"/>
                  </a:lnTo>
                  <a:lnTo>
                    <a:pt x="567" y="1795"/>
                  </a:lnTo>
                  <a:lnTo>
                    <a:pt x="563" y="1793"/>
                  </a:lnTo>
                  <a:lnTo>
                    <a:pt x="560" y="1797"/>
                  </a:lnTo>
                  <a:lnTo>
                    <a:pt x="559" y="1800"/>
                  </a:lnTo>
                  <a:lnTo>
                    <a:pt x="556" y="1803"/>
                  </a:lnTo>
                  <a:lnTo>
                    <a:pt x="553" y="1804"/>
                  </a:lnTo>
                  <a:lnTo>
                    <a:pt x="548" y="1809"/>
                  </a:lnTo>
                  <a:lnTo>
                    <a:pt x="544" y="1808"/>
                  </a:lnTo>
                  <a:lnTo>
                    <a:pt x="538" y="1807"/>
                  </a:lnTo>
                  <a:lnTo>
                    <a:pt x="536" y="1802"/>
                  </a:lnTo>
                  <a:lnTo>
                    <a:pt x="533" y="1785"/>
                  </a:lnTo>
                  <a:lnTo>
                    <a:pt x="527" y="1776"/>
                  </a:lnTo>
                  <a:lnTo>
                    <a:pt x="515" y="1766"/>
                  </a:lnTo>
                  <a:lnTo>
                    <a:pt x="503" y="1763"/>
                  </a:lnTo>
                  <a:lnTo>
                    <a:pt x="493" y="1754"/>
                  </a:lnTo>
                  <a:lnTo>
                    <a:pt x="487" y="1745"/>
                  </a:lnTo>
                  <a:lnTo>
                    <a:pt x="482" y="1743"/>
                  </a:lnTo>
                  <a:lnTo>
                    <a:pt x="462" y="1737"/>
                  </a:lnTo>
                  <a:lnTo>
                    <a:pt x="444" y="1733"/>
                  </a:lnTo>
                  <a:lnTo>
                    <a:pt x="441" y="1732"/>
                  </a:lnTo>
                  <a:lnTo>
                    <a:pt x="425" y="1730"/>
                  </a:lnTo>
                  <a:lnTo>
                    <a:pt x="423" y="1731"/>
                  </a:lnTo>
                  <a:lnTo>
                    <a:pt x="423" y="1732"/>
                  </a:lnTo>
                  <a:lnTo>
                    <a:pt x="423" y="1737"/>
                  </a:lnTo>
                  <a:lnTo>
                    <a:pt x="419" y="1742"/>
                  </a:lnTo>
                  <a:lnTo>
                    <a:pt x="420" y="1744"/>
                  </a:lnTo>
                  <a:lnTo>
                    <a:pt x="419" y="1748"/>
                  </a:lnTo>
                  <a:lnTo>
                    <a:pt x="411" y="1741"/>
                  </a:lnTo>
                  <a:lnTo>
                    <a:pt x="408" y="1736"/>
                  </a:lnTo>
                  <a:lnTo>
                    <a:pt x="406" y="1734"/>
                  </a:lnTo>
                  <a:lnTo>
                    <a:pt x="403" y="1733"/>
                  </a:lnTo>
                  <a:lnTo>
                    <a:pt x="386" y="1728"/>
                  </a:lnTo>
                  <a:lnTo>
                    <a:pt x="384" y="1726"/>
                  </a:lnTo>
                  <a:lnTo>
                    <a:pt x="380" y="1720"/>
                  </a:lnTo>
                  <a:lnTo>
                    <a:pt x="375" y="1718"/>
                  </a:lnTo>
                  <a:lnTo>
                    <a:pt x="363" y="1709"/>
                  </a:lnTo>
                  <a:lnTo>
                    <a:pt x="357" y="1709"/>
                  </a:lnTo>
                  <a:lnTo>
                    <a:pt x="350" y="1705"/>
                  </a:lnTo>
                  <a:lnTo>
                    <a:pt x="348" y="1701"/>
                  </a:lnTo>
                  <a:lnTo>
                    <a:pt x="348" y="1698"/>
                  </a:lnTo>
                  <a:lnTo>
                    <a:pt x="345" y="1694"/>
                  </a:lnTo>
                  <a:lnTo>
                    <a:pt x="341" y="1694"/>
                  </a:lnTo>
                  <a:lnTo>
                    <a:pt x="339" y="1691"/>
                  </a:lnTo>
                  <a:lnTo>
                    <a:pt x="334" y="1689"/>
                  </a:lnTo>
                  <a:lnTo>
                    <a:pt x="326" y="1693"/>
                  </a:lnTo>
                  <a:lnTo>
                    <a:pt x="325" y="1691"/>
                  </a:lnTo>
                  <a:lnTo>
                    <a:pt x="323" y="1685"/>
                  </a:lnTo>
                  <a:lnTo>
                    <a:pt x="322" y="1684"/>
                  </a:lnTo>
                  <a:lnTo>
                    <a:pt x="318" y="1683"/>
                  </a:lnTo>
                  <a:lnTo>
                    <a:pt x="315" y="1684"/>
                  </a:lnTo>
                  <a:lnTo>
                    <a:pt x="306" y="1683"/>
                  </a:lnTo>
                  <a:lnTo>
                    <a:pt x="302" y="1684"/>
                  </a:lnTo>
                  <a:lnTo>
                    <a:pt x="296" y="1688"/>
                  </a:lnTo>
                  <a:lnTo>
                    <a:pt x="293" y="1688"/>
                  </a:lnTo>
                  <a:lnTo>
                    <a:pt x="290" y="1685"/>
                  </a:lnTo>
                  <a:lnTo>
                    <a:pt x="291" y="1675"/>
                  </a:lnTo>
                  <a:lnTo>
                    <a:pt x="287" y="1672"/>
                  </a:lnTo>
                  <a:lnTo>
                    <a:pt x="283" y="1666"/>
                  </a:lnTo>
                  <a:lnTo>
                    <a:pt x="283" y="1663"/>
                  </a:lnTo>
                  <a:lnTo>
                    <a:pt x="278" y="1658"/>
                  </a:lnTo>
                  <a:lnTo>
                    <a:pt x="278" y="1653"/>
                  </a:lnTo>
                  <a:lnTo>
                    <a:pt x="280" y="1646"/>
                  </a:lnTo>
                  <a:lnTo>
                    <a:pt x="277" y="1640"/>
                  </a:lnTo>
                  <a:lnTo>
                    <a:pt x="277" y="1636"/>
                  </a:lnTo>
                  <a:lnTo>
                    <a:pt x="278" y="1629"/>
                  </a:lnTo>
                  <a:lnTo>
                    <a:pt x="280" y="1623"/>
                  </a:lnTo>
                  <a:lnTo>
                    <a:pt x="273" y="1613"/>
                  </a:lnTo>
                  <a:lnTo>
                    <a:pt x="266" y="1605"/>
                  </a:lnTo>
                  <a:lnTo>
                    <a:pt x="266" y="1596"/>
                  </a:lnTo>
                  <a:lnTo>
                    <a:pt x="263" y="1588"/>
                  </a:lnTo>
                  <a:lnTo>
                    <a:pt x="264" y="1585"/>
                  </a:lnTo>
                  <a:lnTo>
                    <a:pt x="275" y="1583"/>
                  </a:lnTo>
                  <a:lnTo>
                    <a:pt x="278" y="1580"/>
                  </a:lnTo>
                  <a:lnTo>
                    <a:pt x="279" y="1581"/>
                  </a:lnTo>
                  <a:lnTo>
                    <a:pt x="280" y="1588"/>
                  </a:lnTo>
                  <a:lnTo>
                    <a:pt x="283" y="1593"/>
                  </a:lnTo>
                  <a:lnTo>
                    <a:pt x="285" y="1596"/>
                  </a:lnTo>
                  <a:lnTo>
                    <a:pt x="293" y="1598"/>
                  </a:lnTo>
                  <a:lnTo>
                    <a:pt x="295" y="1597"/>
                  </a:lnTo>
                  <a:lnTo>
                    <a:pt x="298" y="1596"/>
                  </a:lnTo>
                  <a:lnTo>
                    <a:pt x="301" y="1597"/>
                  </a:lnTo>
                  <a:lnTo>
                    <a:pt x="302" y="1591"/>
                  </a:lnTo>
                  <a:lnTo>
                    <a:pt x="306" y="1588"/>
                  </a:lnTo>
                  <a:lnTo>
                    <a:pt x="310" y="1582"/>
                  </a:lnTo>
                  <a:lnTo>
                    <a:pt x="311" y="1582"/>
                  </a:lnTo>
                  <a:lnTo>
                    <a:pt x="315" y="1587"/>
                  </a:lnTo>
                  <a:lnTo>
                    <a:pt x="317" y="1587"/>
                  </a:lnTo>
                  <a:lnTo>
                    <a:pt x="326" y="1576"/>
                  </a:lnTo>
                  <a:lnTo>
                    <a:pt x="326" y="1574"/>
                  </a:lnTo>
                  <a:lnTo>
                    <a:pt x="322" y="1567"/>
                  </a:lnTo>
                  <a:lnTo>
                    <a:pt x="316" y="1559"/>
                  </a:lnTo>
                  <a:lnTo>
                    <a:pt x="315" y="1554"/>
                  </a:lnTo>
                  <a:lnTo>
                    <a:pt x="316" y="1551"/>
                  </a:lnTo>
                  <a:lnTo>
                    <a:pt x="316" y="1548"/>
                  </a:lnTo>
                  <a:lnTo>
                    <a:pt x="306" y="1543"/>
                  </a:lnTo>
                  <a:lnTo>
                    <a:pt x="301" y="1544"/>
                  </a:lnTo>
                  <a:lnTo>
                    <a:pt x="300" y="1540"/>
                  </a:lnTo>
                  <a:lnTo>
                    <a:pt x="291" y="1533"/>
                  </a:lnTo>
                  <a:lnTo>
                    <a:pt x="291" y="1518"/>
                  </a:lnTo>
                  <a:lnTo>
                    <a:pt x="296" y="1517"/>
                  </a:lnTo>
                  <a:lnTo>
                    <a:pt x="294" y="1511"/>
                  </a:lnTo>
                  <a:lnTo>
                    <a:pt x="295" y="1508"/>
                  </a:lnTo>
                  <a:lnTo>
                    <a:pt x="296" y="1507"/>
                  </a:lnTo>
                  <a:lnTo>
                    <a:pt x="289" y="1500"/>
                  </a:lnTo>
                  <a:lnTo>
                    <a:pt x="290" y="1494"/>
                  </a:lnTo>
                  <a:lnTo>
                    <a:pt x="290" y="1492"/>
                  </a:lnTo>
                  <a:lnTo>
                    <a:pt x="300" y="1492"/>
                  </a:lnTo>
                  <a:lnTo>
                    <a:pt x="304" y="1489"/>
                  </a:lnTo>
                  <a:lnTo>
                    <a:pt x="315" y="1492"/>
                  </a:lnTo>
                  <a:lnTo>
                    <a:pt x="317" y="1490"/>
                  </a:lnTo>
                  <a:lnTo>
                    <a:pt x="322" y="1485"/>
                  </a:lnTo>
                  <a:lnTo>
                    <a:pt x="327" y="1475"/>
                  </a:lnTo>
                  <a:lnTo>
                    <a:pt x="327" y="1464"/>
                  </a:lnTo>
                  <a:lnTo>
                    <a:pt x="337" y="1463"/>
                  </a:lnTo>
                  <a:lnTo>
                    <a:pt x="338" y="1462"/>
                  </a:lnTo>
                  <a:lnTo>
                    <a:pt x="336" y="1459"/>
                  </a:lnTo>
                  <a:lnTo>
                    <a:pt x="337" y="1456"/>
                  </a:lnTo>
                  <a:lnTo>
                    <a:pt x="341" y="1453"/>
                  </a:lnTo>
                  <a:lnTo>
                    <a:pt x="342" y="1451"/>
                  </a:lnTo>
                  <a:lnTo>
                    <a:pt x="345" y="1447"/>
                  </a:lnTo>
                  <a:lnTo>
                    <a:pt x="352" y="1442"/>
                  </a:lnTo>
                  <a:lnTo>
                    <a:pt x="352" y="1436"/>
                  </a:lnTo>
                  <a:lnTo>
                    <a:pt x="358" y="1430"/>
                  </a:lnTo>
                  <a:lnTo>
                    <a:pt x="360" y="1411"/>
                  </a:lnTo>
                  <a:lnTo>
                    <a:pt x="363" y="1409"/>
                  </a:lnTo>
                  <a:lnTo>
                    <a:pt x="363" y="1402"/>
                  </a:lnTo>
                  <a:lnTo>
                    <a:pt x="369" y="1394"/>
                  </a:lnTo>
                  <a:lnTo>
                    <a:pt x="369" y="1391"/>
                  </a:lnTo>
                  <a:lnTo>
                    <a:pt x="365" y="1388"/>
                  </a:lnTo>
                  <a:lnTo>
                    <a:pt x="361" y="1388"/>
                  </a:lnTo>
                  <a:lnTo>
                    <a:pt x="354" y="1397"/>
                  </a:lnTo>
                  <a:lnTo>
                    <a:pt x="352" y="1397"/>
                  </a:lnTo>
                  <a:lnTo>
                    <a:pt x="349" y="1393"/>
                  </a:lnTo>
                  <a:lnTo>
                    <a:pt x="347" y="1382"/>
                  </a:lnTo>
                  <a:lnTo>
                    <a:pt x="342" y="1386"/>
                  </a:lnTo>
                  <a:lnTo>
                    <a:pt x="338" y="1386"/>
                  </a:lnTo>
                  <a:lnTo>
                    <a:pt x="336" y="1381"/>
                  </a:lnTo>
                  <a:lnTo>
                    <a:pt x="333" y="1381"/>
                  </a:lnTo>
                  <a:lnTo>
                    <a:pt x="331" y="1379"/>
                  </a:lnTo>
                  <a:lnTo>
                    <a:pt x="330" y="1370"/>
                  </a:lnTo>
                  <a:lnTo>
                    <a:pt x="326" y="1368"/>
                  </a:lnTo>
                  <a:lnTo>
                    <a:pt x="325" y="1366"/>
                  </a:lnTo>
                  <a:lnTo>
                    <a:pt x="322" y="1365"/>
                  </a:lnTo>
                  <a:lnTo>
                    <a:pt x="318" y="1365"/>
                  </a:lnTo>
                  <a:lnTo>
                    <a:pt x="315" y="1360"/>
                  </a:lnTo>
                  <a:lnTo>
                    <a:pt x="312" y="1359"/>
                  </a:lnTo>
                  <a:lnTo>
                    <a:pt x="309" y="1359"/>
                  </a:lnTo>
                  <a:lnTo>
                    <a:pt x="304" y="1361"/>
                  </a:lnTo>
                  <a:lnTo>
                    <a:pt x="298" y="1361"/>
                  </a:lnTo>
                  <a:lnTo>
                    <a:pt x="293" y="1365"/>
                  </a:lnTo>
                  <a:lnTo>
                    <a:pt x="279" y="1365"/>
                  </a:lnTo>
                  <a:lnTo>
                    <a:pt x="269" y="1372"/>
                  </a:lnTo>
                  <a:lnTo>
                    <a:pt x="258" y="1378"/>
                  </a:lnTo>
                  <a:lnTo>
                    <a:pt x="251" y="1383"/>
                  </a:lnTo>
                  <a:lnTo>
                    <a:pt x="246" y="1388"/>
                  </a:lnTo>
                  <a:lnTo>
                    <a:pt x="241" y="1389"/>
                  </a:lnTo>
                  <a:lnTo>
                    <a:pt x="237" y="1394"/>
                  </a:lnTo>
                  <a:lnTo>
                    <a:pt x="230" y="1391"/>
                  </a:lnTo>
                  <a:lnTo>
                    <a:pt x="225" y="1394"/>
                  </a:lnTo>
                  <a:lnTo>
                    <a:pt x="220" y="1394"/>
                  </a:lnTo>
                  <a:lnTo>
                    <a:pt x="209" y="1393"/>
                  </a:lnTo>
                  <a:lnTo>
                    <a:pt x="202" y="1388"/>
                  </a:lnTo>
                  <a:lnTo>
                    <a:pt x="196" y="1389"/>
                  </a:lnTo>
                  <a:lnTo>
                    <a:pt x="188" y="1384"/>
                  </a:lnTo>
                  <a:lnTo>
                    <a:pt x="171" y="1378"/>
                  </a:lnTo>
                  <a:lnTo>
                    <a:pt x="161" y="1372"/>
                  </a:lnTo>
                  <a:lnTo>
                    <a:pt x="161" y="1366"/>
                  </a:lnTo>
                  <a:lnTo>
                    <a:pt x="160" y="1362"/>
                  </a:lnTo>
                  <a:lnTo>
                    <a:pt x="156" y="1363"/>
                  </a:lnTo>
                  <a:lnTo>
                    <a:pt x="151" y="1367"/>
                  </a:lnTo>
                  <a:lnTo>
                    <a:pt x="148" y="1367"/>
                  </a:lnTo>
                  <a:lnTo>
                    <a:pt x="143" y="1368"/>
                  </a:lnTo>
                  <a:lnTo>
                    <a:pt x="139" y="1367"/>
                  </a:lnTo>
                  <a:lnTo>
                    <a:pt x="133" y="1356"/>
                  </a:lnTo>
                  <a:lnTo>
                    <a:pt x="126" y="1355"/>
                  </a:lnTo>
                  <a:lnTo>
                    <a:pt x="124" y="1351"/>
                  </a:lnTo>
                  <a:lnTo>
                    <a:pt x="124" y="1349"/>
                  </a:lnTo>
                  <a:lnTo>
                    <a:pt x="129" y="1348"/>
                  </a:lnTo>
                  <a:lnTo>
                    <a:pt x="131" y="1344"/>
                  </a:lnTo>
                  <a:lnTo>
                    <a:pt x="129" y="1339"/>
                  </a:lnTo>
                  <a:lnTo>
                    <a:pt x="127" y="1336"/>
                  </a:lnTo>
                  <a:lnTo>
                    <a:pt x="129" y="1330"/>
                  </a:lnTo>
                  <a:lnTo>
                    <a:pt x="129" y="1324"/>
                  </a:lnTo>
                  <a:lnTo>
                    <a:pt x="127" y="1318"/>
                  </a:lnTo>
                  <a:lnTo>
                    <a:pt x="121" y="1312"/>
                  </a:lnTo>
                  <a:lnTo>
                    <a:pt x="110" y="1305"/>
                  </a:lnTo>
                  <a:lnTo>
                    <a:pt x="105" y="1305"/>
                  </a:lnTo>
                  <a:lnTo>
                    <a:pt x="99" y="1309"/>
                  </a:lnTo>
                  <a:lnTo>
                    <a:pt x="97" y="1308"/>
                  </a:lnTo>
                  <a:lnTo>
                    <a:pt x="97" y="1296"/>
                  </a:lnTo>
                  <a:lnTo>
                    <a:pt x="95" y="1293"/>
                  </a:lnTo>
                  <a:lnTo>
                    <a:pt x="88" y="1295"/>
                  </a:lnTo>
                  <a:lnTo>
                    <a:pt x="83" y="1292"/>
                  </a:lnTo>
                  <a:lnTo>
                    <a:pt x="79" y="1291"/>
                  </a:lnTo>
                  <a:lnTo>
                    <a:pt x="65" y="1293"/>
                  </a:lnTo>
                  <a:lnTo>
                    <a:pt x="54" y="1290"/>
                  </a:lnTo>
                  <a:lnTo>
                    <a:pt x="56" y="1289"/>
                  </a:lnTo>
                  <a:lnTo>
                    <a:pt x="53" y="1284"/>
                  </a:lnTo>
                  <a:lnTo>
                    <a:pt x="47" y="1281"/>
                  </a:lnTo>
                  <a:lnTo>
                    <a:pt x="46" y="1278"/>
                  </a:lnTo>
                  <a:lnTo>
                    <a:pt x="53" y="1270"/>
                  </a:lnTo>
                  <a:lnTo>
                    <a:pt x="57" y="1269"/>
                  </a:lnTo>
                  <a:lnTo>
                    <a:pt x="62" y="1271"/>
                  </a:lnTo>
                  <a:lnTo>
                    <a:pt x="65" y="1271"/>
                  </a:lnTo>
                  <a:lnTo>
                    <a:pt x="62" y="1271"/>
                  </a:lnTo>
                  <a:lnTo>
                    <a:pt x="70" y="1274"/>
                  </a:lnTo>
                  <a:lnTo>
                    <a:pt x="73" y="1273"/>
                  </a:lnTo>
                  <a:lnTo>
                    <a:pt x="73" y="1237"/>
                  </a:lnTo>
                  <a:lnTo>
                    <a:pt x="63" y="1212"/>
                  </a:lnTo>
                  <a:lnTo>
                    <a:pt x="63" y="1193"/>
                  </a:lnTo>
                  <a:lnTo>
                    <a:pt x="56" y="1182"/>
                  </a:lnTo>
                  <a:lnTo>
                    <a:pt x="37" y="1180"/>
                  </a:lnTo>
                  <a:lnTo>
                    <a:pt x="17" y="1187"/>
                  </a:lnTo>
                  <a:lnTo>
                    <a:pt x="6" y="1179"/>
                  </a:lnTo>
                  <a:lnTo>
                    <a:pt x="2" y="1162"/>
                  </a:lnTo>
                  <a:lnTo>
                    <a:pt x="0" y="1142"/>
                  </a:lnTo>
                  <a:lnTo>
                    <a:pt x="11" y="1108"/>
                  </a:lnTo>
                  <a:lnTo>
                    <a:pt x="10" y="1097"/>
                  </a:lnTo>
                  <a:lnTo>
                    <a:pt x="19" y="1079"/>
                  </a:lnTo>
                  <a:lnTo>
                    <a:pt x="51" y="1064"/>
                  </a:lnTo>
                  <a:lnTo>
                    <a:pt x="56" y="1059"/>
                  </a:lnTo>
                  <a:lnTo>
                    <a:pt x="63" y="1059"/>
                  </a:lnTo>
                  <a:lnTo>
                    <a:pt x="69" y="1044"/>
                  </a:lnTo>
                  <a:lnTo>
                    <a:pt x="79" y="1048"/>
                  </a:lnTo>
                  <a:lnTo>
                    <a:pt x="94" y="1042"/>
                  </a:lnTo>
                  <a:lnTo>
                    <a:pt x="105" y="1043"/>
                  </a:lnTo>
                  <a:lnTo>
                    <a:pt x="111" y="1056"/>
                  </a:lnTo>
                  <a:lnTo>
                    <a:pt x="122" y="1058"/>
                  </a:lnTo>
                  <a:lnTo>
                    <a:pt x="138" y="1054"/>
                  </a:lnTo>
                  <a:lnTo>
                    <a:pt x="148" y="1055"/>
                  </a:lnTo>
                  <a:lnTo>
                    <a:pt x="161" y="1045"/>
                  </a:lnTo>
                  <a:lnTo>
                    <a:pt x="167" y="1027"/>
                  </a:lnTo>
                  <a:lnTo>
                    <a:pt x="176" y="1016"/>
                  </a:lnTo>
                  <a:lnTo>
                    <a:pt x="193" y="1011"/>
                  </a:lnTo>
                  <a:lnTo>
                    <a:pt x="212" y="1010"/>
                  </a:lnTo>
                  <a:lnTo>
                    <a:pt x="239" y="1005"/>
                  </a:lnTo>
                  <a:lnTo>
                    <a:pt x="251" y="1000"/>
                  </a:lnTo>
                  <a:lnTo>
                    <a:pt x="259" y="986"/>
                  </a:lnTo>
                  <a:lnTo>
                    <a:pt x="274" y="973"/>
                  </a:lnTo>
                  <a:lnTo>
                    <a:pt x="310" y="953"/>
                  </a:lnTo>
                  <a:lnTo>
                    <a:pt x="348" y="941"/>
                  </a:lnTo>
                  <a:lnTo>
                    <a:pt x="358" y="934"/>
                  </a:lnTo>
                  <a:lnTo>
                    <a:pt x="364" y="920"/>
                  </a:lnTo>
                  <a:lnTo>
                    <a:pt x="364" y="892"/>
                  </a:lnTo>
                  <a:lnTo>
                    <a:pt x="366" y="881"/>
                  </a:lnTo>
                  <a:lnTo>
                    <a:pt x="374" y="871"/>
                  </a:lnTo>
                  <a:lnTo>
                    <a:pt x="373" y="859"/>
                  </a:lnTo>
                  <a:lnTo>
                    <a:pt x="386" y="849"/>
                  </a:lnTo>
                  <a:lnTo>
                    <a:pt x="386" y="834"/>
                  </a:lnTo>
                  <a:lnTo>
                    <a:pt x="377" y="807"/>
                  </a:lnTo>
                  <a:lnTo>
                    <a:pt x="370" y="795"/>
                  </a:lnTo>
                  <a:lnTo>
                    <a:pt x="366" y="780"/>
                  </a:lnTo>
                  <a:lnTo>
                    <a:pt x="361" y="742"/>
                  </a:lnTo>
                  <a:lnTo>
                    <a:pt x="354" y="727"/>
                  </a:lnTo>
                  <a:lnTo>
                    <a:pt x="347" y="720"/>
                  </a:lnTo>
                  <a:lnTo>
                    <a:pt x="355" y="712"/>
                  </a:lnTo>
                  <a:lnTo>
                    <a:pt x="375" y="705"/>
                  </a:lnTo>
                  <a:lnTo>
                    <a:pt x="393" y="703"/>
                  </a:lnTo>
                  <a:lnTo>
                    <a:pt x="416" y="695"/>
                  </a:lnTo>
                  <a:lnTo>
                    <a:pt x="471" y="693"/>
                  </a:lnTo>
                  <a:lnTo>
                    <a:pt x="478" y="688"/>
                  </a:lnTo>
                  <a:lnTo>
                    <a:pt x="472" y="670"/>
                  </a:lnTo>
                  <a:lnTo>
                    <a:pt x="470" y="655"/>
                  </a:lnTo>
                  <a:lnTo>
                    <a:pt x="473" y="635"/>
                  </a:lnTo>
                  <a:lnTo>
                    <a:pt x="479" y="611"/>
                  </a:lnTo>
                  <a:lnTo>
                    <a:pt x="492" y="584"/>
                  </a:lnTo>
                  <a:lnTo>
                    <a:pt x="500" y="558"/>
                  </a:lnTo>
                  <a:lnTo>
                    <a:pt x="511" y="537"/>
                  </a:lnTo>
                  <a:lnTo>
                    <a:pt x="535" y="537"/>
                  </a:lnTo>
                  <a:lnTo>
                    <a:pt x="544" y="544"/>
                  </a:lnTo>
                  <a:lnTo>
                    <a:pt x="563" y="550"/>
                  </a:lnTo>
                  <a:lnTo>
                    <a:pt x="597" y="547"/>
                  </a:lnTo>
                  <a:lnTo>
                    <a:pt x="606" y="556"/>
                  </a:lnTo>
                  <a:lnTo>
                    <a:pt x="616" y="563"/>
                  </a:lnTo>
                  <a:lnTo>
                    <a:pt x="630" y="552"/>
                  </a:lnTo>
                  <a:lnTo>
                    <a:pt x="653" y="544"/>
                  </a:lnTo>
                  <a:lnTo>
                    <a:pt x="656" y="507"/>
                  </a:lnTo>
                  <a:lnTo>
                    <a:pt x="654" y="484"/>
                  </a:lnTo>
                  <a:lnTo>
                    <a:pt x="659" y="459"/>
                  </a:lnTo>
                  <a:lnTo>
                    <a:pt x="670" y="439"/>
                  </a:lnTo>
                  <a:lnTo>
                    <a:pt x="686" y="440"/>
                  </a:lnTo>
                  <a:lnTo>
                    <a:pt x="705" y="434"/>
                  </a:lnTo>
                  <a:lnTo>
                    <a:pt x="721" y="418"/>
                  </a:lnTo>
                  <a:lnTo>
                    <a:pt x="731" y="398"/>
                  </a:lnTo>
                  <a:lnTo>
                    <a:pt x="756" y="405"/>
                  </a:lnTo>
                  <a:lnTo>
                    <a:pt x="772" y="389"/>
                  </a:lnTo>
                  <a:lnTo>
                    <a:pt x="777" y="389"/>
                  </a:lnTo>
                  <a:lnTo>
                    <a:pt x="777" y="393"/>
                  </a:lnTo>
                  <a:lnTo>
                    <a:pt x="780" y="404"/>
                  </a:lnTo>
                  <a:lnTo>
                    <a:pt x="791" y="430"/>
                  </a:lnTo>
                  <a:lnTo>
                    <a:pt x="821" y="453"/>
                  </a:lnTo>
                  <a:lnTo>
                    <a:pt x="832" y="474"/>
                  </a:lnTo>
                  <a:lnTo>
                    <a:pt x="847" y="485"/>
                  </a:lnTo>
                  <a:lnTo>
                    <a:pt x="854" y="474"/>
                  </a:lnTo>
                  <a:lnTo>
                    <a:pt x="870" y="477"/>
                  </a:lnTo>
                  <a:lnTo>
                    <a:pt x="885" y="485"/>
                  </a:lnTo>
                  <a:lnTo>
                    <a:pt x="901" y="488"/>
                  </a:lnTo>
                  <a:lnTo>
                    <a:pt x="911" y="504"/>
                  </a:lnTo>
                  <a:lnTo>
                    <a:pt x="918" y="526"/>
                  </a:lnTo>
                  <a:lnTo>
                    <a:pt x="928" y="543"/>
                  </a:lnTo>
                  <a:lnTo>
                    <a:pt x="940" y="586"/>
                  </a:lnTo>
                  <a:lnTo>
                    <a:pt x="940" y="614"/>
                  </a:lnTo>
                  <a:lnTo>
                    <a:pt x="944" y="633"/>
                  </a:lnTo>
                  <a:lnTo>
                    <a:pt x="943" y="652"/>
                  </a:lnTo>
                  <a:lnTo>
                    <a:pt x="935" y="668"/>
                  </a:lnTo>
                  <a:lnTo>
                    <a:pt x="934" y="683"/>
                  </a:lnTo>
                  <a:lnTo>
                    <a:pt x="941" y="690"/>
                  </a:lnTo>
                  <a:lnTo>
                    <a:pt x="957" y="697"/>
                  </a:lnTo>
                  <a:lnTo>
                    <a:pt x="988" y="700"/>
                  </a:lnTo>
                  <a:lnTo>
                    <a:pt x="1022" y="711"/>
                  </a:lnTo>
                  <a:lnTo>
                    <a:pt x="1031" y="711"/>
                  </a:lnTo>
                  <a:lnTo>
                    <a:pt x="1044" y="706"/>
                  </a:lnTo>
                  <a:lnTo>
                    <a:pt x="1057" y="706"/>
                  </a:lnTo>
                  <a:lnTo>
                    <a:pt x="1069" y="712"/>
                  </a:lnTo>
                  <a:lnTo>
                    <a:pt x="1099" y="722"/>
                  </a:lnTo>
                  <a:lnTo>
                    <a:pt x="1114" y="732"/>
                  </a:lnTo>
                  <a:lnTo>
                    <a:pt x="1130" y="741"/>
                  </a:lnTo>
                  <a:lnTo>
                    <a:pt x="1162" y="749"/>
                  </a:lnTo>
                  <a:lnTo>
                    <a:pt x="1175" y="759"/>
                  </a:lnTo>
                  <a:lnTo>
                    <a:pt x="1187" y="760"/>
                  </a:lnTo>
                  <a:lnTo>
                    <a:pt x="1198" y="775"/>
                  </a:lnTo>
                  <a:lnTo>
                    <a:pt x="1209" y="792"/>
                  </a:lnTo>
                  <a:lnTo>
                    <a:pt x="1216" y="812"/>
                  </a:lnTo>
                  <a:lnTo>
                    <a:pt x="1228" y="832"/>
                  </a:lnTo>
                  <a:lnTo>
                    <a:pt x="1240" y="846"/>
                  </a:lnTo>
                  <a:lnTo>
                    <a:pt x="1253" y="862"/>
                  </a:lnTo>
                  <a:lnTo>
                    <a:pt x="1269" y="876"/>
                  </a:lnTo>
                  <a:lnTo>
                    <a:pt x="1283" y="882"/>
                  </a:lnTo>
                  <a:lnTo>
                    <a:pt x="1304" y="882"/>
                  </a:lnTo>
                  <a:lnTo>
                    <a:pt x="1452" y="872"/>
                  </a:lnTo>
                  <a:lnTo>
                    <a:pt x="1470" y="870"/>
                  </a:lnTo>
                  <a:lnTo>
                    <a:pt x="1487" y="872"/>
                  </a:lnTo>
                  <a:lnTo>
                    <a:pt x="1521" y="883"/>
                  </a:lnTo>
                  <a:lnTo>
                    <a:pt x="1531" y="887"/>
                  </a:lnTo>
                  <a:lnTo>
                    <a:pt x="1540" y="898"/>
                  </a:lnTo>
                  <a:lnTo>
                    <a:pt x="1555" y="911"/>
                  </a:lnTo>
                  <a:lnTo>
                    <a:pt x="1578" y="921"/>
                  </a:lnTo>
                  <a:lnTo>
                    <a:pt x="1611" y="931"/>
                  </a:lnTo>
                  <a:lnTo>
                    <a:pt x="1629" y="941"/>
                  </a:lnTo>
                  <a:lnTo>
                    <a:pt x="1651" y="948"/>
                  </a:lnTo>
                  <a:lnTo>
                    <a:pt x="1680" y="950"/>
                  </a:lnTo>
                  <a:lnTo>
                    <a:pt x="1686" y="952"/>
                  </a:lnTo>
                  <a:lnTo>
                    <a:pt x="1697" y="961"/>
                  </a:lnTo>
                  <a:lnTo>
                    <a:pt x="1709" y="964"/>
                  </a:lnTo>
                  <a:lnTo>
                    <a:pt x="1719" y="963"/>
                  </a:lnTo>
                  <a:lnTo>
                    <a:pt x="1737" y="948"/>
                  </a:lnTo>
                  <a:lnTo>
                    <a:pt x="1767" y="937"/>
                  </a:lnTo>
                  <a:lnTo>
                    <a:pt x="1780" y="935"/>
                  </a:lnTo>
                  <a:lnTo>
                    <a:pt x="1791" y="931"/>
                  </a:lnTo>
                  <a:lnTo>
                    <a:pt x="1799" y="921"/>
                  </a:lnTo>
                  <a:lnTo>
                    <a:pt x="1810" y="918"/>
                  </a:lnTo>
                  <a:lnTo>
                    <a:pt x="1847" y="911"/>
                  </a:lnTo>
                  <a:lnTo>
                    <a:pt x="1865" y="904"/>
                  </a:lnTo>
                  <a:lnTo>
                    <a:pt x="1891" y="905"/>
                  </a:lnTo>
                  <a:lnTo>
                    <a:pt x="1907" y="899"/>
                  </a:lnTo>
                  <a:lnTo>
                    <a:pt x="1935" y="908"/>
                  </a:lnTo>
                  <a:lnTo>
                    <a:pt x="1940" y="905"/>
                  </a:lnTo>
                  <a:lnTo>
                    <a:pt x="1968" y="903"/>
                  </a:lnTo>
                  <a:lnTo>
                    <a:pt x="1998" y="892"/>
                  </a:lnTo>
                  <a:lnTo>
                    <a:pt x="2012" y="883"/>
                  </a:lnTo>
                  <a:lnTo>
                    <a:pt x="2032" y="868"/>
                  </a:lnTo>
                  <a:lnTo>
                    <a:pt x="2042" y="854"/>
                  </a:lnTo>
                  <a:lnTo>
                    <a:pt x="2100" y="805"/>
                  </a:lnTo>
                  <a:lnTo>
                    <a:pt x="2097" y="791"/>
                  </a:lnTo>
                  <a:lnTo>
                    <a:pt x="2075" y="762"/>
                  </a:lnTo>
                  <a:lnTo>
                    <a:pt x="2078" y="747"/>
                  </a:lnTo>
                  <a:lnTo>
                    <a:pt x="2091" y="727"/>
                  </a:lnTo>
                  <a:lnTo>
                    <a:pt x="2100" y="710"/>
                  </a:lnTo>
                  <a:lnTo>
                    <a:pt x="2121" y="704"/>
                  </a:lnTo>
                  <a:lnTo>
                    <a:pt x="2137" y="709"/>
                  </a:lnTo>
                  <a:lnTo>
                    <a:pt x="2149" y="722"/>
                  </a:lnTo>
                  <a:lnTo>
                    <a:pt x="2170" y="727"/>
                  </a:lnTo>
                  <a:lnTo>
                    <a:pt x="2188" y="727"/>
                  </a:lnTo>
                  <a:lnTo>
                    <a:pt x="2215" y="710"/>
                  </a:lnTo>
                  <a:lnTo>
                    <a:pt x="2234" y="689"/>
                  </a:lnTo>
                  <a:lnTo>
                    <a:pt x="2254" y="667"/>
                  </a:lnTo>
                  <a:lnTo>
                    <a:pt x="2266" y="667"/>
                  </a:lnTo>
                  <a:lnTo>
                    <a:pt x="2277" y="668"/>
                  </a:lnTo>
                  <a:lnTo>
                    <a:pt x="2284" y="666"/>
                  </a:lnTo>
                  <a:lnTo>
                    <a:pt x="2302" y="654"/>
                  </a:lnTo>
                  <a:lnTo>
                    <a:pt x="2353" y="598"/>
                  </a:lnTo>
                  <a:lnTo>
                    <a:pt x="2369" y="584"/>
                  </a:lnTo>
                  <a:lnTo>
                    <a:pt x="2390" y="580"/>
                  </a:lnTo>
                  <a:lnTo>
                    <a:pt x="2415" y="581"/>
                  </a:lnTo>
                  <a:lnTo>
                    <a:pt x="2440" y="577"/>
                  </a:lnTo>
                  <a:lnTo>
                    <a:pt x="2465" y="572"/>
                  </a:lnTo>
                  <a:lnTo>
                    <a:pt x="2484" y="577"/>
                  </a:lnTo>
                  <a:lnTo>
                    <a:pt x="2501" y="580"/>
                  </a:lnTo>
                  <a:lnTo>
                    <a:pt x="2511" y="574"/>
                  </a:lnTo>
                  <a:lnTo>
                    <a:pt x="2510" y="561"/>
                  </a:lnTo>
                  <a:lnTo>
                    <a:pt x="2496" y="553"/>
                  </a:lnTo>
                  <a:lnTo>
                    <a:pt x="2496" y="544"/>
                  </a:lnTo>
                  <a:lnTo>
                    <a:pt x="2498" y="531"/>
                  </a:lnTo>
                  <a:lnTo>
                    <a:pt x="2492" y="517"/>
                  </a:lnTo>
                  <a:lnTo>
                    <a:pt x="2463" y="493"/>
                  </a:lnTo>
                  <a:lnTo>
                    <a:pt x="2450" y="478"/>
                  </a:lnTo>
                  <a:lnTo>
                    <a:pt x="2444" y="464"/>
                  </a:lnTo>
                  <a:lnTo>
                    <a:pt x="2415" y="485"/>
                  </a:lnTo>
                  <a:lnTo>
                    <a:pt x="2397" y="498"/>
                  </a:lnTo>
                  <a:lnTo>
                    <a:pt x="2372" y="505"/>
                  </a:lnTo>
                  <a:lnTo>
                    <a:pt x="2347" y="507"/>
                  </a:lnTo>
                  <a:lnTo>
                    <a:pt x="2306" y="498"/>
                  </a:lnTo>
                  <a:lnTo>
                    <a:pt x="2297" y="483"/>
                  </a:lnTo>
                  <a:lnTo>
                    <a:pt x="2294" y="463"/>
                  </a:lnTo>
                  <a:lnTo>
                    <a:pt x="2294" y="441"/>
                  </a:lnTo>
                  <a:lnTo>
                    <a:pt x="2302" y="424"/>
                  </a:lnTo>
                  <a:lnTo>
                    <a:pt x="2305" y="404"/>
                  </a:lnTo>
                  <a:lnTo>
                    <a:pt x="2302" y="387"/>
                  </a:lnTo>
                  <a:lnTo>
                    <a:pt x="2302" y="371"/>
                  </a:lnTo>
                  <a:lnTo>
                    <a:pt x="2306" y="362"/>
                  </a:lnTo>
                  <a:lnTo>
                    <a:pt x="2317" y="348"/>
                  </a:lnTo>
                  <a:lnTo>
                    <a:pt x="2333" y="319"/>
                  </a:lnTo>
                  <a:lnTo>
                    <a:pt x="2342" y="311"/>
                  </a:lnTo>
                  <a:lnTo>
                    <a:pt x="2342" y="306"/>
                  </a:lnTo>
                  <a:lnTo>
                    <a:pt x="2353" y="308"/>
                  </a:lnTo>
                  <a:lnTo>
                    <a:pt x="2366" y="318"/>
                  </a:lnTo>
                  <a:lnTo>
                    <a:pt x="2398" y="328"/>
                  </a:lnTo>
                  <a:lnTo>
                    <a:pt x="2423" y="340"/>
                  </a:lnTo>
                  <a:lnTo>
                    <a:pt x="2434" y="338"/>
                  </a:lnTo>
                  <a:lnTo>
                    <a:pt x="2449" y="327"/>
                  </a:lnTo>
                  <a:lnTo>
                    <a:pt x="2499" y="296"/>
                  </a:lnTo>
                  <a:lnTo>
                    <a:pt x="2500" y="289"/>
                  </a:lnTo>
                  <a:lnTo>
                    <a:pt x="2498" y="276"/>
                  </a:lnTo>
                  <a:lnTo>
                    <a:pt x="2501" y="264"/>
                  </a:lnTo>
                  <a:lnTo>
                    <a:pt x="2512" y="251"/>
                  </a:lnTo>
                  <a:lnTo>
                    <a:pt x="2519" y="240"/>
                  </a:lnTo>
                  <a:lnTo>
                    <a:pt x="2526" y="210"/>
                  </a:lnTo>
                  <a:lnTo>
                    <a:pt x="2531" y="188"/>
                  </a:lnTo>
                  <a:lnTo>
                    <a:pt x="2538" y="171"/>
                  </a:lnTo>
                  <a:lnTo>
                    <a:pt x="2557" y="161"/>
                  </a:lnTo>
                  <a:lnTo>
                    <a:pt x="2581" y="134"/>
                  </a:lnTo>
                  <a:lnTo>
                    <a:pt x="2581" y="129"/>
                  </a:lnTo>
                  <a:lnTo>
                    <a:pt x="2576" y="118"/>
                  </a:lnTo>
                  <a:lnTo>
                    <a:pt x="2578" y="91"/>
                  </a:lnTo>
                  <a:lnTo>
                    <a:pt x="2571" y="87"/>
                  </a:lnTo>
                  <a:lnTo>
                    <a:pt x="2560" y="87"/>
                  </a:lnTo>
                  <a:lnTo>
                    <a:pt x="2542" y="92"/>
                  </a:lnTo>
                  <a:lnTo>
                    <a:pt x="2538" y="87"/>
                  </a:lnTo>
                  <a:lnTo>
                    <a:pt x="2543" y="74"/>
                  </a:lnTo>
                  <a:lnTo>
                    <a:pt x="2567" y="50"/>
                  </a:lnTo>
                  <a:lnTo>
                    <a:pt x="2575" y="38"/>
                  </a:lnTo>
                  <a:lnTo>
                    <a:pt x="2591" y="26"/>
                  </a:lnTo>
                  <a:lnTo>
                    <a:pt x="2625" y="20"/>
                  </a:lnTo>
                  <a:lnTo>
                    <a:pt x="2666" y="5"/>
                  </a:lnTo>
                  <a:lnTo>
                    <a:pt x="2691" y="6"/>
                  </a:lnTo>
                  <a:lnTo>
                    <a:pt x="2726" y="0"/>
                  </a:lnTo>
                  <a:lnTo>
                    <a:pt x="2738" y="0"/>
                  </a:lnTo>
                  <a:lnTo>
                    <a:pt x="2757" y="9"/>
                  </a:lnTo>
                  <a:lnTo>
                    <a:pt x="2774" y="21"/>
                  </a:lnTo>
                  <a:lnTo>
                    <a:pt x="2785" y="33"/>
                  </a:lnTo>
                  <a:lnTo>
                    <a:pt x="2801" y="37"/>
                  </a:lnTo>
                  <a:lnTo>
                    <a:pt x="2820" y="34"/>
                  </a:lnTo>
                  <a:lnTo>
                    <a:pt x="2836" y="38"/>
                  </a:lnTo>
                  <a:lnTo>
                    <a:pt x="2850" y="44"/>
                  </a:lnTo>
                  <a:lnTo>
                    <a:pt x="2858" y="58"/>
                  </a:lnTo>
                  <a:lnTo>
                    <a:pt x="2870" y="76"/>
                  </a:lnTo>
                  <a:lnTo>
                    <a:pt x="2871" y="89"/>
                  </a:lnTo>
                  <a:lnTo>
                    <a:pt x="2879" y="96"/>
                  </a:lnTo>
                  <a:lnTo>
                    <a:pt x="2888" y="102"/>
                  </a:lnTo>
                  <a:lnTo>
                    <a:pt x="2890" y="111"/>
                  </a:lnTo>
                  <a:lnTo>
                    <a:pt x="2891" y="106"/>
                  </a:lnTo>
                  <a:lnTo>
                    <a:pt x="2893" y="119"/>
                  </a:lnTo>
                  <a:lnTo>
                    <a:pt x="2898" y="134"/>
                  </a:lnTo>
                  <a:lnTo>
                    <a:pt x="2901" y="155"/>
                  </a:lnTo>
                  <a:lnTo>
                    <a:pt x="2909" y="172"/>
                  </a:lnTo>
                  <a:lnTo>
                    <a:pt x="2914" y="189"/>
                  </a:lnTo>
                  <a:lnTo>
                    <a:pt x="2935" y="229"/>
                  </a:lnTo>
                  <a:lnTo>
                    <a:pt x="2941" y="270"/>
                  </a:lnTo>
                  <a:lnTo>
                    <a:pt x="2950" y="289"/>
                  </a:lnTo>
                  <a:lnTo>
                    <a:pt x="2949" y="294"/>
                  </a:lnTo>
                  <a:lnTo>
                    <a:pt x="2950" y="295"/>
                  </a:lnTo>
                  <a:lnTo>
                    <a:pt x="2952" y="313"/>
                  </a:lnTo>
                  <a:lnTo>
                    <a:pt x="2952" y="334"/>
                  </a:lnTo>
                  <a:lnTo>
                    <a:pt x="2965" y="345"/>
                  </a:lnTo>
                  <a:lnTo>
                    <a:pt x="2988" y="348"/>
                  </a:lnTo>
                  <a:lnTo>
                    <a:pt x="3009" y="340"/>
                  </a:lnTo>
                  <a:lnTo>
                    <a:pt x="3025" y="348"/>
                  </a:lnTo>
                  <a:lnTo>
                    <a:pt x="3044" y="350"/>
                  </a:lnTo>
                  <a:lnTo>
                    <a:pt x="3062" y="359"/>
                  </a:lnTo>
                  <a:lnTo>
                    <a:pt x="3094" y="387"/>
                  </a:lnTo>
                  <a:lnTo>
                    <a:pt x="3109" y="394"/>
                  </a:lnTo>
                  <a:lnTo>
                    <a:pt x="3121" y="396"/>
                  </a:lnTo>
                  <a:lnTo>
                    <a:pt x="3125" y="403"/>
                  </a:lnTo>
                  <a:lnTo>
                    <a:pt x="3125" y="408"/>
                  </a:lnTo>
                  <a:lnTo>
                    <a:pt x="3127" y="407"/>
                  </a:lnTo>
                  <a:lnTo>
                    <a:pt x="3128" y="423"/>
                  </a:lnTo>
                  <a:lnTo>
                    <a:pt x="3135" y="432"/>
                  </a:lnTo>
                  <a:lnTo>
                    <a:pt x="3134" y="448"/>
                  </a:lnTo>
                  <a:lnTo>
                    <a:pt x="3135" y="466"/>
                  </a:lnTo>
                  <a:lnTo>
                    <a:pt x="3145" y="482"/>
                  </a:lnTo>
                  <a:lnTo>
                    <a:pt x="3151" y="495"/>
                  </a:lnTo>
                  <a:lnTo>
                    <a:pt x="3170" y="494"/>
                  </a:lnTo>
                  <a:lnTo>
                    <a:pt x="3189" y="500"/>
                  </a:lnTo>
                  <a:lnTo>
                    <a:pt x="3207" y="498"/>
                  </a:lnTo>
                  <a:lnTo>
                    <a:pt x="3238" y="483"/>
                  </a:lnTo>
                  <a:lnTo>
                    <a:pt x="3272" y="461"/>
                  </a:lnTo>
                  <a:lnTo>
                    <a:pt x="3290" y="459"/>
                  </a:lnTo>
                  <a:lnTo>
                    <a:pt x="3323" y="441"/>
                  </a:lnTo>
                  <a:lnTo>
                    <a:pt x="3355" y="432"/>
                  </a:lnTo>
                  <a:lnTo>
                    <a:pt x="3356" y="435"/>
                  </a:lnTo>
                  <a:lnTo>
                    <a:pt x="3348" y="448"/>
                  </a:lnTo>
                  <a:lnTo>
                    <a:pt x="3348" y="468"/>
                  </a:lnTo>
                  <a:lnTo>
                    <a:pt x="3353" y="484"/>
                  </a:lnTo>
                  <a:lnTo>
                    <a:pt x="3350" y="504"/>
                  </a:lnTo>
                  <a:lnTo>
                    <a:pt x="3338" y="514"/>
                  </a:lnTo>
                  <a:lnTo>
                    <a:pt x="3324" y="527"/>
                  </a:lnTo>
                  <a:lnTo>
                    <a:pt x="3322" y="548"/>
                  </a:lnTo>
                  <a:lnTo>
                    <a:pt x="3308" y="581"/>
                  </a:lnTo>
                  <a:lnTo>
                    <a:pt x="3300" y="623"/>
                  </a:lnTo>
                  <a:lnTo>
                    <a:pt x="3281" y="661"/>
                  </a:lnTo>
                  <a:lnTo>
                    <a:pt x="3268" y="679"/>
                  </a:lnTo>
                  <a:lnTo>
                    <a:pt x="3263" y="699"/>
                  </a:lnTo>
                  <a:lnTo>
                    <a:pt x="3251" y="709"/>
                  </a:lnTo>
                  <a:lnTo>
                    <a:pt x="3246" y="705"/>
                  </a:lnTo>
                  <a:lnTo>
                    <a:pt x="3195" y="693"/>
                  </a:lnTo>
                  <a:lnTo>
                    <a:pt x="3182" y="700"/>
                  </a:lnTo>
                  <a:lnTo>
                    <a:pt x="3146" y="735"/>
                  </a:lnTo>
                  <a:lnTo>
                    <a:pt x="3154" y="748"/>
                  </a:lnTo>
                  <a:lnTo>
                    <a:pt x="3160" y="775"/>
                  </a:lnTo>
                  <a:lnTo>
                    <a:pt x="3160" y="834"/>
                  </a:lnTo>
                  <a:lnTo>
                    <a:pt x="3144" y="859"/>
                  </a:lnTo>
                  <a:lnTo>
                    <a:pt x="3124" y="876"/>
                  </a:lnTo>
                  <a:lnTo>
                    <a:pt x="3124" y="894"/>
                  </a:lnTo>
                  <a:lnTo>
                    <a:pt x="3116" y="893"/>
                  </a:lnTo>
                  <a:lnTo>
                    <a:pt x="3108" y="878"/>
                  </a:lnTo>
                  <a:lnTo>
                    <a:pt x="3097" y="867"/>
                  </a:lnTo>
                  <a:lnTo>
                    <a:pt x="3086" y="876"/>
                  </a:lnTo>
                  <a:lnTo>
                    <a:pt x="3079" y="896"/>
                  </a:lnTo>
                  <a:lnTo>
                    <a:pt x="3069" y="911"/>
                  </a:lnTo>
                  <a:lnTo>
                    <a:pt x="3038" y="935"/>
                  </a:lnTo>
                  <a:lnTo>
                    <a:pt x="3014" y="941"/>
                  </a:lnTo>
                  <a:lnTo>
                    <a:pt x="2994" y="941"/>
                  </a:lnTo>
                  <a:lnTo>
                    <a:pt x="2989" y="950"/>
                  </a:lnTo>
                  <a:lnTo>
                    <a:pt x="2995" y="981"/>
                  </a:lnTo>
                  <a:lnTo>
                    <a:pt x="2953" y="985"/>
                  </a:lnTo>
                  <a:lnTo>
                    <a:pt x="2939" y="975"/>
                  </a:lnTo>
                  <a:lnTo>
                    <a:pt x="2920" y="970"/>
                  </a:lnTo>
                  <a:lnTo>
                    <a:pt x="2908" y="980"/>
                  </a:lnTo>
                  <a:lnTo>
                    <a:pt x="2883" y="1009"/>
                  </a:lnTo>
                  <a:lnTo>
                    <a:pt x="2865" y="1024"/>
                  </a:lnTo>
                  <a:lnTo>
                    <a:pt x="2826" y="1045"/>
                  </a:lnTo>
                  <a:lnTo>
                    <a:pt x="2811" y="1052"/>
                  </a:lnTo>
                  <a:lnTo>
                    <a:pt x="2783" y="1087"/>
                  </a:lnTo>
                  <a:lnTo>
                    <a:pt x="2781" y="1091"/>
                  </a:lnTo>
                  <a:lnTo>
                    <a:pt x="2774" y="1094"/>
                  </a:lnTo>
                  <a:lnTo>
                    <a:pt x="2767" y="1097"/>
                  </a:lnTo>
                  <a:lnTo>
                    <a:pt x="2756" y="1097"/>
                  </a:lnTo>
                  <a:lnTo>
                    <a:pt x="2734" y="1104"/>
                  </a:lnTo>
                  <a:lnTo>
                    <a:pt x="2729" y="1097"/>
                  </a:lnTo>
                  <a:lnTo>
                    <a:pt x="2724" y="1102"/>
                  </a:lnTo>
                  <a:lnTo>
                    <a:pt x="2709" y="1113"/>
                  </a:lnTo>
                  <a:lnTo>
                    <a:pt x="2673" y="1128"/>
                  </a:lnTo>
                  <a:lnTo>
                    <a:pt x="2665" y="1136"/>
                  </a:lnTo>
                  <a:lnTo>
                    <a:pt x="2657" y="1149"/>
                  </a:lnTo>
                  <a:lnTo>
                    <a:pt x="2646" y="1157"/>
                  </a:lnTo>
                  <a:lnTo>
                    <a:pt x="2638" y="1157"/>
                  </a:lnTo>
                  <a:lnTo>
                    <a:pt x="2632" y="1163"/>
                  </a:lnTo>
                  <a:lnTo>
                    <a:pt x="2613" y="1172"/>
                  </a:lnTo>
                  <a:lnTo>
                    <a:pt x="2607" y="1168"/>
                  </a:lnTo>
                  <a:lnTo>
                    <a:pt x="2616" y="1156"/>
                  </a:lnTo>
                  <a:lnTo>
                    <a:pt x="2630" y="1151"/>
                  </a:lnTo>
                  <a:lnTo>
                    <a:pt x="2635" y="1140"/>
                  </a:lnTo>
                  <a:lnTo>
                    <a:pt x="2638" y="1129"/>
                  </a:lnTo>
                  <a:lnTo>
                    <a:pt x="2630" y="1126"/>
                  </a:lnTo>
                  <a:lnTo>
                    <a:pt x="2622" y="1119"/>
                  </a:lnTo>
                  <a:lnTo>
                    <a:pt x="2616" y="1118"/>
                  </a:lnTo>
                  <a:lnTo>
                    <a:pt x="2625" y="1112"/>
                  </a:lnTo>
                  <a:lnTo>
                    <a:pt x="2627" y="1101"/>
                  </a:lnTo>
                  <a:lnTo>
                    <a:pt x="2638" y="1093"/>
                  </a:lnTo>
                  <a:lnTo>
                    <a:pt x="2660" y="1063"/>
                  </a:lnTo>
                  <a:lnTo>
                    <a:pt x="2667" y="1050"/>
                  </a:lnTo>
                  <a:lnTo>
                    <a:pt x="2665" y="1042"/>
                  </a:lnTo>
                  <a:lnTo>
                    <a:pt x="2652" y="1028"/>
                  </a:lnTo>
                  <a:lnTo>
                    <a:pt x="2649" y="1016"/>
                  </a:lnTo>
                  <a:lnTo>
                    <a:pt x="2644" y="1010"/>
                  </a:lnTo>
                  <a:lnTo>
                    <a:pt x="2639" y="1016"/>
                  </a:lnTo>
                  <a:lnTo>
                    <a:pt x="2616" y="1017"/>
                  </a:lnTo>
                  <a:lnTo>
                    <a:pt x="2606" y="1021"/>
                  </a:lnTo>
                  <a:lnTo>
                    <a:pt x="2590" y="1038"/>
                  </a:lnTo>
                  <a:lnTo>
                    <a:pt x="2578" y="1053"/>
                  </a:lnTo>
                  <a:lnTo>
                    <a:pt x="2571" y="1065"/>
                  </a:lnTo>
                  <a:lnTo>
                    <a:pt x="2568" y="1070"/>
                  </a:lnTo>
                  <a:lnTo>
                    <a:pt x="2542" y="1082"/>
                  </a:lnTo>
                  <a:lnTo>
                    <a:pt x="2524" y="1096"/>
                  </a:lnTo>
                  <a:lnTo>
                    <a:pt x="2516" y="1098"/>
                  </a:lnTo>
                  <a:lnTo>
                    <a:pt x="2509" y="1112"/>
                  </a:lnTo>
                  <a:lnTo>
                    <a:pt x="2506" y="1126"/>
                  </a:lnTo>
                  <a:lnTo>
                    <a:pt x="2498" y="1135"/>
                  </a:lnTo>
                  <a:lnTo>
                    <a:pt x="2488" y="1141"/>
                  </a:lnTo>
                  <a:lnTo>
                    <a:pt x="2473" y="1144"/>
                  </a:lnTo>
                  <a:lnTo>
                    <a:pt x="2462" y="1147"/>
                  </a:lnTo>
                  <a:lnTo>
                    <a:pt x="2451" y="1147"/>
                  </a:lnTo>
                  <a:lnTo>
                    <a:pt x="2445" y="1144"/>
                  </a:lnTo>
                  <a:lnTo>
                    <a:pt x="2433" y="1142"/>
                  </a:lnTo>
                  <a:lnTo>
                    <a:pt x="2423" y="1152"/>
                  </a:lnTo>
                  <a:lnTo>
                    <a:pt x="2417" y="1172"/>
                  </a:lnTo>
                  <a:lnTo>
                    <a:pt x="2414" y="1189"/>
                  </a:lnTo>
                  <a:lnTo>
                    <a:pt x="2431" y="1207"/>
                  </a:lnTo>
                  <a:lnTo>
                    <a:pt x="2435" y="1216"/>
                  </a:lnTo>
                  <a:lnTo>
                    <a:pt x="2444" y="1221"/>
                  </a:lnTo>
                  <a:lnTo>
                    <a:pt x="2451" y="1221"/>
                  </a:lnTo>
                  <a:lnTo>
                    <a:pt x="2456" y="1228"/>
                  </a:lnTo>
                  <a:lnTo>
                    <a:pt x="2465" y="1228"/>
                  </a:lnTo>
                  <a:lnTo>
                    <a:pt x="2469" y="1239"/>
                  </a:lnTo>
                  <a:lnTo>
                    <a:pt x="2479" y="1247"/>
                  </a:lnTo>
                  <a:lnTo>
                    <a:pt x="2482" y="1255"/>
                  </a:lnTo>
                  <a:lnTo>
                    <a:pt x="2482" y="1265"/>
                  </a:lnTo>
                  <a:lnTo>
                    <a:pt x="2490" y="1276"/>
                  </a:lnTo>
                  <a:lnTo>
                    <a:pt x="2517" y="1286"/>
                  </a:lnTo>
                  <a:lnTo>
                    <a:pt x="2531" y="1285"/>
                  </a:lnTo>
                  <a:lnTo>
                    <a:pt x="2543" y="1269"/>
                  </a:lnTo>
                  <a:lnTo>
                    <a:pt x="2554" y="1260"/>
                  </a:lnTo>
                  <a:lnTo>
                    <a:pt x="2562" y="1249"/>
                  </a:lnTo>
                  <a:lnTo>
                    <a:pt x="2584" y="1239"/>
                  </a:lnTo>
                  <a:lnTo>
                    <a:pt x="2591" y="1238"/>
                  </a:lnTo>
                  <a:lnTo>
                    <a:pt x="2602" y="1249"/>
                  </a:lnTo>
                  <a:lnTo>
                    <a:pt x="2611" y="1254"/>
                  </a:lnTo>
                  <a:lnTo>
                    <a:pt x="2622" y="1255"/>
                  </a:lnTo>
                  <a:lnTo>
                    <a:pt x="2629" y="1264"/>
                  </a:lnTo>
                  <a:lnTo>
                    <a:pt x="2637" y="1265"/>
                  </a:lnTo>
                  <a:lnTo>
                    <a:pt x="2649" y="1263"/>
                  </a:lnTo>
                  <a:lnTo>
                    <a:pt x="2657" y="1258"/>
                  </a:lnTo>
                  <a:lnTo>
                    <a:pt x="2671" y="1264"/>
                  </a:lnTo>
                  <a:lnTo>
                    <a:pt x="2683" y="1266"/>
                  </a:lnTo>
                  <a:lnTo>
                    <a:pt x="2687" y="1268"/>
                  </a:lnTo>
                  <a:lnTo>
                    <a:pt x="2684" y="1281"/>
                  </a:lnTo>
                  <a:lnTo>
                    <a:pt x="2680" y="1290"/>
                  </a:lnTo>
                  <a:lnTo>
                    <a:pt x="2680" y="1295"/>
                  </a:lnTo>
                  <a:lnTo>
                    <a:pt x="2670" y="1307"/>
                  </a:lnTo>
                  <a:lnTo>
                    <a:pt x="2666" y="1303"/>
                  </a:lnTo>
                  <a:lnTo>
                    <a:pt x="2662" y="1293"/>
                  </a:lnTo>
                  <a:lnTo>
                    <a:pt x="2656" y="1297"/>
                  </a:lnTo>
                  <a:lnTo>
                    <a:pt x="2650" y="1295"/>
                  </a:lnTo>
                  <a:lnTo>
                    <a:pt x="2643" y="1301"/>
                  </a:lnTo>
                  <a:lnTo>
                    <a:pt x="2637" y="1311"/>
                  </a:lnTo>
                  <a:lnTo>
                    <a:pt x="2614" y="1313"/>
                  </a:lnTo>
                  <a:lnTo>
                    <a:pt x="2602" y="1319"/>
                  </a:lnTo>
                  <a:lnTo>
                    <a:pt x="2591" y="1319"/>
                  </a:lnTo>
                  <a:lnTo>
                    <a:pt x="2594" y="1333"/>
                  </a:lnTo>
                  <a:lnTo>
                    <a:pt x="2590" y="1333"/>
                  </a:lnTo>
                  <a:lnTo>
                    <a:pt x="2585" y="1338"/>
                  </a:lnTo>
                  <a:lnTo>
                    <a:pt x="2578" y="1355"/>
                  </a:lnTo>
                  <a:lnTo>
                    <a:pt x="2568" y="1356"/>
                  </a:lnTo>
                  <a:lnTo>
                    <a:pt x="2564" y="1345"/>
                  </a:lnTo>
                  <a:lnTo>
                    <a:pt x="2555" y="1345"/>
                  </a:lnTo>
                  <a:lnTo>
                    <a:pt x="2548" y="1354"/>
                  </a:lnTo>
                  <a:lnTo>
                    <a:pt x="2555" y="1362"/>
                  </a:lnTo>
                  <a:lnTo>
                    <a:pt x="2552" y="1371"/>
                  </a:lnTo>
                  <a:lnTo>
                    <a:pt x="2544" y="1381"/>
                  </a:lnTo>
                  <a:lnTo>
                    <a:pt x="2526" y="1391"/>
                  </a:lnTo>
                  <a:lnTo>
                    <a:pt x="2521" y="1404"/>
                  </a:lnTo>
                  <a:lnTo>
                    <a:pt x="2509" y="1421"/>
                  </a:lnTo>
                  <a:lnTo>
                    <a:pt x="2500" y="1437"/>
                  </a:lnTo>
                  <a:lnTo>
                    <a:pt x="2503" y="1446"/>
                  </a:lnTo>
                  <a:lnTo>
                    <a:pt x="2514" y="1448"/>
                  </a:lnTo>
                  <a:lnTo>
                    <a:pt x="2522" y="1456"/>
                  </a:lnTo>
                  <a:lnTo>
                    <a:pt x="2555" y="1473"/>
                  </a:lnTo>
                  <a:lnTo>
                    <a:pt x="2562" y="1483"/>
                  </a:lnTo>
                  <a:lnTo>
                    <a:pt x="2567" y="1499"/>
                  </a:lnTo>
                  <a:lnTo>
                    <a:pt x="2574" y="1508"/>
                  </a:lnTo>
                  <a:lnTo>
                    <a:pt x="2584" y="1548"/>
                  </a:lnTo>
                  <a:lnTo>
                    <a:pt x="2590" y="1561"/>
                  </a:lnTo>
                  <a:lnTo>
                    <a:pt x="2594" y="1578"/>
                  </a:lnTo>
                  <a:lnTo>
                    <a:pt x="2603" y="1592"/>
                  </a:lnTo>
                  <a:lnTo>
                    <a:pt x="2617" y="1598"/>
                  </a:lnTo>
                  <a:lnTo>
                    <a:pt x="2618" y="1608"/>
                  </a:lnTo>
                  <a:lnTo>
                    <a:pt x="2635" y="1625"/>
                  </a:lnTo>
                  <a:lnTo>
                    <a:pt x="2646" y="1642"/>
                  </a:lnTo>
                  <a:lnTo>
                    <a:pt x="2646" y="1646"/>
                  </a:lnTo>
                  <a:lnTo>
                    <a:pt x="2628" y="1637"/>
                  </a:lnTo>
                  <a:lnTo>
                    <a:pt x="2613" y="1632"/>
                  </a:lnTo>
                  <a:lnTo>
                    <a:pt x="2602" y="1632"/>
                  </a:lnTo>
                  <a:lnTo>
                    <a:pt x="2590" y="1624"/>
                  </a:lnTo>
                  <a:lnTo>
                    <a:pt x="2576" y="1620"/>
                  </a:lnTo>
                  <a:lnTo>
                    <a:pt x="2551" y="1625"/>
                  </a:lnTo>
                  <a:lnTo>
                    <a:pt x="2551" y="1631"/>
                  </a:lnTo>
                  <a:lnTo>
                    <a:pt x="2576" y="1626"/>
                  </a:lnTo>
                  <a:lnTo>
                    <a:pt x="2581" y="1630"/>
                  </a:lnTo>
                  <a:lnTo>
                    <a:pt x="2584" y="1637"/>
                  </a:lnTo>
                  <a:lnTo>
                    <a:pt x="2595" y="1639"/>
                  </a:lnTo>
                  <a:lnTo>
                    <a:pt x="2607" y="1647"/>
                  </a:lnTo>
                  <a:lnTo>
                    <a:pt x="2618" y="1660"/>
                  </a:lnTo>
                  <a:lnTo>
                    <a:pt x="2627" y="1664"/>
                  </a:lnTo>
                  <a:lnTo>
                    <a:pt x="2632" y="1667"/>
                  </a:lnTo>
                  <a:lnTo>
                    <a:pt x="2640" y="1677"/>
                  </a:lnTo>
                  <a:lnTo>
                    <a:pt x="2648" y="1690"/>
                  </a:lnTo>
                  <a:lnTo>
                    <a:pt x="2646" y="1695"/>
                  </a:lnTo>
                  <a:lnTo>
                    <a:pt x="2633" y="1696"/>
                  </a:lnTo>
                  <a:lnTo>
                    <a:pt x="2622" y="1706"/>
                  </a:lnTo>
                  <a:lnTo>
                    <a:pt x="2611" y="1710"/>
                  </a:lnTo>
                  <a:lnTo>
                    <a:pt x="2603" y="1715"/>
                  </a:lnTo>
                  <a:lnTo>
                    <a:pt x="2600" y="1720"/>
                  </a:lnTo>
                  <a:lnTo>
                    <a:pt x="2589" y="1727"/>
                  </a:lnTo>
                  <a:lnTo>
                    <a:pt x="2573" y="1727"/>
                  </a:lnTo>
                  <a:lnTo>
                    <a:pt x="2562" y="1730"/>
                  </a:lnTo>
                  <a:lnTo>
                    <a:pt x="2551" y="1734"/>
                  </a:lnTo>
                  <a:lnTo>
                    <a:pt x="2563" y="1733"/>
                  </a:lnTo>
                  <a:lnTo>
                    <a:pt x="2575" y="1737"/>
                  </a:lnTo>
                  <a:lnTo>
                    <a:pt x="2586" y="1742"/>
                  </a:lnTo>
                  <a:lnTo>
                    <a:pt x="2607" y="1733"/>
                  </a:lnTo>
                  <a:lnTo>
                    <a:pt x="2616" y="1736"/>
                  </a:lnTo>
                  <a:lnTo>
                    <a:pt x="2624" y="1743"/>
                  </a:lnTo>
                  <a:lnTo>
                    <a:pt x="2628" y="1749"/>
                  </a:lnTo>
                  <a:lnTo>
                    <a:pt x="2633" y="1753"/>
                  </a:lnTo>
                  <a:lnTo>
                    <a:pt x="2640" y="1755"/>
                  </a:lnTo>
                  <a:lnTo>
                    <a:pt x="2648" y="1755"/>
                  </a:lnTo>
                  <a:lnTo>
                    <a:pt x="2652" y="1758"/>
                  </a:lnTo>
                  <a:lnTo>
                    <a:pt x="2646" y="1761"/>
                  </a:lnTo>
                  <a:lnTo>
                    <a:pt x="2633" y="1776"/>
                  </a:lnTo>
                  <a:lnTo>
                    <a:pt x="2623" y="1781"/>
                  </a:lnTo>
                  <a:lnTo>
                    <a:pt x="2627" y="1782"/>
                  </a:lnTo>
                  <a:lnTo>
                    <a:pt x="2643" y="1775"/>
                  </a:lnTo>
                  <a:lnTo>
                    <a:pt x="2643" y="1788"/>
                  </a:lnTo>
                  <a:lnTo>
                    <a:pt x="2641" y="1798"/>
                  </a:lnTo>
                  <a:lnTo>
                    <a:pt x="2640" y="1795"/>
                  </a:lnTo>
                  <a:lnTo>
                    <a:pt x="2635" y="1798"/>
                  </a:lnTo>
                  <a:lnTo>
                    <a:pt x="2623" y="1802"/>
                  </a:lnTo>
                  <a:lnTo>
                    <a:pt x="2623" y="1804"/>
                  </a:lnTo>
                  <a:lnTo>
                    <a:pt x="2628" y="1814"/>
                  </a:lnTo>
                  <a:lnTo>
                    <a:pt x="2625" y="1829"/>
                  </a:lnTo>
                  <a:lnTo>
                    <a:pt x="2622" y="1833"/>
                  </a:lnTo>
                  <a:lnTo>
                    <a:pt x="2622" y="1850"/>
                  </a:lnTo>
                  <a:lnTo>
                    <a:pt x="2616" y="1865"/>
                  </a:lnTo>
                  <a:lnTo>
                    <a:pt x="2611" y="1862"/>
                  </a:lnTo>
                  <a:lnTo>
                    <a:pt x="2606" y="1856"/>
                  </a:lnTo>
                  <a:lnTo>
                    <a:pt x="2601" y="1860"/>
                  </a:lnTo>
                  <a:lnTo>
                    <a:pt x="2594" y="1871"/>
                  </a:lnTo>
                  <a:lnTo>
                    <a:pt x="2587" y="1879"/>
                  </a:lnTo>
                  <a:lnTo>
                    <a:pt x="2582" y="1887"/>
                  </a:lnTo>
                  <a:lnTo>
                    <a:pt x="2578" y="1890"/>
                  </a:lnTo>
                  <a:lnTo>
                    <a:pt x="2574" y="1897"/>
                  </a:lnTo>
                  <a:lnTo>
                    <a:pt x="2571" y="1904"/>
                  </a:lnTo>
                  <a:lnTo>
                    <a:pt x="2571" y="1911"/>
                  </a:lnTo>
                  <a:lnTo>
                    <a:pt x="2567" y="1921"/>
                  </a:lnTo>
                  <a:lnTo>
                    <a:pt x="2560" y="1930"/>
                  </a:lnTo>
                  <a:lnTo>
                    <a:pt x="2555" y="1933"/>
                  </a:lnTo>
                  <a:lnTo>
                    <a:pt x="2546" y="1943"/>
                  </a:lnTo>
                  <a:lnTo>
                    <a:pt x="2543" y="1957"/>
                  </a:lnTo>
                  <a:lnTo>
                    <a:pt x="2537" y="1964"/>
                  </a:lnTo>
                  <a:lnTo>
                    <a:pt x="2535" y="1962"/>
                  </a:lnTo>
                  <a:lnTo>
                    <a:pt x="2533" y="1948"/>
                  </a:lnTo>
                  <a:lnTo>
                    <a:pt x="2525" y="1949"/>
                  </a:lnTo>
                  <a:lnTo>
                    <a:pt x="2517" y="1956"/>
                  </a:lnTo>
                  <a:lnTo>
                    <a:pt x="2526" y="1973"/>
                  </a:lnTo>
                  <a:lnTo>
                    <a:pt x="2526" y="1976"/>
                  </a:lnTo>
                  <a:lnTo>
                    <a:pt x="2521" y="1992"/>
                  </a:lnTo>
                  <a:lnTo>
                    <a:pt x="2521" y="1997"/>
                  </a:lnTo>
                  <a:lnTo>
                    <a:pt x="2520" y="2003"/>
                  </a:lnTo>
                  <a:lnTo>
                    <a:pt x="2517" y="2010"/>
                  </a:lnTo>
                  <a:lnTo>
                    <a:pt x="2515" y="2013"/>
                  </a:lnTo>
                  <a:lnTo>
                    <a:pt x="2511" y="2014"/>
                  </a:lnTo>
                  <a:lnTo>
                    <a:pt x="2511" y="2021"/>
                  </a:lnTo>
                  <a:lnTo>
                    <a:pt x="2512" y="2028"/>
                  </a:lnTo>
                  <a:lnTo>
                    <a:pt x="2511" y="2030"/>
                  </a:lnTo>
                  <a:lnTo>
                    <a:pt x="2506" y="2028"/>
                  </a:lnTo>
                  <a:lnTo>
                    <a:pt x="2500" y="2028"/>
                  </a:lnTo>
                  <a:lnTo>
                    <a:pt x="2495" y="2033"/>
                  </a:lnTo>
                  <a:lnTo>
                    <a:pt x="2498" y="2040"/>
                  </a:lnTo>
                  <a:lnTo>
                    <a:pt x="2494" y="2046"/>
                  </a:lnTo>
                  <a:lnTo>
                    <a:pt x="2490" y="2044"/>
                  </a:lnTo>
                  <a:lnTo>
                    <a:pt x="2484" y="2045"/>
                  </a:lnTo>
                  <a:lnTo>
                    <a:pt x="2478" y="2060"/>
                  </a:lnTo>
                  <a:lnTo>
                    <a:pt x="2471" y="2065"/>
                  </a:lnTo>
                  <a:lnTo>
                    <a:pt x="2469" y="2075"/>
                  </a:lnTo>
                  <a:lnTo>
                    <a:pt x="2465" y="2081"/>
                  </a:lnTo>
                  <a:lnTo>
                    <a:pt x="2447" y="2083"/>
                  </a:lnTo>
                  <a:lnTo>
                    <a:pt x="2440" y="2081"/>
                  </a:lnTo>
                  <a:lnTo>
                    <a:pt x="2431" y="2088"/>
                  </a:lnTo>
                  <a:lnTo>
                    <a:pt x="2433" y="2091"/>
                  </a:lnTo>
                  <a:lnTo>
                    <a:pt x="2435" y="2097"/>
                  </a:lnTo>
                  <a:lnTo>
                    <a:pt x="2433" y="2105"/>
                  </a:lnTo>
                  <a:lnTo>
                    <a:pt x="2418" y="2119"/>
                  </a:lnTo>
                  <a:lnTo>
                    <a:pt x="2413" y="2119"/>
                  </a:lnTo>
                  <a:lnTo>
                    <a:pt x="2410" y="2131"/>
                  </a:lnTo>
                  <a:lnTo>
                    <a:pt x="2408" y="2123"/>
                  </a:lnTo>
                  <a:lnTo>
                    <a:pt x="2402" y="2127"/>
                  </a:lnTo>
                  <a:lnTo>
                    <a:pt x="2401" y="2135"/>
                  </a:lnTo>
                  <a:lnTo>
                    <a:pt x="2398" y="2134"/>
                  </a:lnTo>
                  <a:lnTo>
                    <a:pt x="2395" y="2134"/>
                  </a:lnTo>
                  <a:lnTo>
                    <a:pt x="2385" y="2141"/>
                  </a:lnTo>
                  <a:lnTo>
                    <a:pt x="2380" y="2140"/>
                  </a:lnTo>
                  <a:lnTo>
                    <a:pt x="2372" y="2141"/>
                  </a:lnTo>
                  <a:lnTo>
                    <a:pt x="2365" y="2152"/>
                  </a:lnTo>
                  <a:lnTo>
                    <a:pt x="2361" y="2159"/>
                  </a:lnTo>
                  <a:lnTo>
                    <a:pt x="2356" y="2164"/>
                  </a:lnTo>
                  <a:lnTo>
                    <a:pt x="2354" y="2170"/>
                  </a:lnTo>
                  <a:lnTo>
                    <a:pt x="2344" y="2177"/>
                  </a:lnTo>
                  <a:lnTo>
                    <a:pt x="2328" y="2183"/>
                  </a:lnTo>
                  <a:lnTo>
                    <a:pt x="2316" y="2189"/>
                  </a:lnTo>
                  <a:lnTo>
                    <a:pt x="2309" y="2186"/>
                  </a:lnTo>
                  <a:lnTo>
                    <a:pt x="2302" y="2184"/>
                  </a:lnTo>
                  <a:lnTo>
                    <a:pt x="2299" y="2189"/>
                  </a:lnTo>
                  <a:lnTo>
                    <a:pt x="2297" y="2193"/>
                  </a:lnTo>
                  <a:lnTo>
                    <a:pt x="2291" y="2195"/>
                  </a:lnTo>
                  <a:lnTo>
                    <a:pt x="2285" y="2193"/>
                  </a:lnTo>
                  <a:lnTo>
                    <a:pt x="2285" y="2188"/>
                  </a:lnTo>
                  <a:lnTo>
                    <a:pt x="2277" y="2184"/>
                  </a:lnTo>
                  <a:lnTo>
                    <a:pt x="2268" y="2190"/>
                  </a:lnTo>
                  <a:lnTo>
                    <a:pt x="2263" y="2199"/>
                  </a:lnTo>
                  <a:lnTo>
                    <a:pt x="2256" y="2199"/>
                  </a:lnTo>
                  <a:lnTo>
                    <a:pt x="2253" y="2193"/>
                  </a:lnTo>
                  <a:lnTo>
                    <a:pt x="2253" y="2189"/>
                  </a:lnTo>
                  <a:lnTo>
                    <a:pt x="2245" y="2191"/>
                  </a:lnTo>
                  <a:lnTo>
                    <a:pt x="2245" y="2202"/>
                  </a:lnTo>
                  <a:lnTo>
                    <a:pt x="2243" y="220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79" name="Google Shape;2179;p5">
              <a:extLst>
                <a:ext uri="{FF2B5EF4-FFF2-40B4-BE49-F238E27FC236}">
                  <a16:creationId xmlns:a16="http://schemas.microsoft.com/office/drawing/2014/main" id="{00F6BC53-3267-ABC9-4038-51C69F14ECB3}"/>
                </a:ext>
              </a:extLst>
            </p:cNvPr>
            <p:cNvSpPr/>
            <p:nvPr/>
          </p:nvSpPr>
          <p:spPr>
            <a:xfrm>
              <a:off x="6925467" y="2867372"/>
              <a:ext cx="109538" cy="120650"/>
            </a:xfrm>
            <a:custGeom>
              <a:avLst/>
              <a:gdLst/>
              <a:ahLst/>
              <a:cxnLst/>
              <a:rect l="l" t="t" r="r" b="b"/>
              <a:pathLst>
                <a:path w="349" h="377" extrusionOk="0">
                  <a:moveTo>
                    <a:pt x="223" y="318"/>
                  </a:moveTo>
                  <a:lnTo>
                    <a:pt x="220" y="310"/>
                  </a:lnTo>
                  <a:lnTo>
                    <a:pt x="196" y="290"/>
                  </a:lnTo>
                  <a:lnTo>
                    <a:pt x="185" y="277"/>
                  </a:lnTo>
                  <a:lnTo>
                    <a:pt x="171" y="272"/>
                  </a:lnTo>
                  <a:lnTo>
                    <a:pt x="169" y="266"/>
                  </a:lnTo>
                  <a:lnTo>
                    <a:pt x="174" y="253"/>
                  </a:lnTo>
                  <a:lnTo>
                    <a:pt x="174" y="262"/>
                  </a:lnTo>
                  <a:lnTo>
                    <a:pt x="175" y="255"/>
                  </a:lnTo>
                  <a:lnTo>
                    <a:pt x="174" y="236"/>
                  </a:lnTo>
                  <a:lnTo>
                    <a:pt x="175" y="229"/>
                  </a:lnTo>
                  <a:lnTo>
                    <a:pt x="186" y="226"/>
                  </a:lnTo>
                  <a:lnTo>
                    <a:pt x="196" y="220"/>
                  </a:lnTo>
                  <a:lnTo>
                    <a:pt x="199" y="212"/>
                  </a:lnTo>
                  <a:lnTo>
                    <a:pt x="223" y="209"/>
                  </a:lnTo>
                  <a:lnTo>
                    <a:pt x="235" y="200"/>
                  </a:lnTo>
                  <a:lnTo>
                    <a:pt x="239" y="194"/>
                  </a:lnTo>
                  <a:lnTo>
                    <a:pt x="257" y="181"/>
                  </a:lnTo>
                  <a:lnTo>
                    <a:pt x="274" y="162"/>
                  </a:lnTo>
                  <a:lnTo>
                    <a:pt x="289" y="155"/>
                  </a:lnTo>
                  <a:lnTo>
                    <a:pt x="295" y="150"/>
                  </a:lnTo>
                  <a:lnTo>
                    <a:pt x="297" y="121"/>
                  </a:lnTo>
                  <a:lnTo>
                    <a:pt x="293" y="112"/>
                  </a:lnTo>
                  <a:lnTo>
                    <a:pt x="295" y="101"/>
                  </a:lnTo>
                  <a:lnTo>
                    <a:pt x="304" y="87"/>
                  </a:lnTo>
                  <a:lnTo>
                    <a:pt x="308" y="80"/>
                  </a:lnTo>
                  <a:lnTo>
                    <a:pt x="335" y="49"/>
                  </a:lnTo>
                  <a:lnTo>
                    <a:pt x="342" y="46"/>
                  </a:lnTo>
                  <a:lnTo>
                    <a:pt x="349" y="48"/>
                  </a:lnTo>
                  <a:lnTo>
                    <a:pt x="347" y="41"/>
                  </a:lnTo>
                  <a:lnTo>
                    <a:pt x="343" y="33"/>
                  </a:lnTo>
                  <a:lnTo>
                    <a:pt x="343" y="27"/>
                  </a:lnTo>
                  <a:lnTo>
                    <a:pt x="335" y="26"/>
                  </a:lnTo>
                  <a:lnTo>
                    <a:pt x="327" y="11"/>
                  </a:lnTo>
                  <a:lnTo>
                    <a:pt x="316" y="0"/>
                  </a:lnTo>
                  <a:lnTo>
                    <a:pt x="305" y="9"/>
                  </a:lnTo>
                  <a:lnTo>
                    <a:pt x="298" y="29"/>
                  </a:lnTo>
                  <a:lnTo>
                    <a:pt x="288" y="44"/>
                  </a:lnTo>
                  <a:lnTo>
                    <a:pt x="257" y="68"/>
                  </a:lnTo>
                  <a:lnTo>
                    <a:pt x="233" y="74"/>
                  </a:lnTo>
                  <a:lnTo>
                    <a:pt x="213" y="74"/>
                  </a:lnTo>
                  <a:lnTo>
                    <a:pt x="208" y="83"/>
                  </a:lnTo>
                  <a:lnTo>
                    <a:pt x="214" y="114"/>
                  </a:lnTo>
                  <a:lnTo>
                    <a:pt x="172" y="118"/>
                  </a:lnTo>
                  <a:lnTo>
                    <a:pt x="158" y="108"/>
                  </a:lnTo>
                  <a:lnTo>
                    <a:pt x="139" y="103"/>
                  </a:lnTo>
                  <a:lnTo>
                    <a:pt x="127" y="113"/>
                  </a:lnTo>
                  <a:lnTo>
                    <a:pt x="102" y="142"/>
                  </a:lnTo>
                  <a:lnTo>
                    <a:pt x="84" y="157"/>
                  </a:lnTo>
                  <a:lnTo>
                    <a:pt x="45" y="178"/>
                  </a:lnTo>
                  <a:lnTo>
                    <a:pt x="30" y="185"/>
                  </a:lnTo>
                  <a:lnTo>
                    <a:pt x="2" y="220"/>
                  </a:lnTo>
                  <a:lnTo>
                    <a:pt x="0" y="224"/>
                  </a:lnTo>
                  <a:lnTo>
                    <a:pt x="13" y="235"/>
                  </a:lnTo>
                  <a:lnTo>
                    <a:pt x="16" y="246"/>
                  </a:lnTo>
                  <a:lnTo>
                    <a:pt x="30" y="239"/>
                  </a:lnTo>
                  <a:lnTo>
                    <a:pt x="42" y="243"/>
                  </a:lnTo>
                  <a:lnTo>
                    <a:pt x="57" y="245"/>
                  </a:lnTo>
                  <a:lnTo>
                    <a:pt x="63" y="248"/>
                  </a:lnTo>
                  <a:lnTo>
                    <a:pt x="59" y="258"/>
                  </a:lnTo>
                  <a:lnTo>
                    <a:pt x="56" y="278"/>
                  </a:lnTo>
                  <a:lnTo>
                    <a:pt x="50" y="301"/>
                  </a:lnTo>
                  <a:lnTo>
                    <a:pt x="52" y="307"/>
                  </a:lnTo>
                  <a:lnTo>
                    <a:pt x="59" y="307"/>
                  </a:lnTo>
                  <a:lnTo>
                    <a:pt x="45" y="315"/>
                  </a:lnTo>
                  <a:lnTo>
                    <a:pt x="43" y="320"/>
                  </a:lnTo>
                  <a:lnTo>
                    <a:pt x="37" y="323"/>
                  </a:lnTo>
                  <a:lnTo>
                    <a:pt x="32" y="339"/>
                  </a:lnTo>
                  <a:lnTo>
                    <a:pt x="24" y="352"/>
                  </a:lnTo>
                  <a:lnTo>
                    <a:pt x="40" y="353"/>
                  </a:lnTo>
                  <a:lnTo>
                    <a:pt x="50" y="350"/>
                  </a:lnTo>
                  <a:lnTo>
                    <a:pt x="48" y="355"/>
                  </a:lnTo>
                  <a:lnTo>
                    <a:pt x="45" y="361"/>
                  </a:lnTo>
                  <a:lnTo>
                    <a:pt x="40" y="361"/>
                  </a:lnTo>
                  <a:lnTo>
                    <a:pt x="41" y="368"/>
                  </a:lnTo>
                  <a:lnTo>
                    <a:pt x="47" y="366"/>
                  </a:lnTo>
                  <a:lnTo>
                    <a:pt x="51" y="376"/>
                  </a:lnTo>
                  <a:lnTo>
                    <a:pt x="53" y="377"/>
                  </a:lnTo>
                  <a:lnTo>
                    <a:pt x="61" y="377"/>
                  </a:lnTo>
                  <a:lnTo>
                    <a:pt x="64" y="372"/>
                  </a:lnTo>
                  <a:lnTo>
                    <a:pt x="71" y="370"/>
                  </a:lnTo>
                  <a:lnTo>
                    <a:pt x="74" y="360"/>
                  </a:lnTo>
                  <a:lnTo>
                    <a:pt x="72" y="355"/>
                  </a:lnTo>
                  <a:lnTo>
                    <a:pt x="78" y="356"/>
                  </a:lnTo>
                  <a:lnTo>
                    <a:pt x="84" y="365"/>
                  </a:lnTo>
                  <a:lnTo>
                    <a:pt x="91" y="368"/>
                  </a:lnTo>
                  <a:lnTo>
                    <a:pt x="99" y="374"/>
                  </a:lnTo>
                  <a:lnTo>
                    <a:pt x="102" y="369"/>
                  </a:lnTo>
                  <a:lnTo>
                    <a:pt x="113" y="365"/>
                  </a:lnTo>
                  <a:lnTo>
                    <a:pt x="121" y="374"/>
                  </a:lnTo>
                  <a:lnTo>
                    <a:pt x="134" y="363"/>
                  </a:lnTo>
                  <a:lnTo>
                    <a:pt x="156" y="340"/>
                  </a:lnTo>
                  <a:lnTo>
                    <a:pt x="174" y="339"/>
                  </a:lnTo>
                  <a:lnTo>
                    <a:pt x="191" y="340"/>
                  </a:lnTo>
                  <a:lnTo>
                    <a:pt x="206" y="334"/>
                  </a:lnTo>
                  <a:lnTo>
                    <a:pt x="223" y="31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180" name="Google Shape;2180;p5">
              <a:extLst>
                <a:ext uri="{FF2B5EF4-FFF2-40B4-BE49-F238E27FC236}">
                  <a16:creationId xmlns:a16="http://schemas.microsoft.com/office/drawing/2014/main" id="{09E8A6F6-29E1-2C57-7DEA-6A5F963638E1}"/>
                </a:ext>
              </a:extLst>
            </p:cNvPr>
            <p:cNvGrpSpPr/>
            <p:nvPr/>
          </p:nvGrpSpPr>
          <p:grpSpPr>
            <a:xfrm>
              <a:off x="5099845" y="1268761"/>
              <a:ext cx="2973390" cy="1638301"/>
              <a:chOff x="2730" y="960"/>
              <a:chExt cx="1873" cy="1032"/>
            </a:xfrm>
            <a:grpFill/>
          </p:grpSpPr>
          <p:grpSp>
            <p:nvGrpSpPr>
              <p:cNvPr id="2181" name="Google Shape;2181;p5">
                <a:extLst>
                  <a:ext uri="{FF2B5EF4-FFF2-40B4-BE49-F238E27FC236}">
                    <a16:creationId xmlns:a16="http://schemas.microsoft.com/office/drawing/2014/main" id="{7A848BD0-22E7-9774-A5F2-2D2C9838D21F}"/>
                  </a:ext>
                </a:extLst>
              </p:cNvPr>
              <p:cNvGrpSpPr/>
              <p:nvPr/>
            </p:nvGrpSpPr>
            <p:grpSpPr>
              <a:xfrm>
                <a:off x="3044" y="960"/>
                <a:ext cx="1473" cy="481"/>
                <a:chOff x="3044" y="960"/>
                <a:chExt cx="1473" cy="481"/>
              </a:xfrm>
              <a:grpFill/>
            </p:grpSpPr>
            <p:sp>
              <p:nvSpPr>
                <p:cNvPr id="2182" name="Google Shape;2182;p5">
                  <a:extLst>
                    <a:ext uri="{FF2B5EF4-FFF2-40B4-BE49-F238E27FC236}">
                      <a16:creationId xmlns:a16="http://schemas.microsoft.com/office/drawing/2014/main" id="{8A638937-A9BC-1155-6106-5ED7E9FE9636}"/>
                    </a:ext>
                  </a:extLst>
                </p:cNvPr>
                <p:cNvSpPr/>
                <p:nvPr/>
              </p:nvSpPr>
              <p:spPr>
                <a:xfrm>
                  <a:off x="3044" y="1416"/>
                  <a:ext cx="23" cy="25"/>
                </a:xfrm>
                <a:custGeom>
                  <a:avLst/>
                  <a:gdLst/>
                  <a:ahLst/>
                  <a:cxnLst/>
                  <a:rect l="l" t="t" r="r" b="b"/>
                  <a:pathLst>
                    <a:path w="116" h="126" extrusionOk="0">
                      <a:moveTo>
                        <a:pt x="27" y="8"/>
                      </a:moveTo>
                      <a:lnTo>
                        <a:pt x="29" y="5"/>
                      </a:lnTo>
                      <a:lnTo>
                        <a:pt x="34" y="3"/>
                      </a:lnTo>
                      <a:lnTo>
                        <a:pt x="38" y="7"/>
                      </a:lnTo>
                      <a:lnTo>
                        <a:pt x="49" y="0"/>
                      </a:lnTo>
                      <a:lnTo>
                        <a:pt x="54" y="0"/>
                      </a:lnTo>
                      <a:lnTo>
                        <a:pt x="94" y="37"/>
                      </a:lnTo>
                      <a:lnTo>
                        <a:pt x="100" y="51"/>
                      </a:lnTo>
                      <a:lnTo>
                        <a:pt x="105" y="53"/>
                      </a:lnTo>
                      <a:lnTo>
                        <a:pt x="105" y="34"/>
                      </a:lnTo>
                      <a:lnTo>
                        <a:pt x="109" y="49"/>
                      </a:lnTo>
                      <a:lnTo>
                        <a:pt x="116" y="65"/>
                      </a:lnTo>
                      <a:lnTo>
                        <a:pt x="115" y="78"/>
                      </a:lnTo>
                      <a:lnTo>
                        <a:pt x="109" y="64"/>
                      </a:lnTo>
                      <a:lnTo>
                        <a:pt x="97" y="76"/>
                      </a:lnTo>
                      <a:lnTo>
                        <a:pt x="77" y="105"/>
                      </a:lnTo>
                      <a:lnTo>
                        <a:pt x="63" y="113"/>
                      </a:lnTo>
                      <a:lnTo>
                        <a:pt x="55" y="113"/>
                      </a:lnTo>
                      <a:lnTo>
                        <a:pt x="45" y="124"/>
                      </a:lnTo>
                      <a:lnTo>
                        <a:pt x="35" y="125"/>
                      </a:lnTo>
                      <a:lnTo>
                        <a:pt x="30" y="118"/>
                      </a:lnTo>
                      <a:lnTo>
                        <a:pt x="28" y="126"/>
                      </a:lnTo>
                      <a:lnTo>
                        <a:pt x="19" y="118"/>
                      </a:lnTo>
                      <a:lnTo>
                        <a:pt x="12" y="105"/>
                      </a:lnTo>
                      <a:lnTo>
                        <a:pt x="6" y="105"/>
                      </a:lnTo>
                      <a:lnTo>
                        <a:pt x="4" y="118"/>
                      </a:lnTo>
                      <a:lnTo>
                        <a:pt x="8" y="125"/>
                      </a:lnTo>
                      <a:lnTo>
                        <a:pt x="2" y="115"/>
                      </a:lnTo>
                      <a:lnTo>
                        <a:pt x="0" y="104"/>
                      </a:lnTo>
                      <a:lnTo>
                        <a:pt x="2" y="91"/>
                      </a:lnTo>
                      <a:lnTo>
                        <a:pt x="3" y="56"/>
                      </a:lnTo>
                      <a:lnTo>
                        <a:pt x="7" y="41"/>
                      </a:lnTo>
                      <a:lnTo>
                        <a:pt x="19" y="17"/>
                      </a:lnTo>
                      <a:lnTo>
                        <a:pt x="27" y="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83" name="Google Shape;2183;p5">
                  <a:extLst>
                    <a:ext uri="{FF2B5EF4-FFF2-40B4-BE49-F238E27FC236}">
                      <a16:creationId xmlns:a16="http://schemas.microsoft.com/office/drawing/2014/main" id="{EBE54D97-C3E1-6076-A8DF-BB11D1AA5296}"/>
                    </a:ext>
                  </a:extLst>
                </p:cNvPr>
                <p:cNvSpPr/>
                <p:nvPr/>
              </p:nvSpPr>
              <p:spPr>
                <a:xfrm>
                  <a:off x="3605" y="995"/>
                  <a:ext cx="67" cy="84"/>
                </a:xfrm>
                <a:custGeom>
                  <a:avLst/>
                  <a:gdLst/>
                  <a:ahLst/>
                  <a:cxnLst/>
                  <a:rect l="l" t="t" r="r" b="b"/>
                  <a:pathLst>
                    <a:path w="337" h="418" extrusionOk="0">
                      <a:moveTo>
                        <a:pt x="33" y="286"/>
                      </a:moveTo>
                      <a:lnTo>
                        <a:pt x="42" y="277"/>
                      </a:lnTo>
                      <a:lnTo>
                        <a:pt x="42" y="269"/>
                      </a:lnTo>
                      <a:lnTo>
                        <a:pt x="52" y="238"/>
                      </a:lnTo>
                      <a:lnTo>
                        <a:pt x="49" y="228"/>
                      </a:lnTo>
                      <a:lnTo>
                        <a:pt x="66" y="185"/>
                      </a:lnTo>
                      <a:lnTo>
                        <a:pt x="85" y="202"/>
                      </a:lnTo>
                      <a:lnTo>
                        <a:pt x="96" y="201"/>
                      </a:lnTo>
                      <a:lnTo>
                        <a:pt x="80" y="183"/>
                      </a:lnTo>
                      <a:lnTo>
                        <a:pt x="80" y="149"/>
                      </a:lnTo>
                      <a:lnTo>
                        <a:pt x="81" y="131"/>
                      </a:lnTo>
                      <a:lnTo>
                        <a:pt x="92" y="119"/>
                      </a:lnTo>
                      <a:lnTo>
                        <a:pt x="100" y="118"/>
                      </a:lnTo>
                      <a:lnTo>
                        <a:pt x="93" y="115"/>
                      </a:lnTo>
                      <a:lnTo>
                        <a:pt x="93" y="103"/>
                      </a:lnTo>
                      <a:lnTo>
                        <a:pt x="100" y="94"/>
                      </a:lnTo>
                      <a:lnTo>
                        <a:pt x="109" y="92"/>
                      </a:lnTo>
                      <a:lnTo>
                        <a:pt x="105" y="88"/>
                      </a:lnTo>
                      <a:lnTo>
                        <a:pt x="105" y="73"/>
                      </a:lnTo>
                      <a:lnTo>
                        <a:pt x="124" y="52"/>
                      </a:lnTo>
                      <a:lnTo>
                        <a:pt x="125" y="44"/>
                      </a:lnTo>
                      <a:lnTo>
                        <a:pt x="124" y="29"/>
                      </a:lnTo>
                      <a:lnTo>
                        <a:pt x="130" y="24"/>
                      </a:lnTo>
                      <a:lnTo>
                        <a:pt x="136" y="39"/>
                      </a:lnTo>
                      <a:lnTo>
                        <a:pt x="139" y="56"/>
                      </a:lnTo>
                      <a:lnTo>
                        <a:pt x="155" y="62"/>
                      </a:lnTo>
                      <a:lnTo>
                        <a:pt x="157" y="48"/>
                      </a:lnTo>
                      <a:lnTo>
                        <a:pt x="155" y="16"/>
                      </a:lnTo>
                      <a:lnTo>
                        <a:pt x="166" y="0"/>
                      </a:lnTo>
                      <a:lnTo>
                        <a:pt x="194" y="12"/>
                      </a:lnTo>
                      <a:lnTo>
                        <a:pt x="194" y="36"/>
                      </a:lnTo>
                      <a:lnTo>
                        <a:pt x="195" y="29"/>
                      </a:lnTo>
                      <a:lnTo>
                        <a:pt x="200" y="23"/>
                      </a:lnTo>
                      <a:lnTo>
                        <a:pt x="208" y="30"/>
                      </a:lnTo>
                      <a:lnTo>
                        <a:pt x="208" y="43"/>
                      </a:lnTo>
                      <a:lnTo>
                        <a:pt x="195" y="73"/>
                      </a:lnTo>
                      <a:lnTo>
                        <a:pt x="197" y="94"/>
                      </a:lnTo>
                      <a:lnTo>
                        <a:pt x="194" y="108"/>
                      </a:lnTo>
                      <a:lnTo>
                        <a:pt x="194" y="122"/>
                      </a:lnTo>
                      <a:lnTo>
                        <a:pt x="209" y="103"/>
                      </a:lnTo>
                      <a:lnTo>
                        <a:pt x="219" y="84"/>
                      </a:lnTo>
                      <a:lnTo>
                        <a:pt x="219" y="66"/>
                      </a:lnTo>
                      <a:lnTo>
                        <a:pt x="224" y="65"/>
                      </a:lnTo>
                      <a:lnTo>
                        <a:pt x="233" y="79"/>
                      </a:lnTo>
                      <a:lnTo>
                        <a:pt x="236" y="94"/>
                      </a:lnTo>
                      <a:lnTo>
                        <a:pt x="238" y="99"/>
                      </a:lnTo>
                      <a:lnTo>
                        <a:pt x="245" y="88"/>
                      </a:lnTo>
                      <a:lnTo>
                        <a:pt x="249" y="72"/>
                      </a:lnTo>
                      <a:lnTo>
                        <a:pt x="258" y="77"/>
                      </a:lnTo>
                      <a:lnTo>
                        <a:pt x="262" y="95"/>
                      </a:lnTo>
                      <a:lnTo>
                        <a:pt x="259" y="110"/>
                      </a:lnTo>
                      <a:lnTo>
                        <a:pt x="261" y="119"/>
                      </a:lnTo>
                      <a:lnTo>
                        <a:pt x="267" y="131"/>
                      </a:lnTo>
                      <a:lnTo>
                        <a:pt x="273" y="131"/>
                      </a:lnTo>
                      <a:lnTo>
                        <a:pt x="272" y="118"/>
                      </a:lnTo>
                      <a:lnTo>
                        <a:pt x="279" y="110"/>
                      </a:lnTo>
                      <a:lnTo>
                        <a:pt x="284" y="137"/>
                      </a:lnTo>
                      <a:lnTo>
                        <a:pt x="292" y="163"/>
                      </a:lnTo>
                      <a:lnTo>
                        <a:pt x="326" y="184"/>
                      </a:lnTo>
                      <a:lnTo>
                        <a:pt x="334" y="195"/>
                      </a:lnTo>
                      <a:lnTo>
                        <a:pt x="337" y="217"/>
                      </a:lnTo>
                      <a:lnTo>
                        <a:pt x="337" y="234"/>
                      </a:lnTo>
                      <a:lnTo>
                        <a:pt x="333" y="245"/>
                      </a:lnTo>
                      <a:lnTo>
                        <a:pt x="337" y="259"/>
                      </a:lnTo>
                      <a:lnTo>
                        <a:pt x="337" y="276"/>
                      </a:lnTo>
                      <a:lnTo>
                        <a:pt x="318" y="312"/>
                      </a:lnTo>
                      <a:lnTo>
                        <a:pt x="307" y="323"/>
                      </a:lnTo>
                      <a:lnTo>
                        <a:pt x="301" y="317"/>
                      </a:lnTo>
                      <a:lnTo>
                        <a:pt x="280" y="321"/>
                      </a:lnTo>
                      <a:lnTo>
                        <a:pt x="242" y="344"/>
                      </a:lnTo>
                      <a:lnTo>
                        <a:pt x="226" y="341"/>
                      </a:lnTo>
                      <a:lnTo>
                        <a:pt x="216" y="347"/>
                      </a:lnTo>
                      <a:lnTo>
                        <a:pt x="205" y="344"/>
                      </a:lnTo>
                      <a:lnTo>
                        <a:pt x="200" y="346"/>
                      </a:lnTo>
                      <a:lnTo>
                        <a:pt x="199" y="355"/>
                      </a:lnTo>
                      <a:lnTo>
                        <a:pt x="190" y="360"/>
                      </a:lnTo>
                      <a:lnTo>
                        <a:pt x="176" y="342"/>
                      </a:lnTo>
                      <a:lnTo>
                        <a:pt x="149" y="352"/>
                      </a:lnTo>
                      <a:lnTo>
                        <a:pt x="143" y="346"/>
                      </a:lnTo>
                      <a:lnTo>
                        <a:pt x="133" y="352"/>
                      </a:lnTo>
                      <a:lnTo>
                        <a:pt x="98" y="350"/>
                      </a:lnTo>
                      <a:lnTo>
                        <a:pt x="92" y="368"/>
                      </a:lnTo>
                      <a:lnTo>
                        <a:pt x="86" y="371"/>
                      </a:lnTo>
                      <a:lnTo>
                        <a:pt x="77" y="385"/>
                      </a:lnTo>
                      <a:lnTo>
                        <a:pt x="53" y="396"/>
                      </a:lnTo>
                      <a:lnTo>
                        <a:pt x="41" y="409"/>
                      </a:lnTo>
                      <a:lnTo>
                        <a:pt x="33" y="418"/>
                      </a:lnTo>
                      <a:lnTo>
                        <a:pt x="6" y="416"/>
                      </a:lnTo>
                      <a:lnTo>
                        <a:pt x="7" y="409"/>
                      </a:lnTo>
                      <a:lnTo>
                        <a:pt x="12" y="398"/>
                      </a:lnTo>
                      <a:lnTo>
                        <a:pt x="11" y="387"/>
                      </a:lnTo>
                      <a:lnTo>
                        <a:pt x="0" y="393"/>
                      </a:lnTo>
                      <a:lnTo>
                        <a:pt x="4" y="366"/>
                      </a:lnTo>
                      <a:lnTo>
                        <a:pt x="9" y="355"/>
                      </a:lnTo>
                      <a:lnTo>
                        <a:pt x="38" y="302"/>
                      </a:lnTo>
                      <a:lnTo>
                        <a:pt x="33" y="297"/>
                      </a:lnTo>
                      <a:lnTo>
                        <a:pt x="33" y="28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84" name="Google Shape;2184;p5">
                  <a:extLst>
                    <a:ext uri="{FF2B5EF4-FFF2-40B4-BE49-F238E27FC236}">
                      <a16:creationId xmlns:a16="http://schemas.microsoft.com/office/drawing/2014/main" id="{0725B5A7-269D-FDE8-976E-53215697103A}"/>
                    </a:ext>
                  </a:extLst>
                </p:cNvPr>
                <p:cNvSpPr/>
                <p:nvPr/>
              </p:nvSpPr>
              <p:spPr>
                <a:xfrm>
                  <a:off x="4015" y="1163"/>
                  <a:ext cx="73" cy="67"/>
                </a:xfrm>
                <a:custGeom>
                  <a:avLst/>
                  <a:gdLst/>
                  <a:ahLst/>
                  <a:cxnLst/>
                  <a:rect l="l" t="t" r="r" b="b"/>
                  <a:pathLst>
                    <a:path w="365" h="334" extrusionOk="0">
                      <a:moveTo>
                        <a:pt x="178" y="86"/>
                      </a:moveTo>
                      <a:lnTo>
                        <a:pt x="179" y="89"/>
                      </a:lnTo>
                      <a:lnTo>
                        <a:pt x="180" y="95"/>
                      </a:lnTo>
                      <a:lnTo>
                        <a:pt x="185" y="89"/>
                      </a:lnTo>
                      <a:lnTo>
                        <a:pt x="201" y="94"/>
                      </a:lnTo>
                      <a:lnTo>
                        <a:pt x="200" y="103"/>
                      </a:lnTo>
                      <a:lnTo>
                        <a:pt x="201" y="106"/>
                      </a:lnTo>
                      <a:lnTo>
                        <a:pt x="194" y="120"/>
                      </a:lnTo>
                      <a:lnTo>
                        <a:pt x="196" y="121"/>
                      </a:lnTo>
                      <a:lnTo>
                        <a:pt x="195" y="127"/>
                      </a:lnTo>
                      <a:lnTo>
                        <a:pt x="198" y="135"/>
                      </a:lnTo>
                      <a:lnTo>
                        <a:pt x="205" y="132"/>
                      </a:lnTo>
                      <a:lnTo>
                        <a:pt x="210" y="138"/>
                      </a:lnTo>
                      <a:lnTo>
                        <a:pt x="216" y="133"/>
                      </a:lnTo>
                      <a:lnTo>
                        <a:pt x="226" y="137"/>
                      </a:lnTo>
                      <a:lnTo>
                        <a:pt x="228" y="133"/>
                      </a:lnTo>
                      <a:lnTo>
                        <a:pt x="228" y="109"/>
                      </a:lnTo>
                      <a:lnTo>
                        <a:pt x="233" y="103"/>
                      </a:lnTo>
                      <a:lnTo>
                        <a:pt x="226" y="92"/>
                      </a:lnTo>
                      <a:lnTo>
                        <a:pt x="225" y="60"/>
                      </a:lnTo>
                      <a:lnTo>
                        <a:pt x="225" y="47"/>
                      </a:lnTo>
                      <a:lnTo>
                        <a:pt x="235" y="34"/>
                      </a:lnTo>
                      <a:lnTo>
                        <a:pt x="242" y="30"/>
                      </a:lnTo>
                      <a:lnTo>
                        <a:pt x="268" y="49"/>
                      </a:lnTo>
                      <a:lnTo>
                        <a:pt x="287" y="78"/>
                      </a:lnTo>
                      <a:lnTo>
                        <a:pt x="290" y="89"/>
                      </a:lnTo>
                      <a:lnTo>
                        <a:pt x="297" y="109"/>
                      </a:lnTo>
                      <a:lnTo>
                        <a:pt x="307" y="109"/>
                      </a:lnTo>
                      <a:lnTo>
                        <a:pt x="314" y="115"/>
                      </a:lnTo>
                      <a:lnTo>
                        <a:pt x="314" y="127"/>
                      </a:lnTo>
                      <a:lnTo>
                        <a:pt x="311" y="138"/>
                      </a:lnTo>
                      <a:lnTo>
                        <a:pt x="309" y="151"/>
                      </a:lnTo>
                      <a:lnTo>
                        <a:pt x="305" y="163"/>
                      </a:lnTo>
                      <a:lnTo>
                        <a:pt x="300" y="170"/>
                      </a:lnTo>
                      <a:lnTo>
                        <a:pt x="296" y="181"/>
                      </a:lnTo>
                      <a:lnTo>
                        <a:pt x="296" y="191"/>
                      </a:lnTo>
                      <a:lnTo>
                        <a:pt x="298" y="201"/>
                      </a:lnTo>
                      <a:lnTo>
                        <a:pt x="309" y="234"/>
                      </a:lnTo>
                      <a:lnTo>
                        <a:pt x="323" y="254"/>
                      </a:lnTo>
                      <a:lnTo>
                        <a:pt x="344" y="259"/>
                      </a:lnTo>
                      <a:lnTo>
                        <a:pt x="361" y="272"/>
                      </a:lnTo>
                      <a:lnTo>
                        <a:pt x="365" y="280"/>
                      </a:lnTo>
                      <a:lnTo>
                        <a:pt x="364" y="283"/>
                      </a:lnTo>
                      <a:lnTo>
                        <a:pt x="343" y="289"/>
                      </a:lnTo>
                      <a:lnTo>
                        <a:pt x="317" y="277"/>
                      </a:lnTo>
                      <a:lnTo>
                        <a:pt x="314" y="287"/>
                      </a:lnTo>
                      <a:lnTo>
                        <a:pt x="314" y="296"/>
                      </a:lnTo>
                      <a:lnTo>
                        <a:pt x="305" y="302"/>
                      </a:lnTo>
                      <a:lnTo>
                        <a:pt x="281" y="273"/>
                      </a:lnTo>
                      <a:lnTo>
                        <a:pt x="287" y="272"/>
                      </a:lnTo>
                      <a:lnTo>
                        <a:pt x="289" y="261"/>
                      </a:lnTo>
                      <a:lnTo>
                        <a:pt x="279" y="253"/>
                      </a:lnTo>
                      <a:lnTo>
                        <a:pt x="265" y="272"/>
                      </a:lnTo>
                      <a:lnTo>
                        <a:pt x="238" y="280"/>
                      </a:lnTo>
                      <a:lnTo>
                        <a:pt x="225" y="287"/>
                      </a:lnTo>
                      <a:lnTo>
                        <a:pt x="211" y="301"/>
                      </a:lnTo>
                      <a:lnTo>
                        <a:pt x="183" y="312"/>
                      </a:lnTo>
                      <a:lnTo>
                        <a:pt x="174" y="310"/>
                      </a:lnTo>
                      <a:lnTo>
                        <a:pt x="165" y="302"/>
                      </a:lnTo>
                      <a:lnTo>
                        <a:pt x="172" y="303"/>
                      </a:lnTo>
                      <a:lnTo>
                        <a:pt x="179" y="296"/>
                      </a:lnTo>
                      <a:lnTo>
                        <a:pt x="169" y="289"/>
                      </a:lnTo>
                      <a:lnTo>
                        <a:pt x="162" y="276"/>
                      </a:lnTo>
                      <a:lnTo>
                        <a:pt x="162" y="256"/>
                      </a:lnTo>
                      <a:lnTo>
                        <a:pt x="149" y="265"/>
                      </a:lnTo>
                      <a:lnTo>
                        <a:pt x="146" y="288"/>
                      </a:lnTo>
                      <a:lnTo>
                        <a:pt x="155" y="285"/>
                      </a:lnTo>
                      <a:lnTo>
                        <a:pt x="150" y="298"/>
                      </a:lnTo>
                      <a:lnTo>
                        <a:pt x="146" y="320"/>
                      </a:lnTo>
                      <a:lnTo>
                        <a:pt x="140" y="331"/>
                      </a:lnTo>
                      <a:lnTo>
                        <a:pt x="130" y="334"/>
                      </a:lnTo>
                      <a:lnTo>
                        <a:pt x="113" y="324"/>
                      </a:lnTo>
                      <a:lnTo>
                        <a:pt x="90" y="320"/>
                      </a:lnTo>
                      <a:lnTo>
                        <a:pt x="70" y="307"/>
                      </a:lnTo>
                      <a:lnTo>
                        <a:pt x="61" y="289"/>
                      </a:lnTo>
                      <a:lnTo>
                        <a:pt x="54" y="260"/>
                      </a:lnTo>
                      <a:lnTo>
                        <a:pt x="42" y="262"/>
                      </a:lnTo>
                      <a:lnTo>
                        <a:pt x="15" y="242"/>
                      </a:lnTo>
                      <a:lnTo>
                        <a:pt x="10" y="223"/>
                      </a:lnTo>
                      <a:lnTo>
                        <a:pt x="0" y="196"/>
                      </a:lnTo>
                      <a:lnTo>
                        <a:pt x="10" y="190"/>
                      </a:lnTo>
                      <a:lnTo>
                        <a:pt x="20" y="196"/>
                      </a:lnTo>
                      <a:lnTo>
                        <a:pt x="32" y="190"/>
                      </a:lnTo>
                      <a:lnTo>
                        <a:pt x="27" y="179"/>
                      </a:lnTo>
                      <a:lnTo>
                        <a:pt x="17" y="181"/>
                      </a:lnTo>
                      <a:lnTo>
                        <a:pt x="15" y="176"/>
                      </a:lnTo>
                      <a:lnTo>
                        <a:pt x="17" y="173"/>
                      </a:lnTo>
                      <a:lnTo>
                        <a:pt x="26" y="173"/>
                      </a:lnTo>
                      <a:lnTo>
                        <a:pt x="24" y="159"/>
                      </a:lnTo>
                      <a:lnTo>
                        <a:pt x="13" y="152"/>
                      </a:lnTo>
                      <a:lnTo>
                        <a:pt x="7" y="141"/>
                      </a:lnTo>
                      <a:lnTo>
                        <a:pt x="8" y="140"/>
                      </a:lnTo>
                      <a:lnTo>
                        <a:pt x="17" y="151"/>
                      </a:lnTo>
                      <a:lnTo>
                        <a:pt x="21" y="143"/>
                      </a:lnTo>
                      <a:lnTo>
                        <a:pt x="22" y="132"/>
                      </a:lnTo>
                      <a:lnTo>
                        <a:pt x="17" y="122"/>
                      </a:lnTo>
                      <a:lnTo>
                        <a:pt x="17" y="106"/>
                      </a:lnTo>
                      <a:lnTo>
                        <a:pt x="26" y="99"/>
                      </a:lnTo>
                      <a:lnTo>
                        <a:pt x="39" y="103"/>
                      </a:lnTo>
                      <a:lnTo>
                        <a:pt x="44" y="95"/>
                      </a:lnTo>
                      <a:lnTo>
                        <a:pt x="38" y="83"/>
                      </a:lnTo>
                      <a:lnTo>
                        <a:pt x="33" y="88"/>
                      </a:lnTo>
                      <a:lnTo>
                        <a:pt x="29" y="82"/>
                      </a:lnTo>
                      <a:lnTo>
                        <a:pt x="26" y="67"/>
                      </a:lnTo>
                      <a:lnTo>
                        <a:pt x="28" y="62"/>
                      </a:lnTo>
                      <a:lnTo>
                        <a:pt x="36" y="51"/>
                      </a:lnTo>
                      <a:lnTo>
                        <a:pt x="42" y="55"/>
                      </a:lnTo>
                      <a:lnTo>
                        <a:pt x="67" y="43"/>
                      </a:lnTo>
                      <a:lnTo>
                        <a:pt x="77" y="18"/>
                      </a:lnTo>
                      <a:lnTo>
                        <a:pt x="80" y="22"/>
                      </a:lnTo>
                      <a:lnTo>
                        <a:pt x="103" y="4"/>
                      </a:lnTo>
                      <a:lnTo>
                        <a:pt x="119" y="0"/>
                      </a:lnTo>
                      <a:lnTo>
                        <a:pt x="123" y="1"/>
                      </a:lnTo>
                      <a:lnTo>
                        <a:pt x="117" y="13"/>
                      </a:lnTo>
                      <a:lnTo>
                        <a:pt x="119" y="24"/>
                      </a:lnTo>
                      <a:lnTo>
                        <a:pt x="146" y="54"/>
                      </a:lnTo>
                      <a:lnTo>
                        <a:pt x="151" y="57"/>
                      </a:lnTo>
                      <a:lnTo>
                        <a:pt x="160" y="54"/>
                      </a:lnTo>
                      <a:lnTo>
                        <a:pt x="162" y="62"/>
                      </a:lnTo>
                      <a:lnTo>
                        <a:pt x="169" y="68"/>
                      </a:lnTo>
                      <a:lnTo>
                        <a:pt x="163" y="78"/>
                      </a:lnTo>
                      <a:lnTo>
                        <a:pt x="168" y="87"/>
                      </a:lnTo>
                      <a:lnTo>
                        <a:pt x="178" y="8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85" name="Google Shape;2185;p5">
                  <a:extLst>
                    <a:ext uri="{FF2B5EF4-FFF2-40B4-BE49-F238E27FC236}">
                      <a16:creationId xmlns:a16="http://schemas.microsoft.com/office/drawing/2014/main" id="{998224D7-2DB5-E41E-8143-3A9E6F352851}"/>
                    </a:ext>
                  </a:extLst>
                </p:cNvPr>
                <p:cNvSpPr/>
                <p:nvPr/>
              </p:nvSpPr>
              <p:spPr>
                <a:xfrm>
                  <a:off x="4066" y="1166"/>
                  <a:ext cx="44" cy="50"/>
                </a:xfrm>
                <a:custGeom>
                  <a:avLst/>
                  <a:gdLst/>
                  <a:ahLst/>
                  <a:cxnLst/>
                  <a:rect l="l" t="t" r="r" b="b"/>
                  <a:pathLst>
                    <a:path w="224" h="248" extrusionOk="0">
                      <a:moveTo>
                        <a:pt x="0" y="0"/>
                      </a:moveTo>
                      <a:lnTo>
                        <a:pt x="16" y="8"/>
                      </a:lnTo>
                      <a:lnTo>
                        <a:pt x="32" y="30"/>
                      </a:lnTo>
                      <a:lnTo>
                        <a:pt x="42" y="38"/>
                      </a:lnTo>
                      <a:lnTo>
                        <a:pt x="56" y="59"/>
                      </a:lnTo>
                      <a:lnTo>
                        <a:pt x="64" y="66"/>
                      </a:lnTo>
                      <a:lnTo>
                        <a:pt x="89" y="71"/>
                      </a:lnTo>
                      <a:lnTo>
                        <a:pt x="106" y="59"/>
                      </a:lnTo>
                      <a:lnTo>
                        <a:pt x="116" y="56"/>
                      </a:lnTo>
                      <a:lnTo>
                        <a:pt x="138" y="64"/>
                      </a:lnTo>
                      <a:lnTo>
                        <a:pt x="152" y="89"/>
                      </a:lnTo>
                      <a:lnTo>
                        <a:pt x="169" y="97"/>
                      </a:lnTo>
                      <a:lnTo>
                        <a:pt x="182" y="110"/>
                      </a:lnTo>
                      <a:lnTo>
                        <a:pt x="201" y="120"/>
                      </a:lnTo>
                      <a:lnTo>
                        <a:pt x="215" y="136"/>
                      </a:lnTo>
                      <a:lnTo>
                        <a:pt x="222" y="136"/>
                      </a:lnTo>
                      <a:lnTo>
                        <a:pt x="224" y="145"/>
                      </a:lnTo>
                      <a:lnTo>
                        <a:pt x="206" y="142"/>
                      </a:lnTo>
                      <a:lnTo>
                        <a:pt x="197" y="146"/>
                      </a:lnTo>
                      <a:lnTo>
                        <a:pt x="193" y="155"/>
                      </a:lnTo>
                      <a:lnTo>
                        <a:pt x="181" y="156"/>
                      </a:lnTo>
                      <a:lnTo>
                        <a:pt x="185" y="161"/>
                      </a:lnTo>
                      <a:lnTo>
                        <a:pt x="182" y="169"/>
                      </a:lnTo>
                      <a:lnTo>
                        <a:pt x="182" y="183"/>
                      </a:lnTo>
                      <a:lnTo>
                        <a:pt x="188" y="194"/>
                      </a:lnTo>
                      <a:lnTo>
                        <a:pt x="183" y="200"/>
                      </a:lnTo>
                      <a:lnTo>
                        <a:pt x="180" y="217"/>
                      </a:lnTo>
                      <a:lnTo>
                        <a:pt x="167" y="226"/>
                      </a:lnTo>
                      <a:lnTo>
                        <a:pt x="163" y="232"/>
                      </a:lnTo>
                      <a:lnTo>
                        <a:pt x="138" y="248"/>
                      </a:lnTo>
                      <a:lnTo>
                        <a:pt x="128" y="241"/>
                      </a:lnTo>
                      <a:lnTo>
                        <a:pt x="91" y="233"/>
                      </a:lnTo>
                      <a:lnTo>
                        <a:pt x="77" y="222"/>
                      </a:lnTo>
                      <a:lnTo>
                        <a:pt x="54" y="164"/>
                      </a:lnTo>
                      <a:lnTo>
                        <a:pt x="56" y="147"/>
                      </a:lnTo>
                      <a:lnTo>
                        <a:pt x="69" y="108"/>
                      </a:lnTo>
                      <a:lnTo>
                        <a:pt x="73" y="85"/>
                      </a:lnTo>
                      <a:lnTo>
                        <a:pt x="64" y="85"/>
                      </a:lnTo>
                      <a:lnTo>
                        <a:pt x="61" y="73"/>
                      </a:lnTo>
                      <a:lnTo>
                        <a:pt x="16" y="19"/>
                      </a:lnTo>
                      <a:lnTo>
                        <a:pt x="8" y="12"/>
                      </a:lnTo>
                      <a:lnTo>
                        <a:pt x="0"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86" name="Google Shape;2186;p5">
                  <a:extLst>
                    <a:ext uri="{FF2B5EF4-FFF2-40B4-BE49-F238E27FC236}">
                      <a16:creationId xmlns:a16="http://schemas.microsoft.com/office/drawing/2014/main" id="{1D264BAF-6055-0837-7B03-013EF4395730}"/>
                    </a:ext>
                  </a:extLst>
                </p:cNvPr>
                <p:cNvSpPr/>
                <p:nvPr/>
              </p:nvSpPr>
              <p:spPr>
                <a:xfrm>
                  <a:off x="4119" y="1193"/>
                  <a:ext cx="54" cy="36"/>
                </a:xfrm>
                <a:custGeom>
                  <a:avLst/>
                  <a:gdLst/>
                  <a:ahLst/>
                  <a:cxnLst/>
                  <a:rect l="l" t="t" r="r" b="b"/>
                  <a:pathLst>
                    <a:path w="266" h="180" extrusionOk="0">
                      <a:moveTo>
                        <a:pt x="3" y="0"/>
                      </a:moveTo>
                      <a:lnTo>
                        <a:pt x="9" y="6"/>
                      </a:lnTo>
                      <a:lnTo>
                        <a:pt x="19" y="10"/>
                      </a:lnTo>
                      <a:lnTo>
                        <a:pt x="24" y="15"/>
                      </a:lnTo>
                      <a:lnTo>
                        <a:pt x="26" y="25"/>
                      </a:lnTo>
                      <a:lnTo>
                        <a:pt x="36" y="30"/>
                      </a:lnTo>
                      <a:lnTo>
                        <a:pt x="51" y="33"/>
                      </a:lnTo>
                      <a:lnTo>
                        <a:pt x="66" y="35"/>
                      </a:lnTo>
                      <a:lnTo>
                        <a:pt x="73" y="31"/>
                      </a:lnTo>
                      <a:lnTo>
                        <a:pt x="127" y="41"/>
                      </a:lnTo>
                      <a:lnTo>
                        <a:pt x="129" y="49"/>
                      </a:lnTo>
                      <a:lnTo>
                        <a:pt x="122" y="49"/>
                      </a:lnTo>
                      <a:lnTo>
                        <a:pt x="121" y="55"/>
                      </a:lnTo>
                      <a:lnTo>
                        <a:pt x="109" y="67"/>
                      </a:lnTo>
                      <a:lnTo>
                        <a:pt x="132" y="64"/>
                      </a:lnTo>
                      <a:lnTo>
                        <a:pt x="154" y="68"/>
                      </a:lnTo>
                      <a:lnTo>
                        <a:pt x="163" y="62"/>
                      </a:lnTo>
                      <a:lnTo>
                        <a:pt x="172" y="62"/>
                      </a:lnTo>
                      <a:lnTo>
                        <a:pt x="182" y="68"/>
                      </a:lnTo>
                      <a:lnTo>
                        <a:pt x="188" y="79"/>
                      </a:lnTo>
                      <a:lnTo>
                        <a:pt x="207" y="75"/>
                      </a:lnTo>
                      <a:lnTo>
                        <a:pt x="218" y="79"/>
                      </a:lnTo>
                      <a:lnTo>
                        <a:pt x="225" y="91"/>
                      </a:lnTo>
                      <a:lnTo>
                        <a:pt x="266" y="100"/>
                      </a:lnTo>
                      <a:lnTo>
                        <a:pt x="256" y="108"/>
                      </a:lnTo>
                      <a:lnTo>
                        <a:pt x="257" y="135"/>
                      </a:lnTo>
                      <a:lnTo>
                        <a:pt x="245" y="154"/>
                      </a:lnTo>
                      <a:lnTo>
                        <a:pt x="208" y="176"/>
                      </a:lnTo>
                      <a:lnTo>
                        <a:pt x="198" y="180"/>
                      </a:lnTo>
                      <a:lnTo>
                        <a:pt x="191" y="171"/>
                      </a:lnTo>
                      <a:lnTo>
                        <a:pt x="186" y="176"/>
                      </a:lnTo>
                      <a:lnTo>
                        <a:pt x="179" y="173"/>
                      </a:lnTo>
                      <a:lnTo>
                        <a:pt x="174" y="164"/>
                      </a:lnTo>
                      <a:lnTo>
                        <a:pt x="171" y="175"/>
                      </a:lnTo>
                      <a:lnTo>
                        <a:pt x="160" y="175"/>
                      </a:lnTo>
                      <a:lnTo>
                        <a:pt x="144" y="170"/>
                      </a:lnTo>
                      <a:lnTo>
                        <a:pt x="133" y="156"/>
                      </a:lnTo>
                      <a:lnTo>
                        <a:pt x="117" y="156"/>
                      </a:lnTo>
                      <a:lnTo>
                        <a:pt x="104" y="151"/>
                      </a:lnTo>
                      <a:lnTo>
                        <a:pt x="95" y="140"/>
                      </a:lnTo>
                      <a:lnTo>
                        <a:pt x="85" y="135"/>
                      </a:lnTo>
                      <a:lnTo>
                        <a:pt x="75" y="123"/>
                      </a:lnTo>
                      <a:lnTo>
                        <a:pt x="57" y="118"/>
                      </a:lnTo>
                      <a:lnTo>
                        <a:pt x="46" y="110"/>
                      </a:lnTo>
                      <a:lnTo>
                        <a:pt x="45" y="81"/>
                      </a:lnTo>
                      <a:lnTo>
                        <a:pt x="31" y="67"/>
                      </a:lnTo>
                      <a:lnTo>
                        <a:pt x="26" y="47"/>
                      </a:lnTo>
                      <a:lnTo>
                        <a:pt x="5" y="20"/>
                      </a:lnTo>
                      <a:lnTo>
                        <a:pt x="0" y="3"/>
                      </a:lnTo>
                      <a:lnTo>
                        <a:pt x="3"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87" name="Google Shape;2187;p5">
                  <a:extLst>
                    <a:ext uri="{FF2B5EF4-FFF2-40B4-BE49-F238E27FC236}">
                      <a16:creationId xmlns:a16="http://schemas.microsoft.com/office/drawing/2014/main" id="{BA689AC3-68C7-BD30-755A-E834D1FAD7C9}"/>
                    </a:ext>
                  </a:extLst>
                </p:cNvPr>
                <p:cNvSpPr/>
                <p:nvPr/>
              </p:nvSpPr>
              <p:spPr>
                <a:xfrm>
                  <a:off x="4047" y="1261"/>
                  <a:ext cx="43" cy="27"/>
                </a:xfrm>
                <a:custGeom>
                  <a:avLst/>
                  <a:gdLst/>
                  <a:ahLst/>
                  <a:cxnLst/>
                  <a:rect l="l" t="t" r="r" b="b"/>
                  <a:pathLst>
                    <a:path w="212" h="136" extrusionOk="0">
                      <a:moveTo>
                        <a:pt x="92" y="7"/>
                      </a:moveTo>
                      <a:lnTo>
                        <a:pt x="110" y="0"/>
                      </a:lnTo>
                      <a:lnTo>
                        <a:pt x="126" y="2"/>
                      </a:lnTo>
                      <a:lnTo>
                        <a:pt x="137" y="5"/>
                      </a:lnTo>
                      <a:lnTo>
                        <a:pt x="148" y="16"/>
                      </a:lnTo>
                      <a:lnTo>
                        <a:pt x="156" y="18"/>
                      </a:lnTo>
                      <a:lnTo>
                        <a:pt x="169" y="36"/>
                      </a:lnTo>
                      <a:lnTo>
                        <a:pt x="187" y="51"/>
                      </a:lnTo>
                      <a:lnTo>
                        <a:pt x="203" y="78"/>
                      </a:lnTo>
                      <a:lnTo>
                        <a:pt x="207" y="93"/>
                      </a:lnTo>
                      <a:lnTo>
                        <a:pt x="207" y="112"/>
                      </a:lnTo>
                      <a:lnTo>
                        <a:pt x="212" y="126"/>
                      </a:lnTo>
                      <a:lnTo>
                        <a:pt x="212" y="136"/>
                      </a:lnTo>
                      <a:lnTo>
                        <a:pt x="202" y="132"/>
                      </a:lnTo>
                      <a:lnTo>
                        <a:pt x="193" y="136"/>
                      </a:lnTo>
                      <a:lnTo>
                        <a:pt x="181" y="134"/>
                      </a:lnTo>
                      <a:lnTo>
                        <a:pt x="167" y="127"/>
                      </a:lnTo>
                      <a:lnTo>
                        <a:pt x="139" y="128"/>
                      </a:lnTo>
                      <a:lnTo>
                        <a:pt x="122" y="120"/>
                      </a:lnTo>
                      <a:lnTo>
                        <a:pt x="115" y="112"/>
                      </a:lnTo>
                      <a:lnTo>
                        <a:pt x="102" y="115"/>
                      </a:lnTo>
                      <a:lnTo>
                        <a:pt x="85" y="110"/>
                      </a:lnTo>
                      <a:lnTo>
                        <a:pt x="68" y="99"/>
                      </a:lnTo>
                      <a:lnTo>
                        <a:pt x="48" y="95"/>
                      </a:lnTo>
                      <a:lnTo>
                        <a:pt x="21" y="110"/>
                      </a:lnTo>
                      <a:lnTo>
                        <a:pt x="10" y="109"/>
                      </a:lnTo>
                      <a:lnTo>
                        <a:pt x="0" y="95"/>
                      </a:lnTo>
                      <a:lnTo>
                        <a:pt x="8" y="89"/>
                      </a:lnTo>
                      <a:lnTo>
                        <a:pt x="37" y="86"/>
                      </a:lnTo>
                      <a:lnTo>
                        <a:pt x="41" y="79"/>
                      </a:lnTo>
                      <a:lnTo>
                        <a:pt x="48" y="62"/>
                      </a:lnTo>
                      <a:lnTo>
                        <a:pt x="60" y="31"/>
                      </a:lnTo>
                      <a:lnTo>
                        <a:pt x="60" y="19"/>
                      </a:lnTo>
                      <a:lnTo>
                        <a:pt x="65" y="10"/>
                      </a:lnTo>
                      <a:lnTo>
                        <a:pt x="92" y="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88" name="Google Shape;2188;p5">
                  <a:extLst>
                    <a:ext uri="{FF2B5EF4-FFF2-40B4-BE49-F238E27FC236}">
                      <a16:creationId xmlns:a16="http://schemas.microsoft.com/office/drawing/2014/main" id="{CF1868B1-0728-0818-3AEF-F209FB641861}"/>
                    </a:ext>
                  </a:extLst>
                </p:cNvPr>
                <p:cNvSpPr/>
                <p:nvPr/>
              </p:nvSpPr>
              <p:spPr>
                <a:xfrm>
                  <a:off x="3080" y="1282"/>
                  <a:ext cx="68" cy="102"/>
                </a:xfrm>
                <a:custGeom>
                  <a:avLst/>
                  <a:gdLst/>
                  <a:ahLst/>
                  <a:cxnLst/>
                  <a:rect l="l" t="t" r="r" b="b"/>
                  <a:pathLst>
                    <a:path w="338" h="508" extrusionOk="0">
                      <a:moveTo>
                        <a:pt x="124" y="20"/>
                      </a:moveTo>
                      <a:lnTo>
                        <a:pt x="128" y="17"/>
                      </a:lnTo>
                      <a:lnTo>
                        <a:pt x="152" y="22"/>
                      </a:lnTo>
                      <a:lnTo>
                        <a:pt x="161" y="12"/>
                      </a:lnTo>
                      <a:lnTo>
                        <a:pt x="187" y="0"/>
                      </a:lnTo>
                      <a:lnTo>
                        <a:pt x="199" y="0"/>
                      </a:lnTo>
                      <a:lnTo>
                        <a:pt x="210" y="9"/>
                      </a:lnTo>
                      <a:lnTo>
                        <a:pt x="219" y="14"/>
                      </a:lnTo>
                      <a:lnTo>
                        <a:pt x="234" y="15"/>
                      </a:lnTo>
                      <a:lnTo>
                        <a:pt x="256" y="33"/>
                      </a:lnTo>
                      <a:lnTo>
                        <a:pt x="268" y="34"/>
                      </a:lnTo>
                      <a:lnTo>
                        <a:pt x="277" y="45"/>
                      </a:lnTo>
                      <a:lnTo>
                        <a:pt x="279" y="55"/>
                      </a:lnTo>
                      <a:lnTo>
                        <a:pt x="245" y="63"/>
                      </a:lnTo>
                      <a:lnTo>
                        <a:pt x="272" y="68"/>
                      </a:lnTo>
                      <a:lnTo>
                        <a:pt x="268" y="74"/>
                      </a:lnTo>
                      <a:lnTo>
                        <a:pt x="256" y="73"/>
                      </a:lnTo>
                      <a:lnTo>
                        <a:pt x="234" y="86"/>
                      </a:lnTo>
                      <a:lnTo>
                        <a:pt x="246" y="88"/>
                      </a:lnTo>
                      <a:lnTo>
                        <a:pt x="265" y="82"/>
                      </a:lnTo>
                      <a:lnTo>
                        <a:pt x="267" y="94"/>
                      </a:lnTo>
                      <a:lnTo>
                        <a:pt x="262" y="103"/>
                      </a:lnTo>
                      <a:lnTo>
                        <a:pt x="253" y="111"/>
                      </a:lnTo>
                      <a:lnTo>
                        <a:pt x="245" y="114"/>
                      </a:lnTo>
                      <a:lnTo>
                        <a:pt x="225" y="111"/>
                      </a:lnTo>
                      <a:lnTo>
                        <a:pt x="222" y="121"/>
                      </a:lnTo>
                      <a:lnTo>
                        <a:pt x="238" y="119"/>
                      </a:lnTo>
                      <a:lnTo>
                        <a:pt x="242" y="131"/>
                      </a:lnTo>
                      <a:lnTo>
                        <a:pt x="235" y="143"/>
                      </a:lnTo>
                      <a:lnTo>
                        <a:pt x="232" y="158"/>
                      </a:lnTo>
                      <a:lnTo>
                        <a:pt x="226" y="156"/>
                      </a:lnTo>
                      <a:lnTo>
                        <a:pt x="222" y="160"/>
                      </a:lnTo>
                      <a:lnTo>
                        <a:pt x="226" y="165"/>
                      </a:lnTo>
                      <a:lnTo>
                        <a:pt x="225" y="176"/>
                      </a:lnTo>
                      <a:lnTo>
                        <a:pt x="219" y="178"/>
                      </a:lnTo>
                      <a:lnTo>
                        <a:pt x="219" y="189"/>
                      </a:lnTo>
                      <a:lnTo>
                        <a:pt x="218" y="201"/>
                      </a:lnTo>
                      <a:lnTo>
                        <a:pt x="219" y="214"/>
                      </a:lnTo>
                      <a:lnTo>
                        <a:pt x="224" y="226"/>
                      </a:lnTo>
                      <a:lnTo>
                        <a:pt x="224" y="235"/>
                      </a:lnTo>
                      <a:lnTo>
                        <a:pt x="216" y="255"/>
                      </a:lnTo>
                      <a:lnTo>
                        <a:pt x="218" y="267"/>
                      </a:lnTo>
                      <a:lnTo>
                        <a:pt x="222" y="273"/>
                      </a:lnTo>
                      <a:lnTo>
                        <a:pt x="226" y="313"/>
                      </a:lnTo>
                      <a:lnTo>
                        <a:pt x="230" y="331"/>
                      </a:lnTo>
                      <a:lnTo>
                        <a:pt x="234" y="341"/>
                      </a:lnTo>
                      <a:lnTo>
                        <a:pt x="242" y="353"/>
                      </a:lnTo>
                      <a:lnTo>
                        <a:pt x="250" y="373"/>
                      </a:lnTo>
                      <a:lnTo>
                        <a:pt x="253" y="382"/>
                      </a:lnTo>
                      <a:lnTo>
                        <a:pt x="254" y="394"/>
                      </a:lnTo>
                      <a:lnTo>
                        <a:pt x="278" y="426"/>
                      </a:lnTo>
                      <a:lnTo>
                        <a:pt x="288" y="436"/>
                      </a:lnTo>
                      <a:lnTo>
                        <a:pt x="296" y="439"/>
                      </a:lnTo>
                      <a:lnTo>
                        <a:pt x="306" y="450"/>
                      </a:lnTo>
                      <a:lnTo>
                        <a:pt x="322" y="464"/>
                      </a:lnTo>
                      <a:lnTo>
                        <a:pt x="327" y="463"/>
                      </a:lnTo>
                      <a:lnTo>
                        <a:pt x="338" y="472"/>
                      </a:lnTo>
                      <a:lnTo>
                        <a:pt x="332" y="475"/>
                      </a:lnTo>
                      <a:lnTo>
                        <a:pt x="332" y="485"/>
                      </a:lnTo>
                      <a:lnTo>
                        <a:pt x="322" y="490"/>
                      </a:lnTo>
                      <a:lnTo>
                        <a:pt x="301" y="486"/>
                      </a:lnTo>
                      <a:lnTo>
                        <a:pt x="296" y="491"/>
                      </a:lnTo>
                      <a:lnTo>
                        <a:pt x="320" y="498"/>
                      </a:lnTo>
                      <a:lnTo>
                        <a:pt x="311" y="499"/>
                      </a:lnTo>
                      <a:lnTo>
                        <a:pt x="310" y="508"/>
                      </a:lnTo>
                      <a:lnTo>
                        <a:pt x="301" y="502"/>
                      </a:lnTo>
                      <a:lnTo>
                        <a:pt x="286" y="486"/>
                      </a:lnTo>
                      <a:lnTo>
                        <a:pt x="281" y="482"/>
                      </a:lnTo>
                      <a:lnTo>
                        <a:pt x="284" y="470"/>
                      </a:lnTo>
                      <a:lnTo>
                        <a:pt x="274" y="475"/>
                      </a:lnTo>
                      <a:lnTo>
                        <a:pt x="265" y="475"/>
                      </a:lnTo>
                      <a:lnTo>
                        <a:pt x="261" y="481"/>
                      </a:lnTo>
                      <a:lnTo>
                        <a:pt x="262" y="487"/>
                      </a:lnTo>
                      <a:lnTo>
                        <a:pt x="268" y="491"/>
                      </a:lnTo>
                      <a:lnTo>
                        <a:pt x="273" y="487"/>
                      </a:lnTo>
                      <a:lnTo>
                        <a:pt x="275" y="498"/>
                      </a:lnTo>
                      <a:lnTo>
                        <a:pt x="261" y="499"/>
                      </a:lnTo>
                      <a:lnTo>
                        <a:pt x="251" y="491"/>
                      </a:lnTo>
                      <a:lnTo>
                        <a:pt x="246" y="491"/>
                      </a:lnTo>
                      <a:lnTo>
                        <a:pt x="248" y="498"/>
                      </a:lnTo>
                      <a:lnTo>
                        <a:pt x="243" y="495"/>
                      </a:lnTo>
                      <a:lnTo>
                        <a:pt x="237" y="481"/>
                      </a:lnTo>
                      <a:lnTo>
                        <a:pt x="229" y="482"/>
                      </a:lnTo>
                      <a:lnTo>
                        <a:pt x="220" y="476"/>
                      </a:lnTo>
                      <a:lnTo>
                        <a:pt x="216" y="487"/>
                      </a:lnTo>
                      <a:lnTo>
                        <a:pt x="213" y="483"/>
                      </a:lnTo>
                      <a:lnTo>
                        <a:pt x="210" y="488"/>
                      </a:lnTo>
                      <a:lnTo>
                        <a:pt x="209" y="499"/>
                      </a:lnTo>
                      <a:lnTo>
                        <a:pt x="204" y="499"/>
                      </a:lnTo>
                      <a:lnTo>
                        <a:pt x="182" y="480"/>
                      </a:lnTo>
                      <a:lnTo>
                        <a:pt x="178" y="471"/>
                      </a:lnTo>
                      <a:lnTo>
                        <a:pt x="191" y="471"/>
                      </a:lnTo>
                      <a:lnTo>
                        <a:pt x="189" y="466"/>
                      </a:lnTo>
                      <a:lnTo>
                        <a:pt x="173" y="465"/>
                      </a:lnTo>
                      <a:lnTo>
                        <a:pt x="151" y="472"/>
                      </a:lnTo>
                      <a:lnTo>
                        <a:pt x="144" y="470"/>
                      </a:lnTo>
                      <a:lnTo>
                        <a:pt x="139" y="461"/>
                      </a:lnTo>
                      <a:lnTo>
                        <a:pt x="134" y="465"/>
                      </a:lnTo>
                      <a:lnTo>
                        <a:pt x="127" y="461"/>
                      </a:lnTo>
                      <a:lnTo>
                        <a:pt x="125" y="458"/>
                      </a:lnTo>
                      <a:lnTo>
                        <a:pt x="124" y="449"/>
                      </a:lnTo>
                      <a:lnTo>
                        <a:pt x="125" y="438"/>
                      </a:lnTo>
                      <a:lnTo>
                        <a:pt x="125" y="431"/>
                      </a:lnTo>
                      <a:lnTo>
                        <a:pt x="122" y="423"/>
                      </a:lnTo>
                      <a:lnTo>
                        <a:pt x="124" y="421"/>
                      </a:lnTo>
                      <a:lnTo>
                        <a:pt x="137" y="427"/>
                      </a:lnTo>
                      <a:lnTo>
                        <a:pt x="139" y="422"/>
                      </a:lnTo>
                      <a:lnTo>
                        <a:pt x="135" y="413"/>
                      </a:lnTo>
                      <a:lnTo>
                        <a:pt x="144" y="418"/>
                      </a:lnTo>
                      <a:lnTo>
                        <a:pt x="156" y="416"/>
                      </a:lnTo>
                      <a:lnTo>
                        <a:pt x="157" y="412"/>
                      </a:lnTo>
                      <a:lnTo>
                        <a:pt x="145" y="410"/>
                      </a:lnTo>
                      <a:lnTo>
                        <a:pt x="150" y="404"/>
                      </a:lnTo>
                      <a:lnTo>
                        <a:pt x="143" y="400"/>
                      </a:lnTo>
                      <a:lnTo>
                        <a:pt x="124" y="397"/>
                      </a:lnTo>
                      <a:lnTo>
                        <a:pt x="116" y="388"/>
                      </a:lnTo>
                      <a:lnTo>
                        <a:pt x="116" y="380"/>
                      </a:lnTo>
                      <a:lnTo>
                        <a:pt x="119" y="382"/>
                      </a:lnTo>
                      <a:lnTo>
                        <a:pt x="121" y="372"/>
                      </a:lnTo>
                      <a:lnTo>
                        <a:pt x="138" y="348"/>
                      </a:lnTo>
                      <a:lnTo>
                        <a:pt x="124" y="357"/>
                      </a:lnTo>
                      <a:lnTo>
                        <a:pt x="116" y="373"/>
                      </a:lnTo>
                      <a:lnTo>
                        <a:pt x="109" y="380"/>
                      </a:lnTo>
                      <a:lnTo>
                        <a:pt x="109" y="364"/>
                      </a:lnTo>
                      <a:lnTo>
                        <a:pt x="107" y="356"/>
                      </a:lnTo>
                      <a:lnTo>
                        <a:pt x="107" y="345"/>
                      </a:lnTo>
                      <a:lnTo>
                        <a:pt x="109" y="336"/>
                      </a:lnTo>
                      <a:lnTo>
                        <a:pt x="97" y="348"/>
                      </a:lnTo>
                      <a:lnTo>
                        <a:pt x="90" y="342"/>
                      </a:lnTo>
                      <a:lnTo>
                        <a:pt x="86" y="352"/>
                      </a:lnTo>
                      <a:lnTo>
                        <a:pt x="80" y="348"/>
                      </a:lnTo>
                      <a:lnTo>
                        <a:pt x="76" y="353"/>
                      </a:lnTo>
                      <a:lnTo>
                        <a:pt x="73" y="341"/>
                      </a:lnTo>
                      <a:lnTo>
                        <a:pt x="73" y="325"/>
                      </a:lnTo>
                      <a:lnTo>
                        <a:pt x="65" y="319"/>
                      </a:lnTo>
                      <a:lnTo>
                        <a:pt x="57" y="335"/>
                      </a:lnTo>
                      <a:lnTo>
                        <a:pt x="55" y="346"/>
                      </a:lnTo>
                      <a:lnTo>
                        <a:pt x="51" y="331"/>
                      </a:lnTo>
                      <a:lnTo>
                        <a:pt x="46" y="336"/>
                      </a:lnTo>
                      <a:lnTo>
                        <a:pt x="44" y="347"/>
                      </a:lnTo>
                      <a:lnTo>
                        <a:pt x="32" y="347"/>
                      </a:lnTo>
                      <a:lnTo>
                        <a:pt x="26" y="346"/>
                      </a:lnTo>
                      <a:lnTo>
                        <a:pt x="22" y="341"/>
                      </a:lnTo>
                      <a:lnTo>
                        <a:pt x="16" y="340"/>
                      </a:lnTo>
                      <a:lnTo>
                        <a:pt x="10" y="330"/>
                      </a:lnTo>
                      <a:lnTo>
                        <a:pt x="3" y="309"/>
                      </a:lnTo>
                      <a:lnTo>
                        <a:pt x="1" y="294"/>
                      </a:lnTo>
                      <a:lnTo>
                        <a:pt x="0" y="280"/>
                      </a:lnTo>
                      <a:lnTo>
                        <a:pt x="3" y="269"/>
                      </a:lnTo>
                      <a:lnTo>
                        <a:pt x="3" y="255"/>
                      </a:lnTo>
                      <a:lnTo>
                        <a:pt x="6" y="246"/>
                      </a:lnTo>
                      <a:lnTo>
                        <a:pt x="21" y="234"/>
                      </a:lnTo>
                      <a:lnTo>
                        <a:pt x="27" y="242"/>
                      </a:lnTo>
                      <a:lnTo>
                        <a:pt x="33" y="235"/>
                      </a:lnTo>
                      <a:lnTo>
                        <a:pt x="43" y="234"/>
                      </a:lnTo>
                      <a:lnTo>
                        <a:pt x="42" y="244"/>
                      </a:lnTo>
                      <a:lnTo>
                        <a:pt x="48" y="249"/>
                      </a:lnTo>
                      <a:lnTo>
                        <a:pt x="52" y="240"/>
                      </a:lnTo>
                      <a:lnTo>
                        <a:pt x="53" y="230"/>
                      </a:lnTo>
                      <a:lnTo>
                        <a:pt x="57" y="228"/>
                      </a:lnTo>
                      <a:lnTo>
                        <a:pt x="58" y="206"/>
                      </a:lnTo>
                      <a:lnTo>
                        <a:pt x="64" y="206"/>
                      </a:lnTo>
                      <a:lnTo>
                        <a:pt x="65" y="199"/>
                      </a:lnTo>
                      <a:lnTo>
                        <a:pt x="62" y="189"/>
                      </a:lnTo>
                      <a:lnTo>
                        <a:pt x="70" y="186"/>
                      </a:lnTo>
                      <a:lnTo>
                        <a:pt x="70" y="174"/>
                      </a:lnTo>
                      <a:lnTo>
                        <a:pt x="74" y="171"/>
                      </a:lnTo>
                      <a:lnTo>
                        <a:pt x="79" y="162"/>
                      </a:lnTo>
                      <a:lnTo>
                        <a:pt x="85" y="156"/>
                      </a:lnTo>
                      <a:lnTo>
                        <a:pt x="86" y="149"/>
                      </a:lnTo>
                      <a:lnTo>
                        <a:pt x="75" y="158"/>
                      </a:lnTo>
                      <a:lnTo>
                        <a:pt x="71" y="152"/>
                      </a:lnTo>
                      <a:lnTo>
                        <a:pt x="76" y="140"/>
                      </a:lnTo>
                      <a:lnTo>
                        <a:pt x="68" y="141"/>
                      </a:lnTo>
                      <a:lnTo>
                        <a:pt x="52" y="126"/>
                      </a:lnTo>
                      <a:lnTo>
                        <a:pt x="55" y="111"/>
                      </a:lnTo>
                      <a:lnTo>
                        <a:pt x="73" y="97"/>
                      </a:lnTo>
                      <a:lnTo>
                        <a:pt x="85" y="90"/>
                      </a:lnTo>
                      <a:lnTo>
                        <a:pt x="91" y="95"/>
                      </a:lnTo>
                      <a:lnTo>
                        <a:pt x="103" y="87"/>
                      </a:lnTo>
                      <a:lnTo>
                        <a:pt x="95" y="87"/>
                      </a:lnTo>
                      <a:lnTo>
                        <a:pt x="90" y="81"/>
                      </a:lnTo>
                      <a:lnTo>
                        <a:pt x="94" y="74"/>
                      </a:lnTo>
                      <a:lnTo>
                        <a:pt x="100" y="72"/>
                      </a:lnTo>
                      <a:lnTo>
                        <a:pt x="97" y="66"/>
                      </a:lnTo>
                      <a:lnTo>
                        <a:pt x="92" y="61"/>
                      </a:lnTo>
                      <a:lnTo>
                        <a:pt x="91" y="52"/>
                      </a:lnTo>
                      <a:lnTo>
                        <a:pt x="109" y="30"/>
                      </a:lnTo>
                      <a:lnTo>
                        <a:pt x="124" y="2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89" name="Google Shape;2189;p5">
                  <a:extLst>
                    <a:ext uri="{FF2B5EF4-FFF2-40B4-BE49-F238E27FC236}">
                      <a16:creationId xmlns:a16="http://schemas.microsoft.com/office/drawing/2014/main" id="{80BF7DE3-CEC8-B83B-05CC-F8B789AAC8F9}"/>
                    </a:ext>
                  </a:extLst>
                </p:cNvPr>
                <p:cNvSpPr/>
                <p:nvPr/>
              </p:nvSpPr>
              <p:spPr>
                <a:xfrm>
                  <a:off x="3104" y="1129"/>
                  <a:ext cx="169" cy="159"/>
                </a:xfrm>
                <a:custGeom>
                  <a:avLst/>
                  <a:gdLst/>
                  <a:ahLst/>
                  <a:cxnLst/>
                  <a:rect l="l" t="t" r="r" b="b"/>
                  <a:pathLst>
                    <a:path w="843" h="796" extrusionOk="0">
                      <a:moveTo>
                        <a:pt x="0" y="692"/>
                      </a:moveTo>
                      <a:lnTo>
                        <a:pt x="0" y="687"/>
                      </a:lnTo>
                      <a:lnTo>
                        <a:pt x="4" y="692"/>
                      </a:lnTo>
                      <a:lnTo>
                        <a:pt x="17" y="689"/>
                      </a:lnTo>
                      <a:lnTo>
                        <a:pt x="31" y="669"/>
                      </a:lnTo>
                      <a:lnTo>
                        <a:pt x="60" y="659"/>
                      </a:lnTo>
                      <a:lnTo>
                        <a:pt x="55" y="653"/>
                      </a:lnTo>
                      <a:lnTo>
                        <a:pt x="60" y="636"/>
                      </a:lnTo>
                      <a:lnTo>
                        <a:pt x="77" y="621"/>
                      </a:lnTo>
                      <a:lnTo>
                        <a:pt x="88" y="629"/>
                      </a:lnTo>
                      <a:lnTo>
                        <a:pt x="101" y="631"/>
                      </a:lnTo>
                      <a:lnTo>
                        <a:pt x="116" y="641"/>
                      </a:lnTo>
                      <a:lnTo>
                        <a:pt x="133" y="644"/>
                      </a:lnTo>
                      <a:lnTo>
                        <a:pt x="124" y="631"/>
                      </a:lnTo>
                      <a:lnTo>
                        <a:pt x="84" y="616"/>
                      </a:lnTo>
                      <a:lnTo>
                        <a:pt x="77" y="604"/>
                      </a:lnTo>
                      <a:lnTo>
                        <a:pt x="86" y="606"/>
                      </a:lnTo>
                      <a:lnTo>
                        <a:pt x="103" y="604"/>
                      </a:lnTo>
                      <a:lnTo>
                        <a:pt x="108" y="593"/>
                      </a:lnTo>
                      <a:lnTo>
                        <a:pt x="83" y="578"/>
                      </a:lnTo>
                      <a:lnTo>
                        <a:pt x="86" y="572"/>
                      </a:lnTo>
                      <a:lnTo>
                        <a:pt x="120" y="570"/>
                      </a:lnTo>
                      <a:lnTo>
                        <a:pt x="127" y="565"/>
                      </a:lnTo>
                      <a:lnTo>
                        <a:pt x="121" y="556"/>
                      </a:lnTo>
                      <a:lnTo>
                        <a:pt x="109" y="554"/>
                      </a:lnTo>
                      <a:lnTo>
                        <a:pt x="103" y="545"/>
                      </a:lnTo>
                      <a:lnTo>
                        <a:pt x="98" y="536"/>
                      </a:lnTo>
                      <a:lnTo>
                        <a:pt x="98" y="523"/>
                      </a:lnTo>
                      <a:lnTo>
                        <a:pt x="100" y="519"/>
                      </a:lnTo>
                      <a:lnTo>
                        <a:pt x="106" y="527"/>
                      </a:lnTo>
                      <a:lnTo>
                        <a:pt x="129" y="513"/>
                      </a:lnTo>
                      <a:lnTo>
                        <a:pt x="151" y="519"/>
                      </a:lnTo>
                      <a:lnTo>
                        <a:pt x="163" y="511"/>
                      </a:lnTo>
                      <a:lnTo>
                        <a:pt x="152" y="513"/>
                      </a:lnTo>
                      <a:lnTo>
                        <a:pt x="144" y="509"/>
                      </a:lnTo>
                      <a:lnTo>
                        <a:pt x="138" y="496"/>
                      </a:lnTo>
                      <a:lnTo>
                        <a:pt x="127" y="493"/>
                      </a:lnTo>
                      <a:lnTo>
                        <a:pt x="108" y="498"/>
                      </a:lnTo>
                      <a:lnTo>
                        <a:pt x="105" y="490"/>
                      </a:lnTo>
                      <a:lnTo>
                        <a:pt x="113" y="481"/>
                      </a:lnTo>
                      <a:lnTo>
                        <a:pt x="122" y="455"/>
                      </a:lnTo>
                      <a:lnTo>
                        <a:pt x="117" y="457"/>
                      </a:lnTo>
                      <a:lnTo>
                        <a:pt x="116" y="452"/>
                      </a:lnTo>
                      <a:lnTo>
                        <a:pt x="113" y="443"/>
                      </a:lnTo>
                      <a:lnTo>
                        <a:pt x="103" y="457"/>
                      </a:lnTo>
                      <a:lnTo>
                        <a:pt x="103" y="442"/>
                      </a:lnTo>
                      <a:lnTo>
                        <a:pt x="97" y="437"/>
                      </a:lnTo>
                      <a:lnTo>
                        <a:pt x="103" y="426"/>
                      </a:lnTo>
                      <a:lnTo>
                        <a:pt x="100" y="421"/>
                      </a:lnTo>
                      <a:lnTo>
                        <a:pt x="105" y="410"/>
                      </a:lnTo>
                      <a:lnTo>
                        <a:pt x="124" y="410"/>
                      </a:lnTo>
                      <a:lnTo>
                        <a:pt x="124" y="426"/>
                      </a:lnTo>
                      <a:lnTo>
                        <a:pt x="131" y="431"/>
                      </a:lnTo>
                      <a:lnTo>
                        <a:pt x="153" y="418"/>
                      </a:lnTo>
                      <a:lnTo>
                        <a:pt x="163" y="404"/>
                      </a:lnTo>
                      <a:lnTo>
                        <a:pt x="165" y="387"/>
                      </a:lnTo>
                      <a:lnTo>
                        <a:pt x="184" y="378"/>
                      </a:lnTo>
                      <a:lnTo>
                        <a:pt x="208" y="383"/>
                      </a:lnTo>
                      <a:lnTo>
                        <a:pt x="229" y="362"/>
                      </a:lnTo>
                      <a:lnTo>
                        <a:pt x="230" y="351"/>
                      </a:lnTo>
                      <a:lnTo>
                        <a:pt x="226" y="340"/>
                      </a:lnTo>
                      <a:lnTo>
                        <a:pt x="237" y="332"/>
                      </a:lnTo>
                      <a:lnTo>
                        <a:pt x="234" y="320"/>
                      </a:lnTo>
                      <a:lnTo>
                        <a:pt x="249" y="308"/>
                      </a:lnTo>
                      <a:lnTo>
                        <a:pt x="259" y="310"/>
                      </a:lnTo>
                      <a:lnTo>
                        <a:pt x="269" y="304"/>
                      </a:lnTo>
                      <a:lnTo>
                        <a:pt x="265" y="298"/>
                      </a:lnTo>
                      <a:lnTo>
                        <a:pt x="271" y="277"/>
                      </a:lnTo>
                      <a:lnTo>
                        <a:pt x="278" y="269"/>
                      </a:lnTo>
                      <a:lnTo>
                        <a:pt x="302" y="253"/>
                      </a:lnTo>
                      <a:lnTo>
                        <a:pt x="334" y="240"/>
                      </a:lnTo>
                      <a:lnTo>
                        <a:pt x="341" y="233"/>
                      </a:lnTo>
                      <a:lnTo>
                        <a:pt x="343" y="222"/>
                      </a:lnTo>
                      <a:lnTo>
                        <a:pt x="348" y="211"/>
                      </a:lnTo>
                      <a:lnTo>
                        <a:pt x="372" y="196"/>
                      </a:lnTo>
                      <a:lnTo>
                        <a:pt x="383" y="201"/>
                      </a:lnTo>
                      <a:lnTo>
                        <a:pt x="377" y="212"/>
                      </a:lnTo>
                      <a:lnTo>
                        <a:pt x="371" y="229"/>
                      </a:lnTo>
                      <a:lnTo>
                        <a:pt x="380" y="232"/>
                      </a:lnTo>
                      <a:lnTo>
                        <a:pt x="385" y="219"/>
                      </a:lnTo>
                      <a:lnTo>
                        <a:pt x="404" y="212"/>
                      </a:lnTo>
                      <a:lnTo>
                        <a:pt x="409" y="201"/>
                      </a:lnTo>
                      <a:lnTo>
                        <a:pt x="401" y="195"/>
                      </a:lnTo>
                      <a:lnTo>
                        <a:pt x="398" y="184"/>
                      </a:lnTo>
                      <a:lnTo>
                        <a:pt x="398" y="169"/>
                      </a:lnTo>
                      <a:lnTo>
                        <a:pt x="404" y="170"/>
                      </a:lnTo>
                      <a:lnTo>
                        <a:pt x="407" y="162"/>
                      </a:lnTo>
                      <a:lnTo>
                        <a:pt x="402" y="157"/>
                      </a:lnTo>
                      <a:lnTo>
                        <a:pt x="423" y="152"/>
                      </a:lnTo>
                      <a:lnTo>
                        <a:pt x="426" y="161"/>
                      </a:lnTo>
                      <a:lnTo>
                        <a:pt x="470" y="165"/>
                      </a:lnTo>
                      <a:lnTo>
                        <a:pt x="470" y="185"/>
                      </a:lnTo>
                      <a:lnTo>
                        <a:pt x="481" y="190"/>
                      </a:lnTo>
                      <a:lnTo>
                        <a:pt x="488" y="178"/>
                      </a:lnTo>
                      <a:lnTo>
                        <a:pt x="502" y="184"/>
                      </a:lnTo>
                      <a:lnTo>
                        <a:pt x="546" y="152"/>
                      </a:lnTo>
                      <a:lnTo>
                        <a:pt x="557" y="152"/>
                      </a:lnTo>
                      <a:lnTo>
                        <a:pt x="560" y="161"/>
                      </a:lnTo>
                      <a:lnTo>
                        <a:pt x="562" y="162"/>
                      </a:lnTo>
                      <a:lnTo>
                        <a:pt x="572" y="161"/>
                      </a:lnTo>
                      <a:lnTo>
                        <a:pt x="577" y="154"/>
                      </a:lnTo>
                      <a:lnTo>
                        <a:pt x="583" y="156"/>
                      </a:lnTo>
                      <a:lnTo>
                        <a:pt x="588" y="147"/>
                      </a:lnTo>
                      <a:lnTo>
                        <a:pt x="595" y="146"/>
                      </a:lnTo>
                      <a:lnTo>
                        <a:pt x="615" y="124"/>
                      </a:lnTo>
                      <a:lnTo>
                        <a:pt x="633" y="124"/>
                      </a:lnTo>
                      <a:lnTo>
                        <a:pt x="638" y="118"/>
                      </a:lnTo>
                      <a:lnTo>
                        <a:pt x="643" y="102"/>
                      </a:lnTo>
                      <a:lnTo>
                        <a:pt x="653" y="109"/>
                      </a:lnTo>
                      <a:lnTo>
                        <a:pt x="660" y="105"/>
                      </a:lnTo>
                      <a:lnTo>
                        <a:pt x="667" y="97"/>
                      </a:lnTo>
                      <a:lnTo>
                        <a:pt x="663" y="70"/>
                      </a:lnTo>
                      <a:lnTo>
                        <a:pt x="668" y="56"/>
                      </a:lnTo>
                      <a:lnTo>
                        <a:pt x="680" y="51"/>
                      </a:lnTo>
                      <a:lnTo>
                        <a:pt x="689" y="39"/>
                      </a:lnTo>
                      <a:lnTo>
                        <a:pt x="697" y="39"/>
                      </a:lnTo>
                      <a:lnTo>
                        <a:pt x="708" y="25"/>
                      </a:lnTo>
                      <a:lnTo>
                        <a:pt x="713" y="14"/>
                      </a:lnTo>
                      <a:lnTo>
                        <a:pt x="726" y="20"/>
                      </a:lnTo>
                      <a:lnTo>
                        <a:pt x="750" y="0"/>
                      </a:lnTo>
                      <a:lnTo>
                        <a:pt x="782" y="1"/>
                      </a:lnTo>
                      <a:lnTo>
                        <a:pt x="812" y="12"/>
                      </a:lnTo>
                      <a:lnTo>
                        <a:pt x="820" y="20"/>
                      </a:lnTo>
                      <a:lnTo>
                        <a:pt x="825" y="29"/>
                      </a:lnTo>
                      <a:lnTo>
                        <a:pt x="832" y="36"/>
                      </a:lnTo>
                      <a:lnTo>
                        <a:pt x="831" y="46"/>
                      </a:lnTo>
                      <a:lnTo>
                        <a:pt x="842" y="76"/>
                      </a:lnTo>
                      <a:lnTo>
                        <a:pt x="842" y="87"/>
                      </a:lnTo>
                      <a:lnTo>
                        <a:pt x="834" y="93"/>
                      </a:lnTo>
                      <a:lnTo>
                        <a:pt x="829" y="110"/>
                      </a:lnTo>
                      <a:lnTo>
                        <a:pt x="843" y="111"/>
                      </a:lnTo>
                      <a:lnTo>
                        <a:pt x="841" y="119"/>
                      </a:lnTo>
                      <a:lnTo>
                        <a:pt x="829" y="127"/>
                      </a:lnTo>
                      <a:lnTo>
                        <a:pt x="819" y="141"/>
                      </a:lnTo>
                      <a:lnTo>
                        <a:pt x="799" y="176"/>
                      </a:lnTo>
                      <a:lnTo>
                        <a:pt x="807" y="189"/>
                      </a:lnTo>
                      <a:lnTo>
                        <a:pt x="789" y="180"/>
                      </a:lnTo>
                      <a:lnTo>
                        <a:pt x="781" y="180"/>
                      </a:lnTo>
                      <a:lnTo>
                        <a:pt x="772" y="184"/>
                      </a:lnTo>
                      <a:lnTo>
                        <a:pt x="733" y="221"/>
                      </a:lnTo>
                      <a:lnTo>
                        <a:pt x="712" y="229"/>
                      </a:lnTo>
                      <a:lnTo>
                        <a:pt x="702" y="229"/>
                      </a:lnTo>
                      <a:lnTo>
                        <a:pt x="680" y="240"/>
                      </a:lnTo>
                      <a:lnTo>
                        <a:pt x="669" y="238"/>
                      </a:lnTo>
                      <a:lnTo>
                        <a:pt x="648" y="244"/>
                      </a:lnTo>
                      <a:lnTo>
                        <a:pt x="641" y="251"/>
                      </a:lnTo>
                      <a:lnTo>
                        <a:pt x="638" y="261"/>
                      </a:lnTo>
                      <a:lnTo>
                        <a:pt x="628" y="271"/>
                      </a:lnTo>
                      <a:lnTo>
                        <a:pt x="624" y="260"/>
                      </a:lnTo>
                      <a:lnTo>
                        <a:pt x="614" y="276"/>
                      </a:lnTo>
                      <a:lnTo>
                        <a:pt x="558" y="310"/>
                      </a:lnTo>
                      <a:lnTo>
                        <a:pt x="552" y="309"/>
                      </a:lnTo>
                      <a:lnTo>
                        <a:pt x="545" y="289"/>
                      </a:lnTo>
                      <a:lnTo>
                        <a:pt x="539" y="294"/>
                      </a:lnTo>
                      <a:lnTo>
                        <a:pt x="540" y="304"/>
                      </a:lnTo>
                      <a:lnTo>
                        <a:pt x="538" y="308"/>
                      </a:lnTo>
                      <a:lnTo>
                        <a:pt x="534" y="318"/>
                      </a:lnTo>
                      <a:lnTo>
                        <a:pt x="506" y="350"/>
                      </a:lnTo>
                      <a:lnTo>
                        <a:pt x="481" y="356"/>
                      </a:lnTo>
                      <a:lnTo>
                        <a:pt x="472" y="372"/>
                      </a:lnTo>
                      <a:lnTo>
                        <a:pt x="469" y="363"/>
                      </a:lnTo>
                      <a:lnTo>
                        <a:pt x="449" y="398"/>
                      </a:lnTo>
                      <a:lnTo>
                        <a:pt x="422" y="431"/>
                      </a:lnTo>
                      <a:lnTo>
                        <a:pt x="395" y="436"/>
                      </a:lnTo>
                      <a:lnTo>
                        <a:pt x="391" y="442"/>
                      </a:lnTo>
                      <a:lnTo>
                        <a:pt x="389" y="434"/>
                      </a:lnTo>
                      <a:lnTo>
                        <a:pt x="378" y="436"/>
                      </a:lnTo>
                      <a:lnTo>
                        <a:pt x="373" y="430"/>
                      </a:lnTo>
                      <a:lnTo>
                        <a:pt x="367" y="445"/>
                      </a:lnTo>
                      <a:lnTo>
                        <a:pt x="374" y="453"/>
                      </a:lnTo>
                      <a:lnTo>
                        <a:pt x="383" y="454"/>
                      </a:lnTo>
                      <a:lnTo>
                        <a:pt x="385" y="465"/>
                      </a:lnTo>
                      <a:lnTo>
                        <a:pt x="359" y="491"/>
                      </a:lnTo>
                      <a:lnTo>
                        <a:pt x="362" y="501"/>
                      </a:lnTo>
                      <a:lnTo>
                        <a:pt x="358" y="511"/>
                      </a:lnTo>
                      <a:lnTo>
                        <a:pt x="340" y="514"/>
                      </a:lnTo>
                      <a:lnTo>
                        <a:pt x="331" y="504"/>
                      </a:lnTo>
                      <a:lnTo>
                        <a:pt x="316" y="498"/>
                      </a:lnTo>
                      <a:lnTo>
                        <a:pt x="319" y="506"/>
                      </a:lnTo>
                      <a:lnTo>
                        <a:pt x="331" y="520"/>
                      </a:lnTo>
                      <a:lnTo>
                        <a:pt x="341" y="543"/>
                      </a:lnTo>
                      <a:lnTo>
                        <a:pt x="304" y="517"/>
                      </a:lnTo>
                      <a:lnTo>
                        <a:pt x="294" y="520"/>
                      </a:lnTo>
                      <a:lnTo>
                        <a:pt x="296" y="524"/>
                      </a:lnTo>
                      <a:lnTo>
                        <a:pt x="294" y="530"/>
                      </a:lnTo>
                      <a:lnTo>
                        <a:pt x="299" y="544"/>
                      </a:lnTo>
                      <a:lnTo>
                        <a:pt x="304" y="549"/>
                      </a:lnTo>
                      <a:lnTo>
                        <a:pt x="293" y="541"/>
                      </a:lnTo>
                      <a:lnTo>
                        <a:pt x="291" y="547"/>
                      </a:lnTo>
                      <a:lnTo>
                        <a:pt x="297" y="562"/>
                      </a:lnTo>
                      <a:lnTo>
                        <a:pt x="293" y="570"/>
                      </a:lnTo>
                      <a:lnTo>
                        <a:pt x="285" y="571"/>
                      </a:lnTo>
                      <a:lnTo>
                        <a:pt x="280" y="561"/>
                      </a:lnTo>
                      <a:lnTo>
                        <a:pt x="251" y="538"/>
                      </a:lnTo>
                      <a:lnTo>
                        <a:pt x="249" y="547"/>
                      </a:lnTo>
                      <a:lnTo>
                        <a:pt x="262" y="561"/>
                      </a:lnTo>
                      <a:lnTo>
                        <a:pt x="270" y="574"/>
                      </a:lnTo>
                      <a:lnTo>
                        <a:pt x="278" y="593"/>
                      </a:lnTo>
                      <a:lnTo>
                        <a:pt x="278" y="604"/>
                      </a:lnTo>
                      <a:lnTo>
                        <a:pt x="273" y="603"/>
                      </a:lnTo>
                      <a:lnTo>
                        <a:pt x="271" y="610"/>
                      </a:lnTo>
                      <a:lnTo>
                        <a:pt x="270" y="620"/>
                      </a:lnTo>
                      <a:lnTo>
                        <a:pt x="264" y="613"/>
                      </a:lnTo>
                      <a:lnTo>
                        <a:pt x="261" y="613"/>
                      </a:lnTo>
                      <a:lnTo>
                        <a:pt x="262" y="625"/>
                      </a:lnTo>
                      <a:lnTo>
                        <a:pt x="265" y="629"/>
                      </a:lnTo>
                      <a:lnTo>
                        <a:pt x="260" y="633"/>
                      </a:lnTo>
                      <a:lnTo>
                        <a:pt x="251" y="625"/>
                      </a:lnTo>
                      <a:lnTo>
                        <a:pt x="249" y="636"/>
                      </a:lnTo>
                      <a:lnTo>
                        <a:pt x="251" y="651"/>
                      </a:lnTo>
                      <a:lnTo>
                        <a:pt x="244" y="653"/>
                      </a:lnTo>
                      <a:lnTo>
                        <a:pt x="239" y="644"/>
                      </a:lnTo>
                      <a:lnTo>
                        <a:pt x="232" y="643"/>
                      </a:lnTo>
                      <a:lnTo>
                        <a:pt x="228" y="630"/>
                      </a:lnTo>
                      <a:lnTo>
                        <a:pt x="213" y="601"/>
                      </a:lnTo>
                      <a:lnTo>
                        <a:pt x="207" y="621"/>
                      </a:lnTo>
                      <a:lnTo>
                        <a:pt x="210" y="633"/>
                      </a:lnTo>
                      <a:lnTo>
                        <a:pt x="197" y="640"/>
                      </a:lnTo>
                      <a:lnTo>
                        <a:pt x="213" y="646"/>
                      </a:lnTo>
                      <a:lnTo>
                        <a:pt x="221" y="652"/>
                      </a:lnTo>
                      <a:lnTo>
                        <a:pt x="221" y="663"/>
                      </a:lnTo>
                      <a:lnTo>
                        <a:pt x="230" y="668"/>
                      </a:lnTo>
                      <a:lnTo>
                        <a:pt x="226" y="671"/>
                      </a:lnTo>
                      <a:lnTo>
                        <a:pt x="228" y="678"/>
                      </a:lnTo>
                      <a:lnTo>
                        <a:pt x="228" y="687"/>
                      </a:lnTo>
                      <a:lnTo>
                        <a:pt x="226" y="700"/>
                      </a:lnTo>
                      <a:lnTo>
                        <a:pt x="216" y="701"/>
                      </a:lnTo>
                      <a:lnTo>
                        <a:pt x="211" y="686"/>
                      </a:lnTo>
                      <a:lnTo>
                        <a:pt x="205" y="684"/>
                      </a:lnTo>
                      <a:lnTo>
                        <a:pt x="179" y="679"/>
                      </a:lnTo>
                      <a:lnTo>
                        <a:pt x="170" y="681"/>
                      </a:lnTo>
                      <a:lnTo>
                        <a:pt x="179" y="689"/>
                      </a:lnTo>
                      <a:lnTo>
                        <a:pt x="194" y="691"/>
                      </a:lnTo>
                      <a:lnTo>
                        <a:pt x="207" y="712"/>
                      </a:lnTo>
                      <a:lnTo>
                        <a:pt x="211" y="723"/>
                      </a:lnTo>
                      <a:lnTo>
                        <a:pt x="207" y="730"/>
                      </a:lnTo>
                      <a:lnTo>
                        <a:pt x="202" y="733"/>
                      </a:lnTo>
                      <a:lnTo>
                        <a:pt x="200" y="739"/>
                      </a:lnTo>
                      <a:lnTo>
                        <a:pt x="190" y="730"/>
                      </a:lnTo>
                      <a:lnTo>
                        <a:pt x="185" y="718"/>
                      </a:lnTo>
                      <a:lnTo>
                        <a:pt x="174" y="714"/>
                      </a:lnTo>
                      <a:lnTo>
                        <a:pt x="179" y="732"/>
                      </a:lnTo>
                      <a:lnTo>
                        <a:pt x="184" y="744"/>
                      </a:lnTo>
                      <a:lnTo>
                        <a:pt x="191" y="751"/>
                      </a:lnTo>
                      <a:lnTo>
                        <a:pt x="192" y="760"/>
                      </a:lnTo>
                      <a:lnTo>
                        <a:pt x="185" y="769"/>
                      </a:lnTo>
                      <a:lnTo>
                        <a:pt x="180" y="781"/>
                      </a:lnTo>
                      <a:lnTo>
                        <a:pt x="174" y="782"/>
                      </a:lnTo>
                      <a:lnTo>
                        <a:pt x="167" y="796"/>
                      </a:lnTo>
                      <a:lnTo>
                        <a:pt x="159" y="794"/>
                      </a:lnTo>
                      <a:lnTo>
                        <a:pt x="152" y="788"/>
                      </a:lnTo>
                      <a:lnTo>
                        <a:pt x="133" y="789"/>
                      </a:lnTo>
                      <a:lnTo>
                        <a:pt x="115" y="777"/>
                      </a:lnTo>
                      <a:lnTo>
                        <a:pt x="97" y="776"/>
                      </a:lnTo>
                      <a:lnTo>
                        <a:pt x="82" y="761"/>
                      </a:lnTo>
                      <a:lnTo>
                        <a:pt x="61" y="764"/>
                      </a:lnTo>
                      <a:lnTo>
                        <a:pt x="39" y="777"/>
                      </a:lnTo>
                      <a:lnTo>
                        <a:pt x="24" y="776"/>
                      </a:lnTo>
                      <a:lnTo>
                        <a:pt x="35" y="766"/>
                      </a:lnTo>
                      <a:lnTo>
                        <a:pt x="39" y="757"/>
                      </a:lnTo>
                      <a:lnTo>
                        <a:pt x="33" y="757"/>
                      </a:lnTo>
                      <a:lnTo>
                        <a:pt x="34" y="745"/>
                      </a:lnTo>
                      <a:lnTo>
                        <a:pt x="39" y="738"/>
                      </a:lnTo>
                      <a:lnTo>
                        <a:pt x="56" y="723"/>
                      </a:lnTo>
                      <a:lnTo>
                        <a:pt x="63" y="724"/>
                      </a:lnTo>
                      <a:lnTo>
                        <a:pt x="78" y="713"/>
                      </a:lnTo>
                      <a:lnTo>
                        <a:pt x="77" y="711"/>
                      </a:lnTo>
                      <a:lnTo>
                        <a:pt x="68" y="703"/>
                      </a:lnTo>
                      <a:lnTo>
                        <a:pt x="63" y="711"/>
                      </a:lnTo>
                      <a:lnTo>
                        <a:pt x="52" y="713"/>
                      </a:lnTo>
                      <a:lnTo>
                        <a:pt x="40" y="727"/>
                      </a:lnTo>
                      <a:lnTo>
                        <a:pt x="18" y="724"/>
                      </a:lnTo>
                      <a:lnTo>
                        <a:pt x="17" y="714"/>
                      </a:lnTo>
                      <a:lnTo>
                        <a:pt x="4" y="706"/>
                      </a:lnTo>
                      <a:lnTo>
                        <a:pt x="0" y="69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90" name="Google Shape;2190;p5">
                  <a:extLst>
                    <a:ext uri="{FF2B5EF4-FFF2-40B4-BE49-F238E27FC236}">
                      <a16:creationId xmlns:a16="http://schemas.microsoft.com/office/drawing/2014/main" id="{E3970546-DD44-5AA4-EEC1-A31AD4CE842E}"/>
                    </a:ext>
                  </a:extLst>
                </p:cNvPr>
                <p:cNvSpPr/>
                <p:nvPr/>
              </p:nvSpPr>
              <p:spPr>
                <a:xfrm>
                  <a:off x="3090" y="1355"/>
                  <a:ext cx="9" cy="16"/>
                </a:xfrm>
                <a:custGeom>
                  <a:avLst/>
                  <a:gdLst/>
                  <a:ahLst/>
                  <a:cxnLst/>
                  <a:rect l="l" t="t" r="r" b="b"/>
                  <a:pathLst>
                    <a:path w="48" h="81" extrusionOk="0">
                      <a:moveTo>
                        <a:pt x="0" y="11"/>
                      </a:moveTo>
                      <a:lnTo>
                        <a:pt x="0" y="8"/>
                      </a:lnTo>
                      <a:lnTo>
                        <a:pt x="13" y="0"/>
                      </a:lnTo>
                      <a:lnTo>
                        <a:pt x="23" y="5"/>
                      </a:lnTo>
                      <a:lnTo>
                        <a:pt x="33" y="16"/>
                      </a:lnTo>
                      <a:lnTo>
                        <a:pt x="35" y="10"/>
                      </a:lnTo>
                      <a:lnTo>
                        <a:pt x="47" y="30"/>
                      </a:lnTo>
                      <a:lnTo>
                        <a:pt x="48" y="40"/>
                      </a:lnTo>
                      <a:lnTo>
                        <a:pt x="47" y="53"/>
                      </a:lnTo>
                      <a:lnTo>
                        <a:pt x="44" y="57"/>
                      </a:lnTo>
                      <a:lnTo>
                        <a:pt x="45" y="68"/>
                      </a:lnTo>
                      <a:lnTo>
                        <a:pt x="48" y="78"/>
                      </a:lnTo>
                      <a:lnTo>
                        <a:pt x="44" y="81"/>
                      </a:lnTo>
                      <a:lnTo>
                        <a:pt x="38" y="59"/>
                      </a:lnTo>
                      <a:lnTo>
                        <a:pt x="31" y="46"/>
                      </a:lnTo>
                      <a:lnTo>
                        <a:pt x="24" y="27"/>
                      </a:lnTo>
                      <a:lnTo>
                        <a:pt x="4" y="19"/>
                      </a:lnTo>
                      <a:lnTo>
                        <a:pt x="0" y="1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91" name="Google Shape;2191;p5">
                  <a:extLst>
                    <a:ext uri="{FF2B5EF4-FFF2-40B4-BE49-F238E27FC236}">
                      <a16:creationId xmlns:a16="http://schemas.microsoft.com/office/drawing/2014/main" id="{8F580B10-B2E0-4564-DAF0-BC62FB094563}"/>
                    </a:ext>
                  </a:extLst>
                </p:cNvPr>
                <p:cNvSpPr/>
                <p:nvPr/>
              </p:nvSpPr>
              <p:spPr>
                <a:xfrm>
                  <a:off x="4042" y="1314"/>
                  <a:ext cx="17" cy="13"/>
                </a:xfrm>
                <a:custGeom>
                  <a:avLst/>
                  <a:gdLst/>
                  <a:ahLst/>
                  <a:cxnLst/>
                  <a:rect l="l" t="t" r="r" b="b"/>
                  <a:pathLst>
                    <a:path w="85" h="61" extrusionOk="0">
                      <a:moveTo>
                        <a:pt x="44" y="7"/>
                      </a:moveTo>
                      <a:lnTo>
                        <a:pt x="57" y="9"/>
                      </a:lnTo>
                      <a:lnTo>
                        <a:pt x="84" y="4"/>
                      </a:lnTo>
                      <a:lnTo>
                        <a:pt x="85" y="7"/>
                      </a:lnTo>
                      <a:lnTo>
                        <a:pt x="84" y="14"/>
                      </a:lnTo>
                      <a:lnTo>
                        <a:pt x="79" y="27"/>
                      </a:lnTo>
                      <a:lnTo>
                        <a:pt x="76" y="37"/>
                      </a:lnTo>
                      <a:lnTo>
                        <a:pt x="71" y="45"/>
                      </a:lnTo>
                      <a:lnTo>
                        <a:pt x="70" y="40"/>
                      </a:lnTo>
                      <a:lnTo>
                        <a:pt x="70" y="26"/>
                      </a:lnTo>
                      <a:lnTo>
                        <a:pt x="62" y="51"/>
                      </a:lnTo>
                      <a:lnTo>
                        <a:pt x="54" y="50"/>
                      </a:lnTo>
                      <a:lnTo>
                        <a:pt x="44" y="42"/>
                      </a:lnTo>
                      <a:lnTo>
                        <a:pt x="36" y="52"/>
                      </a:lnTo>
                      <a:lnTo>
                        <a:pt x="20" y="51"/>
                      </a:lnTo>
                      <a:lnTo>
                        <a:pt x="17" y="57"/>
                      </a:lnTo>
                      <a:lnTo>
                        <a:pt x="13" y="61"/>
                      </a:lnTo>
                      <a:lnTo>
                        <a:pt x="0" y="46"/>
                      </a:lnTo>
                      <a:lnTo>
                        <a:pt x="4" y="40"/>
                      </a:lnTo>
                      <a:lnTo>
                        <a:pt x="11" y="37"/>
                      </a:lnTo>
                      <a:lnTo>
                        <a:pt x="10" y="29"/>
                      </a:lnTo>
                      <a:lnTo>
                        <a:pt x="13" y="23"/>
                      </a:lnTo>
                      <a:lnTo>
                        <a:pt x="19" y="20"/>
                      </a:lnTo>
                      <a:lnTo>
                        <a:pt x="19" y="14"/>
                      </a:lnTo>
                      <a:lnTo>
                        <a:pt x="16" y="4"/>
                      </a:lnTo>
                      <a:lnTo>
                        <a:pt x="25" y="0"/>
                      </a:lnTo>
                      <a:lnTo>
                        <a:pt x="41" y="2"/>
                      </a:lnTo>
                      <a:lnTo>
                        <a:pt x="44" y="3"/>
                      </a:lnTo>
                      <a:lnTo>
                        <a:pt x="44" y="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92" name="Google Shape;2192;p5">
                  <a:extLst>
                    <a:ext uri="{FF2B5EF4-FFF2-40B4-BE49-F238E27FC236}">
                      <a16:creationId xmlns:a16="http://schemas.microsoft.com/office/drawing/2014/main" id="{92CC17C4-7D48-8845-2D58-46DF1A5A79C4}"/>
                    </a:ext>
                  </a:extLst>
                </p:cNvPr>
                <p:cNvSpPr/>
                <p:nvPr/>
              </p:nvSpPr>
              <p:spPr>
                <a:xfrm>
                  <a:off x="3158" y="1386"/>
                  <a:ext cx="22" cy="25"/>
                </a:xfrm>
                <a:custGeom>
                  <a:avLst/>
                  <a:gdLst/>
                  <a:ahLst/>
                  <a:cxnLst/>
                  <a:rect l="l" t="t" r="r" b="b"/>
                  <a:pathLst>
                    <a:path w="112" h="123" extrusionOk="0">
                      <a:moveTo>
                        <a:pt x="15" y="75"/>
                      </a:moveTo>
                      <a:lnTo>
                        <a:pt x="12" y="75"/>
                      </a:lnTo>
                      <a:lnTo>
                        <a:pt x="7" y="57"/>
                      </a:lnTo>
                      <a:lnTo>
                        <a:pt x="7" y="49"/>
                      </a:lnTo>
                      <a:lnTo>
                        <a:pt x="3" y="47"/>
                      </a:lnTo>
                      <a:lnTo>
                        <a:pt x="0" y="36"/>
                      </a:lnTo>
                      <a:lnTo>
                        <a:pt x="10" y="41"/>
                      </a:lnTo>
                      <a:lnTo>
                        <a:pt x="19" y="38"/>
                      </a:lnTo>
                      <a:lnTo>
                        <a:pt x="6" y="25"/>
                      </a:lnTo>
                      <a:lnTo>
                        <a:pt x="10" y="23"/>
                      </a:lnTo>
                      <a:lnTo>
                        <a:pt x="15" y="15"/>
                      </a:lnTo>
                      <a:lnTo>
                        <a:pt x="19" y="3"/>
                      </a:lnTo>
                      <a:lnTo>
                        <a:pt x="27" y="0"/>
                      </a:lnTo>
                      <a:lnTo>
                        <a:pt x="37" y="16"/>
                      </a:lnTo>
                      <a:lnTo>
                        <a:pt x="46" y="23"/>
                      </a:lnTo>
                      <a:lnTo>
                        <a:pt x="52" y="38"/>
                      </a:lnTo>
                      <a:lnTo>
                        <a:pt x="68" y="46"/>
                      </a:lnTo>
                      <a:lnTo>
                        <a:pt x="82" y="62"/>
                      </a:lnTo>
                      <a:lnTo>
                        <a:pt x="109" y="98"/>
                      </a:lnTo>
                      <a:lnTo>
                        <a:pt x="112" y="108"/>
                      </a:lnTo>
                      <a:lnTo>
                        <a:pt x="103" y="123"/>
                      </a:lnTo>
                      <a:lnTo>
                        <a:pt x="96" y="118"/>
                      </a:lnTo>
                      <a:lnTo>
                        <a:pt x="89" y="117"/>
                      </a:lnTo>
                      <a:lnTo>
                        <a:pt x="85" y="122"/>
                      </a:lnTo>
                      <a:lnTo>
                        <a:pt x="74" y="122"/>
                      </a:lnTo>
                      <a:lnTo>
                        <a:pt x="60" y="112"/>
                      </a:lnTo>
                      <a:lnTo>
                        <a:pt x="64" y="103"/>
                      </a:lnTo>
                      <a:lnTo>
                        <a:pt x="54" y="96"/>
                      </a:lnTo>
                      <a:lnTo>
                        <a:pt x="44" y="95"/>
                      </a:lnTo>
                      <a:lnTo>
                        <a:pt x="26" y="82"/>
                      </a:lnTo>
                      <a:lnTo>
                        <a:pt x="31" y="95"/>
                      </a:lnTo>
                      <a:lnTo>
                        <a:pt x="39" y="106"/>
                      </a:lnTo>
                      <a:lnTo>
                        <a:pt x="37" y="113"/>
                      </a:lnTo>
                      <a:lnTo>
                        <a:pt x="28" y="95"/>
                      </a:lnTo>
                      <a:lnTo>
                        <a:pt x="15" y="7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93" name="Google Shape;2193;p5">
                  <a:extLst>
                    <a:ext uri="{FF2B5EF4-FFF2-40B4-BE49-F238E27FC236}">
                      <a16:creationId xmlns:a16="http://schemas.microsoft.com/office/drawing/2014/main" id="{5F9B87A6-3955-A23A-5A03-D7209B476516}"/>
                    </a:ext>
                  </a:extLst>
                </p:cNvPr>
                <p:cNvSpPr/>
                <p:nvPr/>
              </p:nvSpPr>
              <p:spPr>
                <a:xfrm>
                  <a:off x="3534" y="960"/>
                  <a:ext cx="81" cy="75"/>
                </a:xfrm>
                <a:custGeom>
                  <a:avLst/>
                  <a:gdLst/>
                  <a:ahLst/>
                  <a:cxnLst/>
                  <a:rect l="l" t="t" r="r" b="b"/>
                  <a:pathLst>
                    <a:path w="405" h="373" extrusionOk="0">
                      <a:moveTo>
                        <a:pt x="77" y="32"/>
                      </a:moveTo>
                      <a:lnTo>
                        <a:pt x="81" y="49"/>
                      </a:lnTo>
                      <a:lnTo>
                        <a:pt x="91" y="55"/>
                      </a:lnTo>
                      <a:lnTo>
                        <a:pt x="90" y="63"/>
                      </a:lnTo>
                      <a:lnTo>
                        <a:pt x="80" y="72"/>
                      </a:lnTo>
                      <a:lnTo>
                        <a:pt x="54" y="79"/>
                      </a:lnTo>
                      <a:lnTo>
                        <a:pt x="49" y="91"/>
                      </a:lnTo>
                      <a:lnTo>
                        <a:pt x="47" y="106"/>
                      </a:lnTo>
                      <a:lnTo>
                        <a:pt x="16" y="141"/>
                      </a:lnTo>
                      <a:lnTo>
                        <a:pt x="0" y="138"/>
                      </a:lnTo>
                      <a:lnTo>
                        <a:pt x="13" y="149"/>
                      </a:lnTo>
                      <a:lnTo>
                        <a:pt x="17" y="168"/>
                      </a:lnTo>
                      <a:lnTo>
                        <a:pt x="21" y="163"/>
                      </a:lnTo>
                      <a:lnTo>
                        <a:pt x="19" y="154"/>
                      </a:lnTo>
                      <a:lnTo>
                        <a:pt x="21" y="146"/>
                      </a:lnTo>
                      <a:lnTo>
                        <a:pt x="31" y="142"/>
                      </a:lnTo>
                      <a:lnTo>
                        <a:pt x="38" y="160"/>
                      </a:lnTo>
                      <a:lnTo>
                        <a:pt x="45" y="154"/>
                      </a:lnTo>
                      <a:lnTo>
                        <a:pt x="50" y="158"/>
                      </a:lnTo>
                      <a:lnTo>
                        <a:pt x="51" y="168"/>
                      </a:lnTo>
                      <a:lnTo>
                        <a:pt x="64" y="160"/>
                      </a:lnTo>
                      <a:lnTo>
                        <a:pt x="71" y="160"/>
                      </a:lnTo>
                      <a:lnTo>
                        <a:pt x="71" y="168"/>
                      </a:lnTo>
                      <a:lnTo>
                        <a:pt x="75" y="181"/>
                      </a:lnTo>
                      <a:lnTo>
                        <a:pt x="76" y="192"/>
                      </a:lnTo>
                      <a:lnTo>
                        <a:pt x="76" y="220"/>
                      </a:lnTo>
                      <a:lnTo>
                        <a:pt x="77" y="236"/>
                      </a:lnTo>
                      <a:lnTo>
                        <a:pt x="83" y="247"/>
                      </a:lnTo>
                      <a:lnTo>
                        <a:pt x="97" y="257"/>
                      </a:lnTo>
                      <a:lnTo>
                        <a:pt x="103" y="276"/>
                      </a:lnTo>
                      <a:lnTo>
                        <a:pt x="115" y="289"/>
                      </a:lnTo>
                      <a:lnTo>
                        <a:pt x="120" y="302"/>
                      </a:lnTo>
                      <a:lnTo>
                        <a:pt x="144" y="278"/>
                      </a:lnTo>
                      <a:lnTo>
                        <a:pt x="157" y="255"/>
                      </a:lnTo>
                      <a:lnTo>
                        <a:pt x="160" y="269"/>
                      </a:lnTo>
                      <a:lnTo>
                        <a:pt x="161" y="298"/>
                      </a:lnTo>
                      <a:lnTo>
                        <a:pt x="166" y="306"/>
                      </a:lnTo>
                      <a:lnTo>
                        <a:pt x="176" y="300"/>
                      </a:lnTo>
                      <a:lnTo>
                        <a:pt x="187" y="303"/>
                      </a:lnTo>
                      <a:lnTo>
                        <a:pt x="185" y="313"/>
                      </a:lnTo>
                      <a:lnTo>
                        <a:pt x="228" y="327"/>
                      </a:lnTo>
                      <a:lnTo>
                        <a:pt x="233" y="338"/>
                      </a:lnTo>
                      <a:lnTo>
                        <a:pt x="254" y="348"/>
                      </a:lnTo>
                      <a:lnTo>
                        <a:pt x="260" y="354"/>
                      </a:lnTo>
                      <a:lnTo>
                        <a:pt x="265" y="366"/>
                      </a:lnTo>
                      <a:lnTo>
                        <a:pt x="327" y="373"/>
                      </a:lnTo>
                      <a:lnTo>
                        <a:pt x="338" y="365"/>
                      </a:lnTo>
                      <a:lnTo>
                        <a:pt x="350" y="366"/>
                      </a:lnTo>
                      <a:lnTo>
                        <a:pt x="351" y="351"/>
                      </a:lnTo>
                      <a:lnTo>
                        <a:pt x="365" y="348"/>
                      </a:lnTo>
                      <a:lnTo>
                        <a:pt x="376" y="338"/>
                      </a:lnTo>
                      <a:lnTo>
                        <a:pt x="375" y="322"/>
                      </a:lnTo>
                      <a:lnTo>
                        <a:pt x="377" y="313"/>
                      </a:lnTo>
                      <a:lnTo>
                        <a:pt x="377" y="295"/>
                      </a:lnTo>
                      <a:lnTo>
                        <a:pt x="365" y="275"/>
                      </a:lnTo>
                      <a:lnTo>
                        <a:pt x="366" y="262"/>
                      </a:lnTo>
                      <a:lnTo>
                        <a:pt x="356" y="259"/>
                      </a:lnTo>
                      <a:lnTo>
                        <a:pt x="339" y="232"/>
                      </a:lnTo>
                      <a:lnTo>
                        <a:pt x="336" y="212"/>
                      </a:lnTo>
                      <a:lnTo>
                        <a:pt x="371" y="232"/>
                      </a:lnTo>
                      <a:lnTo>
                        <a:pt x="376" y="216"/>
                      </a:lnTo>
                      <a:lnTo>
                        <a:pt x="376" y="190"/>
                      </a:lnTo>
                      <a:lnTo>
                        <a:pt x="375" y="163"/>
                      </a:lnTo>
                      <a:lnTo>
                        <a:pt x="377" y="160"/>
                      </a:lnTo>
                      <a:lnTo>
                        <a:pt x="378" y="147"/>
                      </a:lnTo>
                      <a:lnTo>
                        <a:pt x="383" y="139"/>
                      </a:lnTo>
                      <a:lnTo>
                        <a:pt x="388" y="113"/>
                      </a:lnTo>
                      <a:lnTo>
                        <a:pt x="405" y="107"/>
                      </a:lnTo>
                      <a:lnTo>
                        <a:pt x="399" y="102"/>
                      </a:lnTo>
                      <a:lnTo>
                        <a:pt x="386" y="103"/>
                      </a:lnTo>
                      <a:lnTo>
                        <a:pt x="384" y="90"/>
                      </a:lnTo>
                      <a:lnTo>
                        <a:pt x="390" y="72"/>
                      </a:lnTo>
                      <a:lnTo>
                        <a:pt x="392" y="60"/>
                      </a:lnTo>
                      <a:lnTo>
                        <a:pt x="384" y="65"/>
                      </a:lnTo>
                      <a:lnTo>
                        <a:pt x="386" y="53"/>
                      </a:lnTo>
                      <a:lnTo>
                        <a:pt x="367" y="18"/>
                      </a:lnTo>
                      <a:lnTo>
                        <a:pt x="366" y="6"/>
                      </a:lnTo>
                      <a:lnTo>
                        <a:pt x="359" y="0"/>
                      </a:lnTo>
                      <a:lnTo>
                        <a:pt x="344" y="0"/>
                      </a:lnTo>
                      <a:lnTo>
                        <a:pt x="335" y="2"/>
                      </a:lnTo>
                      <a:lnTo>
                        <a:pt x="330" y="0"/>
                      </a:lnTo>
                      <a:lnTo>
                        <a:pt x="306" y="0"/>
                      </a:lnTo>
                      <a:lnTo>
                        <a:pt x="308" y="2"/>
                      </a:lnTo>
                      <a:lnTo>
                        <a:pt x="306" y="32"/>
                      </a:lnTo>
                      <a:lnTo>
                        <a:pt x="282" y="50"/>
                      </a:lnTo>
                      <a:lnTo>
                        <a:pt x="269" y="75"/>
                      </a:lnTo>
                      <a:lnTo>
                        <a:pt x="253" y="77"/>
                      </a:lnTo>
                      <a:lnTo>
                        <a:pt x="237" y="95"/>
                      </a:lnTo>
                      <a:lnTo>
                        <a:pt x="223" y="92"/>
                      </a:lnTo>
                      <a:lnTo>
                        <a:pt x="255" y="66"/>
                      </a:lnTo>
                      <a:lnTo>
                        <a:pt x="265" y="68"/>
                      </a:lnTo>
                      <a:lnTo>
                        <a:pt x="265" y="45"/>
                      </a:lnTo>
                      <a:lnTo>
                        <a:pt x="290" y="33"/>
                      </a:lnTo>
                      <a:lnTo>
                        <a:pt x="291" y="2"/>
                      </a:lnTo>
                      <a:lnTo>
                        <a:pt x="290" y="0"/>
                      </a:lnTo>
                      <a:lnTo>
                        <a:pt x="97" y="0"/>
                      </a:lnTo>
                      <a:lnTo>
                        <a:pt x="83" y="15"/>
                      </a:lnTo>
                      <a:lnTo>
                        <a:pt x="77" y="3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94" name="Google Shape;2194;p5">
                  <a:extLst>
                    <a:ext uri="{FF2B5EF4-FFF2-40B4-BE49-F238E27FC236}">
                      <a16:creationId xmlns:a16="http://schemas.microsoft.com/office/drawing/2014/main" id="{FC310AE7-B9A5-F82C-4783-704C10F5B54D}"/>
                    </a:ext>
                  </a:extLst>
                </p:cNvPr>
                <p:cNvSpPr/>
                <p:nvPr/>
              </p:nvSpPr>
              <p:spPr>
                <a:xfrm>
                  <a:off x="4473" y="1348"/>
                  <a:ext cx="44" cy="25"/>
                </a:xfrm>
                <a:custGeom>
                  <a:avLst/>
                  <a:gdLst/>
                  <a:ahLst/>
                  <a:cxnLst/>
                  <a:rect l="l" t="t" r="r" b="b"/>
                  <a:pathLst>
                    <a:path w="218" h="125" extrusionOk="0">
                      <a:moveTo>
                        <a:pt x="82" y="99"/>
                      </a:moveTo>
                      <a:lnTo>
                        <a:pt x="78" y="98"/>
                      </a:lnTo>
                      <a:lnTo>
                        <a:pt x="69" y="103"/>
                      </a:lnTo>
                      <a:lnTo>
                        <a:pt x="63" y="110"/>
                      </a:lnTo>
                      <a:lnTo>
                        <a:pt x="60" y="119"/>
                      </a:lnTo>
                      <a:lnTo>
                        <a:pt x="38" y="121"/>
                      </a:lnTo>
                      <a:lnTo>
                        <a:pt x="36" y="118"/>
                      </a:lnTo>
                      <a:lnTo>
                        <a:pt x="16" y="125"/>
                      </a:lnTo>
                      <a:lnTo>
                        <a:pt x="15" y="116"/>
                      </a:lnTo>
                      <a:lnTo>
                        <a:pt x="4" y="100"/>
                      </a:lnTo>
                      <a:lnTo>
                        <a:pt x="0" y="91"/>
                      </a:lnTo>
                      <a:lnTo>
                        <a:pt x="4" y="78"/>
                      </a:lnTo>
                      <a:lnTo>
                        <a:pt x="12" y="72"/>
                      </a:lnTo>
                      <a:lnTo>
                        <a:pt x="16" y="60"/>
                      </a:lnTo>
                      <a:lnTo>
                        <a:pt x="36" y="43"/>
                      </a:lnTo>
                      <a:lnTo>
                        <a:pt x="42" y="33"/>
                      </a:lnTo>
                      <a:lnTo>
                        <a:pt x="55" y="19"/>
                      </a:lnTo>
                      <a:lnTo>
                        <a:pt x="63" y="19"/>
                      </a:lnTo>
                      <a:lnTo>
                        <a:pt x="66" y="10"/>
                      </a:lnTo>
                      <a:lnTo>
                        <a:pt x="82" y="5"/>
                      </a:lnTo>
                      <a:lnTo>
                        <a:pt x="82" y="3"/>
                      </a:lnTo>
                      <a:lnTo>
                        <a:pt x="82" y="5"/>
                      </a:lnTo>
                      <a:lnTo>
                        <a:pt x="84" y="3"/>
                      </a:lnTo>
                      <a:lnTo>
                        <a:pt x="84" y="5"/>
                      </a:lnTo>
                      <a:lnTo>
                        <a:pt x="90" y="6"/>
                      </a:lnTo>
                      <a:lnTo>
                        <a:pt x="101" y="1"/>
                      </a:lnTo>
                      <a:lnTo>
                        <a:pt x="114" y="10"/>
                      </a:lnTo>
                      <a:lnTo>
                        <a:pt x="127" y="1"/>
                      </a:lnTo>
                      <a:lnTo>
                        <a:pt x="133" y="3"/>
                      </a:lnTo>
                      <a:lnTo>
                        <a:pt x="135" y="0"/>
                      </a:lnTo>
                      <a:lnTo>
                        <a:pt x="156" y="11"/>
                      </a:lnTo>
                      <a:lnTo>
                        <a:pt x="184" y="19"/>
                      </a:lnTo>
                      <a:lnTo>
                        <a:pt x="188" y="24"/>
                      </a:lnTo>
                      <a:lnTo>
                        <a:pt x="186" y="28"/>
                      </a:lnTo>
                      <a:lnTo>
                        <a:pt x="186" y="32"/>
                      </a:lnTo>
                      <a:lnTo>
                        <a:pt x="214" y="55"/>
                      </a:lnTo>
                      <a:lnTo>
                        <a:pt x="218" y="67"/>
                      </a:lnTo>
                      <a:lnTo>
                        <a:pt x="214" y="77"/>
                      </a:lnTo>
                      <a:lnTo>
                        <a:pt x="193" y="91"/>
                      </a:lnTo>
                      <a:lnTo>
                        <a:pt x="143" y="107"/>
                      </a:lnTo>
                      <a:lnTo>
                        <a:pt x="133" y="113"/>
                      </a:lnTo>
                      <a:lnTo>
                        <a:pt x="113" y="109"/>
                      </a:lnTo>
                      <a:lnTo>
                        <a:pt x="107" y="104"/>
                      </a:lnTo>
                      <a:lnTo>
                        <a:pt x="82" y="100"/>
                      </a:lnTo>
                      <a:lnTo>
                        <a:pt x="82" y="9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195" name="Google Shape;2195;p5">
                <a:extLst>
                  <a:ext uri="{FF2B5EF4-FFF2-40B4-BE49-F238E27FC236}">
                    <a16:creationId xmlns:a16="http://schemas.microsoft.com/office/drawing/2014/main" id="{B3C1DDA5-AABC-A675-BC5D-3CAF285C3380}"/>
                  </a:ext>
                </a:extLst>
              </p:cNvPr>
              <p:cNvSpPr/>
              <p:nvPr/>
            </p:nvSpPr>
            <p:spPr>
              <a:xfrm>
                <a:off x="4071" y="1777"/>
                <a:ext cx="34" cy="144"/>
              </a:xfrm>
              <a:custGeom>
                <a:avLst/>
                <a:gdLst/>
                <a:ahLst/>
                <a:cxnLst/>
                <a:rect l="l" t="t" r="r" b="b"/>
                <a:pathLst>
                  <a:path w="170" h="721" extrusionOk="0">
                    <a:moveTo>
                      <a:pt x="52" y="3"/>
                    </a:moveTo>
                    <a:lnTo>
                      <a:pt x="55" y="0"/>
                    </a:lnTo>
                    <a:lnTo>
                      <a:pt x="63" y="4"/>
                    </a:lnTo>
                    <a:lnTo>
                      <a:pt x="69" y="22"/>
                    </a:lnTo>
                    <a:lnTo>
                      <a:pt x="73" y="59"/>
                    </a:lnTo>
                    <a:lnTo>
                      <a:pt x="76" y="79"/>
                    </a:lnTo>
                    <a:lnTo>
                      <a:pt x="87" y="113"/>
                    </a:lnTo>
                    <a:lnTo>
                      <a:pt x="92" y="144"/>
                    </a:lnTo>
                    <a:lnTo>
                      <a:pt x="93" y="166"/>
                    </a:lnTo>
                    <a:lnTo>
                      <a:pt x="90" y="187"/>
                    </a:lnTo>
                    <a:lnTo>
                      <a:pt x="82" y="192"/>
                    </a:lnTo>
                    <a:lnTo>
                      <a:pt x="84" y="210"/>
                    </a:lnTo>
                    <a:lnTo>
                      <a:pt x="89" y="229"/>
                    </a:lnTo>
                    <a:lnTo>
                      <a:pt x="90" y="243"/>
                    </a:lnTo>
                    <a:lnTo>
                      <a:pt x="89" y="258"/>
                    </a:lnTo>
                    <a:lnTo>
                      <a:pt x="92" y="257"/>
                    </a:lnTo>
                    <a:lnTo>
                      <a:pt x="98" y="272"/>
                    </a:lnTo>
                    <a:lnTo>
                      <a:pt x="102" y="289"/>
                    </a:lnTo>
                    <a:lnTo>
                      <a:pt x="103" y="292"/>
                    </a:lnTo>
                    <a:lnTo>
                      <a:pt x="116" y="344"/>
                    </a:lnTo>
                    <a:lnTo>
                      <a:pt x="135" y="407"/>
                    </a:lnTo>
                    <a:lnTo>
                      <a:pt x="139" y="425"/>
                    </a:lnTo>
                    <a:lnTo>
                      <a:pt x="144" y="445"/>
                    </a:lnTo>
                    <a:lnTo>
                      <a:pt x="150" y="459"/>
                    </a:lnTo>
                    <a:lnTo>
                      <a:pt x="157" y="474"/>
                    </a:lnTo>
                    <a:lnTo>
                      <a:pt x="168" y="487"/>
                    </a:lnTo>
                    <a:lnTo>
                      <a:pt x="170" y="496"/>
                    </a:lnTo>
                    <a:lnTo>
                      <a:pt x="149" y="466"/>
                    </a:lnTo>
                    <a:lnTo>
                      <a:pt x="135" y="456"/>
                    </a:lnTo>
                    <a:lnTo>
                      <a:pt x="119" y="448"/>
                    </a:lnTo>
                    <a:lnTo>
                      <a:pt x="104" y="445"/>
                    </a:lnTo>
                    <a:lnTo>
                      <a:pt x="92" y="447"/>
                    </a:lnTo>
                    <a:lnTo>
                      <a:pt x="80" y="457"/>
                    </a:lnTo>
                    <a:lnTo>
                      <a:pt x="75" y="475"/>
                    </a:lnTo>
                    <a:lnTo>
                      <a:pt x="73" y="491"/>
                    </a:lnTo>
                    <a:lnTo>
                      <a:pt x="65" y="509"/>
                    </a:lnTo>
                    <a:lnTo>
                      <a:pt x="55" y="549"/>
                    </a:lnTo>
                    <a:lnTo>
                      <a:pt x="53" y="566"/>
                    </a:lnTo>
                    <a:lnTo>
                      <a:pt x="53" y="586"/>
                    </a:lnTo>
                    <a:lnTo>
                      <a:pt x="61" y="602"/>
                    </a:lnTo>
                    <a:lnTo>
                      <a:pt x="77" y="623"/>
                    </a:lnTo>
                    <a:lnTo>
                      <a:pt x="80" y="635"/>
                    </a:lnTo>
                    <a:lnTo>
                      <a:pt x="84" y="645"/>
                    </a:lnTo>
                    <a:lnTo>
                      <a:pt x="89" y="651"/>
                    </a:lnTo>
                    <a:lnTo>
                      <a:pt x="97" y="656"/>
                    </a:lnTo>
                    <a:lnTo>
                      <a:pt x="100" y="654"/>
                    </a:lnTo>
                    <a:lnTo>
                      <a:pt x="103" y="657"/>
                    </a:lnTo>
                    <a:lnTo>
                      <a:pt x="108" y="684"/>
                    </a:lnTo>
                    <a:lnTo>
                      <a:pt x="107" y="700"/>
                    </a:lnTo>
                    <a:lnTo>
                      <a:pt x="102" y="713"/>
                    </a:lnTo>
                    <a:lnTo>
                      <a:pt x="95" y="674"/>
                    </a:lnTo>
                    <a:lnTo>
                      <a:pt x="69" y="663"/>
                    </a:lnTo>
                    <a:lnTo>
                      <a:pt x="55" y="662"/>
                    </a:lnTo>
                    <a:lnTo>
                      <a:pt x="46" y="673"/>
                    </a:lnTo>
                    <a:lnTo>
                      <a:pt x="36" y="706"/>
                    </a:lnTo>
                    <a:lnTo>
                      <a:pt x="31" y="721"/>
                    </a:lnTo>
                    <a:lnTo>
                      <a:pt x="18" y="714"/>
                    </a:lnTo>
                    <a:lnTo>
                      <a:pt x="15" y="689"/>
                    </a:lnTo>
                    <a:lnTo>
                      <a:pt x="15" y="666"/>
                    </a:lnTo>
                    <a:lnTo>
                      <a:pt x="21" y="623"/>
                    </a:lnTo>
                    <a:lnTo>
                      <a:pt x="26" y="565"/>
                    </a:lnTo>
                    <a:lnTo>
                      <a:pt x="32" y="554"/>
                    </a:lnTo>
                    <a:lnTo>
                      <a:pt x="31" y="539"/>
                    </a:lnTo>
                    <a:lnTo>
                      <a:pt x="23" y="522"/>
                    </a:lnTo>
                    <a:lnTo>
                      <a:pt x="17" y="499"/>
                    </a:lnTo>
                    <a:lnTo>
                      <a:pt x="17" y="479"/>
                    </a:lnTo>
                    <a:lnTo>
                      <a:pt x="22" y="463"/>
                    </a:lnTo>
                    <a:lnTo>
                      <a:pt x="28" y="425"/>
                    </a:lnTo>
                    <a:lnTo>
                      <a:pt x="28" y="394"/>
                    </a:lnTo>
                    <a:lnTo>
                      <a:pt x="32" y="392"/>
                    </a:lnTo>
                    <a:lnTo>
                      <a:pt x="30" y="386"/>
                    </a:lnTo>
                    <a:lnTo>
                      <a:pt x="30" y="375"/>
                    </a:lnTo>
                    <a:lnTo>
                      <a:pt x="28" y="360"/>
                    </a:lnTo>
                    <a:lnTo>
                      <a:pt x="25" y="348"/>
                    </a:lnTo>
                    <a:lnTo>
                      <a:pt x="25" y="331"/>
                    </a:lnTo>
                    <a:lnTo>
                      <a:pt x="31" y="297"/>
                    </a:lnTo>
                    <a:lnTo>
                      <a:pt x="31" y="284"/>
                    </a:lnTo>
                    <a:lnTo>
                      <a:pt x="21" y="260"/>
                    </a:lnTo>
                    <a:lnTo>
                      <a:pt x="11" y="249"/>
                    </a:lnTo>
                    <a:lnTo>
                      <a:pt x="4" y="243"/>
                    </a:lnTo>
                    <a:lnTo>
                      <a:pt x="6" y="237"/>
                    </a:lnTo>
                    <a:lnTo>
                      <a:pt x="3" y="226"/>
                    </a:lnTo>
                    <a:lnTo>
                      <a:pt x="0" y="205"/>
                    </a:lnTo>
                    <a:lnTo>
                      <a:pt x="0" y="188"/>
                    </a:lnTo>
                    <a:lnTo>
                      <a:pt x="10" y="160"/>
                    </a:lnTo>
                    <a:lnTo>
                      <a:pt x="12" y="125"/>
                    </a:lnTo>
                    <a:lnTo>
                      <a:pt x="11" y="108"/>
                    </a:lnTo>
                    <a:lnTo>
                      <a:pt x="9" y="96"/>
                    </a:lnTo>
                    <a:lnTo>
                      <a:pt x="14" y="85"/>
                    </a:lnTo>
                    <a:lnTo>
                      <a:pt x="25" y="79"/>
                    </a:lnTo>
                    <a:lnTo>
                      <a:pt x="31" y="81"/>
                    </a:lnTo>
                    <a:lnTo>
                      <a:pt x="37" y="87"/>
                    </a:lnTo>
                    <a:lnTo>
                      <a:pt x="48" y="86"/>
                    </a:lnTo>
                    <a:lnTo>
                      <a:pt x="50" y="81"/>
                    </a:lnTo>
                    <a:lnTo>
                      <a:pt x="48" y="75"/>
                    </a:lnTo>
                    <a:lnTo>
                      <a:pt x="50" y="66"/>
                    </a:lnTo>
                    <a:lnTo>
                      <a:pt x="57" y="66"/>
                    </a:lnTo>
                    <a:lnTo>
                      <a:pt x="59" y="64"/>
                    </a:lnTo>
                    <a:lnTo>
                      <a:pt x="54" y="52"/>
                    </a:lnTo>
                    <a:lnTo>
                      <a:pt x="49" y="33"/>
                    </a:lnTo>
                    <a:lnTo>
                      <a:pt x="39" y="16"/>
                    </a:lnTo>
                    <a:lnTo>
                      <a:pt x="38" y="9"/>
                    </a:lnTo>
                    <a:lnTo>
                      <a:pt x="41" y="6"/>
                    </a:lnTo>
                    <a:lnTo>
                      <a:pt x="47" y="6"/>
                    </a:lnTo>
                    <a:lnTo>
                      <a:pt x="52" y="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96" name="Google Shape;2196;p5">
                <a:extLst>
                  <a:ext uri="{FF2B5EF4-FFF2-40B4-BE49-F238E27FC236}">
                    <a16:creationId xmlns:a16="http://schemas.microsoft.com/office/drawing/2014/main" id="{020F503D-5E2A-3374-009B-6F1CD57AD871}"/>
                  </a:ext>
                </a:extLst>
              </p:cNvPr>
              <p:cNvSpPr/>
              <p:nvPr/>
            </p:nvSpPr>
            <p:spPr>
              <a:xfrm>
                <a:off x="2817" y="1091"/>
                <a:ext cx="1786" cy="901"/>
              </a:xfrm>
              <a:custGeom>
                <a:avLst/>
                <a:gdLst/>
                <a:ahLst/>
                <a:cxnLst/>
                <a:rect l="l" t="t" r="r" b="b"/>
                <a:pathLst>
                  <a:path w="8931" h="4504" extrusionOk="0">
                    <a:moveTo>
                      <a:pt x="2688" y="3454"/>
                    </a:moveTo>
                    <a:lnTo>
                      <a:pt x="2691" y="3461"/>
                    </a:lnTo>
                    <a:lnTo>
                      <a:pt x="2695" y="3463"/>
                    </a:lnTo>
                    <a:lnTo>
                      <a:pt x="2768" y="3530"/>
                    </a:lnTo>
                    <a:lnTo>
                      <a:pt x="2887" y="3748"/>
                    </a:lnTo>
                    <a:lnTo>
                      <a:pt x="2902" y="3737"/>
                    </a:lnTo>
                    <a:lnTo>
                      <a:pt x="2904" y="3730"/>
                    </a:lnTo>
                    <a:lnTo>
                      <a:pt x="2904" y="3723"/>
                    </a:lnTo>
                    <a:lnTo>
                      <a:pt x="2915" y="3709"/>
                    </a:lnTo>
                    <a:lnTo>
                      <a:pt x="2923" y="3708"/>
                    </a:lnTo>
                    <a:lnTo>
                      <a:pt x="2928" y="3714"/>
                    </a:lnTo>
                    <a:lnTo>
                      <a:pt x="2936" y="3717"/>
                    </a:lnTo>
                    <a:lnTo>
                      <a:pt x="2950" y="3725"/>
                    </a:lnTo>
                    <a:lnTo>
                      <a:pt x="2946" y="3732"/>
                    </a:lnTo>
                    <a:lnTo>
                      <a:pt x="2951" y="3739"/>
                    </a:lnTo>
                    <a:lnTo>
                      <a:pt x="2956" y="3740"/>
                    </a:lnTo>
                    <a:lnTo>
                      <a:pt x="2961" y="3753"/>
                    </a:lnTo>
                    <a:lnTo>
                      <a:pt x="2985" y="3751"/>
                    </a:lnTo>
                    <a:lnTo>
                      <a:pt x="3003" y="3756"/>
                    </a:lnTo>
                    <a:lnTo>
                      <a:pt x="3010" y="3753"/>
                    </a:lnTo>
                    <a:lnTo>
                      <a:pt x="3026" y="3753"/>
                    </a:lnTo>
                    <a:lnTo>
                      <a:pt x="3028" y="3746"/>
                    </a:lnTo>
                    <a:lnTo>
                      <a:pt x="3033" y="3740"/>
                    </a:lnTo>
                    <a:lnTo>
                      <a:pt x="3042" y="3741"/>
                    </a:lnTo>
                    <a:lnTo>
                      <a:pt x="3049" y="3741"/>
                    </a:lnTo>
                    <a:lnTo>
                      <a:pt x="3053" y="3734"/>
                    </a:lnTo>
                    <a:lnTo>
                      <a:pt x="3060" y="3729"/>
                    </a:lnTo>
                    <a:lnTo>
                      <a:pt x="3075" y="3734"/>
                    </a:lnTo>
                    <a:lnTo>
                      <a:pt x="3082" y="3737"/>
                    </a:lnTo>
                    <a:lnTo>
                      <a:pt x="3086" y="3745"/>
                    </a:lnTo>
                    <a:lnTo>
                      <a:pt x="3093" y="3748"/>
                    </a:lnTo>
                    <a:lnTo>
                      <a:pt x="3103" y="3761"/>
                    </a:lnTo>
                    <a:lnTo>
                      <a:pt x="3112" y="3764"/>
                    </a:lnTo>
                    <a:lnTo>
                      <a:pt x="3114" y="3772"/>
                    </a:lnTo>
                    <a:lnTo>
                      <a:pt x="3112" y="3779"/>
                    </a:lnTo>
                    <a:lnTo>
                      <a:pt x="3113" y="3788"/>
                    </a:lnTo>
                    <a:lnTo>
                      <a:pt x="3117" y="3795"/>
                    </a:lnTo>
                    <a:lnTo>
                      <a:pt x="3125" y="3796"/>
                    </a:lnTo>
                    <a:lnTo>
                      <a:pt x="3146" y="3807"/>
                    </a:lnTo>
                    <a:lnTo>
                      <a:pt x="3150" y="3815"/>
                    </a:lnTo>
                    <a:lnTo>
                      <a:pt x="3150" y="3822"/>
                    </a:lnTo>
                    <a:lnTo>
                      <a:pt x="3157" y="3826"/>
                    </a:lnTo>
                    <a:lnTo>
                      <a:pt x="3162" y="3831"/>
                    </a:lnTo>
                    <a:lnTo>
                      <a:pt x="3170" y="3845"/>
                    </a:lnTo>
                    <a:lnTo>
                      <a:pt x="3176" y="3849"/>
                    </a:lnTo>
                    <a:lnTo>
                      <a:pt x="3193" y="3852"/>
                    </a:lnTo>
                    <a:lnTo>
                      <a:pt x="3199" y="3857"/>
                    </a:lnTo>
                    <a:lnTo>
                      <a:pt x="3208" y="3859"/>
                    </a:lnTo>
                    <a:lnTo>
                      <a:pt x="3215" y="3860"/>
                    </a:lnTo>
                    <a:lnTo>
                      <a:pt x="3224" y="3860"/>
                    </a:lnTo>
                    <a:lnTo>
                      <a:pt x="3226" y="3853"/>
                    </a:lnTo>
                    <a:lnTo>
                      <a:pt x="3231" y="3847"/>
                    </a:lnTo>
                    <a:lnTo>
                      <a:pt x="3246" y="3841"/>
                    </a:lnTo>
                    <a:lnTo>
                      <a:pt x="3248" y="3849"/>
                    </a:lnTo>
                    <a:lnTo>
                      <a:pt x="3252" y="3857"/>
                    </a:lnTo>
                    <a:lnTo>
                      <a:pt x="3259" y="3861"/>
                    </a:lnTo>
                    <a:lnTo>
                      <a:pt x="3267" y="3875"/>
                    </a:lnTo>
                    <a:lnTo>
                      <a:pt x="3273" y="3880"/>
                    </a:lnTo>
                    <a:lnTo>
                      <a:pt x="3277" y="3887"/>
                    </a:lnTo>
                    <a:lnTo>
                      <a:pt x="3264" y="3913"/>
                    </a:lnTo>
                    <a:lnTo>
                      <a:pt x="3289" y="3920"/>
                    </a:lnTo>
                    <a:lnTo>
                      <a:pt x="3305" y="3904"/>
                    </a:lnTo>
                    <a:lnTo>
                      <a:pt x="3310" y="3904"/>
                    </a:lnTo>
                    <a:lnTo>
                      <a:pt x="3322" y="3882"/>
                    </a:lnTo>
                    <a:lnTo>
                      <a:pt x="3338" y="3865"/>
                    </a:lnTo>
                    <a:lnTo>
                      <a:pt x="3356" y="3858"/>
                    </a:lnTo>
                    <a:lnTo>
                      <a:pt x="3375" y="3852"/>
                    </a:lnTo>
                    <a:lnTo>
                      <a:pt x="3394" y="3839"/>
                    </a:lnTo>
                    <a:lnTo>
                      <a:pt x="3414" y="3823"/>
                    </a:lnTo>
                    <a:lnTo>
                      <a:pt x="3439" y="3811"/>
                    </a:lnTo>
                    <a:lnTo>
                      <a:pt x="3464" y="3789"/>
                    </a:lnTo>
                    <a:lnTo>
                      <a:pt x="3505" y="3777"/>
                    </a:lnTo>
                    <a:lnTo>
                      <a:pt x="3530" y="3766"/>
                    </a:lnTo>
                    <a:lnTo>
                      <a:pt x="3553" y="3763"/>
                    </a:lnTo>
                    <a:lnTo>
                      <a:pt x="3575" y="3767"/>
                    </a:lnTo>
                    <a:lnTo>
                      <a:pt x="3591" y="3773"/>
                    </a:lnTo>
                    <a:lnTo>
                      <a:pt x="3604" y="3784"/>
                    </a:lnTo>
                    <a:lnTo>
                      <a:pt x="3623" y="3780"/>
                    </a:lnTo>
                    <a:lnTo>
                      <a:pt x="3644" y="3779"/>
                    </a:lnTo>
                    <a:lnTo>
                      <a:pt x="3661" y="3782"/>
                    </a:lnTo>
                    <a:lnTo>
                      <a:pt x="3692" y="3811"/>
                    </a:lnTo>
                    <a:lnTo>
                      <a:pt x="3697" y="3818"/>
                    </a:lnTo>
                    <a:lnTo>
                      <a:pt x="3714" y="3821"/>
                    </a:lnTo>
                    <a:lnTo>
                      <a:pt x="3761" y="3814"/>
                    </a:lnTo>
                    <a:lnTo>
                      <a:pt x="3774" y="3820"/>
                    </a:lnTo>
                    <a:lnTo>
                      <a:pt x="3818" y="3821"/>
                    </a:lnTo>
                    <a:lnTo>
                      <a:pt x="3856" y="3816"/>
                    </a:lnTo>
                    <a:lnTo>
                      <a:pt x="3866" y="3811"/>
                    </a:lnTo>
                    <a:lnTo>
                      <a:pt x="3866" y="3803"/>
                    </a:lnTo>
                    <a:lnTo>
                      <a:pt x="3862" y="3791"/>
                    </a:lnTo>
                    <a:lnTo>
                      <a:pt x="3865" y="3777"/>
                    </a:lnTo>
                    <a:lnTo>
                      <a:pt x="3875" y="3761"/>
                    </a:lnTo>
                    <a:lnTo>
                      <a:pt x="3875" y="3745"/>
                    </a:lnTo>
                    <a:lnTo>
                      <a:pt x="3864" y="3730"/>
                    </a:lnTo>
                    <a:lnTo>
                      <a:pt x="3860" y="3712"/>
                    </a:lnTo>
                    <a:lnTo>
                      <a:pt x="3862" y="3694"/>
                    </a:lnTo>
                    <a:lnTo>
                      <a:pt x="3878" y="3680"/>
                    </a:lnTo>
                    <a:lnTo>
                      <a:pt x="3892" y="3664"/>
                    </a:lnTo>
                    <a:lnTo>
                      <a:pt x="3910" y="3649"/>
                    </a:lnTo>
                    <a:lnTo>
                      <a:pt x="3921" y="3632"/>
                    </a:lnTo>
                    <a:lnTo>
                      <a:pt x="3935" y="3631"/>
                    </a:lnTo>
                    <a:lnTo>
                      <a:pt x="3955" y="3637"/>
                    </a:lnTo>
                    <a:lnTo>
                      <a:pt x="3969" y="3648"/>
                    </a:lnTo>
                    <a:lnTo>
                      <a:pt x="4006" y="3658"/>
                    </a:lnTo>
                    <a:lnTo>
                      <a:pt x="4017" y="3672"/>
                    </a:lnTo>
                    <a:lnTo>
                      <a:pt x="4041" y="3678"/>
                    </a:lnTo>
                    <a:lnTo>
                      <a:pt x="4065" y="3681"/>
                    </a:lnTo>
                    <a:lnTo>
                      <a:pt x="4082" y="3688"/>
                    </a:lnTo>
                    <a:lnTo>
                      <a:pt x="4092" y="3704"/>
                    </a:lnTo>
                    <a:lnTo>
                      <a:pt x="4097" y="3734"/>
                    </a:lnTo>
                    <a:lnTo>
                      <a:pt x="4097" y="3755"/>
                    </a:lnTo>
                    <a:lnTo>
                      <a:pt x="4102" y="3755"/>
                    </a:lnTo>
                    <a:lnTo>
                      <a:pt x="4117" y="3769"/>
                    </a:lnTo>
                    <a:lnTo>
                      <a:pt x="4140" y="3785"/>
                    </a:lnTo>
                    <a:lnTo>
                      <a:pt x="4174" y="3796"/>
                    </a:lnTo>
                    <a:lnTo>
                      <a:pt x="4202" y="3790"/>
                    </a:lnTo>
                    <a:lnTo>
                      <a:pt x="4229" y="3775"/>
                    </a:lnTo>
                    <a:lnTo>
                      <a:pt x="4254" y="3763"/>
                    </a:lnTo>
                    <a:lnTo>
                      <a:pt x="4285" y="3771"/>
                    </a:lnTo>
                    <a:lnTo>
                      <a:pt x="4333" y="3788"/>
                    </a:lnTo>
                    <a:lnTo>
                      <a:pt x="4343" y="3800"/>
                    </a:lnTo>
                    <a:lnTo>
                      <a:pt x="4344" y="3800"/>
                    </a:lnTo>
                    <a:lnTo>
                      <a:pt x="4350" y="3805"/>
                    </a:lnTo>
                    <a:lnTo>
                      <a:pt x="4372" y="3817"/>
                    </a:lnTo>
                    <a:lnTo>
                      <a:pt x="4393" y="3823"/>
                    </a:lnTo>
                    <a:lnTo>
                      <a:pt x="4414" y="3832"/>
                    </a:lnTo>
                    <a:lnTo>
                      <a:pt x="4428" y="3852"/>
                    </a:lnTo>
                    <a:lnTo>
                      <a:pt x="4455" y="3868"/>
                    </a:lnTo>
                    <a:lnTo>
                      <a:pt x="4487" y="3873"/>
                    </a:lnTo>
                    <a:lnTo>
                      <a:pt x="4510" y="3880"/>
                    </a:lnTo>
                    <a:lnTo>
                      <a:pt x="4528" y="3881"/>
                    </a:lnTo>
                    <a:lnTo>
                      <a:pt x="4553" y="3879"/>
                    </a:lnTo>
                    <a:lnTo>
                      <a:pt x="4571" y="3887"/>
                    </a:lnTo>
                    <a:lnTo>
                      <a:pt x="4627" y="3868"/>
                    </a:lnTo>
                    <a:lnTo>
                      <a:pt x="4661" y="3860"/>
                    </a:lnTo>
                    <a:lnTo>
                      <a:pt x="4688" y="3855"/>
                    </a:lnTo>
                    <a:lnTo>
                      <a:pt x="4725" y="3826"/>
                    </a:lnTo>
                    <a:lnTo>
                      <a:pt x="4749" y="3810"/>
                    </a:lnTo>
                    <a:lnTo>
                      <a:pt x="4774" y="3801"/>
                    </a:lnTo>
                    <a:lnTo>
                      <a:pt x="4799" y="3811"/>
                    </a:lnTo>
                    <a:lnTo>
                      <a:pt x="4817" y="3826"/>
                    </a:lnTo>
                    <a:lnTo>
                      <a:pt x="4838" y="3830"/>
                    </a:lnTo>
                    <a:lnTo>
                      <a:pt x="4855" y="3826"/>
                    </a:lnTo>
                    <a:lnTo>
                      <a:pt x="4869" y="3818"/>
                    </a:lnTo>
                    <a:lnTo>
                      <a:pt x="4875" y="3821"/>
                    </a:lnTo>
                    <a:lnTo>
                      <a:pt x="4886" y="3823"/>
                    </a:lnTo>
                    <a:lnTo>
                      <a:pt x="4899" y="3833"/>
                    </a:lnTo>
                    <a:lnTo>
                      <a:pt x="4931" y="3843"/>
                    </a:lnTo>
                    <a:lnTo>
                      <a:pt x="4956" y="3855"/>
                    </a:lnTo>
                    <a:lnTo>
                      <a:pt x="4967" y="3853"/>
                    </a:lnTo>
                    <a:lnTo>
                      <a:pt x="4982" y="3842"/>
                    </a:lnTo>
                    <a:lnTo>
                      <a:pt x="5032" y="3811"/>
                    </a:lnTo>
                    <a:lnTo>
                      <a:pt x="5033" y="3804"/>
                    </a:lnTo>
                    <a:lnTo>
                      <a:pt x="5031" y="3791"/>
                    </a:lnTo>
                    <a:lnTo>
                      <a:pt x="5034" y="3779"/>
                    </a:lnTo>
                    <a:lnTo>
                      <a:pt x="5045" y="3766"/>
                    </a:lnTo>
                    <a:lnTo>
                      <a:pt x="5052" y="3755"/>
                    </a:lnTo>
                    <a:lnTo>
                      <a:pt x="5059" y="3725"/>
                    </a:lnTo>
                    <a:lnTo>
                      <a:pt x="5064" y="3703"/>
                    </a:lnTo>
                    <a:lnTo>
                      <a:pt x="5071" y="3686"/>
                    </a:lnTo>
                    <a:lnTo>
                      <a:pt x="5090" y="3676"/>
                    </a:lnTo>
                    <a:lnTo>
                      <a:pt x="5114" y="3649"/>
                    </a:lnTo>
                    <a:lnTo>
                      <a:pt x="5114" y="3644"/>
                    </a:lnTo>
                    <a:lnTo>
                      <a:pt x="5109" y="3633"/>
                    </a:lnTo>
                    <a:lnTo>
                      <a:pt x="5111" y="3606"/>
                    </a:lnTo>
                    <a:lnTo>
                      <a:pt x="5104" y="3602"/>
                    </a:lnTo>
                    <a:lnTo>
                      <a:pt x="5093" y="3602"/>
                    </a:lnTo>
                    <a:lnTo>
                      <a:pt x="5075" y="3607"/>
                    </a:lnTo>
                    <a:lnTo>
                      <a:pt x="5071" y="3602"/>
                    </a:lnTo>
                    <a:lnTo>
                      <a:pt x="5076" y="3589"/>
                    </a:lnTo>
                    <a:lnTo>
                      <a:pt x="5100" y="3565"/>
                    </a:lnTo>
                    <a:lnTo>
                      <a:pt x="5108" y="3553"/>
                    </a:lnTo>
                    <a:lnTo>
                      <a:pt x="5124" y="3541"/>
                    </a:lnTo>
                    <a:lnTo>
                      <a:pt x="5158" y="3535"/>
                    </a:lnTo>
                    <a:lnTo>
                      <a:pt x="5199" y="3520"/>
                    </a:lnTo>
                    <a:lnTo>
                      <a:pt x="5224" y="3521"/>
                    </a:lnTo>
                    <a:lnTo>
                      <a:pt x="5259" y="3515"/>
                    </a:lnTo>
                    <a:lnTo>
                      <a:pt x="5271" y="3515"/>
                    </a:lnTo>
                    <a:lnTo>
                      <a:pt x="5290" y="3524"/>
                    </a:lnTo>
                    <a:lnTo>
                      <a:pt x="5307" y="3536"/>
                    </a:lnTo>
                    <a:lnTo>
                      <a:pt x="5318" y="3548"/>
                    </a:lnTo>
                    <a:lnTo>
                      <a:pt x="5334" y="3552"/>
                    </a:lnTo>
                    <a:lnTo>
                      <a:pt x="5353" y="3549"/>
                    </a:lnTo>
                    <a:lnTo>
                      <a:pt x="5369" y="3553"/>
                    </a:lnTo>
                    <a:lnTo>
                      <a:pt x="5383" y="3559"/>
                    </a:lnTo>
                    <a:lnTo>
                      <a:pt x="5391" y="3573"/>
                    </a:lnTo>
                    <a:lnTo>
                      <a:pt x="5403" y="3591"/>
                    </a:lnTo>
                    <a:lnTo>
                      <a:pt x="5404" y="3604"/>
                    </a:lnTo>
                    <a:lnTo>
                      <a:pt x="5412" y="3611"/>
                    </a:lnTo>
                    <a:lnTo>
                      <a:pt x="5421" y="3617"/>
                    </a:lnTo>
                    <a:lnTo>
                      <a:pt x="5423" y="3626"/>
                    </a:lnTo>
                    <a:lnTo>
                      <a:pt x="5424" y="3621"/>
                    </a:lnTo>
                    <a:lnTo>
                      <a:pt x="5426" y="3634"/>
                    </a:lnTo>
                    <a:lnTo>
                      <a:pt x="5431" y="3649"/>
                    </a:lnTo>
                    <a:lnTo>
                      <a:pt x="5434" y="3670"/>
                    </a:lnTo>
                    <a:lnTo>
                      <a:pt x="5442" y="3687"/>
                    </a:lnTo>
                    <a:lnTo>
                      <a:pt x="5447" y="3704"/>
                    </a:lnTo>
                    <a:lnTo>
                      <a:pt x="5468" y="3744"/>
                    </a:lnTo>
                    <a:lnTo>
                      <a:pt x="5474" y="3785"/>
                    </a:lnTo>
                    <a:lnTo>
                      <a:pt x="5483" y="3804"/>
                    </a:lnTo>
                    <a:lnTo>
                      <a:pt x="5482" y="3809"/>
                    </a:lnTo>
                    <a:lnTo>
                      <a:pt x="5483" y="3810"/>
                    </a:lnTo>
                    <a:lnTo>
                      <a:pt x="5485" y="3828"/>
                    </a:lnTo>
                    <a:lnTo>
                      <a:pt x="5485" y="3849"/>
                    </a:lnTo>
                    <a:lnTo>
                      <a:pt x="5498" y="3860"/>
                    </a:lnTo>
                    <a:lnTo>
                      <a:pt x="5521" y="3863"/>
                    </a:lnTo>
                    <a:lnTo>
                      <a:pt x="5542" y="3855"/>
                    </a:lnTo>
                    <a:lnTo>
                      <a:pt x="5558" y="3863"/>
                    </a:lnTo>
                    <a:lnTo>
                      <a:pt x="5577" y="3865"/>
                    </a:lnTo>
                    <a:lnTo>
                      <a:pt x="5595" y="3874"/>
                    </a:lnTo>
                    <a:lnTo>
                      <a:pt x="5627" y="3902"/>
                    </a:lnTo>
                    <a:lnTo>
                      <a:pt x="5642" y="3909"/>
                    </a:lnTo>
                    <a:lnTo>
                      <a:pt x="5654" y="3911"/>
                    </a:lnTo>
                    <a:lnTo>
                      <a:pt x="5658" y="3918"/>
                    </a:lnTo>
                    <a:lnTo>
                      <a:pt x="5658" y="3923"/>
                    </a:lnTo>
                    <a:lnTo>
                      <a:pt x="5660" y="3922"/>
                    </a:lnTo>
                    <a:lnTo>
                      <a:pt x="5661" y="3938"/>
                    </a:lnTo>
                    <a:lnTo>
                      <a:pt x="5668" y="3947"/>
                    </a:lnTo>
                    <a:lnTo>
                      <a:pt x="5667" y="3963"/>
                    </a:lnTo>
                    <a:lnTo>
                      <a:pt x="5668" y="3981"/>
                    </a:lnTo>
                    <a:lnTo>
                      <a:pt x="5678" y="3997"/>
                    </a:lnTo>
                    <a:lnTo>
                      <a:pt x="5684" y="4010"/>
                    </a:lnTo>
                    <a:lnTo>
                      <a:pt x="5703" y="4009"/>
                    </a:lnTo>
                    <a:lnTo>
                      <a:pt x="5722" y="4015"/>
                    </a:lnTo>
                    <a:lnTo>
                      <a:pt x="5740" y="4013"/>
                    </a:lnTo>
                    <a:lnTo>
                      <a:pt x="5771" y="3998"/>
                    </a:lnTo>
                    <a:lnTo>
                      <a:pt x="5805" y="3976"/>
                    </a:lnTo>
                    <a:lnTo>
                      <a:pt x="5823" y="3974"/>
                    </a:lnTo>
                    <a:lnTo>
                      <a:pt x="5856" y="3956"/>
                    </a:lnTo>
                    <a:lnTo>
                      <a:pt x="5888" y="3947"/>
                    </a:lnTo>
                    <a:lnTo>
                      <a:pt x="5889" y="3950"/>
                    </a:lnTo>
                    <a:lnTo>
                      <a:pt x="5881" y="3963"/>
                    </a:lnTo>
                    <a:lnTo>
                      <a:pt x="5881" y="3983"/>
                    </a:lnTo>
                    <a:lnTo>
                      <a:pt x="5886" y="3999"/>
                    </a:lnTo>
                    <a:lnTo>
                      <a:pt x="5883" y="4019"/>
                    </a:lnTo>
                    <a:lnTo>
                      <a:pt x="5871" y="4029"/>
                    </a:lnTo>
                    <a:lnTo>
                      <a:pt x="5857" y="4042"/>
                    </a:lnTo>
                    <a:lnTo>
                      <a:pt x="5855" y="4063"/>
                    </a:lnTo>
                    <a:lnTo>
                      <a:pt x="5841" y="4096"/>
                    </a:lnTo>
                    <a:lnTo>
                      <a:pt x="5833" y="4138"/>
                    </a:lnTo>
                    <a:lnTo>
                      <a:pt x="5814" y="4176"/>
                    </a:lnTo>
                    <a:lnTo>
                      <a:pt x="5801" y="4194"/>
                    </a:lnTo>
                    <a:lnTo>
                      <a:pt x="5796" y="4214"/>
                    </a:lnTo>
                    <a:lnTo>
                      <a:pt x="5784" y="4224"/>
                    </a:lnTo>
                    <a:lnTo>
                      <a:pt x="5779" y="4220"/>
                    </a:lnTo>
                    <a:lnTo>
                      <a:pt x="5728" y="4208"/>
                    </a:lnTo>
                    <a:lnTo>
                      <a:pt x="5715" y="4215"/>
                    </a:lnTo>
                    <a:lnTo>
                      <a:pt x="5679" y="4250"/>
                    </a:lnTo>
                    <a:lnTo>
                      <a:pt x="5687" y="4263"/>
                    </a:lnTo>
                    <a:lnTo>
                      <a:pt x="5693" y="4290"/>
                    </a:lnTo>
                    <a:lnTo>
                      <a:pt x="5693" y="4349"/>
                    </a:lnTo>
                    <a:lnTo>
                      <a:pt x="5677" y="4374"/>
                    </a:lnTo>
                    <a:lnTo>
                      <a:pt x="5657" y="4391"/>
                    </a:lnTo>
                    <a:lnTo>
                      <a:pt x="5657" y="4409"/>
                    </a:lnTo>
                    <a:lnTo>
                      <a:pt x="5657" y="4415"/>
                    </a:lnTo>
                    <a:lnTo>
                      <a:pt x="5661" y="4423"/>
                    </a:lnTo>
                    <a:lnTo>
                      <a:pt x="5669" y="4419"/>
                    </a:lnTo>
                    <a:lnTo>
                      <a:pt x="5667" y="4412"/>
                    </a:lnTo>
                    <a:lnTo>
                      <a:pt x="5665" y="4407"/>
                    </a:lnTo>
                    <a:lnTo>
                      <a:pt x="5673" y="4404"/>
                    </a:lnTo>
                    <a:lnTo>
                      <a:pt x="5693" y="4406"/>
                    </a:lnTo>
                    <a:lnTo>
                      <a:pt x="5699" y="4396"/>
                    </a:lnTo>
                    <a:lnTo>
                      <a:pt x="5705" y="4390"/>
                    </a:lnTo>
                    <a:lnTo>
                      <a:pt x="5709" y="4382"/>
                    </a:lnTo>
                    <a:lnTo>
                      <a:pt x="5721" y="4369"/>
                    </a:lnTo>
                    <a:lnTo>
                      <a:pt x="5728" y="4345"/>
                    </a:lnTo>
                    <a:lnTo>
                      <a:pt x="5730" y="4354"/>
                    </a:lnTo>
                    <a:lnTo>
                      <a:pt x="5737" y="4355"/>
                    </a:lnTo>
                    <a:lnTo>
                      <a:pt x="5732" y="4365"/>
                    </a:lnTo>
                    <a:lnTo>
                      <a:pt x="5736" y="4370"/>
                    </a:lnTo>
                    <a:lnTo>
                      <a:pt x="5748" y="4361"/>
                    </a:lnTo>
                    <a:lnTo>
                      <a:pt x="5754" y="4359"/>
                    </a:lnTo>
                    <a:lnTo>
                      <a:pt x="5754" y="4366"/>
                    </a:lnTo>
                    <a:lnTo>
                      <a:pt x="5753" y="4374"/>
                    </a:lnTo>
                    <a:lnTo>
                      <a:pt x="5753" y="4385"/>
                    </a:lnTo>
                    <a:lnTo>
                      <a:pt x="5755" y="4387"/>
                    </a:lnTo>
                    <a:lnTo>
                      <a:pt x="5764" y="4387"/>
                    </a:lnTo>
                    <a:lnTo>
                      <a:pt x="5774" y="4390"/>
                    </a:lnTo>
                    <a:lnTo>
                      <a:pt x="5784" y="4396"/>
                    </a:lnTo>
                    <a:lnTo>
                      <a:pt x="5787" y="4395"/>
                    </a:lnTo>
                    <a:lnTo>
                      <a:pt x="5794" y="4398"/>
                    </a:lnTo>
                    <a:lnTo>
                      <a:pt x="5806" y="4401"/>
                    </a:lnTo>
                    <a:lnTo>
                      <a:pt x="5828" y="4393"/>
                    </a:lnTo>
                    <a:lnTo>
                      <a:pt x="5835" y="4393"/>
                    </a:lnTo>
                    <a:lnTo>
                      <a:pt x="5846" y="4387"/>
                    </a:lnTo>
                    <a:lnTo>
                      <a:pt x="5860" y="4376"/>
                    </a:lnTo>
                    <a:lnTo>
                      <a:pt x="5903" y="4347"/>
                    </a:lnTo>
                    <a:lnTo>
                      <a:pt x="5916" y="4332"/>
                    </a:lnTo>
                    <a:lnTo>
                      <a:pt x="5925" y="4318"/>
                    </a:lnTo>
                    <a:lnTo>
                      <a:pt x="5939" y="4299"/>
                    </a:lnTo>
                    <a:lnTo>
                      <a:pt x="5940" y="4290"/>
                    </a:lnTo>
                    <a:lnTo>
                      <a:pt x="5947" y="4279"/>
                    </a:lnTo>
                    <a:lnTo>
                      <a:pt x="5957" y="4269"/>
                    </a:lnTo>
                    <a:lnTo>
                      <a:pt x="5968" y="4263"/>
                    </a:lnTo>
                    <a:lnTo>
                      <a:pt x="5982" y="4240"/>
                    </a:lnTo>
                    <a:lnTo>
                      <a:pt x="5989" y="4232"/>
                    </a:lnTo>
                    <a:lnTo>
                      <a:pt x="6000" y="4215"/>
                    </a:lnTo>
                    <a:lnTo>
                      <a:pt x="6050" y="4161"/>
                    </a:lnTo>
                    <a:lnTo>
                      <a:pt x="6055" y="4148"/>
                    </a:lnTo>
                    <a:lnTo>
                      <a:pt x="6066" y="4138"/>
                    </a:lnTo>
                    <a:lnTo>
                      <a:pt x="6069" y="4134"/>
                    </a:lnTo>
                    <a:lnTo>
                      <a:pt x="6083" y="4106"/>
                    </a:lnTo>
                    <a:lnTo>
                      <a:pt x="6095" y="4070"/>
                    </a:lnTo>
                    <a:lnTo>
                      <a:pt x="6102" y="4056"/>
                    </a:lnTo>
                    <a:lnTo>
                      <a:pt x="6123" y="4031"/>
                    </a:lnTo>
                    <a:lnTo>
                      <a:pt x="6140" y="4001"/>
                    </a:lnTo>
                    <a:lnTo>
                      <a:pt x="6160" y="3979"/>
                    </a:lnTo>
                    <a:lnTo>
                      <a:pt x="6169" y="3967"/>
                    </a:lnTo>
                    <a:lnTo>
                      <a:pt x="6172" y="3961"/>
                    </a:lnTo>
                    <a:lnTo>
                      <a:pt x="6179" y="3957"/>
                    </a:lnTo>
                    <a:lnTo>
                      <a:pt x="6188" y="3949"/>
                    </a:lnTo>
                    <a:lnTo>
                      <a:pt x="6192" y="3924"/>
                    </a:lnTo>
                    <a:lnTo>
                      <a:pt x="6194" y="3912"/>
                    </a:lnTo>
                    <a:lnTo>
                      <a:pt x="6193" y="3902"/>
                    </a:lnTo>
                    <a:lnTo>
                      <a:pt x="6195" y="3890"/>
                    </a:lnTo>
                    <a:lnTo>
                      <a:pt x="6204" y="3871"/>
                    </a:lnTo>
                    <a:lnTo>
                      <a:pt x="6205" y="3861"/>
                    </a:lnTo>
                    <a:lnTo>
                      <a:pt x="6201" y="3827"/>
                    </a:lnTo>
                    <a:lnTo>
                      <a:pt x="6210" y="3816"/>
                    </a:lnTo>
                    <a:lnTo>
                      <a:pt x="6209" y="3810"/>
                    </a:lnTo>
                    <a:lnTo>
                      <a:pt x="6205" y="3806"/>
                    </a:lnTo>
                    <a:lnTo>
                      <a:pt x="6199" y="3778"/>
                    </a:lnTo>
                    <a:lnTo>
                      <a:pt x="6199" y="3757"/>
                    </a:lnTo>
                    <a:lnTo>
                      <a:pt x="6205" y="3747"/>
                    </a:lnTo>
                    <a:lnTo>
                      <a:pt x="6208" y="3734"/>
                    </a:lnTo>
                    <a:lnTo>
                      <a:pt x="6209" y="3713"/>
                    </a:lnTo>
                    <a:lnTo>
                      <a:pt x="6214" y="3712"/>
                    </a:lnTo>
                    <a:lnTo>
                      <a:pt x="6214" y="3705"/>
                    </a:lnTo>
                    <a:lnTo>
                      <a:pt x="6219" y="3702"/>
                    </a:lnTo>
                    <a:lnTo>
                      <a:pt x="6216" y="3696"/>
                    </a:lnTo>
                    <a:lnTo>
                      <a:pt x="6228" y="3676"/>
                    </a:lnTo>
                    <a:lnTo>
                      <a:pt x="6236" y="3671"/>
                    </a:lnTo>
                    <a:lnTo>
                      <a:pt x="6241" y="3661"/>
                    </a:lnTo>
                    <a:lnTo>
                      <a:pt x="6247" y="3653"/>
                    </a:lnTo>
                    <a:lnTo>
                      <a:pt x="6248" y="3643"/>
                    </a:lnTo>
                    <a:lnTo>
                      <a:pt x="6253" y="3631"/>
                    </a:lnTo>
                    <a:lnTo>
                      <a:pt x="6233" y="3610"/>
                    </a:lnTo>
                    <a:lnTo>
                      <a:pt x="6241" y="3591"/>
                    </a:lnTo>
                    <a:lnTo>
                      <a:pt x="6238" y="3578"/>
                    </a:lnTo>
                    <a:lnTo>
                      <a:pt x="6235" y="3565"/>
                    </a:lnTo>
                    <a:lnTo>
                      <a:pt x="6225" y="3559"/>
                    </a:lnTo>
                    <a:lnTo>
                      <a:pt x="6214" y="3549"/>
                    </a:lnTo>
                    <a:lnTo>
                      <a:pt x="6203" y="3551"/>
                    </a:lnTo>
                    <a:lnTo>
                      <a:pt x="6190" y="3542"/>
                    </a:lnTo>
                    <a:lnTo>
                      <a:pt x="6176" y="3537"/>
                    </a:lnTo>
                    <a:lnTo>
                      <a:pt x="6168" y="3538"/>
                    </a:lnTo>
                    <a:lnTo>
                      <a:pt x="6174" y="3532"/>
                    </a:lnTo>
                    <a:lnTo>
                      <a:pt x="6188" y="3532"/>
                    </a:lnTo>
                    <a:lnTo>
                      <a:pt x="6200" y="3542"/>
                    </a:lnTo>
                    <a:lnTo>
                      <a:pt x="6209" y="3543"/>
                    </a:lnTo>
                    <a:lnTo>
                      <a:pt x="6219" y="3542"/>
                    </a:lnTo>
                    <a:lnTo>
                      <a:pt x="6237" y="3554"/>
                    </a:lnTo>
                    <a:lnTo>
                      <a:pt x="6241" y="3551"/>
                    </a:lnTo>
                    <a:lnTo>
                      <a:pt x="6249" y="3540"/>
                    </a:lnTo>
                    <a:lnTo>
                      <a:pt x="6248" y="3529"/>
                    </a:lnTo>
                    <a:lnTo>
                      <a:pt x="6241" y="3526"/>
                    </a:lnTo>
                    <a:lnTo>
                      <a:pt x="6215" y="3508"/>
                    </a:lnTo>
                    <a:lnTo>
                      <a:pt x="6203" y="3495"/>
                    </a:lnTo>
                    <a:lnTo>
                      <a:pt x="6192" y="3487"/>
                    </a:lnTo>
                    <a:lnTo>
                      <a:pt x="6189" y="3482"/>
                    </a:lnTo>
                    <a:lnTo>
                      <a:pt x="6189" y="3468"/>
                    </a:lnTo>
                    <a:lnTo>
                      <a:pt x="6182" y="3461"/>
                    </a:lnTo>
                    <a:lnTo>
                      <a:pt x="6173" y="3454"/>
                    </a:lnTo>
                    <a:lnTo>
                      <a:pt x="6163" y="3450"/>
                    </a:lnTo>
                    <a:lnTo>
                      <a:pt x="6161" y="3445"/>
                    </a:lnTo>
                    <a:lnTo>
                      <a:pt x="6161" y="3440"/>
                    </a:lnTo>
                    <a:lnTo>
                      <a:pt x="6158" y="3440"/>
                    </a:lnTo>
                    <a:lnTo>
                      <a:pt x="6150" y="3440"/>
                    </a:lnTo>
                    <a:lnTo>
                      <a:pt x="6135" y="3446"/>
                    </a:lnTo>
                    <a:lnTo>
                      <a:pt x="6124" y="3446"/>
                    </a:lnTo>
                    <a:lnTo>
                      <a:pt x="6103" y="3438"/>
                    </a:lnTo>
                    <a:lnTo>
                      <a:pt x="6103" y="3457"/>
                    </a:lnTo>
                    <a:lnTo>
                      <a:pt x="6106" y="3459"/>
                    </a:lnTo>
                    <a:lnTo>
                      <a:pt x="6103" y="3467"/>
                    </a:lnTo>
                    <a:lnTo>
                      <a:pt x="6101" y="3483"/>
                    </a:lnTo>
                    <a:lnTo>
                      <a:pt x="6093" y="3504"/>
                    </a:lnTo>
                    <a:lnTo>
                      <a:pt x="6082" y="3510"/>
                    </a:lnTo>
                    <a:lnTo>
                      <a:pt x="6086" y="3495"/>
                    </a:lnTo>
                    <a:lnTo>
                      <a:pt x="6095" y="3481"/>
                    </a:lnTo>
                    <a:lnTo>
                      <a:pt x="6090" y="3471"/>
                    </a:lnTo>
                    <a:lnTo>
                      <a:pt x="6071" y="3493"/>
                    </a:lnTo>
                    <a:lnTo>
                      <a:pt x="6058" y="3500"/>
                    </a:lnTo>
                    <a:lnTo>
                      <a:pt x="6038" y="3505"/>
                    </a:lnTo>
                    <a:lnTo>
                      <a:pt x="6023" y="3504"/>
                    </a:lnTo>
                    <a:lnTo>
                      <a:pt x="6023" y="3499"/>
                    </a:lnTo>
                    <a:lnTo>
                      <a:pt x="6032" y="3495"/>
                    </a:lnTo>
                    <a:lnTo>
                      <a:pt x="6038" y="3488"/>
                    </a:lnTo>
                    <a:lnTo>
                      <a:pt x="6045" y="3477"/>
                    </a:lnTo>
                    <a:lnTo>
                      <a:pt x="6043" y="3470"/>
                    </a:lnTo>
                    <a:lnTo>
                      <a:pt x="6033" y="3465"/>
                    </a:lnTo>
                    <a:lnTo>
                      <a:pt x="6028" y="3455"/>
                    </a:lnTo>
                    <a:lnTo>
                      <a:pt x="6034" y="3452"/>
                    </a:lnTo>
                    <a:lnTo>
                      <a:pt x="6043" y="3443"/>
                    </a:lnTo>
                    <a:lnTo>
                      <a:pt x="6044" y="3438"/>
                    </a:lnTo>
                    <a:lnTo>
                      <a:pt x="6028" y="3439"/>
                    </a:lnTo>
                    <a:lnTo>
                      <a:pt x="6018" y="3445"/>
                    </a:lnTo>
                    <a:lnTo>
                      <a:pt x="6015" y="3454"/>
                    </a:lnTo>
                    <a:lnTo>
                      <a:pt x="6021" y="3462"/>
                    </a:lnTo>
                    <a:lnTo>
                      <a:pt x="6018" y="3470"/>
                    </a:lnTo>
                    <a:lnTo>
                      <a:pt x="6010" y="3479"/>
                    </a:lnTo>
                    <a:lnTo>
                      <a:pt x="6001" y="3479"/>
                    </a:lnTo>
                    <a:lnTo>
                      <a:pt x="5996" y="3487"/>
                    </a:lnTo>
                    <a:lnTo>
                      <a:pt x="5994" y="3484"/>
                    </a:lnTo>
                    <a:lnTo>
                      <a:pt x="5993" y="3466"/>
                    </a:lnTo>
                    <a:lnTo>
                      <a:pt x="5995" y="3455"/>
                    </a:lnTo>
                    <a:lnTo>
                      <a:pt x="5996" y="3444"/>
                    </a:lnTo>
                    <a:lnTo>
                      <a:pt x="5997" y="3434"/>
                    </a:lnTo>
                    <a:lnTo>
                      <a:pt x="5996" y="3430"/>
                    </a:lnTo>
                    <a:lnTo>
                      <a:pt x="5997" y="3417"/>
                    </a:lnTo>
                    <a:lnTo>
                      <a:pt x="5995" y="3408"/>
                    </a:lnTo>
                    <a:lnTo>
                      <a:pt x="5985" y="3406"/>
                    </a:lnTo>
                    <a:lnTo>
                      <a:pt x="5962" y="3412"/>
                    </a:lnTo>
                    <a:lnTo>
                      <a:pt x="5939" y="3413"/>
                    </a:lnTo>
                    <a:lnTo>
                      <a:pt x="5929" y="3405"/>
                    </a:lnTo>
                    <a:lnTo>
                      <a:pt x="5910" y="3396"/>
                    </a:lnTo>
                    <a:lnTo>
                      <a:pt x="5910" y="3390"/>
                    </a:lnTo>
                    <a:lnTo>
                      <a:pt x="5915" y="3376"/>
                    </a:lnTo>
                    <a:lnTo>
                      <a:pt x="5942" y="3354"/>
                    </a:lnTo>
                    <a:lnTo>
                      <a:pt x="5950" y="3350"/>
                    </a:lnTo>
                    <a:lnTo>
                      <a:pt x="5968" y="3336"/>
                    </a:lnTo>
                    <a:lnTo>
                      <a:pt x="5977" y="3320"/>
                    </a:lnTo>
                    <a:lnTo>
                      <a:pt x="5983" y="3314"/>
                    </a:lnTo>
                    <a:lnTo>
                      <a:pt x="5989" y="3312"/>
                    </a:lnTo>
                    <a:lnTo>
                      <a:pt x="5999" y="3305"/>
                    </a:lnTo>
                    <a:lnTo>
                      <a:pt x="6047" y="3260"/>
                    </a:lnTo>
                    <a:lnTo>
                      <a:pt x="6056" y="3241"/>
                    </a:lnTo>
                    <a:lnTo>
                      <a:pt x="6065" y="3235"/>
                    </a:lnTo>
                    <a:lnTo>
                      <a:pt x="6069" y="3226"/>
                    </a:lnTo>
                    <a:lnTo>
                      <a:pt x="6070" y="3218"/>
                    </a:lnTo>
                    <a:lnTo>
                      <a:pt x="6076" y="3212"/>
                    </a:lnTo>
                    <a:lnTo>
                      <a:pt x="6083" y="3202"/>
                    </a:lnTo>
                    <a:lnTo>
                      <a:pt x="6087" y="3194"/>
                    </a:lnTo>
                    <a:lnTo>
                      <a:pt x="6093" y="3196"/>
                    </a:lnTo>
                    <a:lnTo>
                      <a:pt x="6099" y="3182"/>
                    </a:lnTo>
                    <a:lnTo>
                      <a:pt x="6114" y="3169"/>
                    </a:lnTo>
                    <a:lnTo>
                      <a:pt x="6130" y="3145"/>
                    </a:lnTo>
                    <a:lnTo>
                      <a:pt x="6140" y="3147"/>
                    </a:lnTo>
                    <a:lnTo>
                      <a:pt x="6158" y="3127"/>
                    </a:lnTo>
                    <a:lnTo>
                      <a:pt x="6166" y="3111"/>
                    </a:lnTo>
                    <a:lnTo>
                      <a:pt x="6169" y="3112"/>
                    </a:lnTo>
                    <a:lnTo>
                      <a:pt x="6182" y="3101"/>
                    </a:lnTo>
                    <a:lnTo>
                      <a:pt x="6193" y="3095"/>
                    </a:lnTo>
                    <a:lnTo>
                      <a:pt x="6201" y="3078"/>
                    </a:lnTo>
                    <a:lnTo>
                      <a:pt x="6204" y="3063"/>
                    </a:lnTo>
                    <a:lnTo>
                      <a:pt x="6219" y="3043"/>
                    </a:lnTo>
                    <a:lnTo>
                      <a:pt x="6258" y="3011"/>
                    </a:lnTo>
                    <a:lnTo>
                      <a:pt x="6270" y="2994"/>
                    </a:lnTo>
                    <a:lnTo>
                      <a:pt x="6280" y="2976"/>
                    </a:lnTo>
                    <a:lnTo>
                      <a:pt x="6298" y="2960"/>
                    </a:lnTo>
                    <a:lnTo>
                      <a:pt x="6316" y="2946"/>
                    </a:lnTo>
                    <a:lnTo>
                      <a:pt x="6345" y="2932"/>
                    </a:lnTo>
                    <a:lnTo>
                      <a:pt x="6400" y="2927"/>
                    </a:lnTo>
                    <a:lnTo>
                      <a:pt x="6436" y="2927"/>
                    </a:lnTo>
                    <a:lnTo>
                      <a:pt x="6456" y="2924"/>
                    </a:lnTo>
                    <a:lnTo>
                      <a:pt x="6464" y="2927"/>
                    </a:lnTo>
                    <a:lnTo>
                      <a:pt x="6475" y="2925"/>
                    </a:lnTo>
                    <a:lnTo>
                      <a:pt x="6488" y="2929"/>
                    </a:lnTo>
                    <a:lnTo>
                      <a:pt x="6495" y="2929"/>
                    </a:lnTo>
                    <a:lnTo>
                      <a:pt x="6495" y="2941"/>
                    </a:lnTo>
                    <a:lnTo>
                      <a:pt x="6500" y="2950"/>
                    </a:lnTo>
                    <a:lnTo>
                      <a:pt x="6507" y="2951"/>
                    </a:lnTo>
                    <a:lnTo>
                      <a:pt x="6518" y="2949"/>
                    </a:lnTo>
                    <a:lnTo>
                      <a:pt x="6521" y="2944"/>
                    </a:lnTo>
                    <a:lnTo>
                      <a:pt x="6522" y="2923"/>
                    </a:lnTo>
                    <a:lnTo>
                      <a:pt x="6527" y="2919"/>
                    </a:lnTo>
                    <a:lnTo>
                      <a:pt x="6585" y="2943"/>
                    </a:lnTo>
                    <a:lnTo>
                      <a:pt x="6602" y="2940"/>
                    </a:lnTo>
                    <a:lnTo>
                      <a:pt x="6602" y="2932"/>
                    </a:lnTo>
                    <a:lnTo>
                      <a:pt x="6610" y="2927"/>
                    </a:lnTo>
                    <a:lnTo>
                      <a:pt x="6630" y="2928"/>
                    </a:lnTo>
                    <a:lnTo>
                      <a:pt x="6638" y="2937"/>
                    </a:lnTo>
                    <a:lnTo>
                      <a:pt x="6641" y="2944"/>
                    </a:lnTo>
                    <a:lnTo>
                      <a:pt x="6646" y="2945"/>
                    </a:lnTo>
                    <a:lnTo>
                      <a:pt x="6660" y="2941"/>
                    </a:lnTo>
                    <a:lnTo>
                      <a:pt x="6660" y="2932"/>
                    </a:lnTo>
                    <a:lnTo>
                      <a:pt x="6656" y="2932"/>
                    </a:lnTo>
                    <a:lnTo>
                      <a:pt x="6651" y="2923"/>
                    </a:lnTo>
                    <a:lnTo>
                      <a:pt x="6660" y="2918"/>
                    </a:lnTo>
                    <a:lnTo>
                      <a:pt x="6673" y="2918"/>
                    </a:lnTo>
                    <a:lnTo>
                      <a:pt x="6672" y="2912"/>
                    </a:lnTo>
                    <a:lnTo>
                      <a:pt x="6667" y="2905"/>
                    </a:lnTo>
                    <a:lnTo>
                      <a:pt x="6668" y="2898"/>
                    </a:lnTo>
                    <a:lnTo>
                      <a:pt x="6679" y="2891"/>
                    </a:lnTo>
                    <a:lnTo>
                      <a:pt x="6692" y="2890"/>
                    </a:lnTo>
                    <a:lnTo>
                      <a:pt x="6705" y="2892"/>
                    </a:lnTo>
                    <a:lnTo>
                      <a:pt x="6737" y="2905"/>
                    </a:lnTo>
                    <a:lnTo>
                      <a:pt x="6747" y="2905"/>
                    </a:lnTo>
                    <a:lnTo>
                      <a:pt x="6760" y="2913"/>
                    </a:lnTo>
                    <a:lnTo>
                      <a:pt x="6762" y="2918"/>
                    </a:lnTo>
                    <a:lnTo>
                      <a:pt x="6770" y="2921"/>
                    </a:lnTo>
                    <a:lnTo>
                      <a:pt x="6775" y="2908"/>
                    </a:lnTo>
                    <a:lnTo>
                      <a:pt x="6785" y="2906"/>
                    </a:lnTo>
                    <a:lnTo>
                      <a:pt x="6798" y="2910"/>
                    </a:lnTo>
                    <a:lnTo>
                      <a:pt x="6808" y="2916"/>
                    </a:lnTo>
                    <a:lnTo>
                      <a:pt x="6817" y="2927"/>
                    </a:lnTo>
                    <a:lnTo>
                      <a:pt x="6822" y="2937"/>
                    </a:lnTo>
                    <a:lnTo>
                      <a:pt x="6841" y="2940"/>
                    </a:lnTo>
                    <a:lnTo>
                      <a:pt x="6845" y="2948"/>
                    </a:lnTo>
                    <a:lnTo>
                      <a:pt x="6833" y="2953"/>
                    </a:lnTo>
                    <a:lnTo>
                      <a:pt x="6817" y="2954"/>
                    </a:lnTo>
                    <a:lnTo>
                      <a:pt x="6795" y="2954"/>
                    </a:lnTo>
                    <a:lnTo>
                      <a:pt x="6784" y="2959"/>
                    </a:lnTo>
                    <a:lnTo>
                      <a:pt x="6785" y="2965"/>
                    </a:lnTo>
                    <a:lnTo>
                      <a:pt x="6800" y="2984"/>
                    </a:lnTo>
                    <a:lnTo>
                      <a:pt x="6816" y="2986"/>
                    </a:lnTo>
                    <a:lnTo>
                      <a:pt x="6829" y="2984"/>
                    </a:lnTo>
                    <a:lnTo>
                      <a:pt x="6843" y="2981"/>
                    </a:lnTo>
                    <a:lnTo>
                      <a:pt x="6849" y="2971"/>
                    </a:lnTo>
                    <a:lnTo>
                      <a:pt x="6859" y="2966"/>
                    </a:lnTo>
                    <a:lnTo>
                      <a:pt x="6866" y="2973"/>
                    </a:lnTo>
                    <a:lnTo>
                      <a:pt x="6878" y="2978"/>
                    </a:lnTo>
                    <a:lnTo>
                      <a:pt x="6886" y="2972"/>
                    </a:lnTo>
                    <a:lnTo>
                      <a:pt x="6892" y="2962"/>
                    </a:lnTo>
                    <a:lnTo>
                      <a:pt x="6905" y="2960"/>
                    </a:lnTo>
                    <a:lnTo>
                      <a:pt x="6907" y="2953"/>
                    </a:lnTo>
                    <a:lnTo>
                      <a:pt x="6919" y="2946"/>
                    </a:lnTo>
                    <a:lnTo>
                      <a:pt x="6935" y="2951"/>
                    </a:lnTo>
                    <a:lnTo>
                      <a:pt x="6942" y="2962"/>
                    </a:lnTo>
                    <a:lnTo>
                      <a:pt x="6951" y="2962"/>
                    </a:lnTo>
                    <a:lnTo>
                      <a:pt x="6963" y="2959"/>
                    </a:lnTo>
                    <a:lnTo>
                      <a:pt x="6967" y="2950"/>
                    </a:lnTo>
                    <a:lnTo>
                      <a:pt x="6981" y="2951"/>
                    </a:lnTo>
                    <a:lnTo>
                      <a:pt x="6988" y="2956"/>
                    </a:lnTo>
                    <a:lnTo>
                      <a:pt x="6991" y="2950"/>
                    </a:lnTo>
                    <a:lnTo>
                      <a:pt x="7001" y="2950"/>
                    </a:lnTo>
                    <a:lnTo>
                      <a:pt x="7002" y="2943"/>
                    </a:lnTo>
                    <a:lnTo>
                      <a:pt x="7000" y="2933"/>
                    </a:lnTo>
                    <a:lnTo>
                      <a:pt x="6993" y="2922"/>
                    </a:lnTo>
                    <a:lnTo>
                      <a:pt x="6972" y="2913"/>
                    </a:lnTo>
                    <a:lnTo>
                      <a:pt x="6951" y="2917"/>
                    </a:lnTo>
                    <a:lnTo>
                      <a:pt x="6952" y="2910"/>
                    </a:lnTo>
                    <a:lnTo>
                      <a:pt x="6958" y="2902"/>
                    </a:lnTo>
                    <a:lnTo>
                      <a:pt x="6950" y="2879"/>
                    </a:lnTo>
                    <a:lnTo>
                      <a:pt x="6953" y="2875"/>
                    </a:lnTo>
                    <a:lnTo>
                      <a:pt x="6959" y="2879"/>
                    </a:lnTo>
                    <a:lnTo>
                      <a:pt x="6962" y="2879"/>
                    </a:lnTo>
                    <a:lnTo>
                      <a:pt x="6975" y="2849"/>
                    </a:lnTo>
                    <a:lnTo>
                      <a:pt x="6983" y="2837"/>
                    </a:lnTo>
                    <a:lnTo>
                      <a:pt x="6986" y="2827"/>
                    </a:lnTo>
                    <a:lnTo>
                      <a:pt x="6999" y="2815"/>
                    </a:lnTo>
                    <a:lnTo>
                      <a:pt x="7011" y="2809"/>
                    </a:lnTo>
                    <a:lnTo>
                      <a:pt x="7047" y="2776"/>
                    </a:lnTo>
                    <a:lnTo>
                      <a:pt x="7047" y="2767"/>
                    </a:lnTo>
                    <a:lnTo>
                      <a:pt x="7051" y="2757"/>
                    </a:lnTo>
                    <a:lnTo>
                      <a:pt x="7074" y="2731"/>
                    </a:lnTo>
                    <a:lnTo>
                      <a:pt x="7083" y="2723"/>
                    </a:lnTo>
                    <a:lnTo>
                      <a:pt x="7088" y="2697"/>
                    </a:lnTo>
                    <a:lnTo>
                      <a:pt x="7099" y="2690"/>
                    </a:lnTo>
                    <a:lnTo>
                      <a:pt x="7118" y="2670"/>
                    </a:lnTo>
                    <a:lnTo>
                      <a:pt x="7128" y="2666"/>
                    </a:lnTo>
                    <a:lnTo>
                      <a:pt x="7137" y="2659"/>
                    </a:lnTo>
                    <a:lnTo>
                      <a:pt x="7165" y="2661"/>
                    </a:lnTo>
                    <a:lnTo>
                      <a:pt x="7205" y="2653"/>
                    </a:lnTo>
                    <a:lnTo>
                      <a:pt x="7211" y="2648"/>
                    </a:lnTo>
                    <a:lnTo>
                      <a:pt x="7215" y="2642"/>
                    </a:lnTo>
                    <a:lnTo>
                      <a:pt x="7221" y="2643"/>
                    </a:lnTo>
                    <a:lnTo>
                      <a:pt x="7235" y="2652"/>
                    </a:lnTo>
                    <a:lnTo>
                      <a:pt x="7241" y="2659"/>
                    </a:lnTo>
                    <a:lnTo>
                      <a:pt x="7244" y="2670"/>
                    </a:lnTo>
                    <a:lnTo>
                      <a:pt x="7260" y="2669"/>
                    </a:lnTo>
                    <a:lnTo>
                      <a:pt x="7270" y="2658"/>
                    </a:lnTo>
                    <a:lnTo>
                      <a:pt x="7290" y="2638"/>
                    </a:lnTo>
                    <a:lnTo>
                      <a:pt x="7281" y="2685"/>
                    </a:lnTo>
                    <a:lnTo>
                      <a:pt x="7273" y="2693"/>
                    </a:lnTo>
                    <a:lnTo>
                      <a:pt x="7269" y="2703"/>
                    </a:lnTo>
                    <a:lnTo>
                      <a:pt x="7263" y="2712"/>
                    </a:lnTo>
                    <a:lnTo>
                      <a:pt x="7263" y="2725"/>
                    </a:lnTo>
                    <a:lnTo>
                      <a:pt x="7269" y="2733"/>
                    </a:lnTo>
                    <a:lnTo>
                      <a:pt x="7268" y="2741"/>
                    </a:lnTo>
                    <a:lnTo>
                      <a:pt x="7263" y="2745"/>
                    </a:lnTo>
                    <a:lnTo>
                      <a:pt x="7260" y="2752"/>
                    </a:lnTo>
                    <a:lnTo>
                      <a:pt x="7265" y="2756"/>
                    </a:lnTo>
                    <a:lnTo>
                      <a:pt x="7280" y="2749"/>
                    </a:lnTo>
                    <a:lnTo>
                      <a:pt x="7292" y="2746"/>
                    </a:lnTo>
                    <a:lnTo>
                      <a:pt x="7281" y="2771"/>
                    </a:lnTo>
                    <a:lnTo>
                      <a:pt x="7278" y="2787"/>
                    </a:lnTo>
                    <a:lnTo>
                      <a:pt x="7279" y="2797"/>
                    </a:lnTo>
                    <a:lnTo>
                      <a:pt x="7286" y="2793"/>
                    </a:lnTo>
                    <a:lnTo>
                      <a:pt x="7300" y="2781"/>
                    </a:lnTo>
                    <a:lnTo>
                      <a:pt x="7309" y="2781"/>
                    </a:lnTo>
                    <a:lnTo>
                      <a:pt x="7345" y="2734"/>
                    </a:lnTo>
                    <a:lnTo>
                      <a:pt x="7355" y="2728"/>
                    </a:lnTo>
                    <a:lnTo>
                      <a:pt x="7367" y="2713"/>
                    </a:lnTo>
                    <a:lnTo>
                      <a:pt x="7378" y="2704"/>
                    </a:lnTo>
                    <a:lnTo>
                      <a:pt x="7399" y="2680"/>
                    </a:lnTo>
                    <a:lnTo>
                      <a:pt x="7414" y="2679"/>
                    </a:lnTo>
                    <a:lnTo>
                      <a:pt x="7420" y="2675"/>
                    </a:lnTo>
                    <a:lnTo>
                      <a:pt x="7422" y="2666"/>
                    </a:lnTo>
                    <a:lnTo>
                      <a:pt x="7430" y="2671"/>
                    </a:lnTo>
                    <a:lnTo>
                      <a:pt x="7429" y="2680"/>
                    </a:lnTo>
                    <a:lnTo>
                      <a:pt x="7431" y="2688"/>
                    </a:lnTo>
                    <a:lnTo>
                      <a:pt x="7438" y="2687"/>
                    </a:lnTo>
                    <a:lnTo>
                      <a:pt x="7447" y="2669"/>
                    </a:lnTo>
                    <a:lnTo>
                      <a:pt x="7437" y="2666"/>
                    </a:lnTo>
                    <a:lnTo>
                      <a:pt x="7434" y="2656"/>
                    </a:lnTo>
                    <a:lnTo>
                      <a:pt x="7437" y="2642"/>
                    </a:lnTo>
                    <a:lnTo>
                      <a:pt x="7438" y="2627"/>
                    </a:lnTo>
                    <a:lnTo>
                      <a:pt x="7438" y="2618"/>
                    </a:lnTo>
                    <a:lnTo>
                      <a:pt x="7448" y="2601"/>
                    </a:lnTo>
                    <a:lnTo>
                      <a:pt x="7448" y="2593"/>
                    </a:lnTo>
                    <a:lnTo>
                      <a:pt x="7452" y="2583"/>
                    </a:lnTo>
                    <a:lnTo>
                      <a:pt x="7467" y="2569"/>
                    </a:lnTo>
                    <a:lnTo>
                      <a:pt x="7511" y="2553"/>
                    </a:lnTo>
                    <a:lnTo>
                      <a:pt x="7526" y="2557"/>
                    </a:lnTo>
                    <a:lnTo>
                      <a:pt x="7542" y="2572"/>
                    </a:lnTo>
                    <a:lnTo>
                      <a:pt x="7535" y="2585"/>
                    </a:lnTo>
                    <a:lnTo>
                      <a:pt x="7524" y="2582"/>
                    </a:lnTo>
                    <a:lnTo>
                      <a:pt x="7506" y="2596"/>
                    </a:lnTo>
                    <a:lnTo>
                      <a:pt x="7496" y="2607"/>
                    </a:lnTo>
                    <a:lnTo>
                      <a:pt x="7494" y="2623"/>
                    </a:lnTo>
                    <a:lnTo>
                      <a:pt x="7490" y="2631"/>
                    </a:lnTo>
                    <a:lnTo>
                      <a:pt x="7489" y="2644"/>
                    </a:lnTo>
                    <a:lnTo>
                      <a:pt x="7489" y="2670"/>
                    </a:lnTo>
                    <a:lnTo>
                      <a:pt x="7478" y="2681"/>
                    </a:lnTo>
                    <a:lnTo>
                      <a:pt x="7477" y="2688"/>
                    </a:lnTo>
                    <a:lnTo>
                      <a:pt x="7478" y="2699"/>
                    </a:lnTo>
                    <a:lnTo>
                      <a:pt x="7480" y="2706"/>
                    </a:lnTo>
                    <a:lnTo>
                      <a:pt x="7479" y="2718"/>
                    </a:lnTo>
                    <a:lnTo>
                      <a:pt x="7472" y="2728"/>
                    </a:lnTo>
                    <a:lnTo>
                      <a:pt x="7465" y="2731"/>
                    </a:lnTo>
                    <a:lnTo>
                      <a:pt x="7464" y="2738"/>
                    </a:lnTo>
                    <a:lnTo>
                      <a:pt x="7463" y="2749"/>
                    </a:lnTo>
                    <a:lnTo>
                      <a:pt x="7472" y="2755"/>
                    </a:lnTo>
                    <a:lnTo>
                      <a:pt x="7472" y="2762"/>
                    </a:lnTo>
                    <a:lnTo>
                      <a:pt x="7462" y="2771"/>
                    </a:lnTo>
                    <a:lnTo>
                      <a:pt x="7451" y="2777"/>
                    </a:lnTo>
                    <a:lnTo>
                      <a:pt x="7440" y="2774"/>
                    </a:lnTo>
                    <a:lnTo>
                      <a:pt x="7427" y="2779"/>
                    </a:lnTo>
                    <a:lnTo>
                      <a:pt x="7415" y="2797"/>
                    </a:lnTo>
                    <a:lnTo>
                      <a:pt x="7402" y="2798"/>
                    </a:lnTo>
                    <a:lnTo>
                      <a:pt x="7376" y="2809"/>
                    </a:lnTo>
                    <a:lnTo>
                      <a:pt x="7372" y="2814"/>
                    </a:lnTo>
                    <a:lnTo>
                      <a:pt x="7372" y="2826"/>
                    </a:lnTo>
                    <a:lnTo>
                      <a:pt x="7367" y="2838"/>
                    </a:lnTo>
                    <a:lnTo>
                      <a:pt x="7356" y="2848"/>
                    </a:lnTo>
                    <a:lnTo>
                      <a:pt x="7343" y="2864"/>
                    </a:lnTo>
                    <a:lnTo>
                      <a:pt x="7318" y="2897"/>
                    </a:lnTo>
                    <a:lnTo>
                      <a:pt x="7293" y="2911"/>
                    </a:lnTo>
                    <a:lnTo>
                      <a:pt x="7286" y="2929"/>
                    </a:lnTo>
                    <a:lnTo>
                      <a:pt x="7276" y="2934"/>
                    </a:lnTo>
                    <a:lnTo>
                      <a:pt x="7258" y="2960"/>
                    </a:lnTo>
                    <a:lnTo>
                      <a:pt x="7255" y="2978"/>
                    </a:lnTo>
                    <a:lnTo>
                      <a:pt x="7236" y="3002"/>
                    </a:lnTo>
                    <a:lnTo>
                      <a:pt x="7225" y="3019"/>
                    </a:lnTo>
                    <a:lnTo>
                      <a:pt x="7210" y="3031"/>
                    </a:lnTo>
                    <a:lnTo>
                      <a:pt x="7195" y="3047"/>
                    </a:lnTo>
                    <a:lnTo>
                      <a:pt x="7182" y="3066"/>
                    </a:lnTo>
                    <a:lnTo>
                      <a:pt x="7162" y="3075"/>
                    </a:lnTo>
                    <a:lnTo>
                      <a:pt x="7144" y="3075"/>
                    </a:lnTo>
                    <a:lnTo>
                      <a:pt x="7137" y="3085"/>
                    </a:lnTo>
                    <a:lnTo>
                      <a:pt x="7128" y="3096"/>
                    </a:lnTo>
                    <a:lnTo>
                      <a:pt x="7108" y="3091"/>
                    </a:lnTo>
                    <a:lnTo>
                      <a:pt x="7098" y="3093"/>
                    </a:lnTo>
                    <a:lnTo>
                      <a:pt x="7103" y="3105"/>
                    </a:lnTo>
                    <a:lnTo>
                      <a:pt x="7106" y="3124"/>
                    </a:lnTo>
                    <a:lnTo>
                      <a:pt x="7093" y="3164"/>
                    </a:lnTo>
                    <a:lnTo>
                      <a:pt x="7077" y="3174"/>
                    </a:lnTo>
                    <a:lnTo>
                      <a:pt x="7065" y="3186"/>
                    </a:lnTo>
                    <a:lnTo>
                      <a:pt x="7051" y="3193"/>
                    </a:lnTo>
                    <a:lnTo>
                      <a:pt x="7045" y="3206"/>
                    </a:lnTo>
                    <a:lnTo>
                      <a:pt x="7040" y="3229"/>
                    </a:lnTo>
                    <a:lnTo>
                      <a:pt x="7028" y="3279"/>
                    </a:lnTo>
                    <a:lnTo>
                      <a:pt x="7027" y="3328"/>
                    </a:lnTo>
                    <a:lnTo>
                      <a:pt x="7028" y="3352"/>
                    </a:lnTo>
                    <a:lnTo>
                      <a:pt x="7031" y="3374"/>
                    </a:lnTo>
                    <a:lnTo>
                      <a:pt x="7032" y="3403"/>
                    </a:lnTo>
                    <a:lnTo>
                      <a:pt x="7036" y="3418"/>
                    </a:lnTo>
                    <a:lnTo>
                      <a:pt x="7040" y="3459"/>
                    </a:lnTo>
                    <a:lnTo>
                      <a:pt x="7042" y="3463"/>
                    </a:lnTo>
                    <a:lnTo>
                      <a:pt x="7044" y="3467"/>
                    </a:lnTo>
                    <a:lnTo>
                      <a:pt x="7051" y="3503"/>
                    </a:lnTo>
                    <a:lnTo>
                      <a:pt x="7056" y="3524"/>
                    </a:lnTo>
                    <a:lnTo>
                      <a:pt x="7058" y="3551"/>
                    </a:lnTo>
                    <a:lnTo>
                      <a:pt x="7061" y="3573"/>
                    </a:lnTo>
                    <a:lnTo>
                      <a:pt x="7066" y="3596"/>
                    </a:lnTo>
                    <a:lnTo>
                      <a:pt x="7075" y="3617"/>
                    </a:lnTo>
                    <a:lnTo>
                      <a:pt x="7081" y="3640"/>
                    </a:lnTo>
                    <a:lnTo>
                      <a:pt x="7081" y="3685"/>
                    </a:lnTo>
                    <a:lnTo>
                      <a:pt x="7082" y="3705"/>
                    </a:lnTo>
                    <a:lnTo>
                      <a:pt x="7092" y="3729"/>
                    </a:lnTo>
                    <a:lnTo>
                      <a:pt x="7094" y="3742"/>
                    </a:lnTo>
                    <a:lnTo>
                      <a:pt x="7108" y="3728"/>
                    </a:lnTo>
                    <a:lnTo>
                      <a:pt x="7120" y="3718"/>
                    </a:lnTo>
                    <a:lnTo>
                      <a:pt x="7131" y="3704"/>
                    </a:lnTo>
                    <a:lnTo>
                      <a:pt x="7139" y="3691"/>
                    </a:lnTo>
                    <a:lnTo>
                      <a:pt x="7150" y="3682"/>
                    </a:lnTo>
                    <a:lnTo>
                      <a:pt x="7172" y="3656"/>
                    </a:lnTo>
                    <a:lnTo>
                      <a:pt x="7184" y="3626"/>
                    </a:lnTo>
                    <a:lnTo>
                      <a:pt x="7185" y="3613"/>
                    </a:lnTo>
                    <a:lnTo>
                      <a:pt x="7184" y="3595"/>
                    </a:lnTo>
                    <a:lnTo>
                      <a:pt x="7188" y="3589"/>
                    </a:lnTo>
                    <a:lnTo>
                      <a:pt x="7192" y="3573"/>
                    </a:lnTo>
                    <a:lnTo>
                      <a:pt x="7187" y="3569"/>
                    </a:lnTo>
                    <a:lnTo>
                      <a:pt x="7192" y="3561"/>
                    </a:lnTo>
                    <a:lnTo>
                      <a:pt x="7198" y="3562"/>
                    </a:lnTo>
                    <a:lnTo>
                      <a:pt x="7203" y="3567"/>
                    </a:lnTo>
                    <a:lnTo>
                      <a:pt x="7212" y="3556"/>
                    </a:lnTo>
                    <a:lnTo>
                      <a:pt x="7228" y="3545"/>
                    </a:lnTo>
                    <a:lnTo>
                      <a:pt x="7252" y="3536"/>
                    </a:lnTo>
                    <a:lnTo>
                      <a:pt x="7269" y="3542"/>
                    </a:lnTo>
                    <a:lnTo>
                      <a:pt x="7268" y="3536"/>
                    </a:lnTo>
                    <a:lnTo>
                      <a:pt x="7264" y="3529"/>
                    </a:lnTo>
                    <a:lnTo>
                      <a:pt x="7262" y="3516"/>
                    </a:lnTo>
                    <a:lnTo>
                      <a:pt x="7262" y="3479"/>
                    </a:lnTo>
                    <a:lnTo>
                      <a:pt x="7263" y="3463"/>
                    </a:lnTo>
                    <a:lnTo>
                      <a:pt x="7273" y="3450"/>
                    </a:lnTo>
                    <a:lnTo>
                      <a:pt x="7301" y="3423"/>
                    </a:lnTo>
                    <a:lnTo>
                      <a:pt x="7319" y="3413"/>
                    </a:lnTo>
                    <a:lnTo>
                      <a:pt x="7335" y="3409"/>
                    </a:lnTo>
                    <a:lnTo>
                      <a:pt x="7341" y="3418"/>
                    </a:lnTo>
                    <a:lnTo>
                      <a:pt x="7354" y="3418"/>
                    </a:lnTo>
                    <a:lnTo>
                      <a:pt x="7366" y="3414"/>
                    </a:lnTo>
                    <a:lnTo>
                      <a:pt x="7382" y="3398"/>
                    </a:lnTo>
                    <a:lnTo>
                      <a:pt x="7384" y="3390"/>
                    </a:lnTo>
                    <a:lnTo>
                      <a:pt x="7365" y="3362"/>
                    </a:lnTo>
                    <a:lnTo>
                      <a:pt x="7360" y="3347"/>
                    </a:lnTo>
                    <a:lnTo>
                      <a:pt x="7357" y="3335"/>
                    </a:lnTo>
                    <a:lnTo>
                      <a:pt x="7359" y="3322"/>
                    </a:lnTo>
                    <a:lnTo>
                      <a:pt x="7362" y="3305"/>
                    </a:lnTo>
                    <a:lnTo>
                      <a:pt x="7368" y="3293"/>
                    </a:lnTo>
                    <a:lnTo>
                      <a:pt x="7372" y="3279"/>
                    </a:lnTo>
                    <a:lnTo>
                      <a:pt x="7381" y="3267"/>
                    </a:lnTo>
                    <a:lnTo>
                      <a:pt x="7397" y="3256"/>
                    </a:lnTo>
                    <a:lnTo>
                      <a:pt x="7394" y="3247"/>
                    </a:lnTo>
                    <a:lnTo>
                      <a:pt x="7391" y="3242"/>
                    </a:lnTo>
                    <a:lnTo>
                      <a:pt x="7389" y="3237"/>
                    </a:lnTo>
                    <a:lnTo>
                      <a:pt x="7405" y="3231"/>
                    </a:lnTo>
                    <a:lnTo>
                      <a:pt x="7422" y="3229"/>
                    </a:lnTo>
                    <a:lnTo>
                      <a:pt x="7429" y="3222"/>
                    </a:lnTo>
                    <a:lnTo>
                      <a:pt x="7431" y="3226"/>
                    </a:lnTo>
                    <a:lnTo>
                      <a:pt x="7424" y="3237"/>
                    </a:lnTo>
                    <a:lnTo>
                      <a:pt x="7416" y="3242"/>
                    </a:lnTo>
                    <a:lnTo>
                      <a:pt x="7413" y="3251"/>
                    </a:lnTo>
                    <a:lnTo>
                      <a:pt x="7422" y="3271"/>
                    </a:lnTo>
                    <a:lnTo>
                      <a:pt x="7431" y="3274"/>
                    </a:lnTo>
                    <a:lnTo>
                      <a:pt x="7435" y="3274"/>
                    </a:lnTo>
                    <a:lnTo>
                      <a:pt x="7445" y="3258"/>
                    </a:lnTo>
                    <a:lnTo>
                      <a:pt x="7447" y="3247"/>
                    </a:lnTo>
                    <a:lnTo>
                      <a:pt x="7442" y="3212"/>
                    </a:lnTo>
                    <a:lnTo>
                      <a:pt x="7437" y="3203"/>
                    </a:lnTo>
                    <a:lnTo>
                      <a:pt x="7421" y="3206"/>
                    </a:lnTo>
                    <a:lnTo>
                      <a:pt x="7419" y="3202"/>
                    </a:lnTo>
                    <a:lnTo>
                      <a:pt x="7419" y="3180"/>
                    </a:lnTo>
                    <a:lnTo>
                      <a:pt x="7416" y="3159"/>
                    </a:lnTo>
                    <a:lnTo>
                      <a:pt x="7418" y="3147"/>
                    </a:lnTo>
                    <a:lnTo>
                      <a:pt x="7421" y="3137"/>
                    </a:lnTo>
                    <a:lnTo>
                      <a:pt x="7434" y="3126"/>
                    </a:lnTo>
                    <a:lnTo>
                      <a:pt x="7445" y="3106"/>
                    </a:lnTo>
                    <a:lnTo>
                      <a:pt x="7443" y="3097"/>
                    </a:lnTo>
                    <a:lnTo>
                      <a:pt x="7413" y="3079"/>
                    </a:lnTo>
                    <a:lnTo>
                      <a:pt x="7400" y="3083"/>
                    </a:lnTo>
                    <a:lnTo>
                      <a:pt x="7397" y="3096"/>
                    </a:lnTo>
                    <a:lnTo>
                      <a:pt x="7394" y="3100"/>
                    </a:lnTo>
                    <a:lnTo>
                      <a:pt x="7387" y="3097"/>
                    </a:lnTo>
                    <a:lnTo>
                      <a:pt x="7381" y="3093"/>
                    </a:lnTo>
                    <a:lnTo>
                      <a:pt x="7377" y="3081"/>
                    </a:lnTo>
                    <a:lnTo>
                      <a:pt x="7377" y="3063"/>
                    </a:lnTo>
                    <a:lnTo>
                      <a:pt x="7381" y="3051"/>
                    </a:lnTo>
                    <a:lnTo>
                      <a:pt x="7386" y="3032"/>
                    </a:lnTo>
                    <a:lnTo>
                      <a:pt x="7393" y="3019"/>
                    </a:lnTo>
                    <a:lnTo>
                      <a:pt x="7407" y="2999"/>
                    </a:lnTo>
                    <a:lnTo>
                      <a:pt x="7420" y="2983"/>
                    </a:lnTo>
                    <a:lnTo>
                      <a:pt x="7427" y="2970"/>
                    </a:lnTo>
                    <a:lnTo>
                      <a:pt x="7426" y="2960"/>
                    </a:lnTo>
                    <a:lnTo>
                      <a:pt x="7430" y="2954"/>
                    </a:lnTo>
                    <a:lnTo>
                      <a:pt x="7440" y="2957"/>
                    </a:lnTo>
                    <a:lnTo>
                      <a:pt x="7437" y="2950"/>
                    </a:lnTo>
                    <a:lnTo>
                      <a:pt x="7437" y="2943"/>
                    </a:lnTo>
                    <a:lnTo>
                      <a:pt x="7446" y="2938"/>
                    </a:lnTo>
                    <a:lnTo>
                      <a:pt x="7450" y="2932"/>
                    </a:lnTo>
                    <a:lnTo>
                      <a:pt x="7446" y="2918"/>
                    </a:lnTo>
                    <a:lnTo>
                      <a:pt x="7447" y="2905"/>
                    </a:lnTo>
                    <a:lnTo>
                      <a:pt x="7454" y="2892"/>
                    </a:lnTo>
                    <a:lnTo>
                      <a:pt x="7456" y="2881"/>
                    </a:lnTo>
                    <a:lnTo>
                      <a:pt x="7462" y="2875"/>
                    </a:lnTo>
                    <a:lnTo>
                      <a:pt x="7472" y="2871"/>
                    </a:lnTo>
                    <a:lnTo>
                      <a:pt x="7485" y="2862"/>
                    </a:lnTo>
                    <a:lnTo>
                      <a:pt x="7492" y="2867"/>
                    </a:lnTo>
                    <a:lnTo>
                      <a:pt x="7496" y="2876"/>
                    </a:lnTo>
                    <a:lnTo>
                      <a:pt x="7505" y="2864"/>
                    </a:lnTo>
                    <a:lnTo>
                      <a:pt x="7517" y="2855"/>
                    </a:lnTo>
                    <a:lnTo>
                      <a:pt x="7527" y="2865"/>
                    </a:lnTo>
                    <a:lnTo>
                      <a:pt x="7532" y="2879"/>
                    </a:lnTo>
                    <a:lnTo>
                      <a:pt x="7542" y="2881"/>
                    </a:lnTo>
                    <a:lnTo>
                      <a:pt x="7547" y="2864"/>
                    </a:lnTo>
                    <a:lnTo>
                      <a:pt x="7547" y="2852"/>
                    </a:lnTo>
                    <a:lnTo>
                      <a:pt x="7556" y="2840"/>
                    </a:lnTo>
                    <a:lnTo>
                      <a:pt x="7563" y="2836"/>
                    </a:lnTo>
                    <a:lnTo>
                      <a:pt x="7581" y="2830"/>
                    </a:lnTo>
                    <a:lnTo>
                      <a:pt x="7588" y="2824"/>
                    </a:lnTo>
                    <a:lnTo>
                      <a:pt x="7598" y="2809"/>
                    </a:lnTo>
                    <a:lnTo>
                      <a:pt x="7604" y="2803"/>
                    </a:lnTo>
                    <a:lnTo>
                      <a:pt x="7609" y="2806"/>
                    </a:lnTo>
                    <a:lnTo>
                      <a:pt x="7612" y="2814"/>
                    </a:lnTo>
                    <a:lnTo>
                      <a:pt x="7607" y="2821"/>
                    </a:lnTo>
                    <a:lnTo>
                      <a:pt x="7610" y="2841"/>
                    </a:lnTo>
                    <a:lnTo>
                      <a:pt x="7606" y="2855"/>
                    </a:lnTo>
                    <a:lnTo>
                      <a:pt x="7606" y="2864"/>
                    </a:lnTo>
                    <a:lnTo>
                      <a:pt x="7604" y="2870"/>
                    </a:lnTo>
                    <a:lnTo>
                      <a:pt x="7602" y="2875"/>
                    </a:lnTo>
                    <a:lnTo>
                      <a:pt x="7602" y="2880"/>
                    </a:lnTo>
                    <a:lnTo>
                      <a:pt x="7606" y="2880"/>
                    </a:lnTo>
                    <a:lnTo>
                      <a:pt x="7618" y="2863"/>
                    </a:lnTo>
                    <a:lnTo>
                      <a:pt x="7647" y="2835"/>
                    </a:lnTo>
                    <a:lnTo>
                      <a:pt x="7649" y="2828"/>
                    </a:lnTo>
                    <a:lnTo>
                      <a:pt x="7647" y="2819"/>
                    </a:lnTo>
                    <a:lnTo>
                      <a:pt x="7650" y="2815"/>
                    </a:lnTo>
                    <a:lnTo>
                      <a:pt x="7658" y="2822"/>
                    </a:lnTo>
                    <a:lnTo>
                      <a:pt x="7667" y="2814"/>
                    </a:lnTo>
                    <a:lnTo>
                      <a:pt x="7678" y="2812"/>
                    </a:lnTo>
                    <a:lnTo>
                      <a:pt x="7694" y="2800"/>
                    </a:lnTo>
                    <a:lnTo>
                      <a:pt x="7706" y="2799"/>
                    </a:lnTo>
                    <a:lnTo>
                      <a:pt x="7714" y="2790"/>
                    </a:lnTo>
                    <a:lnTo>
                      <a:pt x="7720" y="2795"/>
                    </a:lnTo>
                    <a:lnTo>
                      <a:pt x="7726" y="2794"/>
                    </a:lnTo>
                    <a:lnTo>
                      <a:pt x="7755" y="2795"/>
                    </a:lnTo>
                    <a:lnTo>
                      <a:pt x="7770" y="2799"/>
                    </a:lnTo>
                    <a:lnTo>
                      <a:pt x="7781" y="2804"/>
                    </a:lnTo>
                    <a:lnTo>
                      <a:pt x="7795" y="2815"/>
                    </a:lnTo>
                    <a:lnTo>
                      <a:pt x="7800" y="2827"/>
                    </a:lnTo>
                    <a:lnTo>
                      <a:pt x="7819" y="2857"/>
                    </a:lnTo>
                    <a:lnTo>
                      <a:pt x="7820" y="2863"/>
                    </a:lnTo>
                    <a:lnTo>
                      <a:pt x="7833" y="2865"/>
                    </a:lnTo>
                    <a:lnTo>
                      <a:pt x="7836" y="2863"/>
                    </a:lnTo>
                    <a:lnTo>
                      <a:pt x="7836" y="2846"/>
                    </a:lnTo>
                    <a:lnTo>
                      <a:pt x="7848" y="2820"/>
                    </a:lnTo>
                    <a:lnTo>
                      <a:pt x="7848" y="2814"/>
                    </a:lnTo>
                    <a:lnTo>
                      <a:pt x="7845" y="2811"/>
                    </a:lnTo>
                    <a:lnTo>
                      <a:pt x="7852" y="2809"/>
                    </a:lnTo>
                    <a:lnTo>
                      <a:pt x="7865" y="2800"/>
                    </a:lnTo>
                    <a:lnTo>
                      <a:pt x="7871" y="2799"/>
                    </a:lnTo>
                    <a:lnTo>
                      <a:pt x="7875" y="2792"/>
                    </a:lnTo>
                    <a:lnTo>
                      <a:pt x="7879" y="2795"/>
                    </a:lnTo>
                    <a:lnTo>
                      <a:pt x="7886" y="2795"/>
                    </a:lnTo>
                    <a:lnTo>
                      <a:pt x="7899" y="2778"/>
                    </a:lnTo>
                    <a:lnTo>
                      <a:pt x="7903" y="2777"/>
                    </a:lnTo>
                    <a:lnTo>
                      <a:pt x="7903" y="2772"/>
                    </a:lnTo>
                    <a:lnTo>
                      <a:pt x="7913" y="2765"/>
                    </a:lnTo>
                    <a:lnTo>
                      <a:pt x="7921" y="2763"/>
                    </a:lnTo>
                    <a:lnTo>
                      <a:pt x="7925" y="2760"/>
                    </a:lnTo>
                    <a:lnTo>
                      <a:pt x="7931" y="2758"/>
                    </a:lnTo>
                    <a:lnTo>
                      <a:pt x="7932" y="2754"/>
                    </a:lnTo>
                    <a:lnTo>
                      <a:pt x="7931" y="2749"/>
                    </a:lnTo>
                    <a:lnTo>
                      <a:pt x="7926" y="2744"/>
                    </a:lnTo>
                    <a:lnTo>
                      <a:pt x="7927" y="2739"/>
                    </a:lnTo>
                    <a:lnTo>
                      <a:pt x="7936" y="2746"/>
                    </a:lnTo>
                    <a:lnTo>
                      <a:pt x="7941" y="2749"/>
                    </a:lnTo>
                    <a:lnTo>
                      <a:pt x="7946" y="2745"/>
                    </a:lnTo>
                    <a:lnTo>
                      <a:pt x="7948" y="2733"/>
                    </a:lnTo>
                    <a:lnTo>
                      <a:pt x="7946" y="2727"/>
                    </a:lnTo>
                    <a:lnTo>
                      <a:pt x="7957" y="2727"/>
                    </a:lnTo>
                    <a:lnTo>
                      <a:pt x="7968" y="2719"/>
                    </a:lnTo>
                    <a:lnTo>
                      <a:pt x="7970" y="2719"/>
                    </a:lnTo>
                    <a:lnTo>
                      <a:pt x="7973" y="2714"/>
                    </a:lnTo>
                    <a:lnTo>
                      <a:pt x="7968" y="2703"/>
                    </a:lnTo>
                    <a:lnTo>
                      <a:pt x="7972" y="2701"/>
                    </a:lnTo>
                    <a:lnTo>
                      <a:pt x="7978" y="2706"/>
                    </a:lnTo>
                    <a:lnTo>
                      <a:pt x="7981" y="2706"/>
                    </a:lnTo>
                    <a:lnTo>
                      <a:pt x="7988" y="2702"/>
                    </a:lnTo>
                    <a:lnTo>
                      <a:pt x="7992" y="2696"/>
                    </a:lnTo>
                    <a:lnTo>
                      <a:pt x="7996" y="2688"/>
                    </a:lnTo>
                    <a:lnTo>
                      <a:pt x="8000" y="2688"/>
                    </a:lnTo>
                    <a:lnTo>
                      <a:pt x="8002" y="2684"/>
                    </a:lnTo>
                    <a:lnTo>
                      <a:pt x="8004" y="2671"/>
                    </a:lnTo>
                    <a:lnTo>
                      <a:pt x="8006" y="2664"/>
                    </a:lnTo>
                    <a:lnTo>
                      <a:pt x="8012" y="2665"/>
                    </a:lnTo>
                    <a:lnTo>
                      <a:pt x="8017" y="2674"/>
                    </a:lnTo>
                    <a:lnTo>
                      <a:pt x="8022" y="2675"/>
                    </a:lnTo>
                    <a:lnTo>
                      <a:pt x="8027" y="2672"/>
                    </a:lnTo>
                    <a:lnTo>
                      <a:pt x="8040" y="2660"/>
                    </a:lnTo>
                    <a:lnTo>
                      <a:pt x="8067" y="2652"/>
                    </a:lnTo>
                    <a:lnTo>
                      <a:pt x="8075" y="2644"/>
                    </a:lnTo>
                    <a:lnTo>
                      <a:pt x="8090" y="2637"/>
                    </a:lnTo>
                    <a:lnTo>
                      <a:pt x="8093" y="2629"/>
                    </a:lnTo>
                    <a:lnTo>
                      <a:pt x="8094" y="2623"/>
                    </a:lnTo>
                    <a:lnTo>
                      <a:pt x="8094" y="2616"/>
                    </a:lnTo>
                    <a:lnTo>
                      <a:pt x="8103" y="2614"/>
                    </a:lnTo>
                    <a:lnTo>
                      <a:pt x="8102" y="2618"/>
                    </a:lnTo>
                    <a:lnTo>
                      <a:pt x="8099" y="2625"/>
                    </a:lnTo>
                    <a:lnTo>
                      <a:pt x="8103" y="2625"/>
                    </a:lnTo>
                    <a:lnTo>
                      <a:pt x="8126" y="2612"/>
                    </a:lnTo>
                    <a:lnTo>
                      <a:pt x="8133" y="2612"/>
                    </a:lnTo>
                    <a:lnTo>
                      <a:pt x="8146" y="2605"/>
                    </a:lnTo>
                    <a:lnTo>
                      <a:pt x="8182" y="2579"/>
                    </a:lnTo>
                    <a:lnTo>
                      <a:pt x="8209" y="2569"/>
                    </a:lnTo>
                    <a:lnTo>
                      <a:pt x="8212" y="2566"/>
                    </a:lnTo>
                    <a:lnTo>
                      <a:pt x="8210" y="2563"/>
                    </a:lnTo>
                    <a:lnTo>
                      <a:pt x="8205" y="2559"/>
                    </a:lnTo>
                    <a:lnTo>
                      <a:pt x="8199" y="2543"/>
                    </a:lnTo>
                    <a:lnTo>
                      <a:pt x="8196" y="2534"/>
                    </a:lnTo>
                    <a:lnTo>
                      <a:pt x="8200" y="2530"/>
                    </a:lnTo>
                    <a:lnTo>
                      <a:pt x="8204" y="2536"/>
                    </a:lnTo>
                    <a:lnTo>
                      <a:pt x="8209" y="2548"/>
                    </a:lnTo>
                    <a:lnTo>
                      <a:pt x="8215" y="2557"/>
                    </a:lnTo>
                    <a:lnTo>
                      <a:pt x="8219" y="2557"/>
                    </a:lnTo>
                    <a:lnTo>
                      <a:pt x="8219" y="2563"/>
                    </a:lnTo>
                    <a:lnTo>
                      <a:pt x="8221" y="2566"/>
                    </a:lnTo>
                    <a:lnTo>
                      <a:pt x="8232" y="2567"/>
                    </a:lnTo>
                    <a:lnTo>
                      <a:pt x="8231" y="2559"/>
                    </a:lnTo>
                    <a:lnTo>
                      <a:pt x="8227" y="2553"/>
                    </a:lnTo>
                    <a:lnTo>
                      <a:pt x="8233" y="2553"/>
                    </a:lnTo>
                    <a:lnTo>
                      <a:pt x="8237" y="2561"/>
                    </a:lnTo>
                    <a:lnTo>
                      <a:pt x="8243" y="2568"/>
                    </a:lnTo>
                    <a:lnTo>
                      <a:pt x="8253" y="2568"/>
                    </a:lnTo>
                    <a:lnTo>
                      <a:pt x="8266" y="2573"/>
                    </a:lnTo>
                    <a:lnTo>
                      <a:pt x="8275" y="2582"/>
                    </a:lnTo>
                    <a:lnTo>
                      <a:pt x="8290" y="2591"/>
                    </a:lnTo>
                    <a:lnTo>
                      <a:pt x="8306" y="2596"/>
                    </a:lnTo>
                    <a:lnTo>
                      <a:pt x="8309" y="2594"/>
                    </a:lnTo>
                    <a:lnTo>
                      <a:pt x="8313" y="2582"/>
                    </a:lnTo>
                    <a:lnTo>
                      <a:pt x="8320" y="2580"/>
                    </a:lnTo>
                    <a:lnTo>
                      <a:pt x="8334" y="2558"/>
                    </a:lnTo>
                    <a:lnTo>
                      <a:pt x="8338" y="2545"/>
                    </a:lnTo>
                    <a:lnTo>
                      <a:pt x="8334" y="2535"/>
                    </a:lnTo>
                    <a:lnTo>
                      <a:pt x="8324" y="2526"/>
                    </a:lnTo>
                    <a:lnTo>
                      <a:pt x="8311" y="2521"/>
                    </a:lnTo>
                    <a:lnTo>
                      <a:pt x="8308" y="2518"/>
                    </a:lnTo>
                    <a:lnTo>
                      <a:pt x="8307" y="2512"/>
                    </a:lnTo>
                    <a:lnTo>
                      <a:pt x="8309" y="2512"/>
                    </a:lnTo>
                    <a:lnTo>
                      <a:pt x="8316" y="2509"/>
                    </a:lnTo>
                    <a:lnTo>
                      <a:pt x="8327" y="2510"/>
                    </a:lnTo>
                    <a:lnTo>
                      <a:pt x="8332" y="2507"/>
                    </a:lnTo>
                    <a:lnTo>
                      <a:pt x="8324" y="2491"/>
                    </a:lnTo>
                    <a:lnTo>
                      <a:pt x="8317" y="2491"/>
                    </a:lnTo>
                    <a:lnTo>
                      <a:pt x="8308" y="2478"/>
                    </a:lnTo>
                    <a:lnTo>
                      <a:pt x="8301" y="2464"/>
                    </a:lnTo>
                    <a:lnTo>
                      <a:pt x="8297" y="2443"/>
                    </a:lnTo>
                    <a:lnTo>
                      <a:pt x="8295" y="2435"/>
                    </a:lnTo>
                    <a:lnTo>
                      <a:pt x="8291" y="2396"/>
                    </a:lnTo>
                    <a:lnTo>
                      <a:pt x="8280" y="2402"/>
                    </a:lnTo>
                    <a:lnTo>
                      <a:pt x="8271" y="2390"/>
                    </a:lnTo>
                    <a:lnTo>
                      <a:pt x="8270" y="2384"/>
                    </a:lnTo>
                    <a:lnTo>
                      <a:pt x="8280" y="2381"/>
                    </a:lnTo>
                    <a:lnTo>
                      <a:pt x="8284" y="2384"/>
                    </a:lnTo>
                    <a:lnTo>
                      <a:pt x="8280" y="2369"/>
                    </a:lnTo>
                    <a:lnTo>
                      <a:pt x="8273" y="2347"/>
                    </a:lnTo>
                    <a:lnTo>
                      <a:pt x="8266" y="2359"/>
                    </a:lnTo>
                    <a:lnTo>
                      <a:pt x="8260" y="2363"/>
                    </a:lnTo>
                    <a:lnTo>
                      <a:pt x="8249" y="2358"/>
                    </a:lnTo>
                    <a:lnTo>
                      <a:pt x="8242" y="2349"/>
                    </a:lnTo>
                    <a:lnTo>
                      <a:pt x="8231" y="2346"/>
                    </a:lnTo>
                    <a:lnTo>
                      <a:pt x="8222" y="2335"/>
                    </a:lnTo>
                    <a:lnTo>
                      <a:pt x="8221" y="2321"/>
                    </a:lnTo>
                    <a:lnTo>
                      <a:pt x="8221" y="2311"/>
                    </a:lnTo>
                    <a:lnTo>
                      <a:pt x="8222" y="2300"/>
                    </a:lnTo>
                    <a:lnTo>
                      <a:pt x="8230" y="2292"/>
                    </a:lnTo>
                    <a:lnTo>
                      <a:pt x="8239" y="2300"/>
                    </a:lnTo>
                    <a:lnTo>
                      <a:pt x="8258" y="2305"/>
                    </a:lnTo>
                    <a:lnTo>
                      <a:pt x="8268" y="2298"/>
                    </a:lnTo>
                    <a:lnTo>
                      <a:pt x="8266" y="2302"/>
                    </a:lnTo>
                    <a:lnTo>
                      <a:pt x="8271" y="2309"/>
                    </a:lnTo>
                    <a:lnTo>
                      <a:pt x="8289" y="2305"/>
                    </a:lnTo>
                    <a:lnTo>
                      <a:pt x="8285" y="2314"/>
                    </a:lnTo>
                    <a:lnTo>
                      <a:pt x="8286" y="2319"/>
                    </a:lnTo>
                    <a:lnTo>
                      <a:pt x="8298" y="2310"/>
                    </a:lnTo>
                    <a:lnTo>
                      <a:pt x="8306" y="2299"/>
                    </a:lnTo>
                    <a:lnTo>
                      <a:pt x="8320" y="2292"/>
                    </a:lnTo>
                    <a:lnTo>
                      <a:pt x="8335" y="2288"/>
                    </a:lnTo>
                    <a:lnTo>
                      <a:pt x="8355" y="2263"/>
                    </a:lnTo>
                    <a:lnTo>
                      <a:pt x="8363" y="2256"/>
                    </a:lnTo>
                    <a:lnTo>
                      <a:pt x="8363" y="2254"/>
                    </a:lnTo>
                    <a:lnTo>
                      <a:pt x="8377" y="2243"/>
                    </a:lnTo>
                    <a:lnTo>
                      <a:pt x="8393" y="2219"/>
                    </a:lnTo>
                    <a:lnTo>
                      <a:pt x="8395" y="2204"/>
                    </a:lnTo>
                    <a:lnTo>
                      <a:pt x="8404" y="2193"/>
                    </a:lnTo>
                    <a:lnTo>
                      <a:pt x="8403" y="2179"/>
                    </a:lnTo>
                    <a:lnTo>
                      <a:pt x="8390" y="2170"/>
                    </a:lnTo>
                    <a:lnTo>
                      <a:pt x="8373" y="2149"/>
                    </a:lnTo>
                    <a:lnTo>
                      <a:pt x="8372" y="2130"/>
                    </a:lnTo>
                    <a:lnTo>
                      <a:pt x="8370" y="2115"/>
                    </a:lnTo>
                    <a:lnTo>
                      <a:pt x="8378" y="2115"/>
                    </a:lnTo>
                    <a:lnTo>
                      <a:pt x="8384" y="2111"/>
                    </a:lnTo>
                    <a:lnTo>
                      <a:pt x="8389" y="2119"/>
                    </a:lnTo>
                    <a:lnTo>
                      <a:pt x="8402" y="2112"/>
                    </a:lnTo>
                    <a:lnTo>
                      <a:pt x="8400" y="2088"/>
                    </a:lnTo>
                    <a:lnTo>
                      <a:pt x="8408" y="2095"/>
                    </a:lnTo>
                    <a:lnTo>
                      <a:pt x="8410" y="2085"/>
                    </a:lnTo>
                    <a:lnTo>
                      <a:pt x="8413" y="2096"/>
                    </a:lnTo>
                    <a:lnTo>
                      <a:pt x="8424" y="2110"/>
                    </a:lnTo>
                    <a:lnTo>
                      <a:pt x="8431" y="2107"/>
                    </a:lnTo>
                    <a:lnTo>
                      <a:pt x="8437" y="2095"/>
                    </a:lnTo>
                    <a:lnTo>
                      <a:pt x="8440" y="2085"/>
                    </a:lnTo>
                    <a:lnTo>
                      <a:pt x="8446" y="2084"/>
                    </a:lnTo>
                    <a:lnTo>
                      <a:pt x="8447" y="2087"/>
                    </a:lnTo>
                    <a:lnTo>
                      <a:pt x="8443" y="2106"/>
                    </a:lnTo>
                    <a:lnTo>
                      <a:pt x="8445" y="2120"/>
                    </a:lnTo>
                    <a:lnTo>
                      <a:pt x="8436" y="2126"/>
                    </a:lnTo>
                    <a:lnTo>
                      <a:pt x="8430" y="2126"/>
                    </a:lnTo>
                    <a:lnTo>
                      <a:pt x="8422" y="2123"/>
                    </a:lnTo>
                    <a:lnTo>
                      <a:pt x="8427" y="2137"/>
                    </a:lnTo>
                    <a:lnTo>
                      <a:pt x="8432" y="2147"/>
                    </a:lnTo>
                    <a:lnTo>
                      <a:pt x="8437" y="2158"/>
                    </a:lnTo>
                    <a:lnTo>
                      <a:pt x="8443" y="2159"/>
                    </a:lnTo>
                    <a:lnTo>
                      <a:pt x="8448" y="2173"/>
                    </a:lnTo>
                    <a:lnTo>
                      <a:pt x="8448" y="2190"/>
                    </a:lnTo>
                    <a:lnTo>
                      <a:pt x="8459" y="2195"/>
                    </a:lnTo>
                    <a:lnTo>
                      <a:pt x="8473" y="2195"/>
                    </a:lnTo>
                    <a:lnTo>
                      <a:pt x="8491" y="2200"/>
                    </a:lnTo>
                    <a:lnTo>
                      <a:pt x="8511" y="2193"/>
                    </a:lnTo>
                    <a:lnTo>
                      <a:pt x="8516" y="2185"/>
                    </a:lnTo>
                    <a:lnTo>
                      <a:pt x="8526" y="2184"/>
                    </a:lnTo>
                    <a:lnTo>
                      <a:pt x="8546" y="2187"/>
                    </a:lnTo>
                    <a:lnTo>
                      <a:pt x="8556" y="2185"/>
                    </a:lnTo>
                    <a:lnTo>
                      <a:pt x="8564" y="2192"/>
                    </a:lnTo>
                    <a:lnTo>
                      <a:pt x="8569" y="2200"/>
                    </a:lnTo>
                    <a:lnTo>
                      <a:pt x="8578" y="2200"/>
                    </a:lnTo>
                    <a:lnTo>
                      <a:pt x="8589" y="2204"/>
                    </a:lnTo>
                    <a:lnTo>
                      <a:pt x="8588" y="2222"/>
                    </a:lnTo>
                    <a:lnTo>
                      <a:pt x="8593" y="2233"/>
                    </a:lnTo>
                    <a:lnTo>
                      <a:pt x="8593" y="2247"/>
                    </a:lnTo>
                    <a:lnTo>
                      <a:pt x="8591" y="2259"/>
                    </a:lnTo>
                    <a:lnTo>
                      <a:pt x="8613" y="2278"/>
                    </a:lnTo>
                    <a:lnTo>
                      <a:pt x="8618" y="2286"/>
                    </a:lnTo>
                    <a:lnTo>
                      <a:pt x="8619" y="2293"/>
                    </a:lnTo>
                    <a:lnTo>
                      <a:pt x="8630" y="2294"/>
                    </a:lnTo>
                    <a:lnTo>
                      <a:pt x="8640" y="2299"/>
                    </a:lnTo>
                    <a:lnTo>
                      <a:pt x="8645" y="2298"/>
                    </a:lnTo>
                    <a:lnTo>
                      <a:pt x="8637" y="2292"/>
                    </a:lnTo>
                    <a:lnTo>
                      <a:pt x="8644" y="2281"/>
                    </a:lnTo>
                    <a:lnTo>
                      <a:pt x="8646" y="2287"/>
                    </a:lnTo>
                    <a:lnTo>
                      <a:pt x="8656" y="2288"/>
                    </a:lnTo>
                    <a:lnTo>
                      <a:pt x="8656" y="2272"/>
                    </a:lnTo>
                    <a:lnTo>
                      <a:pt x="8660" y="2266"/>
                    </a:lnTo>
                    <a:lnTo>
                      <a:pt x="8661" y="2270"/>
                    </a:lnTo>
                    <a:lnTo>
                      <a:pt x="8660" y="2286"/>
                    </a:lnTo>
                    <a:lnTo>
                      <a:pt x="8652" y="2295"/>
                    </a:lnTo>
                    <a:lnTo>
                      <a:pt x="8668" y="2309"/>
                    </a:lnTo>
                    <a:lnTo>
                      <a:pt x="8678" y="2309"/>
                    </a:lnTo>
                    <a:lnTo>
                      <a:pt x="8684" y="2313"/>
                    </a:lnTo>
                    <a:lnTo>
                      <a:pt x="8682" y="2319"/>
                    </a:lnTo>
                    <a:lnTo>
                      <a:pt x="8693" y="2329"/>
                    </a:lnTo>
                    <a:lnTo>
                      <a:pt x="8693" y="2340"/>
                    </a:lnTo>
                    <a:lnTo>
                      <a:pt x="8705" y="2340"/>
                    </a:lnTo>
                    <a:lnTo>
                      <a:pt x="8709" y="2330"/>
                    </a:lnTo>
                    <a:lnTo>
                      <a:pt x="8707" y="2345"/>
                    </a:lnTo>
                    <a:lnTo>
                      <a:pt x="8718" y="2348"/>
                    </a:lnTo>
                    <a:lnTo>
                      <a:pt x="8727" y="2343"/>
                    </a:lnTo>
                    <a:lnTo>
                      <a:pt x="8731" y="2331"/>
                    </a:lnTo>
                    <a:lnTo>
                      <a:pt x="8732" y="2317"/>
                    </a:lnTo>
                    <a:lnTo>
                      <a:pt x="8737" y="2324"/>
                    </a:lnTo>
                    <a:lnTo>
                      <a:pt x="8736" y="2332"/>
                    </a:lnTo>
                    <a:lnTo>
                      <a:pt x="8728" y="2351"/>
                    </a:lnTo>
                    <a:lnTo>
                      <a:pt x="8736" y="2358"/>
                    </a:lnTo>
                    <a:lnTo>
                      <a:pt x="8744" y="2360"/>
                    </a:lnTo>
                    <a:lnTo>
                      <a:pt x="8749" y="2359"/>
                    </a:lnTo>
                    <a:lnTo>
                      <a:pt x="8757" y="2352"/>
                    </a:lnTo>
                    <a:lnTo>
                      <a:pt x="8757" y="2335"/>
                    </a:lnTo>
                    <a:lnTo>
                      <a:pt x="8747" y="2333"/>
                    </a:lnTo>
                    <a:lnTo>
                      <a:pt x="8746" y="2329"/>
                    </a:lnTo>
                    <a:lnTo>
                      <a:pt x="8755" y="2326"/>
                    </a:lnTo>
                    <a:lnTo>
                      <a:pt x="8764" y="2331"/>
                    </a:lnTo>
                    <a:lnTo>
                      <a:pt x="8773" y="2341"/>
                    </a:lnTo>
                    <a:lnTo>
                      <a:pt x="8785" y="2337"/>
                    </a:lnTo>
                    <a:lnTo>
                      <a:pt x="8776" y="2319"/>
                    </a:lnTo>
                    <a:lnTo>
                      <a:pt x="8776" y="2315"/>
                    </a:lnTo>
                    <a:lnTo>
                      <a:pt x="8770" y="2309"/>
                    </a:lnTo>
                    <a:lnTo>
                      <a:pt x="8758" y="2311"/>
                    </a:lnTo>
                    <a:lnTo>
                      <a:pt x="8758" y="2309"/>
                    </a:lnTo>
                    <a:lnTo>
                      <a:pt x="8752" y="2305"/>
                    </a:lnTo>
                    <a:lnTo>
                      <a:pt x="8750" y="2300"/>
                    </a:lnTo>
                    <a:lnTo>
                      <a:pt x="8761" y="2299"/>
                    </a:lnTo>
                    <a:lnTo>
                      <a:pt x="8764" y="2293"/>
                    </a:lnTo>
                    <a:lnTo>
                      <a:pt x="8758" y="2287"/>
                    </a:lnTo>
                    <a:lnTo>
                      <a:pt x="8744" y="2290"/>
                    </a:lnTo>
                    <a:lnTo>
                      <a:pt x="8753" y="2283"/>
                    </a:lnTo>
                    <a:lnTo>
                      <a:pt x="8765" y="2283"/>
                    </a:lnTo>
                    <a:lnTo>
                      <a:pt x="8770" y="2278"/>
                    </a:lnTo>
                    <a:lnTo>
                      <a:pt x="8769" y="2270"/>
                    </a:lnTo>
                    <a:lnTo>
                      <a:pt x="8779" y="2276"/>
                    </a:lnTo>
                    <a:lnTo>
                      <a:pt x="8801" y="2256"/>
                    </a:lnTo>
                    <a:lnTo>
                      <a:pt x="8796" y="2249"/>
                    </a:lnTo>
                    <a:lnTo>
                      <a:pt x="8790" y="2236"/>
                    </a:lnTo>
                    <a:lnTo>
                      <a:pt x="8780" y="2238"/>
                    </a:lnTo>
                    <a:lnTo>
                      <a:pt x="8769" y="2233"/>
                    </a:lnTo>
                    <a:lnTo>
                      <a:pt x="8795" y="2232"/>
                    </a:lnTo>
                    <a:lnTo>
                      <a:pt x="8792" y="2220"/>
                    </a:lnTo>
                    <a:lnTo>
                      <a:pt x="8796" y="2209"/>
                    </a:lnTo>
                    <a:lnTo>
                      <a:pt x="8811" y="2197"/>
                    </a:lnTo>
                    <a:lnTo>
                      <a:pt x="8824" y="2195"/>
                    </a:lnTo>
                    <a:lnTo>
                      <a:pt x="8841" y="2201"/>
                    </a:lnTo>
                    <a:lnTo>
                      <a:pt x="8852" y="2201"/>
                    </a:lnTo>
                    <a:lnTo>
                      <a:pt x="8857" y="2195"/>
                    </a:lnTo>
                    <a:lnTo>
                      <a:pt x="8854" y="2186"/>
                    </a:lnTo>
                    <a:lnTo>
                      <a:pt x="8839" y="2176"/>
                    </a:lnTo>
                    <a:lnTo>
                      <a:pt x="8835" y="2160"/>
                    </a:lnTo>
                    <a:lnTo>
                      <a:pt x="8840" y="2153"/>
                    </a:lnTo>
                    <a:lnTo>
                      <a:pt x="8850" y="2166"/>
                    </a:lnTo>
                    <a:lnTo>
                      <a:pt x="8861" y="2173"/>
                    </a:lnTo>
                    <a:lnTo>
                      <a:pt x="8867" y="2182"/>
                    </a:lnTo>
                    <a:lnTo>
                      <a:pt x="8881" y="2184"/>
                    </a:lnTo>
                    <a:lnTo>
                      <a:pt x="8883" y="2174"/>
                    </a:lnTo>
                    <a:lnTo>
                      <a:pt x="8882" y="2164"/>
                    </a:lnTo>
                    <a:lnTo>
                      <a:pt x="8886" y="2142"/>
                    </a:lnTo>
                    <a:lnTo>
                      <a:pt x="8898" y="2137"/>
                    </a:lnTo>
                    <a:lnTo>
                      <a:pt x="8906" y="2126"/>
                    </a:lnTo>
                    <a:lnTo>
                      <a:pt x="8916" y="2125"/>
                    </a:lnTo>
                    <a:lnTo>
                      <a:pt x="8926" y="2127"/>
                    </a:lnTo>
                    <a:lnTo>
                      <a:pt x="8931" y="2116"/>
                    </a:lnTo>
                    <a:lnTo>
                      <a:pt x="8921" y="2114"/>
                    </a:lnTo>
                    <a:lnTo>
                      <a:pt x="8917" y="2116"/>
                    </a:lnTo>
                    <a:lnTo>
                      <a:pt x="8909" y="2110"/>
                    </a:lnTo>
                    <a:lnTo>
                      <a:pt x="8902" y="2109"/>
                    </a:lnTo>
                    <a:lnTo>
                      <a:pt x="8904" y="2101"/>
                    </a:lnTo>
                    <a:lnTo>
                      <a:pt x="8895" y="2091"/>
                    </a:lnTo>
                    <a:lnTo>
                      <a:pt x="8883" y="2104"/>
                    </a:lnTo>
                    <a:lnTo>
                      <a:pt x="8878" y="2098"/>
                    </a:lnTo>
                    <a:lnTo>
                      <a:pt x="8886" y="2093"/>
                    </a:lnTo>
                    <a:lnTo>
                      <a:pt x="8886" y="2089"/>
                    </a:lnTo>
                    <a:lnTo>
                      <a:pt x="8874" y="2078"/>
                    </a:lnTo>
                    <a:lnTo>
                      <a:pt x="8862" y="2071"/>
                    </a:lnTo>
                    <a:lnTo>
                      <a:pt x="8856" y="2058"/>
                    </a:lnTo>
                    <a:lnTo>
                      <a:pt x="8841" y="2046"/>
                    </a:lnTo>
                    <a:lnTo>
                      <a:pt x="8834" y="2035"/>
                    </a:lnTo>
                    <a:lnTo>
                      <a:pt x="8834" y="2026"/>
                    </a:lnTo>
                    <a:lnTo>
                      <a:pt x="8823" y="2020"/>
                    </a:lnTo>
                    <a:lnTo>
                      <a:pt x="8819" y="2013"/>
                    </a:lnTo>
                    <a:lnTo>
                      <a:pt x="8817" y="2002"/>
                    </a:lnTo>
                    <a:lnTo>
                      <a:pt x="8769" y="1992"/>
                    </a:lnTo>
                    <a:lnTo>
                      <a:pt x="8759" y="1996"/>
                    </a:lnTo>
                    <a:lnTo>
                      <a:pt x="8781" y="2002"/>
                    </a:lnTo>
                    <a:lnTo>
                      <a:pt x="8777" y="2009"/>
                    </a:lnTo>
                    <a:lnTo>
                      <a:pt x="8766" y="2010"/>
                    </a:lnTo>
                    <a:lnTo>
                      <a:pt x="8755" y="2008"/>
                    </a:lnTo>
                    <a:lnTo>
                      <a:pt x="8737" y="1997"/>
                    </a:lnTo>
                    <a:lnTo>
                      <a:pt x="8741" y="2010"/>
                    </a:lnTo>
                    <a:lnTo>
                      <a:pt x="8737" y="2019"/>
                    </a:lnTo>
                    <a:lnTo>
                      <a:pt x="8732" y="2019"/>
                    </a:lnTo>
                    <a:lnTo>
                      <a:pt x="8728" y="2009"/>
                    </a:lnTo>
                    <a:lnTo>
                      <a:pt x="8723" y="2002"/>
                    </a:lnTo>
                    <a:lnTo>
                      <a:pt x="8726" y="1992"/>
                    </a:lnTo>
                    <a:lnTo>
                      <a:pt x="8734" y="1990"/>
                    </a:lnTo>
                    <a:lnTo>
                      <a:pt x="8723" y="1983"/>
                    </a:lnTo>
                    <a:lnTo>
                      <a:pt x="8717" y="1983"/>
                    </a:lnTo>
                    <a:lnTo>
                      <a:pt x="8715" y="1977"/>
                    </a:lnTo>
                    <a:lnTo>
                      <a:pt x="8707" y="1975"/>
                    </a:lnTo>
                    <a:lnTo>
                      <a:pt x="8709" y="1982"/>
                    </a:lnTo>
                    <a:lnTo>
                      <a:pt x="8704" y="1993"/>
                    </a:lnTo>
                    <a:lnTo>
                      <a:pt x="8700" y="1991"/>
                    </a:lnTo>
                    <a:lnTo>
                      <a:pt x="8698" y="1985"/>
                    </a:lnTo>
                    <a:lnTo>
                      <a:pt x="8685" y="1981"/>
                    </a:lnTo>
                    <a:lnTo>
                      <a:pt x="8674" y="1982"/>
                    </a:lnTo>
                    <a:lnTo>
                      <a:pt x="8663" y="1987"/>
                    </a:lnTo>
                    <a:lnTo>
                      <a:pt x="8668" y="1994"/>
                    </a:lnTo>
                    <a:lnTo>
                      <a:pt x="8671" y="1987"/>
                    </a:lnTo>
                    <a:lnTo>
                      <a:pt x="8683" y="1983"/>
                    </a:lnTo>
                    <a:lnTo>
                      <a:pt x="8684" y="1988"/>
                    </a:lnTo>
                    <a:lnTo>
                      <a:pt x="8677" y="1992"/>
                    </a:lnTo>
                    <a:lnTo>
                      <a:pt x="8690" y="1997"/>
                    </a:lnTo>
                    <a:lnTo>
                      <a:pt x="8690" y="2023"/>
                    </a:lnTo>
                    <a:lnTo>
                      <a:pt x="8685" y="2046"/>
                    </a:lnTo>
                    <a:lnTo>
                      <a:pt x="8693" y="2048"/>
                    </a:lnTo>
                    <a:lnTo>
                      <a:pt x="8696" y="2044"/>
                    </a:lnTo>
                    <a:lnTo>
                      <a:pt x="8700" y="2047"/>
                    </a:lnTo>
                    <a:lnTo>
                      <a:pt x="8706" y="2060"/>
                    </a:lnTo>
                    <a:lnTo>
                      <a:pt x="8706" y="2069"/>
                    </a:lnTo>
                    <a:lnTo>
                      <a:pt x="8704" y="2079"/>
                    </a:lnTo>
                    <a:lnTo>
                      <a:pt x="8696" y="2080"/>
                    </a:lnTo>
                    <a:lnTo>
                      <a:pt x="8693" y="2088"/>
                    </a:lnTo>
                    <a:lnTo>
                      <a:pt x="8693" y="2080"/>
                    </a:lnTo>
                    <a:lnTo>
                      <a:pt x="8695" y="2076"/>
                    </a:lnTo>
                    <a:lnTo>
                      <a:pt x="8695" y="2061"/>
                    </a:lnTo>
                    <a:lnTo>
                      <a:pt x="8683" y="2056"/>
                    </a:lnTo>
                    <a:lnTo>
                      <a:pt x="8673" y="2057"/>
                    </a:lnTo>
                    <a:lnTo>
                      <a:pt x="8671" y="2047"/>
                    </a:lnTo>
                    <a:lnTo>
                      <a:pt x="8672" y="2041"/>
                    </a:lnTo>
                    <a:lnTo>
                      <a:pt x="8660" y="2034"/>
                    </a:lnTo>
                    <a:lnTo>
                      <a:pt x="8655" y="2025"/>
                    </a:lnTo>
                    <a:lnTo>
                      <a:pt x="8657" y="2013"/>
                    </a:lnTo>
                    <a:lnTo>
                      <a:pt x="8656" y="2002"/>
                    </a:lnTo>
                    <a:lnTo>
                      <a:pt x="8650" y="1987"/>
                    </a:lnTo>
                    <a:lnTo>
                      <a:pt x="8647" y="1971"/>
                    </a:lnTo>
                    <a:lnTo>
                      <a:pt x="8642" y="1949"/>
                    </a:lnTo>
                    <a:lnTo>
                      <a:pt x="8637" y="1940"/>
                    </a:lnTo>
                    <a:lnTo>
                      <a:pt x="8640" y="1932"/>
                    </a:lnTo>
                    <a:lnTo>
                      <a:pt x="8647" y="1940"/>
                    </a:lnTo>
                    <a:lnTo>
                      <a:pt x="8648" y="1951"/>
                    </a:lnTo>
                    <a:lnTo>
                      <a:pt x="8651" y="1947"/>
                    </a:lnTo>
                    <a:lnTo>
                      <a:pt x="8647" y="1938"/>
                    </a:lnTo>
                    <a:lnTo>
                      <a:pt x="8623" y="1920"/>
                    </a:lnTo>
                    <a:lnTo>
                      <a:pt x="8619" y="1906"/>
                    </a:lnTo>
                    <a:lnTo>
                      <a:pt x="8618" y="1897"/>
                    </a:lnTo>
                    <a:lnTo>
                      <a:pt x="8592" y="1884"/>
                    </a:lnTo>
                    <a:lnTo>
                      <a:pt x="8588" y="1886"/>
                    </a:lnTo>
                    <a:lnTo>
                      <a:pt x="8592" y="1897"/>
                    </a:lnTo>
                    <a:lnTo>
                      <a:pt x="8599" y="1910"/>
                    </a:lnTo>
                    <a:lnTo>
                      <a:pt x="8605" y="1916"/>
                    </a:lnTo>
                    <a:lnTo>
                      <a:pt x="8610" y="1916"/>
                    </a:lnTo>
                    <a:lnTo>
                      <a:pt x="8615" y="1923"/>
                    </a:lnTo>
                    <a:lnTo>
                      <a:pt x="8617" y="1932"/>
                    </a:lnTo>
                    <a:lnTo>
                      <a:pt x="8608" y="1928"/>
                    </a:lnTo>
                    <a:lnTo>
                      <a:pt x="8578" y="1906"/>
                    </a:lnTo>
                    <a:lnTo>
                      <a:pt x="8569" y="1904"/>
                    </a:lnTo>
                    <a:lnTo>
                      <a:pt x="8559" y="1897"/>
                    </a:lnTo>
                    <a:lnTo>
                      <a:pt x="8564" y="1891"/>
                    </a:lnTo>
                    <a:lnTo>
                      <a:pt x="8574" y="1889"/>
                    </a:lnTo>
                    <a:lnTo>
                      <a:pt x="8575" y="1879"/>
                    </a:lnTo>
                    <a:lnTo>
                      <a:pt x="8577" y="1874"/>
                    </a:lnTo>
                    <a:lnTo>
                      <a:pt x="8556" y="1869"/>
                    </a:lnTo>
                    <a:lnTo>
                      <a:pt x="8545" y="1869"/>
                    </a:lnTo>
                    <a:lnTo>
                      <a:pt x="8538" y="1863"/>
                    </a:lnTo>
                    <a:lnTo>
                      <a:pt x="8527" y="1859"/>
                    </a:lnTo>
                    <a:lnTo>
                      <a:pt x="8532" y="1852"/>
                    </a:lnTo>
                    <a:lnTo>
                      <a:pt x="8537" y="1851"/>
                    </a:lnTo>
                    <a:lnTo>
                      <a:pt x="8534" y="1845"/>
                    </a:lnTo>
                    <a:lnTo>
                      <a:pt x="8532" y="1836"/>
                    </a:lnTo>
                    <a:lnTo>
                      <a:pt x="8515" y="1836"/>
                    </a:lnTo>
                    <a:lnTo>
                      <a:pt x="8517" y="1829"/>
                    </a:lnTo>
                    <a:lnTo>
                      <a:pt x="8510" y="1818"/>
                    </a:lnTo>
                    <a:lnTo>
                      <a:pt x="8501" y="1820"/>
                    </a:lnTo>
                    <a:lnTo>
                      <a:pt x="8501" y="1816"/>
                    </a:lnTo>
                    <a:lnTo>
                      <a:pt x="8489" y="1808"/>
                    </a:lnTo>
                    <a:lnTo>
                      <a:pt x="8470" y="1816"/>
                    </a:lnTo>
                    <a:lnTo>
                      <a:pt x="8469" y="1810"/>
                    </a:lnTo>
                    <a:lnTo>
                      <a:pt x="8472" y="1802"/>
                    </a:lnTo>
                    <a:lnTo>
                      <a:pt x="8470" y="1795"/>
                    </a:lnTo>
                    <a:lnTo>
                      <a:pt x="8465" y="1787"/>
                    </a:lnTo>
                    <a:lnTo>
                      <a:pt x="8453" y="1776"/>
                    </a:lnTo>
                    <a:lnTo>
                      <a:pt x="8463" y="1789"/>
                    </a:lnTo>
                    <a:lnTo>
                      <a:pt x="8448" y="1782"/>
                    </a:lnTo>
                    <a:lnTo>
                      <a:pt x="8442" y="1782"/>
                    </a:lnTo>
                    <a:lnTo>
                      <a:pt x="8433" y="1773"/>
                    </a:lnTo>
                    <a:lnTo>
                      <a:pt x="8431" y="1752"/>
                    </a:lnTo>
                    <a:lnTo>
                      <a:pt x="8425" y="1740"/>
                    </a:lnTo>
                    <a:lnTo>
                      <a:pt x="8419" y="1740"/>
                    </a:lnTo>
                    <a:lnTo>
                      <a:pt x="8394" y="1729"/>
                    </a:lnTo>
                    <a:lnTo>
                      <a:pt x="8387" y="1721"/>
                    </a:lnTo>
                    <a:lnTo>
                      <a:pt x="8375" y="1722"/>
                    </a:lnTo>
                    <a:lnTo>
                      <a:pt x="8363" y="1716"/>
                    </a:lnTo>
                    <a:lnTo>
                      <a:pt x="8363" y="1716"/>
                    </a:lnTo>
                    <a:lnTo>
                      <a:pt x="8317" y="1666"/>
                    </a:lnTo>
                    <a:lnTo>
                      <a:pt x="8295" y="1652"/>
                    </a:lnTo>
                    <a:lnTo>
                      <a:pt x="8282" y="1648"/>
                    </a:lnTo>
                    <a:lnTo>
                      <a:pt x="8276" y="1637"/>
                    </a:lnTo>
                    <a:lnTo>
                      <a:pt x="8271" y="1641"/>
                    </a:lnTo>
                    <a:lnTo>
                      <a:pt x="8234" y="1622"/>
                    </a:lnTo>
                    <a:lnTo>
                      <a:pt x="8220" y="1606"/>
                    </a:lnTo>
                    <a:lnTo>
                      <a:pt x="8212" y="1609"/>
                    </a:lnTo>
                    <a:lnTo>
                      <a:pt x="8191" y="1599"/>
                    </a:lnTo>
                    <a:lnTo>
                      <a:pt x="8179" y="1598"/>
                    </a:lnTo>
                    <a:lnTo>
                      <a:pt x="8150" y="1569"/>
                    </a:lnTo>
                    <a:lnTo>
                      <a:pt x="8137" y="1567"/>
                    </a:lnTo>
                    <a:lnTo>
                      <a:pt x="8086" y="1566"/>
                    </a:lnTo>
                    <a:lnTo>
                      <a:pt x="8081" y="1571"/>
                    </a:lnTo>
                    <a:lnTo>
                      <a:pt x="8066" y="1574"/>
                    </a:lnTo>
                    <a:lnTo>
                      <a:pt x="8056" y="1568"/>
                    </a:lnTo>
                    <a:lnTo>
                      <a:pt x="8042" y="1563"/>
                    </a:lnTo>
                    <a:lnTo>
                      <a:pt x="8028" y="1567"/>
                    </a:lnTo>
                    <a:lnTo>
                      <a:pt x="8005" y="1565"/>
                    </a:lnTo>
                    <a:lnTo>
                      <a:pt x="7992" y="1571"/>
                    </a:lnTo>
                    <a:lnTo>
                      <a:pt x="7978" y="1568"/>
                    </a:lnTo>
                    <a:lnTo>
                      <a:pt x="7952" y="1553"/>
                    </a:lnTo>
                    <a:lnTo>
                      <a:pt x="7945" y="1556"/>
                    </a:lnTo>
                    <a:lnTo>
                      <a:pt x="7877" y="1539"/>
                    </a:lnTo>
                    <a:lnTo>
                      <a:pt x="7850" y="1539"/>
                    </a:lnTo>
                    <a:lnTo>
                      <a:pt x="7840" y="1545"/>
                    </a:lnTo>
                    <a:lnTo>
                      <a:pt x="7839" y="1557"/>
                    </a:lnTo>
                    <a:lnTo>
                      <a:pt x="7843" y="1567"/>
                    </a:lnTo>
                    <a:lnTo>
                      <a:pt x="7841" y="1589"/>
                    </a:lnTo>
                    <a:lnTo>
                      <a:pt x="7824" y="1595"/>
                    </a:lnTo>
                    <a:lnTo>
                      <a:pt x="7819" y="1608"/>
                    </a:lnTo>
                    <a:lnTo>
                      <a:pt x="7849" y="1615"/>
                    </a:lnTo>
                    <a:lnTo>
                      <a:pt x="7860" y="1651"/>
                    </a:lnTo>
                    <a:lnTo>
                      <a:pt x="7866" y="1657"/>
                    </a:lnTo>
                    <a:lnTo>
                      <a:pt x="7866" y="1666"/>
                    </a:lnTo>
                    <a:lnTo>
                      <a:pt x="7871" y="1689"/>
                    </a:lnTo>
                    <a:lnTo>
                      <a:pt x="7840" y="1725"/>
                    </a:lnTo>
                    <a:lnTo>
                      <a:pt x="7820" y="1739"/>
                    </a:lnTo>
                    <a:lnTo>
                      <a:pt x="7797" y="1738"/>
                    </a:lnTo>
                    <a:lnTo>
                      <a:pt x="7790" y="1733"/>
                    </a:lnTo>
                    <a:lnTo>
                      <a:pt x="7782" y="1711"/>
                    </a:lnTo>
                    <a:lnTo>
                      <a:pt x="7777" y="1700"/>
                    </a:lnTo>
                    <a:lnTo>
                      <a:pt x="7762" y="1690"/>
                    </a:lnTo>
                    <a:lnTo>
                      <a:pt x="7760" y="1684"/>
                    </a:lnTo>
                    <a:lnTo>
                      <a:pt x="7750" y="1678"/>
                    </a:lnTo>
                    <a:lnTo>
                      <a:pt x="7727" y="1675"/>
                    </a:lnTo>
                    <a:lnTo>
                      <a:pt x="7721" y="1670"/>
                    </a:lnTo>
                    <a:lnTo>
                      <a:pt x="7719" y="1663"/>
                    </a:lnTo>
                    <a:lnTo>
                      <a:pt x="7717" y="1655"/>
                    </a:lnTo>
                    <a:lnTo>
                      <a:pt x="7720" y="1625"/>
                    </a:lnTo>
                    <a:lnTo>
                      <a:pt x="7716" y="1614"/>
                    </a:lnTo>
                    <a:lnTo>
                      <a:pt x="7698" y="1608"/>
                    </a:lnTo>
                    <a:lnTo>
                      <a:pt x="7700" y="1598"/>
                    </a:lnTo>
                    <a:lnTo>
                      <a:pt x="7707" y="1595"/>
                    </a:lnTo>
                    <a:lnTo>
                      <a:pt x="7706" y="1590"/>
                    </a:lnTo>
                    <a:lnTo>
                      <a:pt x="7693" y="1582"/>
                    </a:lnTo>
                    <a:lnTo>
                      <a:pt x="7685" y="1584"/>
                    </a:lnTo>
                    <a:lnTo>
                      <a:pt x="7679" y="1590"/>
                    </a:lnTo>
                    <a:lnTo>
                      <a:pt x="7650" y="1627"/>
                    </a:lnTo>
                    <a:lnTo>
                      <a:pt x="7641" y="1628"/>
                    </a:lnTo>
                    <a:lnTo>
                      <a:pt x="7635" y="1626"/>
                    </a:lnTo>
                    <a:lnTo>
                      <a:pt x="7613" y="1626"/>
                    </a:lnTo>
                    <a:lnTo>
                      <a:pt x="7591" y="1614"/>
                    </a:lnTo>
                    <a:lnTo>
                      <a:pt x="7559" y="1610"/>
                    </a:lnTo>
                    <a:lnTo>
                      <a:pt x="7547" y="1614"/>
                    </a:lnTo>
                    <a:lnTo>
                      <a:pt x="7544" y="1617"/>
                    </a:lnTo>
                    <a:lnTo>
                      <a:pt x="7542" y="1614"/>
                    </a:lnTo>
                    <a:lnTo>
                      <a:pt x="7518" y="1616"/>
                    </a:lnTo>
                    <a:lnTo>
                      <a:pt x="7504" y="1606"/>
                    </a:lnTo>
                    <a:lnTo>
                      <a:pt x="7489" y="1582"/>
                    </a:lnTo>
                    <a:lnTo>
                      <a:pt x="7469" y="1594"/>
                    </a:lnTo>
                    <a:lnTo>
                      <a:pt x="7438" y="1590"/>
                    </a:lnTo>
                    <a:lnTo>
                      <a:pt x="7420" y="1600"/>
                    </a:lnTo>
                    <a:lnTo>
                      <a:pt x="7405" y="1594"/>
                    </a:lnTo>
                    <a:lnTo>
                      <a:pt x="7398" y="1594"/>
                    </a:lnTo>
                    <a:lnTo>
                      <a:pt x="7393" y="1599"/>
                    </a:lnTo>
                    <a:lnTo>
                      <a:pt x="7389" y="1606"/>
                    </a:lnTo>
                    <a:lnTo>
                      <a:pt x="7382" y="1606"/>
                    </a:lnTo>
                    <a:lnTo>
                      <a:pt x="7378" y="1623"/>
                    </a:lnTo>
                    <a:lnTo>
                      <a:pt x="7362" y="1622"/>
                    </a:lnTo>
                    <a:lnTo>
                      <a:pt x="7356" y="1635"/>
                    </a:lnTo>
                    <a:lnTo>
                      <a:pt x="7346" y="1646"/>
                    </a:lnTo>
                    <a:lnTo>
                      <a:pt x="7338" y="1643"/>
                    </a:lnTo>
                    <a:lnTo>
                      <a:pt x="7339" y="1626"/>
                    </a:lnTo>
                    <a:lnTo>
                      <a:pt x="7336" y="1616"/>
                    </a:lnTo>
                    <a:lnTo>
                      <a:pt x="7327" y="1620"/>
                    </a:lnTo>
                    <a:lnTo>
                      <a:pt x="7322" y="1617"/>
                    </a:lnTo>
                    <a:lnTo>
                      <a:pt x="7314" y="1605"/>
                    </a:lnTo>
                    <a:lnTo>
                      <a:pt x="7306" y="1596"/>
                    </a:lnTo>
                    <a:lnTo>
                      <a:pt x="7293" y="1590"/>
                    </a:lnTo>
                    <a:lnTo>
                      <a:pt x="7284" y="1590"/>
                    </a:lnTo>
                    <a:lnTo>
                      <a:pt x="7273" y="1590"/>
                    </a:lnTo>
                    <a:lnTo>
                      <a:pt x="7268" y="1582"/>
                    </a:lnTo>
                    <a:lnTo>
                      <a:pt x="7250" y="1578"/>
                    </a:lnTo>
                    <a:lnTo>
                      <a:pt x="7250" y="1569"/>
                    </a:lnTo>
                    <a:lnTo>
                      <a:pt x="7270" y="1509"/>
                    </a:lnTo>
                    <a:lnTo>
                      <a:pt x="7270" y="1497"/>
                    </a:lnTo>
                    <a:lnTo>
                      <a:pt x="7268" y="1486"/>
                    </a:lnTo>
                    <a:lnTo>
                      <a:pt x="7268" y="1480"/>
                    </a:lnTo>
                    <a:lnTo>
                      <a:pt x="7258" y="1459"/>
                    </a:lnTo>
                    <a:lnTo>
                      <a:pt x="7258" y="1455"/>
                    </a:lnTo>
                    <a:lnTo>
                      <a:pt x="7247" y="1444"/>
                    </a:lnTo>
                    <a:lnTo>
                      <a:pt x="7238" y="1431"/>
                    </a:lnTo>
                    <a:lnTo>
                      <a:pt x="7232" y="1426"/>
                    </a:lnTo>
                    <a:lnTo>
                      <a:pt x="7222" y="1409"/>
                    </a:lnTo>
                    <a:lnTo>
                      <a:pt x="7212" y="1402"/>
                    </a:lnTo>
                    <a:lnTo>
                      <a:pt x="7204" y="1393"/>
                    </a:lnTo>
                    <a:lnTo>
                      <a:pt x="7192" y="1388"/>
                    </a:lnTo>
                    <a:lnTo>
                      <a:pt x="7152" y="1384"/>
                    </a:lnTo>
                    <a:lnTo>
                      <a:pt x="7139" y="1379"/>
                    </a:lnTo>
                    <a:lnTo>
                      <a:pt x="7112" y="1378"/>
                    </a:lnTo>
                    <a:lnTo>
                      <a:pt x="7090" y="1382"/>
                    </a:lnTo>
                    <a:lnTo>
                      <a:pt x="7064" y="1380"/>
                    </a:lnTo>
                    <a:lnTo>
                      <a:pt x="7051" y="1383"/>
                    </a:lnTo>
                    <a:lnTo>
                      <a:pt x="7047" y="1388"/>
                    </a:lnTo>
                    <a:lnTo>
                      <a:pt x="7024" y="1385"/>
                    </a:lnTo>
                    <a:lnTo>
                      <a:pt x="7017" y="1393"/>
                    </a:lnTo>
                    <a:lnTo>
                      <a:pt x="7006" y="1393"/>
                    </a:lnTo>
                    <a:lnTo>
                      <a:pt x="6979" y="1386"/>
                    </a:lnTo>
                    <a:lnTo>
                      <a:pt x="6973" y="1388"/>
                    </a:lnTo>
                    <a:lnTo>
                      <a:pt x="6964" y="1396"/>
                    </a:lnTo>
                    <a:lnTo>
                      <a:pt x="6951" y="1400"/>
                    </a:lnTo>
                    <a:lnTo>
                      <a:pt x="6941" y="1395"/>
                    </a:lnTo>
                    <a:lnTo>
                      <a:pt x="6920" y="1396"/>
                    </a:lnTo>
                    <a:lnTo>
                      <a:pt x="6913" y="1400"/>
                    </a:lnTo>
                    <a:lnTo>
                      <a:pt x="6905" y="1397"/>
                    </a:lnTo>
                    <a:lnTo>
                      <a:pt x="6881" y="1410"/>
                    </a:lnTo>
                    <a:lnTo>
                      <a:pt x="6870" y="1410"/>
                    </a:lnTo>
                    <a:lnTo>
                      <a:pt x="6861" y="1417"/>
                    </a:lnTo>
                    <a:lnTo>
                      <a:pt x="6855" y="1409"/>
                    </a:lnTo>
                    <a:lnTo>
                      <a:pt x="6837" y="1393"/>
                    </a:lnTo>
                    <a:lnTo>
                      <a:pt x="6823" y="1391"/>
                    </a:lnTo>
                    <a:lnTo>
                      <a:pt x="6817" y="1386"/>
                    </a:lnTo>
                    <a:lnTo>
                      <a:pt x="6840" y="1379"/>
                    </a:lnTo>
                    <a:lnTo>
                      <a:pt x="6848" y="1368"/>
                    </a:lnTo>
                    <a:lnTo>
                      <a:pt x="6850" y="1354"/>
                    </a:lnTo>
                    <a:lnTo>
                      <a:pt x="6814" y="1323"/>
                    </a:lnTo>
                    <a:lnTo>
                      <a:pt x="6811" y="1315"/>
                    </a:lnTo>
                    <a:lnTo>
                      <a:pt x="6808" y="1307"/>
                    </a:lnTo>
                    <a:lnTo>
                      <a:pt x="6786" y="1310"/>
                    </a:lnTo>
                    <a:lnTo>
                      <a:pt x="6769" y="1316"/>
                    </a:lnTo>
                    <a:lnTo>
                      <a:pt x="6759" y="1316"/>
                    </a:lnTo>
                    <a:lnTo>
                      <a:pt x="6755" y="1307"/>
                    </a:lnTo>
                    <a:lnTo>
                      <a:pt x="6755" y="1299"/>
                    </a:lnTo>
                    <a:lnTo>
                      <a:pt x="6737" y="1288"/>
                    </a:lnTo>
                    <a:lnTo>
                      <a:pt x="6732" y="1276"/>
                    </a:lnTo>
                    <a:lnTo>
                      <a:pt x="6725" y="1275"/>
                    </a:lnTo>
                    <a:lnTo>
                      <a:pt x="6706" y="1264"/>
                    </a:lnTo>
                    <a:lnTo>
                      <a:pt x="6701" y="1271"/>
                    </a:lnTo>
                    <a:lnTo>
                      <a:pt x="6692" y="1272"/>
                    </a:lnTo>
                    <a:lnTo>
                      <a:pt x="6685" y="1267"/>
                    </a:lnTo>
                    <a:lnTo>
                      <a:pt x="6671" y="1264"/>
                    </a:lnTo>
                    <a:lnTo>
                      <a:pt x="6665" y="1266"/>
                    </a:lnTo>
                    <a:lnTo>
                      <a:pt x="6665" y="1260"/>
                    </a:lnTo>
                    <a:lnTo>
                      <a:pt x="6684" y="1232"/>
                    </a:lnTo>
                    <a:lnTo>
                      <a:pt x="6690" y="1227"/>
                    </a:lnTo>
                    <a:lnTo>
                      <a:pt x="6703" y="1237"/>
                    </a:lnTo>
                    <a:lnTo>
                      <a:pt x="6709" y="1245"/>
                    </a:lnTo>
                    <a:lnTo>
                      <a:pt x="6722" y="1237"/>
                    </a:lnTo>
                    <a:lnTo>
                      <a:pt x="6722" y="1226"/>
                    </a:lnTo>
                    <a:lnTo>
                      <a:pt x="6721" y="1217"/>
                    </a:lnTo>
                    <a:lnTo>
                      <a:pt x="6708" y="1181"/>
                    </a:lnTo>
                    <a:lnTo>
                      <a:pt x="6689" y="1169"/>
                    </a:lnTo>
                    <a:lnTo>
                      <a:pt x="6678" y="1162"/>
                    </a:lnTo>
                    <a:lnTo>
                      <a:pt x="6662" y="1159"/>
                    </a:lnTo>
                    <a:lnTo>
                      <a:pt x="6656" y="1153"/>
                    </a:lnTo>
                    <a:lnTo>
                      <a:pt x="6636" y="1143"/>
                    </a:lnTo>
                    <a:lnTo>
                      <a:pt x="6617" y="1147"/>
                    </a:lnTo>
                    <a:lnTo>
                      <a:pt x="6615" y="1151"/>
                    </a:lnTo>
                    <a:lnTo>
                      <a:pt x="6612" y="1144"/>
                    </a:lnTo>
                    <a:lnTo>
                      <a:pt x="6603" y="1143"/>
                    </a:lnTo>
                    <a:lnTo>
                      <a:pt x="6575" y="1143"/>
                    </a:lnTo>
                    <a:lnTo>
                      <a:pt x="6565" y="1148"/>
                    </a:lnTo>
                    <a:lnTo>
                      <a:pt x="6540" y="1142"/>
                    </a:lnTo>
                    <a:lnTo>
                      <a:pt x="6528" y="1131"/>
                    </a:lnTo>
                    <a:lnTo>
                      <a:pt x="6512" y="1131"/>
                    </a:lnTo>
                    <a:lnTo>
                      <a:pt x="6490" y="1109"/>
                    </a:lnTo>
                    <a:lnTo>
                      <a:pt x="6484" y="1111"/>
                    </a:lnTo>
                    <a:lnTo>
                      <a:pt x="6443" y="1106"/>
                    </a:lnTo>
                    <a:lnTo>
                      <a:pt x="6419" y="1092"/>
                    </a:lnTo>
                    <a:lnTo>
                      <a:pt x="6378" y="1089"/>
                    </a:lnTo>
                    <a:lnTo>
                      <a:pt x="6365" y="1084"/>
                    </a:lnTo>
                    <a:lnTo>
                      <a:pt x="6319" y="1086"/>
                    </a:lnTo>
                    <a:lnTo>
                      <a:pt x="6264" y="1079"/>
                    </a:lnTo>
                    <a:lnTo>
                      <a:pt x="6257" y="1073"/>
                    </a:lnTo>
                    <a:lnTo>
                      <a:pt x="6252" y="1066"/>
                    </a:lnTo>
                    <a:lnTo>
                      <a:pt x="6242" y="1060"/>
                    </a:lnTo>
                    <a:lnTo>
                      <a:pt x="6232" y="1058"/>
                    </a:lnTo>
                    <a:lnTo>
                      <a:pt x="6225" y="1057"/>
                    </a:lnTo>
                    <a:lnTo>
                      <a:pt x="6217" y="1068"/>
                    </a:lnTo>
                    <a:lnTo>
                      <a:pt x="6216" y="1074"/>
                    </a:lnTo>
                    <a:lnTo>
                      <a:pt x="6226" y="1084"/>
                    </a:lnTo>
                    <a:lnTo>
                      <a:pt x="6227" y="1093"/>
                    </a:lnTo>
                    <a:lnTo>
                      <a:pt x="6235" y="1105"/>
                    </a:lnTo>
                    <a:lnTo>
                      <a:pt x="6227" y="1109"/>
                    </a:lnTo>
                    <a:lnTo>
                      <a:pt x="6216" y="1119"/>
                    </a:lnTo>
                    <a:lnTo>
                      <a:pt x="6211" y="1127"/>
                    </a:lnTo>
                    <a:lnTo>
                      <a:pt x="6206" y="1152"/>
                    </a:lnTo>
                    <a:lnTo>
                      <a:pt x="6199" y="1167"/>
                    </a:lnTo>
                    <a:lnTo>
                      <a:pt x="6192" y="1176"/>
                    </a:lnTo>
                    <a:lnTo>
                      <a:pt x="6179" y="1179"/>
                    </a:lnTo>
                    <a:lnTo>
                      <a:pt x="6166" y="1191"/>
                    </a:lnTo>
                    <a:lnTo>
                      <a:pt x="6158" y="1205"/>
                    </a:lnTo>
                    <a:lnTo>
                      <a:pt x="6157" y="1212"/>
                    </a:lnTo>
                    <a:lnTo>
                      <a:pt x="6163" y="1226"/>
                    </a:lnTo>
                    <a:lnTo>
                      <a:pt x="6165" y="1234"/>
                    </a:lnTo>
                    <a:lnTo>
                      <a:pt x="6155" y="1235"/>
                    </a:lnTo>
                    <a:lnTo>
                      <a:pt x="6156" y="1255"/>
                    </a:lnTo>
                    <a:lnTo>
                      <a:pt x="6161" y="1269"/>
                    </a:lnTo>
                    <a:lnTo>
                      <a:pt x="6171" y="1280"/>
                    </a:lnTo>
                    <a:lnTo>
                      <a:pt x="6173" y="1286"/>
                    </a:lnTo>
                    <a:lnTo>
                      <a:pt x="6173" y="1298"/>
                    </a:lnTo>
                    <a:lnTo>
                      <a:pt x="6171" y="1307"/>
                    </a:lnTo>
                    <a:lnTo>
                      <a:pt x="6161" y="1307"/>
                    </a:lnTo>
                    <a:lnTo>
                      <a:pt x="6141" y="1294"/>
                    </a:lnTo>
                    <a:lnTo>
                      <a:pt x="6135" y="1313"/>
                    </a:lnTo>
                    <a:lnTo>
                      <a:pt x="6120" y="1307"/>
                    </a:lnTo>
                    <a:lnTo>
                      <a:pt x="6115" y="1314"/>
                    </a:lnTo>
                    <a:lnTo>
                      <a:pt x="6113" y="1309"/>
                    </a:lnTo>
                    <a:lnTo>
                      <a:pt x="6093" y="1325"/>
                    </a:lnTo>
                    <a:lnTo>
                      <a:pt x="6088" y="1334"/>
                    </a:lnTo>
                    <a:lnTo>
                      <a:pt x="6080" y="1340"/>
                    </a:lnTo>
                    <a:lnTo>
                      <a:pt x="6076" y="1352"/>
                    </a:lnTo>
                    <a:lnTo>
                      <a:pt x="6065" y="1351"/>
                    </a:lnTo>
                    <a:lnTo>
                      <a:pt x="6060" y="1357"/>
                    </a:lnTo>
                    <a:lnTo>
                      <a:pt x="6054" y="1350"/>
                    </a:lnTo>
                    <a:lnTo>
                      <a:pt x="6047" y="1348"/>
                    </a:lnTo>
                    <a:lnTo>
                      <a:pt x="6042" y="1343"/>
                    </a:lnTo>
                    <a:lnTo>
                      <a:pt x="6042" y="1334"/>
                    </a:lnTo>
                    <a:lnTo>
                      <a:pt x="6033" y="1331"/>
                    </a:lnTo>
                    <a:lnTo>
                      <a:pt x="6029" y="1320"/>
                    </a:lnTo>
                    <a:lnTo>
                      <a:pt x="6021" y="1314"/>
                    </a:lnTo>
                    <a:lnTo>
                      <a:pt x="6013" y="1314"/>
                    </a:lnTo>
                    <a:lnTo>
                      <a:pt x="5985" y="1293"/>
                    </a:lnTo>
                    <a:lnTo>
                      <a:pt x="5972" y="1294"/>
                    </a:lnTo>
                    <a:lnTo>
                      <a:pt x="5956" y="1288"/>
                    </a:lnTo>
                    <a:lnTo>
                      <a:pt x="5950" y="1281"/>
                    </a:lnTo>
                    <a:lnTo>
                      <a:pt x="5941" y="1280"/>
                    </a:lnTo>
                    <a:lnTo>
                      <a:pt x="5929" y="1272"/>
                    </a:lnTo>
                    <a:lnTo>
                      <a:pt x="5898" y="1276"/>
                    </a:lnTo>
                    <a:lnTo>
                      <a:pt x="5887" y="1294"/>
                    </a:lnTo>
                    <a:lnTo>
                      <a:pt x="5886" y="1304"/>
                    </a:lnTo>
                    <a:lnTo>
                      <a:pt x="5888" y="1318"/>
                    </a:lnTo>
                    <a:lnTo>
                      <a:pt x="5887" y="1324"/>
                    </a:lnTo>
                    <a:lnTo>
                      <a:pt x="5877" y="1309"/>
                    </a:lnTo>
                    <a:lnTo>
                      <a:pt x="5872" y="1314"/>
                    </a:lnTo>
                    <a:lnTo>
                      <a:pt x="5845" y="1309"/>
                    </a:lnTo>
                    <a:lnTo>
                      <a:pt x="5834" y="1314"/>
                    </a:lnTo>
                    <a:lnTo>
                      <a:pt x="5824" y="1312"/>
                    </a:lnTo>
                    <a:lnTo>
                      <a:pt x="5811" y="1292"/>
                    </a:lnTo>
                    <a:lnTo>
                      <a:pt x="5802" y="1287"/>
                    </a:lnTo>
                    <a:lnTo>
                      <a:pt x="5792" y="1264"/>
                    </a:lnTo>
                    <a:lnTo>
                      <a:pt x="5783" y="1254"/>
                    </a:lnTo>
                    <a:lnTo>
                      <a:pt x="5775" y="1232"/>
                    </a:lnTo>
                    <a:lnTo>
                      <a:pt x="5774" y="1217"/>
                    </a:lnTo>
                    <a:lnTo>
                      <a:pt x="5773" y="1214"/>
                    </a:lnTo>
                    <a:lnTo>
                      <a:pt x="5767" y="1218"/>
                    </a:lnTo>
                    <a:lnTo>
                      <a:pt x="5762" y="1232"/>
                    </a:lnTo>
                    <a:lnTo>
                      <a:pt x="5744" y="1275"/>
                    </a:lnTo>
                    <a:lnTo>
                      <a:pt x="5737" y="1289"/>
                    </a:lnTo>
                    <a:lnTo>
                      <a:pt x="5736" y="1307"/>
                    </a:lnTo>
                    <a:lnTo>
                      <a:pt x="5733" y="1319"/>
                    </a:lnTo>
                    <a:lnTo>
                      <a:pt x="5735" y="1353"/>
                    </a:lnTo>
                    <a:lnTo>
                      <a:pt x="5727" y="1358"/>
                    </a:lnTo>
                    <a:lnTo>
                      <a:pt x="5719" y="1380"/>
                    </a:lnTo>
                    <a:lnTo>
                      <a:pt x="5712" y="1388"/>
                    </a:lnTo>
                    <a:lnTo>
                      <a:pt x="5710" y="1406"/>
                    </a:lnTo>
                    <a:lnTo>
                      <a:pt x="5700" y="1418"/>
                    </a:lnTo>
                    <a:lnTo>
                      <a:pt x="5697" y="1433"/>
                    </a:lnTo>
                    <a:lnTo>
                      <a:pt x="5684" y="1427"/>
                    </a:lnTo>
                    <a:lnTo>
                      <a:pt x="5674" y="1395"/>
                    </a:lnTo>
                    <a:lnTo>
                      <a:pt x="5671" y="1393"/>
                    </a:lnTo>
                    <a:lnTo>
                      <a:pt x="5669" y="1405"/>
                    </a:lnTo>
                    <a:lnTo>
                      <a:pt x="5662" y="1406"/>
                    </a:lnTo>
                    <a:lnTo>
                      <a:pt x="5656" y="1397"/>
                    </a:lnTo>
                    <a:lnTo>
                      <a:pt x="5649" y="1399"/>
                    </a:lnTo>
                    <a:lnTo>
                      <a:pt x="5641" y="1394"/>
                    </a:lnTo>
                    <a:lnTo>
                      <a:pt x="5636" y="1386"/>
                    </a:lnTo>
                    <a:lnTo>
                      <a:pt x="5636" y="1379"/>
                    </a:lnTo>
                    <a:lnTo>
                      <a:pt x="5627" y="1368"/>
                    </a:lnTo>
                    <a:lnTo>
                      <a:pt x="5620" y="1375"/>
                    </a:lnTo>
                    <a:lnTo>
                      <a:pt x="5618" y="1369"/>
                    </a:lnTo>
                    <a:lnTo>
                      <a:pt x="5613" y="1364"/>
                    </a:lnTo>
                    <a:lnTo>
                      <a:pt x="5609" y="1354"/>
                    </a:lnTo>
                    <a:lnTo>
                      <a:pt x="5607" y="1340"/>
                    </a:lnTo>
                    <a:lnTo>
                      <a:pt x="5599" y="1336"/>
                    </a:lnTo>
                    <a:lnTo>
                      <a:pt x="5596" y="1340"/>
                    </a:lnTo>
                    <a:lnTo>
                      <a:pt x="5596" y="1332"/>
                    </a:lnTo>
                    <a:lnTo>
                      <a:pt x="5588" y="1318"/>
                    </a:lnTo>
                    <a:lnTo>
                      <a:pt x="5586" y="1303"/>
                    </a:lnTo>
                    <a:lnTo>
                      <a:pt x="5582" y="1299"/>
                    </a:lnTo>
                    <a:lnTo>
                      <a:pt x="5582" y="1288"/>
                    </a:lnTo>
                    <a:lnTo>
                      <a:pt x="5579" y="1282"/>
                    </a:lnTo>
                    <a:lnTo>
                      <a:pt x="5576" y="1270"/>
                    </a:lnTo>
                    <a:lnTo>
                      <a:pt x="5575" y="1273"/>
                    </a:lnTo>
                    <a:lnTo>
                      <a:pt x="5565" y="1280"/>
                    </a:lnTo>
                    <a:lnTo>
                      <a:pt x="5559" y="1272"/>
                    </a:lnTo>
                    <a:lnTo>
                      <a:pt x="5561" y="1264"/>
                    </a:lnTo>
                    <a:lnTo>
                      <a:pt x="5559" y="1255"/>
                    </a:lnTo>
                    <a:lnTo>
                      <a:pt x="5555" y="1251"/>
                    </a:lnTo>
                    <a:lnTo>
                      <a:pt x="5554" y="1245"/>
                    </a:lnTo>
                    <a:lnTo>
                      <a:pt x="5553" y="1229"/>
                    </a:lnTo>
                    <a:lnTo>
                      <a:pt x="5572" y="1200"/>
                    </a:lnTo>
                    <a:lnTo>
                      <a:pt x="5577" y="1205"/>
                    </a:lnTo>
                    <a:lnTo>
                      <a:pt x="5582" y="1203"/>
                    </a:lnTo>
                    <a:lnTo>
                      <a:pt x="5579" y="1199"/>
                    </a:lnTo>
                    <a:lnTo>
                      <a:pt x="5580" y="1192"/>
                    </a:lnTo>
                    <a:lnTo>
                      <a:pt x="5591" y="1187"/>
                    </a:lnTo>
                    <a:lnTo>
                      <a:pt x="5597" y="1180"/>
                    </a:lnTo>
                    <a:lnTo>
                      <a:pt x="5591" y="1181"/>
                    </a:lnTo>
                    <a:lnTo>
                      <a:pt x="5591" y="1178"/>
                    </a:lnTo>
                    <a:lnTo>
                      <a:pt x="5596" y="1173"/>
                    </a:lnTo>
                    <a:lnTo>
                      <a:pt x="5593" y="1169"/>
                    </a:lnTo>
                    <a:lnTo>
                      <a:pt x="5593" y="1159"/>
                    </a:lnTo>
                    <a:lnTo>
                      <a:pt x="5603" y="1141"/>
                    </a:lnTo>
                    <a:lnTo>
                      <a:pt x="5581" y="1125"/>
                    </a:lnTo>
                    <a:lnTo>
                      <a:pt x="5582" y="1120"/>
                    </a:lnTo>
                    <a:lnTo>
                      <a:pt x="5590" y="1111"/>
                    </a:lnTo>
                    <a:lnTo>
                      <a:pt x="5580" y="1104"/>
                    </a:lnTo>
                    <a:lnTo>
                      <a:pt x="5582" y="1094"/>
                    </a:lnTo>
                    <a:lnTo>
                      <a:pt x="5588" y="1090"/>
                    </a:lnTo>
                    <a:lnTo>
                      <a:pt x="5588" y="1077"/>
                    </a:lnTo>
                    <a:lnTo>
                      <a:pt x="5591" y="1074"/>
                    </a:lnTo>
                    <a:lnTo>
                      <a:pt x="5587" y="1072"/>
                    </a:lnTo>
                    <a:lnTo>
                      <a:pt x="5586" y="1066"/>
                    </a:lnTo>
                    <a:lnTo>
                      <a:pt x="5587" y="1058"/>
                    </a:lnTo>
                    <a:lnTo>
                      <a:pt x="5585" y="1050"/>
                    </a:lnTo>
                    <a:lnTo>
                      <a:pt x="5592" y="1049"/>
                    </a:lnTo>
                    <a:lnTo>
                      <a:pt x="5593" y="1045"/>
                    </a:lnTo>
                    <a:lnTo>
                      <a:pt x="5595" y="1038"/>
                    </a:lnTo>
                    <a:lnTo>
                      <a:pt x="5597" y="1031"/>
                    </a:lnTo>
                    <a:lnTo>
                      <a:pt x="5593" y="1028"/>
                    </a:lnTo>
                    <a:lnTo>
                      <a:pt x="5593" y="1022"/>
                    </a:lnTo>
                    <a:lnTo>
                      <a:pt x="5577" y="1012"/>
                    </a:lnTo>
                    <a:lnTo>
                      <a:pt x="5572" y="1001"/>
                    </a:lnTo>
                    <a:lnTo>
                      <a:pt x="5565" y="992"/>
                    </a:lnTo>
                    <a:lnTo>
                      <a:pt x="5565" y="985"/>
                    </a:lnTo>
                    <a:lnTo>
                      <a:pt x="5541" y="971"/>
                    </a:lnTo>
                    <a:lnTo>
                      <a:pt x="5542" y="964"/>
                    </a:lnTo>
                    <a:lnTo>
                      <a:pt x="5541" y="957"/>
                    </a:lnTo>
                    <a:lnTo>
                      <a:pt x="5528" y="955"/>
                    </a:lnTo>
                    <a:lnTo>
                      <a:pt x="5523" y="952"/>
                    </a:lnTo>
                    <a:lnTo>
                      <a:pt x="5527" y="948"/>
                    </a:lnTo>
                    <a:lnTo>
                      <a:pt x="5521" y="939"/>
                    </a:lnTo>
                    <a:lnTo>
                      <a:pt x="5504" y="932"/>
                    </a:lnTo>
                    <a:lnTo>
                      <a:pt x="5494" y="936"/>
                    </a:lnTo>
                    <a:lnTo>
                      <a:pt x="5478" y="933"/>
                    </a:lnTo>
                    <a:lnTo>
                      <a:pt x="5461" y="925"/>
                    </a:lnTo>
                    <a:lnTo>
                      <a:pt x="5457" y="930"/>
                    </a:lnTo>
                    <a:lnTo>
                      <a:pt x="5455" y="938"/>
                    </a:lnTo>
                    <a:lnTo>
                      <a:pt x="5447" y="938"/>
                    </a:lnTo>
                    <a:lnTo>
                      <a:pt x="5437" y="950"/>
                    </a:lnTo>
                    <a:lnTo>
                      <a:pt x="5435" y="947"/>
                    </a:lnTo>
                    <a:lnTo>
                      <a:pt x="5434" y="941"/>
                    </a:lnTo>
                    <a:lnTo>
                      <a:pt x="5415" y="918"/>
                    </a:lnTo>
                    <a:lnTo>
                      <a:pt x="5408" y="925"/>
                    </a:lnTo>
                    <a:lnTo>
                      <a:pt x="5399" y="920"/>
                    </a:lnTo>
                    <a:lnTo>
                      <a:pt x="5392" y="922"/>
                    </a:lnTo>
                    <a:lnTo>
                      <a:pt x="5385" y="912"/>
                    </a:lnTo>
                    <a:lnTo>
                      <a:pt x="5380" y="916"/>
                    </a:lnTo>
                    <a:lnTo>
                      <a:pt x="5373" y="910"/>
                    </a:lnTo>
                    <a:lnTo>
                      <a:pt x="5370" y="918"/>
                    </a:lnTo>
                    <a:lnTo>
                      <a:pt x="5361" y="910"/>
                    </a:lnTo>
                    <a:lnTo>
                      <a:pt x="5361" y="904"/>
                    </a:lnTo>
                    <a:lnTo>
                      <a:pt x="5359" y="895"/>
                    </a:lnTo>
                    <a:lnTo>
                      <a:pt x="5354" y="891"/>
                    </a:lnTo>
                    <a:lnTo>
                      <a:pt x="5350" y="896"/>
                    </a:lnTo>
                    <a:lnTo>
                      <a:pt x="5339" y="883"/>
                    </a:lnTo>
                    <a:lnTo>
                      <a:pt x="5333" y="885"/>
                    </a:lnTo>
                    <a:lnTo>
                      <a:pt x="5323" y="879"/>
                    </a:lnTo>
                    <a:lnTo>
                      <a:pt x="5305" y="875"/>
                    </a:lnTo>
                    <a:lnTo>
                      <a:pt x="5292" y="866"/>
                    </a:lnTo>
                    <a:lnTo>
                      <a:pt x="5286" y="866"/>
                    </a:lnTo>
                    <a:lnTo>
                      <a:pt x="5285" y="873"/>
                    </a:lnTo>
                    <a:lnTo>
                      <a:pt x="5285" y="880"/>
                    </a:lnTo>
                    <a:lnTo>
                      <a:pt x="5286" y="890"/>
                    </a:lnTo>
                    <a:lnTo>
                      <a:pt x="5284" y="895"/>
                    </a:lnTo>
                    <a:lnTo>
                      <a:pt x="5268" y="893"/>
                    </a:lnTo>
                    <a:lnTo>
                      <a:pt x="5258" y="877"/>
                    </a:lnTo>
                    <a:lnTo>
                      <a:pt x="5257" y="883"/>
                    </a:lnTo>
                    <a:lnTo>
                      <a:pt x="5256" y="900"/>
                    </a:lnTo>
                    <a:lnTo>
                      <a:pt x="5247" y="942"/>
                    </a:lnTo>
                    <a:lnTo>
                      <a:pt x="5252" y="944"/>
                    </a:lnTo>
                    <a:lnTo>
                      <a:pt x="5249" y="950"/>
                    </a:lnTo>
                    <a:lnTo>
                      <a:pt x="5248" y="955"/>
                    </a:lnTo>
                    <a:lnTo>
                      <a:pt x="5251" y="970"/>
                    </a:lnTo>
                    <a:lnTo>
                      <a:pt x="5264" y="1003"/>
                    </a:lnTo>
                    <a:lnTo>
                      <a:pt x="5260" y="1011"/>
                    </a:lnTo>
                    <a:lnTo>
                      <a:pt x="5252" y="1019"/>
                    </a:lnTo>
                    <a:lnTo>
                      <a:pt x="5225" y="1024"/>
                    </a:lnTo>
                    <a:lnTo>
                      <a:pt x="5210" y="1036"/>
                    </a:lnTo>
                    <a:lnTo>
                      <a:pt x="5204" y="1031"/>
                    </a:lnTo>
                    <a:lnTo>
                      <a:pt x="5200" y="1038"/>
                    </a:lnTo>
                    <a:lnTo>
                      <a:pt x="5195" y="1034"/>
                    </a:lnTo>
                    <a:lnTo>
                      <a:pt x="5179" y="1038"/>
                    </a:lnTo>
                    <a:lnTo>
                      <a:pt x="5168" y="1033"/>
                    </a:lnTo>
                    <a:lnTo>
                      <a:pt x="5161" y="1033"/>
                    </a:lnTo>
                    <a:lnTo>
                      <a:pt x="5136" y="1038"/>
                    </a:lnTo>
                    <a:lnTo>
                      <a:pt x="5131" y="1041"/>
                    </a:lnTo>
                    <a:lnTo>
                      <a:pt x="5112" y="1030"/>
                    </a:lnTo>
                    <a:lnTo>
                      <a:pt x="5082" y="1023"/>
                    </a:lnTo>
                    <a:lnTo>
                      <a:pt x="5074" y="1022"/>
                    </a:lnTo>
                    <a:lnTo>
                      <a:pt x="5074" y="1030"/>
                    </a:lnTo>
                    <a:lnTo>
                      <a:pt x="5071" y="1035"/>
                    </a:lnTo>
                    <a:lnTo>
                      <a:pt x="5042" y="1015"/>
                    </a:lnTo>
                    <a:lnTo>
                      <a:pt x="5023" y="1011"/>
                    </a:lnTo>
                    <a:lnTo>
                      <a:pt x="4994" y="995"/>
                    </a:lnTo>
                    <a:lnTo>
                      <a:pt x="4989" y="987"/>
                    </a:lnTo>
                    <a:lnTo>
                      <a:pt x="4989" y="980"/>
                    </a:lnTo>
                    <a:lnTo>
                      <a:pt x="4989" y="974"/>
                    </a:lnTo>
                    <a:lnTo>
                      <a:pt x="4990" y="969"/>
                    </a:lnTo>
                    <a:lnTo>
                      <a:pt x="4988" y="955"/>
                    </a:lnTo>
                    <a:lnTo>
                      <a:pt x="4990" y="948"/>
                    </a:lnTo>
                    <a:lnTo>
                      <a:pt x="4996" y="944"/>
                    </a:lnTo>
                    <a:lnTo>
                      <a:pt x="5007" y="944"/>
                    </a:lnTo>
                    <a:lnTo>
                      <a:pt x="5009" y="938"/>
                    </a:lnTo>
                    <a:lnTo>
                      <a:pt x="5015" y="938"/>
                    </a:lnTo>
                    <a:lnTo>
                      <a:pt x="5012" y="931"/>
                    </a:lnTo>
                    <a:lnTo>
                      <a:pt x="5005" y="925"/>
                    </a:lnTo>
                    <a:lnTo>
                      <a:pt x="4978" y="926"/>
                    </a:lnTo>
                    <a:lnTo>
                      <a:pt x="4967" y="920"/>
                    </a:lnTo>
                    <a:lnTo>
                      <a:pt x="4948" y="925"/>
                    </a:lnTo>
                    <a:lnTo>
                      <a:pt x="4924" y="920"/>
                    </a:lnTo>
                    <a:lnTo>
                      <a:pt x="4912" y="912"/>
                    </a:lnTo>
                    <a:lnTo>
                      <a:pt x="4900" y="912"/>
                    </a:lnTo>
                    <a:lnTo>
                      <a:pt x="4888" y="907"/>
                    </a:lnTo>
                    <a:lnTo>
                      <a:pt x="4875" y="907"/>
                    </a:lnTo>
                    <a:lnTo>
                      <a:pt x="4858" y="899"/>
                    </a:lnTo>
                    <a:lnTo>
                      <a:pt x="4837" y="895"/>
                    </a:lnTo>
                    <a:lnTo>
                      <a:pt x="4818" y="900"/>
                    </a:lnTo>
                    <a:lnTo>
                      <a:pt x="4818" y="909"/>
                    </a:lnTo>
                    <a:lnTo>
                      <a:pt x="4792" y="918"/>
                    </a:lnTo>
                    <a:lnTo>
                      <a:pt x="4779" y="921"/>
                    </a:lnTo>
                    <a:lnTo>
                      <a:pt x="4756" y="918"/>
                    </a:lnTo>
                    <a:lnTo>
                      <a:pt x="4721" y="932"/>
                    </a:lnTo>
                    <a:lnTo>
                      <a:pt x="4736" y="957"/>
                    </a:lnTo>
                    <a:lnTo>
                      <a:pt x="4738" y="969"/>
                    </a:lnTo>
                    <a:lnTo>
                      <a:pt x="4735" y="974"/>
                    </a:lnTo>
                    <a:lnTo>
                      <a:pt x="4713" y="990"/>
                    </a:lnTo>
                    <a:lnTo>
                      <a:pt x="4698" y="984"/>
                    </a:lnTo>
                    <a:lnTo>
                      <a:pt x="4700" y="976"/>
                    </a:lnTo>
                    <a:lnTo>
                      <a:pt x="4715" y="979"/>
                    </a:lnTo>
                    <a:lnTo>
                      <a:pt x="4719" y="969"/>
                    </a:lnTo>
                    <a:lnTo>
                      <a:pt x="4703" y="964"/>
                    </a:lnTo>
                    <a:lnTo>
                      <a:pt x="4705" y="955"/>
                    </a:lnTo>
                    <a:lnTo>
                      <a:pt x="4700" y="947"/>
                    </a:lnTo>
                    <a:lnTo>
                      <a:pt x="4711" y="922"/>
                    </a:lnTo>
                    <a:lnTo>
                      <a:pt x="4710" y="907"/>
                    </a:lnTo>
                    <a:lnTo>
                      <a:pt x="4705" y="894"/>
                    </a:lnTo>
                    <a:lnTo>
                      <a:pt x="4700" y="889"/>
                    </a:lnTo>
                    <a:lnTo>
                      <a:pt x="4698" y="872"/>
                    </a:lnTo>
                    <a:lnTo>
                      <a:pt x="4690" y="858"/>
                    </a:lnTo>
                    <a:lnTo>
                      <a:pt x="4678" y="832"/>
                    </a:lnTo>
                    <a:lnTo>
                      <a:pt x="4684" y="861"/>
                    </a:lnTo>
                    <a:lnTo>
                      <a:pt x="4682" y="878"/>
                    </a:lnTo>
                    <a:lnTo>
                      <a:pt x="4674" y="891"/>
                    </a:lnTo>
                    <a:lnTo>
                      <a:pt x="4658" y="896"/>
                    </a:lnTo>
                    <a:lnTo>
                      <a:pt x="4628" y="894"/>
                    </a:lnTo>
                    <a:lnTo>
                      <a:pt x="4619" y="896"/>
                    </a:lnTo>
                    <a:lnTo>
                      <a:pt x="4617" y="891"/>
                    </a:lnTo>
                    <a:lnTo>
                      <a:pt x="4596" y="874"/>
                    </a:lnTo>
                    <a:lnTo>
                      <a:pt x="4592" y="862"/>
                    </a:lnTo>
                    <a:lnTo>
                      <a:pt x="4591" y="848"/>
                    </a:lnTo>
                    <a:lnTo>
                      <a:pt x="4596" y="837"/>
                    </a:lnTo>
                    <a:lnTo>
                      <a:pt x="4598" y="847"/>
                    </a:lnTo>
                    <a:lnTo>
                      <a:pt x="4607" y="832"/>
                    </a:lnTo>
                    <a:lnTo>
                      <a:pt x="4608" y="826"/>
                    </a:lnTo>
                    <a:lnTo>
                      <a:pt x="4584" y="834"/>
                    </a:lnTo>
                    <a:lnTo>
                      <a:pt x="4576" y="842"/>
                    </a:lnTo>
                    <a:lnTo>
                      <a:pt x="4574" y="851"/>
                    </a:lnTo>
                    <a:lnTo>
                      <a:pt x="4570" y="855"/>
                    </a:lnTo>
                    <a:lnTo>
                      <a:pt x="4565" y="845"/>
                    </a:lnTo>
                    <a:lnTo>
                      <a:pt x="4553" y="840"/>
                    </a:lnTo>
                    <a:lnTo>
                      <a:pt x="4542" y="831"/>
                    </a:lnTo>
                    <a:lnTo>
                      <a:pt x="4527" y="834"/>
                    </a:lnTo>
                    <a:lnTo>
                      <a:pt x="4515" y="839"/>
                    </a:lnTo>
                    <a:lnTo>
                      <a:pt x="4512" y="852"/>
                    </a:lnTo>
                    <a:lnTo>
                      <a:pt x="4496" y="875"/>
                    </a:lnTo>
                    <a:lnTo>
                      <a:pt x="4495" y="884"/>
                    </a:lnTo>
                    <a:lnTo>
                      <a:pt x="4500" y="899"/>
                    </a:lnTo>
                    <a:lnTo>
                      <a:pt x="4507" y="911"/>
                    </a:lnTo>
                    <a:lnTo>
                      <a:pt x="4514" y="907"/>
                    </a:lnTo>
                    <a:lnTo>
                      <a:pt x="4509" y="905"/>
                    </a:lnTo>
                    <a:lnTo>
                      <a:pt x="4509" y="896"/>
                    </a:lnTo>
                    <a:lnTo>
                      <a:pt x="4515" y="902"/>
                    </a:lnTo>
                    <a:lnTo>
                      <a:pt x="4534" y="902"/>
                    </a:lnTo>
                    <a:lnTo>
                      <a:pt x="4542" y="893"/>
                    </a:lnTo>
                    <a:lnTo>
                      <a:pt x="4552" y="888"/>
                    </a:lnTo>
                    <a:lnTo>
                      <a:pt x="4557" y="879"/>
                    </a:lnTo>
                    <a:lnTo>
                      <a:pt x="4565" y="884"/>
                    </a:lnTo>
                    <a:lnTo>
                      <a:pt x="4573" y="901"/>
                    </a:lnTo>
                    <a:lnTo>
                      <a:pt x="4542" y="916"/>
                    </a:lnTo>
                    <a:lnTo>
                      <a:pt x="4536" y="930"/>
                    </a:lnTo>
                    <a:lnTo>
                      <a:pt x="4531" y="927"/>
                    </a:lnTo>
                    <a:lnTo>
                      <a:pt x="4506" y="948"/>
                    </a:lnTo>
                    <a:lnTo>
                      <a:pt x="4495" y="948"/>
                    </a:lnTo>
                    <a:lnTo>
                      <a:pt x="4478" y="926"/>
                    </a:lnTo>
                    <a:lnTo>
                      <a:pt x="4490" y="949"/>
                    </a:lnTo>
                    <a:lnTo>
                      <a:pt x="4487" y="952"/>
                    </a:lnTo>
                    <a:lnTo>
                      <a:pt x="4480" y="945"/>
                    </a:lnTo>
                    <a:lnTo>
                      <a:pt x="4482" y="953"/>
                    </a:lnTo>
                    <a:lnTo>
                      <a:pt x="4479" y="960"/>
                    </a:lnTo>
                    <a:lnTo>
                      <a:pt x="4444" y="971"/>
                    </a:lnTo>
                    <a:lnTo>
                      <a:pt x="4432" y="970"/>
                    </a:lnTo>
                    <a:lnTo>
                      <a:pt x="4430" y="979"/>
                    </a:lnTo>
                    <a:lnTo>
                      <a:pt x="4432" y="986"/>
                    </a:lnTo>
                    <a:lnTo>
                      <a:pt x="4414" y="982"/>
                    </a:lnTo>
                    <a:lnTo>
                      <a:pt x="4394" y="1001"/>
                    </a:lnTo>
                    <a:lnTo>
                      <a:pt x="4389" y="998"/>
                    </a:lnTo>
                    <a:lnTo>
                      <a:pt x="4361" y="996"/>
                    </a:lnTo>
                    <a:lnTo>
                      <a:pt x="4354" y="1003"/>
                    </a:lnTo>
                    <a:lnTo>
                      <a:pt x="4326" y="996"/>
                    </a:lnTo>
                    <a:lnTo>
                      <a:pt x="4315" y="1004"/>
                    </a:lnTo>
                    <a:lnTo>
                      <a:pt x="4316" y="1018"/>
                    </a:lnTo>
                    <a:lnTo>
                      <a:pt x="4323" y="1036"/>
                    </a:lnTo>
                    <a:lnTo>
                      <a:pt x="4358" y="1054"/>
                    </a:lnTo>
                    <a:lnTo>
                      <a:pt x="4350" y="1056"/>
                    </a:lnTo>
                    <a:lnTo>
                      <a:pt x="4340" y="1054"/>
                    </a:lnTo>
                    <a:lnTo>
                      <a:pt x="4317" y="1044"/>
                    </a:lnTo>
                    <a:lnTo>
                      <a:pt x="4308" y="1038"/>
                    </a:lnTo>
                    <a:lnTo>
                      <a:pt x="4301" y="1047"/>
                    </a:lnTo>
                    <a:lnTo>
                      <a:pt x="4294" y="1052"/>
                    </a:lnTo>
                    <a:lnTo>
                      <a:pt x="4288" y="1065"/>
                    </a:lnTo>
                    <a:lnTo>
                      <a:pt x="4278" y="1071"/>
                    </a:lnTo>
                    <a:lnTo>
                      <a:pt x="4267" y="1072"/>
                    </a:lnTo>
                    <a:lnTo>
                      <a:pt x="4253" y="1082"/>
                    </a:lnTo>
                    <a:lnTo>
                      <a:pt x="4242" y="1090"/>
                    </a:lnTo>
                    <a:lnTo>
                      <a:pt x="4229" y="1109"/>
                    </a:lnTo>
                    <a:lnTo>
                      <a:pt x="4232" y="1104"/>
                    </a:lnTo>
                    <a:lnTo>
                      <a:pt x="4229" y="1101"/>
                    </a:lnTo>
                    <a:lnTo>
                      <a:pt x="4215" y="1105"/>
                    </a:lnTo>
                    <a:lnTo>
                      <a:pt x="4213" y="1111"/>
                    </a:lnTo>
                    <a:lnTo>
                      <a:pt x="4206" y="1110"/>
                    </a:lnTo>
                    <a:lnTo>
                      <a:pt x="4205" y="1103"/>
                    </a:lnTo>
                    <a:lnTo>
                      <a:pt x="4227" y="1083"/>
                    </a:lnTo>
                    <a:lnTo>
                      <a:pt x="4236" y="1078"/>
                    </a:lnTo>
                    <a:lnTo>
                      <a:pt x="4240" y="1072"/>
                    </a:lnTo>
                    <a:lnTo>
                      <a:pt x="4252" y="1063"/>
                    </a:lnTo>
                    <a:lnTo>
                      <a:pt x="4263" y="1067"/>
                    </a:lnTo>
                    <a:lnTo>
                      <a:pt x="4276" y="1055"/>
                    </a:lnTo>
                    <a:lnTo>
                      <a:pt x="4285" y="1044"/>
                    </a:lnTo>
                    <a:lnTo>
                      <a:pt x="4301" y="1008"/>
                    </a:lnTo>
                    <a:lnTo>
                      <a:pt x="4306" y="1002"/>
                    </a:lnTo>
                    <a:lnTo>
                      <a:pt x="4306" y="997"/>
                    </a:lnTo>
                    <a:lnTo>
                      <a:pt x="4310" y="987"/>
                    </a:lnTo>
                    <a:lnTo>
                      <a:pt x="4316" y="972"/>
                    </a:lnTo>
                    <a:lnTo>
                      <a:pt x="4326" y="974"/>
                    </a:lnTo>
                    <a:lnTo>
                      <a:pt x="4349" y="965"/>
                    </a:lnTo>
                    <a:lnTo>
                      <a:pt x="4351" y="952"/>
                    </a:lnTo>
                    <a:lnTo>
                      <a:pt x="4365" y="928"/>
                    </a:lnTo>
                    <a:lnTo>
                      <a:pt x="4369" y="911"/>
                    </a:lnTo>
                    <a:lnTo>
                      <a:pt x="4409" y="910"/>
                    </a:lnTo>
                    <a:lnTo>
                      <a:pt x="4419" y="907"/>
                    </a:lnTo>
                    <a:lnTo>
                      <a:pt x="4425" y="915"/>
                    </a:lnTo>
                    <a:lnTo>
                      <a:pt x="4445" y="875"/>
                    </a:lnTo>
                    <a:lnTo>
                      <a:pt x="4452" y="864"/>
                    </a:lnTo>
                    <a:lnTo>
                      <a:pt x="4456" y="848"/>
                    </a:lnTo>
                    <a:lnTo>
                      <a:pt x="4484" y="820"/>
                    </a:lnTo>
                    <a:lnTo>
                      <a:pt x="4500" y="813"/>
                    </a:lnTo>
                    <a:lnTo>
                      <a:pt x="4511" y="802"/>
                    </a:lnTo>
                    <a:lnTo>
                      <a:pt x="4520" y="788"/>
                    </a:lnTo>
                    <a:lnTo>
                      <a:pt x="4526" y="767"/>
                    </a:lnTo>
                    <a:lnTo>
                      <a:pt x="4547" y="748"/>
                    </a:lnTo>
                    <a:lnTo>
                      <a:pt x="4545" y="743"/>
                    </a:lnTo>
                    <a:lnTo>
                      <a:pt x="4548" y="735"/>
                    </a:lnTo>
                    <a:lnTo>
                      <a:pt x="4559" y="733"/>
                    </a:lnTo>
                    <a:lnTo>
                      <a:pt x="4566" y="727"/>
                    </a:lnTo>
                    <a:lnTo>
                      <a:pt x="4563" y="724"/>
                    </a:lnTo>
                    <a:lnTo>
                      <a:pt x="4569" y="722"/>
                    </a:lnTo>
                    <a:lnTo>
                      <a:pt x="4573" y="726"/>
                    </a:lnTo>
                    <a:lnTo>
                      <a:pt x="4584" y="721"/>
                    </a:lnTo>
                    <a:lnTo>
                      <a:pt x="4587" y="707"/>
                    </a:lnTo>
                    <a:lnTo>
                      <a:pt x="4592" y="708"/>
                    </a:lnTo>
                    <a:lnTo>
                      <a:pt x="4607" y="692"/>
                    </a:lnTo>
                    <a:lnTo>
                      <a:pt x="4625" y="703"/>
                    </a:lnTo>
                    <a:lnTo>
                      <a:pt x="4627" y="695"/>
                    </a:lnTo>
                    <a:lnTo>
                      <a:pt x="4630" y="686"/>
                    </a:lnTo>
                    <a:lnTo>
                      <a:pt x="4625" y="678"/>
                    </a:lnTo>
                    <a:lnTo>
                      <a:pt x="4657" y="665"/>
                    </a:lnTo>
                    <a:lnTo>
                      <a:pt x="4643" y="662"/>
                    </a:lnTo>
                    <a:lnTo>
                      <a:pt x="4645" y="656"/>
                    </a:lnTo>
                    <a:lnTo>
                      <a:pt x="4667" y="645"/>
                    </a:lnTo>
                    <a:lnTo>
                      <a:pt x="4665" y="656"/>
                    </a:lnTo>
                    <a:lnTo>
                      <a:pt x="4672" y="645"/>
                    </a:lnTo>
                    <a:lnTo>
                      <a:pt x="4678" y="643"/>
                    </a:lnTo>
                    <a:lnTo>
                      <a:pt x="4684" y="636"/>
                    </a:lnTo>
                    <a:lnTo>
                      <a:pt x="4679" y="631"/>
                    </a:lnTo>
                    <a:lnTo>
                      <a:pt x="4688" y="622"/>
                    </a:lnTo>
                    <a:lnTo>
                      <a:pt x="4698" y="624"/>
                    </a:lnTo>
                    <a:lnTo>
                      <a:pt x="4704" y="611"/>
                    </a:lnTo>
                    <a:lnTo>
                      <a:pt x="4708" y="599"/>
                    </a:lnTo>
                    <a:lnTo>
                      <a:pt x="4708" y="595"/>
                    </a:lnTo>
                    <a:lnTo>
                      <a:pt x="4719" y="582"/>
                    </a:lnTo>
                    <a:lnTo>
                      <a:pt x="4722" y="573"/>
                    </a:lnTo>
                    <a:lnTo>
                      <a:pt x="4729" y="567"/>
                    </a:lnTo>
                    <a:lnTo>
                      <a:pt x="4729" y="549"/>
                    </a:lnTo>
                    <a:lnTo>
                      <a:pt x="4726" y="548"/>
                    </a:lnTo>
                    <a:lnTo>
                      <a:pt x="4722" y="534"/>
                    </a:lnTo>
                    <a:lnTo>
                      <a:pt x="4731" y="538"/>
                    </a:lnTo>
                    <a:lnTo>
                      <a:pt x="4730" y="518"/>
                    </a:lnTo>
                    <a:lnTo>
                      <a:pt x="4716" y="518"/>
                    </a:lnTo>
                    <a:lnTo>
                      <a:pt x="4703" y="506"/>
                    </a:lnTo>
                    <a:lnTo>
                      <a:pt x="4701" y="491"/>
                    </a:lnTo>
                    <a:lnTo>
                      <a:pt x="4692" y="492"/>
                    </a:lnTo>
                    <a:lnTo>
                      <a:pt x="4689" y="502"/>
                    </a:lnTo>
                    <a:lnTo>
                      <a:pt x="4686" y="507"/>
                    </a:lnTo>
                    <a:lnTo>
                      <a:pt x="4681" y="497"/>
                    </a:lnTo>
                    <a:lnTo>
                      <a:pt x="4681" y="493"/>
                    </a:lnTo>
                    <a:lnTo>
                      <a:pt x="4676" y="481"/>
                    </a:lnTo>
                    <a:lnTo>
                      <a:pt x="4679" y="475"/>
                    </a:lnTo>
                    <a:lnTo>
                      <a:pt x="4666" y="464"/>
                    </a:lnTo>
                    <a:lnTo>
                      <a:pt x="4660" y="454"/>
                    </a:lnTo>
                    <a:lnTo>
                      <a:pt x="4662" y="447"/>
                    </a:lnTo>
                    <a:lnTo>
                      <a:pt x="4670" y="449"/>
                    </a:lnTo>
                    <a:lnTo>
                      <a:pt x="4687" y="470"/>
                    </a:lnTo>
                    <a:lnTo>
                      <a:pt x="4717" y="490"/>
                    </a:lnTo>
                    <a:lnTo>
                      <a:pt x="4711" y="507"/>
                    </a:lnTo>
                    <a:lnTo>
                      <a:pt x="4717" y="505"/>
                    </a:lnTo>
                    <a:lnTo>
                      <a:pt x="4724" y="493"/>
                    </a:lnTo>
                    <a:lnTo>
                      <a:pt x="4736" y="455"/>
                    </a:lnTo>
                    <a:lnTo>
                      <a:pt x="4736" y="441"/>
                    </a:lnTo>
                    <a:lnTo>
                      <a:pt x="4732" y="428"/>
                    </a:lnTo>
                    <a:lnTo>
                      <a:pt x="4726" y="432"/>
                    </a:lnTo>
                    <a:lnTo>
                      <a:pt x="4717" y="428"/>
                    </a:lnTo>
                    <a:lnTo>
                      <a:pt x="4713" y="400"/>
                    </a:lnTo>
                    <a:lnTo>
                      <a:pt x="4714" y="389"/>
                    </a:lnTo>
                    <a:lnTo>
                      <a:pt x="4698" y="360"/>
                    </a:lnTo>
                    <a:lnTo>
                      <a:pt x="4689" y="364"/>
                    </a:lnTo>
                    <a:lnTo>
                      <a:pt x="4695" y="378"/>
                    </a:lnTo>
                    <a:lnTo>
                      <a:pt x="4686" y="387"/>
                    </a:lnTo>
                    <a:lnTo>
                      <a:pt x="4684" y="394"/>
                    </a:lnTo>
                    <a:lnTo>
                      <a:pt x="4679" y="394"/>
                    </a:lnTo>
                    <a:lnTo>
                      <a:pt x="4672" y="374"/>
                    </a:lnTo>
                    <a:lnTo>
                      <a:pt x="4662" y="362"/>
                    </a:lnTo>
                    <a:lnTo>
                      <a:pt x="4670" y="358"/>
                    </a:lnTo>
                    <a:lnTo>
                      <a:pt x="4671" y="349"/>
                    </a:lnTo>
                    <a:lnTo>
                      <a:pt x="4673" y="341"/>
                    </a:lnTo>
                    <a:lnTo>
                      <a:pt x="4647" y="315"/>
                    </a:lnTo>
                    <a:lnTo>
                      <a:pt x="4640" y="318"/>
                    </a:lnTo>
                    <a:lnTo>
                      <a:pt x="4639" y="306"/>
                    </a:lnTo>
                    <a:lnTo>
                      <a:pt x="4624" y="283"/>
                    </a:lnTo>
                    <a:lnTo>
                      <a:pt x="4603" y="271"/>
                    </a:lnTo>
                    <a:lnTo>
                      <a:pt x="4607" y="266"/>
                    </a:lnTo>
                    <a:lnTo>
                      <a:pt x="4603" y="258"/>
                    </a:lnTo>
                    <a:lnTo>
                      <a:pt x="4593" y="255"/>
                    </a:lnTo>
                    <a:lnTo>
                      <a:pt x="4588" y="261"/>
                    </a:lnTo>
                    <a:lnTo>
                      <a:pt x="4585" y="255"/>
                    </a:lnTo>
                    <a:lnTo>
                      <a:pt x="4586" y="244"/>
                    </a:lnTo>
                    <a:lnTo>
                      <a:pt x="4569" y="248"/>
                    </a:lnTo>
                    <a:lnTo>
                      <a:pt x="4539" y="242"/>
                    </a:lnTo>
                    <a:lnTo>
                      <a:pt x="4523" y="255"/>
                    </a:lnTo>
                    <a:lnTo>
                      <a:pt x="4518" y="253"/>
                    </a:lnTo>
                    <a:lnTo>
                      <a:pt x="4509" y="255"/>
                    </a:lnTo>
                    <a:lnTo>
                      <a:pt x="4489" y="238"/>
                    </a:lnTo>
                    <a:lnTo>
                      <a:pt x="4477" y="248"/>
                    </a:lnTo>
                    <a:lnTo>
                      <a:pt x="4469" y="247"/>
                    </a:lnTo>
                    <a:lnTo>
                      <a:pt x="4441" y="253"/>
                    </a:lnTo>
                    <a:lnTo>
                      <a:pt x="4435" y="247"/>
                    </a:lnTo>
                    <a:lnTo>
                      <a:pt x="4426" y="255"/>
                    </a:lnTo>
                    <a:lnTo>
                      <a:pt x="4428" y="248"/>
                    </a:lnTo>
                    <a:lnTo>
                      <a:pt x="4432" y="242"/>
                    </a:lnTo>
                    <a:lnTo>
                      <a:pt x="4430" y="238"/>
                    </a:lnTo>
                    <a:lnTo>
                      <a:pt x="4424" y="237"/>
                    </a:lnTo>
                    <a:lnTo>
                      <a:pt x="4421" y="244"/>
                    </a:lnTo>
                    <a:lnTo>
                      <a:pt x="4410" y="247"/>
                    </a:lnTo>
                    <a:lnTo>
                      <a:pt x="4409" y="258"/>
                    </a:lnTo>
                    <a:lnTo>
                      <a:pt x="4405" y="264"/>
                    </a:lnTo>
                    <a:lnTo>
                      <a:pt x="4416" y="261"/>
                    </a:lnTo>
                    <a:lnTo>
                      <a:pt x="4409" y="272"/>
                    </a:lnTo>
                    <a:lnTo>
                      <a:pt x="4403" y="272"/>
                    </a:lnTo>
                    <a:lnTo>
                      <a:pt x="4402" y="283"/>
                    </a:lnTo>
                    <a:lnTo>
                      <a:pt x="4397" y="294"/>
                    </a:lnTo>
                    <a:lnTo>
                      <a:pt x="4386" y="299"/>
                    </a:lnTo>
                    <a:lnTo>
                      <a:pt x="4382" y="296"/>
                    </a:lnTo>
                    <a:lnTo>
                      <a:pt x="4380" y="307"/>
                    </a:lnTo>
                    <a:lnTo>
                      <a:pt x="4356" y="306"/>
                    </a:lnTo>
                    <a:lnTo>
                      <a:pt x="4349" y="312"/>
                    </a:lnTo>
                    <a:lnTo>
                      <a:pt x="4334" y="306"/>
                    </a:lnTo>
                    <a:lnTo>
                      <a:pt x="4313" y="306"/>
                    </a:lnTo>
                    <a:lnTo>
                      <a:pt x="4313" y="301"/>
                    </a:lnTo>
                    <a:lnTo>
                      <a:pt x="4311" y="299"/>
                    </a:lnTo>
                    <a:lnTo>
                      <a:pt x="4329" y="288"/>
                    </a:lnTo>
                    <a:lnTo>
                      <a:pt x="4333" y="292"/>
                    </a:lnTo>
                    <a:lnTo>
                      <a:pt x="4343" y="264"/>
                    </a:lnTo>
                    <a:lnTo>
                      <a:pt x="4349" y="253"/>
                    </a:lnTo>
                    <a:lnTo>
                      <a:pt x="4353" y="242"/>
                    </a:lnTo>
                    <a:lnTo>
                      <a:pt x="4367" y="238"/>
                    </a:lnTo>
                    <a:lnTo>
                      <a:pt x="4377" y="216"/>
                    </a:lnTo>
                    <a:lnTo>
                      <a:pt x="4373" y="213"/>
                    </a:lnTo>
                    <a:lnTo>
                      <a:pt x="4370" y="207"/>
                    </a:lnTo>
                    <a:lnTo>
                      <a:pt x="4372" y="204"/>
                    </a:lnTo>
                    <a:lnTo>
                      <a:pt x="4380" y="204"/>
                    </a:lnTo>
                    <a:lnTo>
                      <a:pt x="4380" y="197"/>
                    </a:lnTo>
                    <a:lnTo>
                      <a:pt x="4373" y="195"/>
                    </a:lnTo>
                    <a:lnTo>
                      <a:pt x="4373" y="188"/>
                    </a:lnTo>
                    <a:lnTo>
                      <a:pt x="4375" y="183"/>
                    </a:lnTo>
                    <a:lnTo>
                      <a:pt x="4349" y="175"/>
                    </a:lnTo>
                    <a:lnTo>
                      <a:pt x="4344" y="178"/>
                    </a:lnTo>
                    <a:lnTo>
                      <a:pt x="4338" y="168"/>
                    </a:lnTo>
                    <a:lnTo>
                      <a:pt x="4329" y="166"/>
                    </a:lnTo>
                    <a:lnTo>
                      <a:pt x="4321" y="166"/>
                    </a:lnTo>
                    <a:lnTo>
                      <a:pt x="4312" y="173"/>
                    </a:lnTo>
                    <a:lnTo>
                      <a:pt x="4306" y="164"/>
                    </a:lnTo>
                    <a:lnTo>
                      <a:pt x="4289" y="173"/>
                    </a:lnTo>
                    <a:lnTo>
                      <a:pt x="4294" y="157"/>
                    </a:lnTo>
                    <a:lnTo>
                      <a:pt x="4292" y="143"/>
                    </a:lnTo>
                    <a:lnTo>
                      <a:pt x="4286" y="162"/>
                    </a:lnTo>
                    <a:lnTo>
                      <a:pt x="4268" y="161"/>
                    </a:lnTo>
                    <a:lnTo>
                      <a:pt x="4211" y="189"/>
                    </a:lnTo>
                    <a:lnTo>
                      <a:pt x="4224" y="169"/>
                    </a:lnTo>
                    <a:lnTo>
                      <a:pt x="4231" y="166"/>
                    </a:lnTo>
                    <a:lnTo>
                      <a:pt x="4256" y="126"/>
                    </a:lnTo>
                    <a:lnTo>
                      <a:pt x="4268" y="116"/>
                    </a:lnTo>
                    <a:lnTo>
                      <a:pt x="4276" y="115"/>
                    </a:lnTo>
                    <a:lnTo>
                      <a:pt x="4286" y="98"/>
                    </a:lnTo>
                    <a:lnTo>
                      <a:pt x="4286" y="91"/>
                    </a:lnTo>
                    <a:lnTo>
                      <a:pt x="4301" y="88"/>
                    </a:lnTo>
                    <a:lnTo>
                      <a:pt x="4310" y="95"/>
                    </a:lnTo>
                    <a:lnTo>
                      <a:pt x="4301" y="82"/>
                    </a:lnTo>
                    <a:lnTo>
                      <a:pt x="4290" y="43"/>
                    </a:lnTo>
                    <a:lnTo>
                      <a:pt x="4281" y="39"/>
                    </a:lnTo>
                    <a:lnTo>
                      <a:pt x="4276" y="48"/>
                    </a:lnTo>
                    <a:lnTo>
                      <a:pt x="4259" y="45"/>
                    </a:lnTo>
                    <a:lnTo>
                      <a:pt x="4242" y="34"/>
                    </a:lnTo>
                    <a:lnTo>
                      <a:pt x="4226" y="7"/>
                    </a:lnTo>
                    <a:lnTo>
                      <a:pt x="4219" y="17"/>
                    </a:lnTo>
                    <a:lnTo>
                      <a:pt x="4213" y="14"/>
                    </a:lnTo>
                    <a:lnTo>
                      <a:pt x="4211" y="12"/>
                    </a:lnTo>
                    <a:lnTo>
                      <a:pt x="4211" y="5"/>
                    </a:lnTo>
                    <a:lnTo>
                      <a:pt x="4203" y="0"/>
                    </a:lnTo>
                    <a:lnTo>
                      <a:pt x="4193" y="2"/>
                    </a:lnTo>
                    <a:lnTo>
                      <a:pt x="4178" y="14"/>
                    </a:lnTo>
                    <a:lnTo>
                      <a:pt x="4172" y="24"/>
                    </a:lnTo>
                    <a:lnTo>
                      <a:pt x="4166" y="27"/>
                    </a:lnTo>
                    <a:lnTo>
                      <a:pt x="4143" y="22"/>
                    </a:lnTo>
                    <a:lnTo>
                      <a:pt x="4139" y="35"/>
                    </a:lnTo>
                    <a:lnTo>
                      <a:pt x="4122" y="51"/>
                    </a:lnTo>
                    <a:lnTo>
                      <a:pt x="4098" y="88"/>
                    </a:lnTo>
                    <a:lnTo>
                      <a:pt x="4093" y="102"/>
                    </a:lnTo>
                    <a:lnTo>
                      <a:pt x="4073" y="120"/>
                    </a:lnTo>
                    <a:lnTo>
                      <a:pt x="4070" y="126"/>
                    </a:lnTo>
                    <a:lnTo>
                      <a:pt x="4049" y="157"/>
                    </a:lnTo>
                    <a:lnTo>
                      <a:pt x="4043" y="168"/>
                    </a:lnTo>
                    <a:lnTo>
                      <a:pt x="4042" y="178"/>
                    </a:lnTo>
                    <a:lnTo>
                      <a:pt x="4042" y="185"/>
                    </a:lnTo>
                    <a:lnTo>
                      <a:pt x="4039" y="194"/>
                    </a:lnTo>
                    <a:lnTo>
                      <a:pt x="4033" y="194"/>
                    </a:lnTo>
                    <a:lnTo>
                      <a:pt x="4032" y="201"/>
                    </a:lnTo>
                    <a:lnTo>
                      <a:pt x="4023" y="220"/>
                    </a:lnTo>
                    <a:lnTo>
                      <a:pt x="4025" y="222"/>
                    </a:lnTo>
                    <a:lnTo>
                      <a:pt x="4025" y="232"/>
                    </a:lnTo>
                    <a:lnTo>
                      <a:pt x="4030" y="238"/>
                    </a:lnTo>
                    <a:lnTo>
                      <a:pt x="4043" y="244"/>
                    </a:lnTo>
                    <a:lnTo>
                      <a:pt x="4046" y="258"/>
                    </a:lnTo>
                    <a:lnTo>
                      <a:pt x="4052" y="263"/>
                    </a:lnTo>
                    <a:lnTo>
                      <a:pt x="4050" y="267"/>
                    </a:lnTo>
                    <a:lnTo>
                      <a:pt x="4039" y="265"/>
                    </a:lnTo>
                    <a:lnTo>
                      <a:pt x="4037" y="258"/>
                    </a:lnTo>
                    <a:lnTo>
                      <a:pt x="4037" y="282"/>
                    </a:lnTo>
                    <a:lnTo>
                      <a:pt x="4041" y="285"/>
                    </a:lnTo>
                    <a:lnTo>
                      <a:pt x="4039" y="286"/>
                    </a:lnTo>
                    <a:lnTo>
                      <a:pt x="4010" y="303"/>
                    </a:lnTo>
                    <a:lnTo>
                      <a:pt x="3995" y="307"/>
                    </a:lnTo>
                    <a:lnTo>
                      <a:pt x="3975" y="306"/>
                    </a:lnTo>
                    <a:lnTo>
                      <a:pt x="3962" y="312"/>
                    </a:lnTo>
                    <a:lnTo>
                      <a:pt x="3913" y="302"/>
                    </a:lnTo>
                    <a:lnTo>
                      <a:pt x="3915" y="310"/>
                    </a:lnTo>
                    <a:lnTo>
                      <a:pt x="3915" y="315"/>
                    </a:lnTo>
                    <a:lnTo>
                      <a:pt x="3921" y="321"/>
                    </a:lnTo>
                    <a:lnTo>
                      <a:pt x="3923" y="334"/>
                    </a:lnTo>
                    <a:lnTo>
                      <a:pt x="3934" y="335"/>
                    </a:lnTo>
                    <a:lnTo>
                      <a:pt x="3941" y="344"/>
                    </a:lnTo>
                    <a:lnTo>
                      <a:pt x="3941" y="351"/>
                    </a:lnTo>
                    <a:lnTo>
                      <a:pt x="3960" y="351"/>
                    </a:lnTo>
                    <a:lnTo>
                      <a:pt x="3967" y="356"/>
                    </a:lnTo>
                    <a:lnTo>
                      <a:pt x="3968" y="364"/>
                    </a:lnTo>
                    <a:lnTo>
                      <a:pt x="3963" y="377"/>
                    </a:lnTo>
                    <a:lnTo>
                      <a:pt x="3963" y="396"/>
                    </a:lnTo>
                    <a:lnTo>
                      <a:pt x="3960" y="406"/>
                    </a:lnTo>
                    <a:lnTo>
                      <a:pt x="3947" y="401"/>
                    </a:lnTo>
                    <a:lnTo>
                      <a:pt x="3947" y="389"/>
                    </a:lnTo>
                    <a:lnTo>
                      <a:pt x="3944" y="384"/>
                    </a:lnTo>
                    <a:lnTo>
                      <a:pt x="3923" y="380"/>
                    </a:lnTo>
                    <a:lnTo>
                      <a:pt x="3923" y="377"/>
                    </a:lnTo>
                    <a:lnTo>
                      <a:pt x="3926" y="366"/>
                    </a:lnTo>
                    <a:lnTo>
                      <a:pt x="3924" y="361"/>
                    </a:lnTo>
                    <a:lnTo>
                      <a:pt x="3907" y="364"/>
                    </a:lnTo>
                    <a:lnTo>
                      <a:pt x="3908" y="353"/>
                    </a:lnTo>
                    <a:lnTo>
                      <a:pt x="3902" y="352"/>
                    </a:lnTo>
                    <a:lnTo>
                      <a:pt x="3865" y="379"/>
                    </a:lnTo>
                    <a:lnTo>
                      <a:pt x="3869" y="389"/>
                    </a:lnTo>
                    <a:lnTo>
                      <a:pt x="3869" y="396"/>
                    </a:lnTo>
                    <a:lnTo>
                      <a:pt x="3864" y="396"/>
                    </a:lnTo>
                    <a:lnTo>
                      <a:pt x="3860" y="390"/>
                    </a:lnTo>
                    <a:lnTo>
                      <a:pt x="3849" y="393"/>
                    </a:lnTo>
                    <a:lnTo>
                      <a:pt x="3844" y="404"/>
                    </a:lnTo>
                    <a:lnTo>
                      <a:pt x="3851" y="405"/>
                    </a:lnTo>
                    <a:lnTo>
                      <a:pt x="3854" y="409"/>
                    </a:lnTo>
                    <a:lnTo>
                      <a:pt x="3855" y="417"/>
                    </a:lnTo>
                    <a:lnTo>
                      <a:pt x="3850" y="419"/>
                    </a:lnTo>
                    <a:lnTo>
                      <a:pt x="3838" y="415"/>
                    </a:lnTo>
                    <a:lnTo>
                      <a:pt x="3821" y="428"/>
                    </a:lnTo>
                    <a:lnTo>
                      <a:pt x="3821" y="415"/>
                    </a:lnTo>
                    <a:lnTo>
                      <a:pt x="3819" y="411"/>
                    </a:lnTo>
                    <a:lnTo>
                      <a:pt x="3815" y="415"/>
                    </a:lnTo>
                    <a:lnTo>
                      <a:pt x="3805" y="431"/>
                    </a:lnTo>
                    <a:lnTo>
                      <a:pt x="3797" y="431"/>
                    </a:lnTo>
                    <a:lnTo>
                      <a:pt x="3784" y="442"/>
                    </a:lnTo>
                    <a:lnTo>
                      <a:pt x="3780" y="439"/>
                    </a:lnTo>
                    <a:lnTo>
                      <a:pt x="3790" y="427"/>
                    </a:lnTo>
                    <a:lnTo>
                      <a:pt x="3791" y="419"/>
                    </a:lnTo>
                    <a:lnTo>
                      <a:pt x="3780" y="417"/>
                    </a:lnTo>
                    <a:lnTo>
                      <a:pt x="3779" y="411"/>
                    </a:lnTo>
                    <a:lnTo>
                      <a:pt x="3774" y="419"/>
                    </a:lnTo>
                    <a:lnTo>
                      <a:pt x="3756" y="423"/>
                    </a:lnTo>
                    <a:lnTo>
                      <a:pt x="3748" y="438"/>
                    </a:lnTo>
                    <a:lnTo>
                      <a:pt x="3740" y="442"/>
                    </a:lnTo>
                    <a:lnTo>
                      <a:pt x="3736" y="436"/>
                    </a:lnTo>
                    <a:lnTo>
                      <a:pt x="3756" y="414"/>
                    </a:lnTo>
                    <a:lnTo>
                      <a:pt x="3761" y="393"/>
                    </a:lnTo>
                    <a:lnTo>
                      <a:pt x="3745" y="380"/>
                    </a:lnTo>
                    <a:lnTo>
                      <a:pt x="3716" y="382"/>
                    </a:lnTo>
                    <a:lnTo>
                      <a:pt x="3711" y="385"/>
                    </a:lnTo>
                    <a:lnTo>
                      <a:pt x="3710" y="393"/>
                    </a:lnTo>
                    <a:lnTo>
                      <a:pt x="3678" y="383"/>
                    </a:lnTo>
                    <a:lnTo>
                      <a:pt x="3676" y="390"/>
                    </a:lnTo>
                    <a:lnTo>
                      <a:pt x="3665" y="399"/>
                    </a:lnTo>
                    <a:lnTo>
                      <a:pt x="3657" y="389"/>
                    </a:lnTo>
                    <a:lnTo>
                      <a:pt x="3629" y="390"/>
                    </a:lnTo>
                    <a:lnTo>
                      <a:pt x="3628" y="394"/>
                    </a:lnTo>
                    <a:lnTo>
                      <a:pt x="3635" y="399"/>
                    </a:lnTo>
                    <a:lnTo>
                      <a:pt x="3635" y="403"/>
                    </a:lnTo>
                    <a:lnTo>
                      <a:pt x="3609" y="409"/>
                    </a:lnTo>
                    <a:lnTo>
                      <a:pt x="3608" y="405"/>
                    </a:lnTo>
                    <a:lnTo>
                      <a:pt x="3611" y="398"/>
                    </a:lnTo>
                    <a:lnTo>
                      <a:pt x="3604" y="399"/>
                    </a:lnTo>
                    <a:lnTo>
                      <a:pt x="3590" y="412"/>
                    </a:lnTo>
                    <a:lnTo>
                      <a:pt x="3586" y="401"/>
                    </a:lnTo>
                    <a:lnTo>
                      <a:pt x="3581" y="405"/>
                    </a:lnTo>
                    <a:lnTo>
                      <a:pt x="3581" y="423"/>
                    </a:lnTo>
                    <a:lnTo>
                      <a:pt x="3585" y="427"/>
                    </a:lnTo>
                    <a:lnTo>
                      <a:pt x="3604" y="417"/>
                    </a:lnTo>
                    <a:lnTo>
                      <a:pt x="3607" y="428"/>
                    </a:lnTo>
                    <a:lnTo>
                      <a:pt x="3611" y="435"/>
                    </a:lnTo>
                    <a:lnTo>
                      <a:pt x="3612" y="432"/>
                    </a:lnTo>
                    <a:lnTo>
                      <a:pt x="3612" y="426"/>
                    </a:lnTo>
                    <a:lnTo>
                      <a:pt x="3619" y="423"/>
                    </a:lnTo>
                    <a:lnTo>
                      <a:pt x="3618" y="428"/>
                    </a:lnTo>
                    <a:lnTo>
                      <a:pt x="3620" y="435"/>
                    </a:lnTo>
                    <a:lnTo>
                      <a:pt x="3614" y="446"/>
                    </a:lnTo>
                    <a:lnTo>
                      <a:pt x="3549" y="471"/>
                    </a:lnTo>
                    <a:lnTo>
                      <a:pt x="3520" y="475"/>
                    </a:lnTo>
                    <a:lnTo>
                      <a:pt x="3516" y="473"/>
                    </a:lnTo>
                    <a:lnTo>
                      <a:pt x="3514" y="481"/>
                    </a:lnTo>
                    <a:lnTo>
                      <a:pt x="3514" y="492"/>
                    </a:lnTo>
                    <a:lnTo>
                      <a:pt x="3514" y="489"/>
                    </a:lnTo>
                    <a:lnTo>
                      <a:pt x="3501" y="487"/>
                    </a:lnTo>
                    <a:lnTo>
                      <a:pt x="3488" y="496"/>
                    </a:lnTo>
                    <a:lnTo>
                      <a:pt x="3473" y="490"/>
                    </a:lnTo>
                    <a:lnTo>
                      <a:pt x="3455" y="502"/>
                    </a:lnTo>
                    <a:lnTo>
                      <a:pt x="3436" y="502"/>
                    </a:lnTo>
                    <a:lnTo>
                      <a:pt x="3420" y="516"/>
                    </a:lnTo>
                    <a:lnTo>
                      <a:pt x="3434" y="524"/>
                    </a:lnTo>
                    <a:lnTo>
                      <a:pt x="3415" y="529"/>
                    </a:lnTo>
                    <a:lnTo>
                      <a:pt x="3401" y="541"/>
                    </a:lnTo>
                    <a:lnTo>
                      <a:pt x="3385" y="528"/>
                    </a:lnTo>
                    <a:lnTo>
                      <a:pt x="3378" y="536"/>
                    </a:lnTo>
                    <a:lnTo>
                      <a:pt x="3366" y="539"/>
                    </a:lnTo>
                    <a:lnTo>
                      <a:pt x="3365" y="544"/>
                    </a:lnTo>
                    <a:lnTo>
                      <a:pt x="3371" y="544"/>
                    </a:lnTo>
                    <a:lnTo>
                      <a:pt x="3374" y="550"/>
                    </a:lnTo>
                    <a:lnTo>
                      <a:pt x="3355" y="555"/>
                    </a:lnTo>
                    <a:lnTo>
                      <a:pt x="3354" y="562"/>
                    </a:lnTo>
                    <a:lnTo>
                      <a:pt x="3344" y="566"/>
                    </a:lnTo>
                    <a:lnTo>
                      <a:pt x="3333" y="584"/>
                    </a:lnTo>
                    <a:lnTo>
                      <a:pt x="3322" y="593"/>
                    </a:lnTo>
                    <a:lnTo>
                      <a:pt x="3321" y="598"/>
                    </a:lnTo>
                    <a:lnTo>
                      <a:pt x="3322" y="604"/>
                    </a:lnTo>
                    <a:lnTo>
                      <a:pt x="3319" y="608"/>
                    </a:lnTo>
                    <a:lnTo>
                      <a:pt x="3305" y="614"/>
                    </a:lnTo>
                    <a:lnTo>
                      <a:pt x="3300" y="605"/>
                    </a:lnTo>
                    <a:lnTo>
                      <a:pt x="3292" y="604"/>
                    </a:lnTo>
                    <a:lnTo>
                      <a:pt x="3269" y="602"/>
                    </a:lnTo>
                    <a:lnTo>
                      <a:pt x="3261" y="606"/>
                    </a:lnTo>
                    <a:lnTo>
                      <a:pt x="3256" y="611"/>
                    </a:lnTo>
                    <a:lnTo>
                      <a:pt x="3262" y="618"/>
                    </a:lnTo>
                    <a:lnTo>
                      <a:pt x="3279" y="625"/>
                    </a:lnTo>
                    <a:lnTo>
                      <a:pt x="3301" y="626"/>
                    </a:lnTo>
                    <a:lnTo>
                      <a:pt x="3297" y="633"/>
                    </a:lnTo>
                    <a:lnTo>
                      <a:pt x="3288" y="642"/>
                    </a:lnTo>
                    <a:lnTo>
                      <a:pt x="3281" y="640"/>
                    </a:lnTo>
                    <a:lnTo>
                      <a:pt x="3279" y="633"/>
                    </a:lnTo>
                    <a:lnTo>
                      <a:pt x="3272" y="640"/>
                    </a:lnTo>
                    <a:lnTo>
                      <a:pt x="3274" y="645"/>
                    </a:lnTo>
                    <a:lnTo>
                      <a:pt x="3268" y="659"/>
                    </a:lnTo>
                    <a:lnTo>
                      <a:pt x="3262" y="667"/>
                    </a:lnTo>
                    <a:lnTo>
                      <a:pt x="3256" y="683"/>
                    </a:lnTo>
                    <a:lnTo>
                      <a:pt x="3249" y="683"/>
                    </a:lnTo>
                    <a:lnTo>
                      <a:pt x="3247" y="694"/>
                    </a:lnTo>
                    <a:lnTo>
                      <a:pt x="3253" y="702"/>
                    </a:lnTo>
                    <a:lnTo>
                      <a:pt x="3246" y="708"/>
                    </a:lnTo>
                    <a:lnTo>
                      <a:pt x="3236" y="691"/>
                    </a:lnTo>
                    <a:lnTo>
                      <a:pt x="3222" y="684"/>
                    </a:lnTo>
                    <a:lnTo>
                      <a:pt x="3221" y="674"/>
                    </a:lnTo>
                    <a:lnTo>
                      <a:pt x="3204" y="667"/>
                    </a:lnTo>
                    <a:lnTo>
                      <a:pt x="3203" y="668"/>
                    </a:lnTo>
                    <a:lnTo>
                      <a:pt x="3209" y="681"/>
                    </a:lnTo>
                    <a:lnTo>
                      <a:pt x="3194" y="690"/>
                    </a:lnTo>
                    <a:lnTo>
                      <a:pt x="3197" y="699"/>
                    </a:lnTo>
                    <a:lnTo>
                      <a:pt x="3192" y="701"/>
                    </a:lnTo>
                    <a:lnTo>
                      <a:pt x="3193" y="707"/>
                    </a:lnTo>
                    <a:lnTo>
                      <a:pt x="3222" y="711"/>
                    </a:lnTo>
                    <a:lnTo>
                      <a:pt x="3229" y="717"/>
                    </a:lnTo>
                    <a:lnTo>
                      <a:pt x="3242" y="724"/>
                    </a:lnTo>
                    <a:lnTo>
                      <a:pt x="3238" y="728"/>
                    </a:lnTo>
                    <a:lnTo>
                      <a:pt x="3238" y="735"/>
                    </a:lnTo>
                    <a:lnTo>
                      <a:pt x="3242" y="739"/>
                    </a:lnTo>
                    <a:lnTo>
                      <a:pt x="3240" y="743"/>
                    </a:lnTo>
                    <a:lnTo>
                      <a:pt x="3227" y="740"/>
                    </a:lnTo>
                    <a:lnTo>
                      <a:pt x="3224" y="744"/>
                    </a:lnTo>
                    <a:lnTo>
                      <a:pt x="3211" y="750"/>
                    </a:lnTo>
                    <a:lnTo>
                      <a:pt x="3215" y="756"/>
                    </a:lnTo>
                    <a:lnTo>
                      <a:pt x="3204" y="756"/>
                    </a:lnTo>
                    <a:lnTo>
                      <a:pt x="3202" y="761"/>
                    </a:lnTo>
                    <a:lnTo>
                      <a:pt x="3203" y="771"/>
                    </a:lnTo>
                    <a:lnTo>
                      <a:pt x="3209" y="777"/>
                    </a:lnTo>
                    <a:lnTo>
                      <a:pt x="3246" y="788"/>
                    </a:lnTo>
                    <a:lnTo>
                      <a:pt x="3249" y="814"/>
                    </a:lnTo>
                    <a:lnTo>
                      <a:pt x="3253" y="821"/>
                    </a:lnTo>
                    <a:lnTo>
                      <a:pt x="3259" y="826"/>
                    </a:lnTo>
                    <a:lnTo>
                      <a:pt x="3254" y="832"/>
                    </a:lnTo>
                    <a:lnTo>
                      <a:pt x="3242" y="828"/>
                    </a:lnTo>
                    <a:lnTo>
                      <a:pt x="3242" y="831"/>
                    </a:lnTo>
                    <a:lnTo>
                      <a:pt x="3245" y="839"/>
                    </a:lnTo>
                    <a:lnTo>
                      <a:pt x="3240" y="841"/>
                    </a:lnTo>
                    <a:lnTo>
                      <a:pt x="3242" y="847"/>
                    </a:lnTo>
                    <a:lnTo>
                      <a:pt x="3247" y="850"/>
                    </a:lnTo>
                    <a:lnTo>
                      <a:pt x="3247" y="856"/>
                    </a:lnTo>
                    <a:lnTo>
                      <a:pt x="3237" y="861"/>
                    </a:lnTo>
                    <a:lnTo>
                      <a:pt x="3215" y="863"/>
                    </a:lnTo>
                    <a:lnTo>
                      <a:pt x="3202" y="872"/>
                    </a:lnTo>
                    <a:lnTo>
                      <a:pt x="3189" y="871"/>
                    </a:lnTo>
                    <a:lnTo>
                      <a:pt x="3182" y="874"/>
                    </a:lnTo>
                    <a:lnTo>
                      <a:pt x="3179" y="883"/>
                    </a:lnTo>
                    <a:lnTo>
                      <a:pt x="3166" y="894"/>
                    </a:lnTo>
                    <a:lnTo>
                      <a:pt x="3148" y="889"/>
                    </a:lnTo>
                    <a:lnTo>
                      <a:pt x="3145" y="883"/>
                    </a:lnTo>
                    <a:lnTo>
                      <a:pt x="3143" y="883"/>
                    </a:lnTo>
                    <a:lnTo>
                      <a:pt x="3130" y="888"/>
                    </a:lnTo>
                    <a:lnTo>
                      <a:pt x="3105" y="893"/>
                    </a:lnTo>
                    <a:lnTo>
                      <a:pt x="3082" y="900"/>
                    </a:lnTo>
                    <a:lnTo>
                      <a:pt x="3035" y="906"/>
                    </a:lnTo>
                    <a:lnTo>
                      <a:pt x="3026" y="900"/>
                    </a:lnTo>
                    <a:lnTo>
                      <a:pt x="3007" y="904"/>
                    </a:lnTo>
                    <a:lnTo>
                      <a:pt x="2989" y="901"/>
                    </a:lnTo>
                    <a:lnTo>
                      <a:pt x="2952" y="912"/>
                    </a:lnTo>
                    <a:lnTo>
                      <a:pt x="2952" y="917"/>
                    </a:lnTo>
                    <a:lnTo>
                      <a:pt x="2950" y="920"/>
                    </a:lnTo>
                    <a:lnTo>
                      <a:pt x="2939" y="914"/>
                    </a:lnTo>
                    <a:lnTo>
                      <a:pt x="2929" y="918"/>
                    </a:lnTo>
                    <a:lnTo>
                      <a:pt x="2928" y="922"/>
                    </a:lnTo>
                    <a:lnTo>
                      <a:pt x="2912" y="926"/>
                    </a:lnTo>
                    <a:lnTo>
                      <a:pt x="2913" y="936"/>
                    </a:lnTo>
                    <a:lnTo>
                      <a:pt x="2917" y="944"/>
                    </a:lnTo>
                    <a:lnTo>
                      <a:pt x="2920" y="943"/>
                    </a:lnTo>
                    <a:lnTo>
                      <a:pt x="2921" y="938"/>
                    </a:lnTo>
                    <a:lnTo>
                      <a:pt x="2926" y="939"/>
                    </a:lnTo>
                    <a:lnTo>
                      <a:pt x="2924" y="947"/>
                    </a:lnTo>
                    <a:lnTo>
                      <a:pt x="2912" y="958"/>
                    </a:lnTo>
                    <a:lnTo>
                      <a:pt x="2912" y="964"/>
                    </a:lnTo>
                    <a:lnTo>
                      <a:pt x="2904" y="960"/>
                    </a:lnTo>
                    <a:lnTo>
                      <a:pt x="2901" y="966"/>
                    </a:lnTo>
                    <a:lnTo>
                      <a:pt x="2904" y="975"/>
                    </a:lnTo>
                    <a:lnTo>
                      <a:pt x="2913" y="977"/>
                    </a:lnTo>
                    <a:lnTo>
                      <a:pt x="2913" y="987"/>
                    </a:lnTo>
                    <a:lnTo>
                      <a:pt x="2901" y="996"/>
                    </a:lnTo>
                    <a:lnTo>
                      <a:pt x="2918" y="1009"/>
                    </a:lnTo>
                    <a:lnTo>
                      <a:pt x="2917" y="1014"/>
                    </a:lnTo>
                    <a:lnTo>
                      <a:pt x="2923" y="1019"/>
                    </a:lnTo>
                    <a:lnTo>
                      <a:pt x="2926" y="1018"/>
                    </a:lnTo>
                    <a:lnTo>
                      <a:pt x="2931" y="1040"/>
                    </a:lnTo>
                    <a:lnTo>
                      <a:pt x="2937" y="1046"/>
                    </a:lnTo>
                    <a:lnTo>
                      <a:pt x="2934" y="1052"/>
                    </a:lnTo>
                    <a:lnTo>
                      <a:pt x="2933" y="1058"/>
                    </a:lnTo>
                    <a:lnTo>
                      <a:pt x="2929" y="1066"/>
                    </a:lnTo>
                    <a:lnTo>
                      <a:pt x="2924" y="1082"/>
                    </a:lnTo>
                    <a:lnTo>
                      <a:pt x="2925" y="1097"/>
                    </a:lnTo>
                    <a:lnTo>
                      <a:pt x="2930" y="1105"/>
                    </a:lnTo>
                    <a:lnTo>
                      <a:pt x="2930" y="1122"/>
                    </a:lnTo>
                    <a:lnTo>
                      <a:pt x="2935" y="1133"/>
                    </a:lnTo>
                    <a:lnTo>
                      <a:pt x="2949" y="1149"/>
                    </a:lnTo>
                    <a:lnTo>
                      <a:pt x="2962" y="1153"/>
                    </a:lnTo>
                    <a:lnTo>
                      <a:pt x="2987" y="1157"/>
                    </a:lnTo>
                    <a:lnTo>
                      <a:pt x="3001" y="1168"/>
                    </a:lnTo>
                    <a:lnTo>
                      <a:pt x="3009" y="1168"/>
                    </a:lnTo>
                    <a:lnTo>
                      <a:pt x="3015" y="1184"/>
                    </a:lnTo>
                    <a:lnTo>
                      <a:pt x="3010" y="1196"/>
                    </a:lnTo>
                    <a:lnTo>
                      <a:pt x="3006" y="1200"/>
                    </a:lnTo>
                    <a:lnTo>
                      <a:pt x="3017" y="1203"/>
                    </a:lnTo>
                    <a:lnTo>
                      <a:pt x="3023" y="1211"/>
                    </a:lnTo>
                    <a:lnTo>
                      <a:pt x="3031" y="1227"/>
                    </a:lnTo>
                    <a:lnTo>
                      <a:pt x="3041" y="1233"/>
                    </a:lnTo>
                    <a:lnTo>
                      <a:pt x="3060" y="1239"/>
                    </a:lnTo>
                    <a:lnTo>
                      <a:pt x="3069" y="1246"/>
                    </a:lnTo>
                    <a:lnTo>
                      <a:pt x="3073" y="1239"/>
                    </a:lnTo>
                    <a:lnTo>
                      <a:pt x="3076" y="1254"/>
                    </a:lnTo>
                    <a:lnTo>
                      <a:pt x="3084" y="1272"/>
                    </a:lnTo>
                    <a:lnTo>
                      <a:pt x="3084" y="1282"/>
                    </a:lnTo>
                    <a:lnTo>
                      <a:pt x="3080" y="1302"/>
                    </a:lnTo>
                    <a:lnTo>
                      <a:pt x="3069" y="1312"/>
                    </a:lnTo>
                    <a:lnTo>
                      <a:pt x="3068" y="1329"/>
                    </a:lnTo>
                    <a:lnTo>
                      <a:pt x="3060" y="1343"/>
                    </a:lnTo>
                    <a:lnTo>
                      <a:pt x="3064" y="1358"/>
                    </a:lnTo>
                    <a:lnTo>
                      <a:pt x="3063" y="1372"/>
                    </a:lnTo>
                    <a:lnTo>
                      <a:pt x="3079" y="1394"/>
                    </a:lnTo>
                    <a:lnTo>
                      <a:pt x="3082" y="1426"/>
                    </a:lnTo>
                    <a:lnTo>
                      <a:pt x="3087" y="1440"/>
                    </a:lnTo>
                    <a:lnTo>
                      <a:pt x="3090" y="1459"/>
                    </a:lnTo>
                    <a:lnTo>
                      <a:pt x="3090" y="1474"/>
                    </a:lnTo>
                    <a:lnTo>
                      <a:pt x="3085" y="1487"/>
                    </a:lnTo>
                    <a:lnTo>
                      <a:pt x="3075" y="1501"/>
                    </a:lnTo>
                    <a:lnTo>
                      <a:pt x="3063" y="1504"/>
                    </a:lnTo>
                    <a:lnTo>
                      <a:pt x="3055" y="1501"/>
                    </a:lnTo>
                    <a:lnTo>
                      <a:pt x="3054" y="1509"/>
                    </a:lnTo>
                    <a:lnTo>
                      <a:pt x="3063" y="1530"/>
                    </a:lnTo>
                    <a:lnTo>
                      <a:pt x="3059" y="1539"/>
                    </a:lnTo>
                    <a:lnTo>
                      <a:pt x="3035" y="1529"/>
                    </a:lnTo>
                    <a:lnTo>
                      <a:pt x="3017" y="1528"/>
                    </a:lnTo>
                    <a:lnTo>
                      <a:pt x="3006" y="1517"/>
                    </a:lnTo>
                    <a:lnTo>
                      <a:pt x="3004" y="1504"/>
                    </a:lnTo>
                    <a:lnTo>
                      <a:pt x="3004" y="1458"/>
                    </a:lnTo>
                    <a:lnTo>
                      <a:pt x="3012" y="1428"/>
                    </a:lnTo>
                    <a:lnTo>
                      <a:pt x="3009" y="1422"/>
                    </a:lnTo>
                    <a:lnTo>
                      <a:pt x="3007" y="1393"/>
                    </a:lnTo>
                    <a:lnTo>
                      <a:pt x="3010" y="1379"/>
                    </a:lnTo>
                    <a:lnTo>
                      <a:pt x="3009" y="1362"/>
                    </a:lnTo>
                    <a:lnTo>
                      <a:pt x="3007" y="1352"/>
                    </a:lnTo>
                    <a:lnTo>
                      <a:pt x="3015" y="1340"/>
                    </a:lnTo>
                    <a:lnTo>
                      <a:pt x="3047" y="1319"/>
                    </a:lnTo>
                    <a:lnTo>
                      <a:pt x="3049" y="1313"/>
                    </a:lnTo>
                    <a:lnTo>
                      <a:pt x="3049" y="1300"/>
                    </a:lnTo>
                    <a:lnTo>
                      <a:pt x="3052" y="1288"/>
                    </a:lnTo>
                    <a:lnTo>
                      <a:pt x="3060" y="1287"/>
                    </a:lnTo>
                    <a:lnTo>
                      <a:pt x="3063" y="1270"/>
                    </a:lnTo>
                    <a:lnTo>
                      <a:pt x="3039" y="1254"/>
                    </a:lnTo>
                    <a:lnTo>
                      <a:pt x="3010" y="1264"/>
                    </a:lnTo>
                    <a:lnTo>
                      <a:pt x="2982" y="1267"/>
                    </a:lnTo>
                    <a:lnTo>
                      <a:pt x="2966" y="1260"/>
                    </a:lnTo>
                    <a:lnTo>
                      <a:pt x="2955" y="1248"/>
                    </a:lnTo>
                    <a:lnTo>
                      <a:pt x="2952" y="1250"/>
                    </a:lnTo>
                    <a:lnTo>
                      <a:pt x="2945" y="1235"/>
                    </a:lnTo>
                    <a:lnTo>
                      <a:pt x="2931" y="1219"/>
                    </a:lnTo>
                    <a:lnTo>
                      <a:pt x="2928" y="1212"/>
                    </a:lnTo>
                    <a:lnTo>
                      <a:pt x="2928" y="1203"/>
                    </a:lnTo>
                    <a:lnTo>
                      <a:pt x="2902" y="1191"/>
                    </a:lnTo>
                    <a:lnTo>
                      <a:pt x="2880" y="1174"/>
                    </a:lnTo>
                    <a:lnTo>
                      <a:pt x="2871" y="1163"/>
                    </a:lnTo>
                    <a:lnTo>
                      <a:pt x="2844" y="1149"/>
                    </a:lnTo>
                    <a:lnTo>
                      <a:pt x="2792" y="1148"/>
                    </a:lnTo>
                    <a:lnTo>
                      <a:pt x="2777" y="1151"/>
                    </a:lnTo>
                    <a:lnTo>
                      <a:pt x="2763" y="1171"/>
                    </a:lnTo>
                    <a:lnTo>
                      <a:pt x="2741" y="1181"/>
                    </a:lnTo>
                    <a:lnTo>
                      <a:pt x="2737" y="1201"/>
                    </a:lnTo>
                    <a:lnTo>
                      <a:pt x="2764" y="1202"/>
                    </a:lnTo>
                    <a:lnTo>
                      <a:pt x="2778" y="1213"/>
                    </a:lnTo>
                    <a:lnTo>
                      <a:pt x="2773" y="1227"/>
                    </a:lnTo>
                    <a:lnTo>
                      <a:pt x="2763" y="1240"/>
                    </a:lnTo>
                    <a:lnTo>
                      <a:pt x="2743" y="1246"/>
                    </a:lnTo>
                    <a:lnTo>
                      <a:pt x="2729" y="1259"/>
                    </a:lnTo>
                    <a:lnTo>
                      <a:pt x="2708" y="1265"/>
                    </a:lnTo>
                    <a:lnTo>
                      <a:pt x="2708" y="1249"/>
                    </a:lnTo>
                    <a:lnTo>
                      <a:pt x="2692" y="1233"/>
                    </a:lnTo>
                    <a:lnTo>
                      <a:pt x="2683" y="1217"/>
                    </a:lnTo>
                    <a:lnTo>
                      <a:pt x="2672" y="1218"/>
                    </a:lnTo>
                    <a:lnTo>
                      <a:pt x="2662" y="1232"/>
                    </a:lnTo>
                    <a:lnTo>
                      <a:pt x="2668" y="1239"/>
                    </a:lnTo>
                    <a:lnTo>
                      <a:pt x="2673" y="1260"/>
                    </a:lnTo>
                    <a:lnTo>
                      <a:pt x="2678" y="1275"/>
                    </a:lnTo>
                    <a:lnTo>
                      <a:pt x="2681" y="1287"/>
                    </a:lnTo>
                    <a:lnTo>
                      <a:pt x="2687" y="1289"/>
                    </a:lnTo>
                    <a:lnTo>
                      <a:pt x="2709" y="1308"/>
                    </a:lnTo>
                    <a:lnTo>
                      <a:pt x="2724" y="1314"/>
                    </a:lnTo>
                    <a:lnTo>
                      <a:pt x="2732" y="1326"/>
                    </a:lnTo>
                    <a:lnTo>
                      <a:pt x="2741" y="1327"/>
                    </a:lnTo>
                    <a:lnTo>
                      <a:pt x="2747" y="1335"/>
                    </a:lnTo>
                    <a:lnTo>
                      <a:pt x="2757" y="1329"/>
                    </a:lnTo>
                    <a:lnTo>
                      <a:pt x="2767" y="1319"/>
                    </a:lnTo>
                    <a:lnTo>
                      <a:pt x="2764" y="1334"/>
                    </a:lnTo>
                    <a:lnTo>
                      <a:pt x="2769" y="1341"/>
                    </a:lnTo>
                    <a:lnTo>
                      <a:pt x="2780" y="1337"/>
                    </a:lnTo>
                    <a:lnTo>
                      <a:pt x="2781" y="1367"/>
                    </a:lnTo>
                    <a:lnTo>
                      <a:pt x="2795" y="1383"/>
                    </a:lnTo>
                    <a:lnTo>
                      <a:pt x="2795" y="1393"/>
                    </a:lnTo>
                    <a:lnTo>
                      <a:pt x="2779" y="1390"/>
                    </a:lnTo>
                    <a:lnTo>
                      <a:pt x="2769" y="1384"/>
                    </a:lnTo>
                    <a:lnTo>
                      <a:pt x="2762" y="1377"/>
                    </a:lnTo>
                    <a:lnTo>
                      <a:pt x="2758" y="1367"/>
                    </a:lnTo>
                    <a:lnTo>
                      <a:pt x="2748" y="1358"/>
                    </a:lnTo>
                    <a:lnTo>
                      <a:pt x="2713" y="1354"/>
                    </a:lnTo>
                    <a:lnTo>
                      <a:pt x="2702" y="1348"/>
                    </a:lnTo>
                    <a:lnTo>
                      <a:pt x="2668" y="1345"/>
                    </a:lnTo>
                    <a:lnTo>
                      <a:pt x="2636" y="1332"/>
                    </a:lnTo>
                    <a:lnTo>
                      <a:pt x="2627" y="1325"/>
                    </a:lnTo>
                    <a:lnTo>
                      <a:pt x="2617" y="1310"/>
                    </a:lnTo>
                    <a:lnTo>
                      <a:pt x="2619" y="1307"/>
                    </a:lnTo>
                    <a:lnTo>
                      <a:pt x="2633" y="1304"/>
                    </a:lnTo>
                    <a:lnTo>
                      <a:pt x="2634" y="1299"/>
                    </a:lnTo>
                    <a:lnTo>
                      <a:pt x="2633" y="1278"/>
                    </a:lnTo>
                    <a:lnTo>
                      <a:pt x="2622" y="1256"/>
                    </a:lnTo>
                    <a:lnTo>
                      <a:pt x="2621" y="1246"/>
                    </a:lnTo>
                    <a:lnTo>
                      <a:pt x="2627" y="1222"/>
                    </a:lnTo>
                    <a:lnTo>
                      <a:pt x="2618" y="1211"/>
                    </a:lnTo>
                    <a:lnTo>
                      <a:pt x="2627" y="1202"/>
                    </a:lnTo>
                    <a:lnTo>
                      <a:pt x="2641" y="1163"/>
                    </a:lnTo>
                    <a:lnTo>
                      <a:pt x="2634" y="1137"/>
                    </a:lnTo>
                    <a:lnTo>
                      <a:pt x="2632" y="1120"/>
                    </a:lnTo>
                    <a:lnTo>
                      <a:pt x="2640" y="1115"/>
                    </a:lnTo>
                    <a:lnTo>
                      <a:pt x="2630" y="1100"/>
                    </a:lnTo>
                    <a:lnTo>
                      <a:pt x="2628" y="1090"/>
                    </a:lnTo>
                    <a:lnTo>
                      <a:pt x="2629" y="1082"/>
                    </a:lnTo>
                    <a:lnTo>
                      <a:pt x="2613" y="1066"/>
                    </a:lnTo>
                    <a:lnTo>
                      <a:pt x="2608" y="1055"/>
                    </a:lnTo>
                    <a:lnTo>
                      <a:pt x="2593" y="1063"/>
                    </a:lnTo>
                    <a:lnTo>
                      <a:pt x="2595" y="1074"/>
                    </a:lnTo>
                    <a:lnTo>
                      <a:pt x="2602" y="1094"/>
                    </a:lnTo>
                    <a:lnTo>
                      <a:pt x="2607" y="1115"/>
                    </a:lnTo>
                    <a:lnTo>
                      <a:pt x="2607" y="1160"/>
                    </a:lnTo>
                    <a:lnTo>
                      <a:pt x="2598" y="1176"/>
                    </a:lnTo>
                    <a:lnTo>
                      <a:pt x="2566" y="1207"/>
                    </a:lnTo>
                    <a:lnTo>
                      <a:pt x="2546" y="1217"/>
                    </a:lnTo>
                    <a:lnTo>
                      <a:pt x="2516" y="1239"/>
                    </a:lnTo>
                    <a:lnTo>
                      <a:pt x="2517" y="1253"/>
                    </a:lnTo>
                    <a:lnTo>
                      <a:pt x="2517" y="1261"/>
                    </a:lnTo>
                    <a:lnTo>
                      <a:pt x="2514" y="1272"/>
                    </a:lnTo>
                    <a:lnTo>
                      <a:pt x="2498" y="1289"/>
                    </a:lnTo>
                    <a:lnTo>
                      <a:pt x="2498" y="1298"/>
                    </a:lnTo>
                    <a:lnTo>
                      <a:pt x="2519" y="1321"/>
                    </a:lnTo>
                    <a:lnTo>
                      <a:pt x="2532" y="1343"/>
                    </a:lnTo>
                    <a:lnTo>
                      <a:pt x="2541" y="1362"/>
                    </a:lnTo>
                    <a:lnTo>
                      <a:pt x="2547" y="1395"/>
                    </a:lnTo>
                    <a:lnTo>
                      <a:pt x="2560" y="1417"/>
                    </a:lnTo>
                    <a:lnTo>
                      <a:pt x="2569" y="1438"/>
                    </a:lnTo>
                    <a:lnTo>
                      <a:pt x="2569" y="1448"/>
                    </a:lnTo>
                    <a:lnTo>
                      <a:pt x="2565" y="1468"/>
                    </a:lnTo>
                    <a:lnTo>
                      <a:pt x="2557" y="1488"/>
                    </a:lnTo>
                    <a:lnTo>
                      <a:pt x="2555" y="1496"/>
                    </a:lnTo>
                    <a:lnTo>
                      <a:pt x="2541" y="1514"/>
                    </a:lnTo>
                    <a:lnTo>
                      <a:pt x="2538" y="1528"/>
                    </a:lnTo>
                    <a:lnTo>
                      <a:pt x="2539" y="1545"/>
                    </a:lnTo>
                    <a:lnTo>
                      <a:pt x="2532" y="1555"/>
                    </a:lnTo>
                    <a:lnTo>
                      <a:pt x="2530" y="1568"/>
                    </a:lnTo>
                    <a:lnTo>
                      <a:pt x="2527" y="1588"/>
                    </a:lnTo>
                    <a:lnTo>
                      <a:pt x="2541" y="1611"/>
                    </a:lnTo>
                    <a:lnTo>
                      <a:pt x="2548" y="1632"/>
                    </a:lnTo>
                    <a:lnTo>
                      <a:pt x="2546" y="1647"/>
                    </a:lnTo>
                    <a:lnTo>
                      <a:pt x="2539" y="1664"/>
                    </a:lnTo>
                    <a:lnTo>
                      <a:pt x="2538" y="1673"/>
                    </a:lnTo>
                    <a:lnTo>
                      <a:pt x="2547" y="1689"/>
                    </a:lnTo>
                    <a:lnTo>
                      <a:pt x="2559" y="1691"/>
                    </a:lnTo>
                    <a:lnTo>
                      <a:pt x="2575" y="1686"/>
                    </a:lnTo>
                    <a:lnTo>
                      <a:pt x="2586" y="1686"/>
                    </a:lnTo>
                    <a:lnTo>
                      <a:pt x="2600" y="1691"/>
                    </a:lnTo>
                    <a:lnTo>
                      <a:pt x="2616" y="1694"/>
                    </a:lnTo>
                    <a:lnTo>
                      <a:pt x="2618" y="1685"/>
                    </a:lnTo>
                    <a:lnTo>
                      <a:pt x="2641" y="1670"/>
                    </a:lnTo>
                    <a:lnTo>
                      <a:pt x="2665" y="1670"/>
                    </a:lnTo>
                    <a:lnTo>
                      <a:pt x="2698" y="1690"/>
                    </a:lnTo>
                    <a:lnTo>
                      <a:pt x="2708" y="1700"/>
                    </a:lnTo>
                    <a:lnTo>
                      <a:pt x="2734" y="1716"/>
                    </a:lnTo>
                    <a:lnTo>
                      <a:pt x="2753" y="1724"/>
                    </a:lnTo>
                    <a:lnTo>
                      <a:pt x="2758" y="1734"/>
                    </a:lnTo>
                    <a:lnTo>
                      <a:pt x="2758" y="1750"/>
                    </a:lnTo>
                    <a:lnTo>
                      <a:pt x="2757" y="1761"/>
                    </a:lnTo>
                    <a:lnTo>
                      <a:pt x="2775" y="1802"/>
                    </a:lnTo>
                    <a:lnTo>
                      <a:pt x="2779" y="1802"/>
                    </a:lnTo>
                    <a:lnTo>
                      <a:pt x="2780" y="1814"/>
                    </a:lnTo>
                    <a:lnTo>
                      <a:pt x="2774" y="1822"/>
                    </a:lnTo>
                    <a:lnTo>
                      <a:pt x="2761" y="1824"/>
                    </a:lnTo>
                    <a:lnTo>
                      <a:pt x="2750" y="1832"/>
                    </a:lnTo>
                    <a:lnTo>
                      <a:pt x="2746" y="1845"/>
                    </a:lnTo>
                    <a:lnTo>
                      <a:pt x="2745" y="1868"/>
                    </a:lnTo>
                    <a:lnTo>
                      <a:pt x="2747" y="1886"/>
                    </a:lnTo>
                    <a:lnTo>
                      <a:pt x="2751" y="1896"/>
                    </a:lnTo>
                    <a:lnTo>
                      <a:pt x="2763" y="1894"/>
                    </a:lnTo>
                    <a:lnTo>
                      <a:pt x="2781" y="1904"/>
                    </a:lnTo>
                    <a:lnTo>
                      <a:pt x="2800" y="1902"/>
                    </a:lnTo>
                    <a:lnTo>
                      <a:pt x="2820" y="1915"/>
                    </a:lnTo>
                    <a:lnTo>
                      <a:pt x="2817" y="1918"/>
                    </a:lnTo>
                    <a:lnTo>
                      <a:pt x="2792" y="1923"/>
                    </a:lnTo>
                    <a:lnTo>
                      <a:pt x="2779" y="1920"/>
                    </a:lnTo>
                    <a:lnTo>
                      <a:pt x="2754" y="1921"/>
                    </a:lnTo>
                    <a:lnTo>
                      <a:pt x="2752" y="1912"/>
                    </a:lnTo>
                    <a:lnTo>
                      <a:pt x="2748" y="1905"/>
                    </a:lnTo>
                    <a:lnTo>
                      <a:pt x="2727" y="1894"/>
                    </a:lnTo>
                    <a:lnTo>
                      <a:pt x="2726" y="1883"/>
                    </a:lnTo>
                    <a:lnTo>
                      <a:pt x="2730" y="1878"/>
                    </a:lnTo>
                    <a:lnTo>
                      <a:pt x="2732" y="1868"/>
                    </a:lnTo>
                    <a:lnTo>
                      <a:pt x="2731" y="1857"/>
                    </a:lnTo>
                    <a:lnTo>
                      <a:pt x="2732" y="1842"/>
                    </a:lnTo>
                    <a:lnTo>
                      <a:pt x="2740" y="1825"/>
                    </a:lnTo>
                    <a:lnTo>
                      <a:pt x="2736" y="1821"/>
                    </a:lnTo>
                    <a:lnTo>
                      <a:pt x="2730" y="1824"/>
                    </a:lnTo>
                    <a:lnTo>
                      <a:pt x="2729" y="1814"/>
                    </a:lnTo>
                    <a:lnTo>
                      <a:pt x="2732" y="1800"/>
                    </a:lnTo>
                    <a:lnTo>
                      <a:pt x="2734" y="1798"/>
                    </a:lnTo>
                    <a:lnTo>
                      <a:pt x="2732" y="1791"/>
                    </a:lnTo>
                    <a:lnTo>
                      <a:pt x="2735" y="1783"/>
                    </a:lnTo>
                    <a:lnTo>
                      <a:pt x="2732" y="1776"/>
                    </a:lnTo>
                    <a:lnTo>
                      <a:pt x="2726" y="1767"/>
                    </a:lnTo>
                    <a:lnTo>
                      <a:pt x="2718" y="1762"/>
                    </a:lnTo>
                    <a:lnTo>
                      <a:pt x="2713" y="1754"/>
                    </a:lnTo>
                    <a:lnTo>
                      <a:pt x="2703" y="1749"/>
                    </a:lnTo>
                    <a:lnTo>
                      <a:pt x="2699" y="1739"/>
                    </a:lnTo>
                    <a:lnTo>
                      <a:pt x="2700" y="1727"/>
                    </a:lnTo>
                    <a:lnTo>
                      <a:pt x="2694" y="1708"/>
                    </a:lnTo>
                    <a:lnTo>
                      <a:pt x="2667" y="1712"/>
                    </a:lnTo>
                    <a:lnTo>
                      <a:pt x="2652" y="1718"/>
                    </a:lnTo>
                    <a:lnTo>
                      <a:pt x="2621" y="1724"/>
                    </a:lnTo>
                    <a:lnTo>
                      <a:pt x="2602" y="1737"/>
                    </a:lnTo>
                    <a:lnTo>
                      <a:pt x="2582" y="1744"/>
                    </a:lnTo>
                    <a:lnTo>
                      <a:pt x="2574" y="1750"/>
                    </a:lnTo>
                    <a:lnTo>
                      <a:pt x="2574" y="1760"/>
                    </a:lnTo>
                    <a:lnTo>
                      <a:pt x="2576" y="1772"/>
                    </a:lnTo>
                    <a:lnTo>
                      <a:pt x="2573" y="1786"/>
                    </a:lnTo>
                    <a:lnTo>
                      <a:pt x="2566" y="1794"/>
                    </a:lnTo>
                    <a:lnTo>
                      <a:pt x="2570" y="1805"/>
                    </a:lnTo>
                    <a:lnTo>
                      <a:pt x="2575" y="1808"/>
                    </a:lnTo>
                    <a:lnTo>
                      <a:pt x="2579" y="1818"/>
                    </a:lnTo>
                    <a:lnTo>
                      <a:pt x="2585" y="1825"/>
                    </a:lnTo>
                    <a:lnTo>
                      <a:pt x="2584" y="1835"/>
                    </a:lnTo>
                    <a:lnTo>
                      <a:pt x="2590" y="1842"/>
                    </a:lnTo>
                    <a:lnTo>
                      <a:pt x="2593" y="1854"/>
                    </a:lnTo>
                    <a:lnTo>
                      <a:pt x="2595" y="1873"/>
                    </a:lnTo>
                    <a:lnTo>
                      <a:pt x="2590" y="1900"/>
                    </a:lnTo>
                    <a:lnTo>
                      <a:pt x="2576" y="1911"/>
                    </a:lnTo>
                    <a:lnTo>
                      <a:pt x="2547" y="1948"/>
                    </a:lnTo>
                    <a:lnTo>
                      <a:pt x="2544" y="1954"/>
                    </a:lnTo>
                    <a:lnTo>
                      <a:pt x="2544" y="1969"/>
                    </a:lnTo>
                    <a:lnTo>
                      <a:pt x="2541" y="1988"/>
                    </a:lnTo>
                    <a:lnTo>
                      <a:pt x="2525" y="2013"/>
                    </a:lnTo>
                    <a:lnTo>
                      <a:pt x="2515" y="2023"/>
                    </a:lnTo>
                    <a:lnTo>
                      <a:pt x="2499" y="2031"/>
                    </a:lnTo>
                    <a:lnTo>
                      <a:pt x="2490" y="2042"/>
                    </a:lnTo>
                    <a:lnTo>
                      <a:pt x="2462" y="2053"/>
                    </a:lnTo>
                    <a:lnTo>
                      <a:pt x="2457" y="2061"/>
                    </a:lnTo>
                    <a:lnTo>
                      <a:pt x="2465" y="2078"/>
                    </a:lnTo>
                    <a:lnTo>
                      <a:pt x="2458" y="2098"/>
                    </a:lnTo>
                    <a:lnTo>
                      <a:pt x="2445" y="2103"/>
                    </a:lnTo>
                    <a:lnTo>
                      <a:pt x="2407" y="2085"/>
                    </a:lnTo>
                    <a:lnTo>
                      <a:pt x="2387" y="2083"/>
                    </a:lnTo>
                    <a:lnTo>
                      <a:pt x="2374" y="2087"/>
                    </a:lnTo>
                    <a:lnTo>
                      <a:pt x="2363" y="2088"/>
                    </a:lnTo>
                    <a:lnTo>
                      <a:pt x="2338" y="2083"/>
                    </a:lnTo>
                    <a:lnTo>
                      <a:pt x="2334" y="2080"/>
                    </a:lnTo>
                    <a:lnTo>
                      <a:pt x="2334" y="2071"/>
                    </a:lnTo>
                    <a:lnTo>
                      <a:pt x="2337" y="2064"/>
                    </a:lnTo>
                    <a:lnTo>
                      <a:pt x="2334" y="2040"/>
                    </a:lnTo>
                    <a:lnTo>
                      <a:pt x="2321" y="2037"/>
                    </a:lnTo>
                    <a:lnTo>
                      <a:pt x="2318" y="2030"/>
                    </a:lnTo>
                    <a:lnTo>
                      <a:pt x="2321" y="2026"/>
                    </a:lnTo>
                    <a:lnTo>
                      <a:pt x="2332" y="2021"/>
                    </a:lnTo>
                    <a:lnTo>
                      <a:pt x="2343" y="2030"/>
                    </a:lnTo>
                    <a:lnTo>
                      <a:pt x="2347" y="2037"/>
                    </a:lnTo>
                    <a:lnTo>
                      <a:pt x="2360" y="2037"/>
                    </a:lnTo>
                    <a:lnTo>
                      <a:pt x="2366" y="2028"/>
                    </a:lnTo>
                    <a:lnTo>
                      <a:pt x="2375" y="2028"/>
                    </a:lnTo>
                    <a:lnTo>
                      <a:pt x="2385" y="2012"/>
                    </a:lnTo>
                    <a:lnTo>
                      <a:pt x="2393" y="2018"/>
                    </a:lnTo>
                    <a:lnTo>
                      <a:pt x="2407" y="2012"/>
                    </a:lnTo>
                    <a:lnTo>
                      <a:pt x="2409" y="2005"/>
                    </a:lnTo>
                    <a:lnTo>
                      <a:pt x="2415" y="2003"/>
                    </a:lnTo>
                    <a:lnTo>
                      <a:pt x="2424" y="2004"/>
                    </a:lnTo>
                    <a:lnTo>
                      <a:pt x="2439" y="2001"/>
                    </a:lnTo>
                    <a:lnTo>
                      <a:pt x="2445" y="1992"/>
                    </a:lnTo>
                    <a:lnTo>
                      <a:pt x="2439" y="1983"/>
                    </a:lnTo>
                    <a:lnTo>
                      <a:pt x="2422" y="1983"/>
                    </a:lnTo>
                    <a:lnTo>
                      <a:pt x="2415" y="1988"/>
                    </a:lnTo>
                    <a:lnTo>
                      <a:pt x="2407" y="1982"/>
                    </a:lnTo>
                    <a:lnTo>
                      <a:pt x="2408" y="1969"/>
                    </a:lnTo>
                    <a:lnTo>
                      <a:pt x="2428" y="1981"/>
                    </a:lnTo>
                    <a:lnTo>
                      <a:pt x="2449" y="1977"/>
                    </a:lnTo>
                    <a:lnTo>
                      <a:pt x="2451" y="1974"/>
                    </a:lnTo>
                    <a:lnTo>
                      <a:pt x="2452" y="1956"/>
                    </a:lnTo>
                    <a:lnTo>
                      <a:pt x="2461" y="1956"/>
                    </a:lnTo>
                    <a:lnTo>
                      <a:pt x="2468" y="1947"/>
                    </a:lnTo>
                    <a:lnTo>
                      <a:pt x="2469" y="1937"/>
                    </a:lnTo>
                    <a:lnTo>
                      <a:pt x="2474" y="1924"/>
                    </a:lnTo>
                    <a:lnTo>
                      <a:pt x="2477" y="1915"/>
                    </a:lnTo>
                    <a:lnTo>
                      <a:pt x="2494" y="1906"/>
                    </a:lnTo>
                    <a:lnTo>
                      <a:pt x="2503" y="1895"/>
                    </a:lnTo>
                    <a:lnTo>
                      <a:pt x="2499" y="1888"/>
                    </a:lnTo>
                    <a:lnTo>
                      <a:pt x="2504" y="1878"/>
                    </a:lnTo>
                    <a:lnTo>
                      <a:pt x="2501" y="1843"/>
                    </a:lnTo>
                    <a:lnTo>
                      <a:pt x="2501" y="1832"/>
                    </a:lnTo>
                    <a:lnTo>
                      <a:pt x="2506" y="1815"/>
                    </a:lnTo>
                    <a:lnTo>
                      <a:pt x="2521" y="1792"/>
                    </a:lnTo>
                    <a:lnTo>
                      <a:pt x="2520" y="1762"/>
                    </a:lnTo>
                    <a:lnTo>
                      <a:pt x="2490" y="1735"/>
                    </a:lnTo>
                    <a:lnTo>
                      <a:pt x="2468" y="1701"/>
                    </a:lnTo>
                    <a:lnTo>
                      <a:pt x="2468" y="1684"/>
                    </a:lnTo>
                    <a:lnTo>
                      <a:pt x="2472" y="1670"/>
                    </a:lnTo>
                    <a:lnTo>
                      <a:pt x="2473" y="1657"/>
                    </a:lnTo>
                    <a:lnTo>
                      <a:pt x="2471" y="1643"/>
                    </a:lnTo>
                    <a:lnTo>
                      <a:pt x="2478" y="1630"/>
                    </a:lnTo>
                    <a:lnTo>
                      <a:pt x="2473" y="1606"/>
                    </a:lnTo>
                    <a:lnTo>
                      <a:pt x="2479" y="1592"/>
                    </a:lnTo>
                    <a:lnTo>
                      <a:pt x="2479" y="1571"/>
                    </a:lnTo>
                    <a:lnTo>
                      <a:pt x="2476" y="1565"/>
                    </a:lnTo>
                    <a:lnTo>
                      <a:pt x="2476" y="1558"/>
                    </a:lnTo>
                    <a:lnTo>
                      <a:pt x="2473" y="1555"/>
                    </a:lnTo>
                    <a:lnTo>
                      <a:pt x="2472" y="1545"/>
                    </a:lnTo>
                    <a:lnTo>
                      <a:pt x="2474" y="1530"/>
                    </a:lnTo>
                    <a:lnTo>
                      <a:pt x="2473" y="1524"/>
                    </a:lnTo>
                    <a:lnTo>
                      <a:pt x="2467" y="1518"/>
                    </a:lnTo>
                    <a:lnTo>
                      <a:pt x="2465" y="1504"/>
                    </a:lnTo>
                    <a:lnTo>
                      <a:pt x="2469" y="1492"/>
                    </a:lnTo>
                    <a:lnTo>
                      <a:pt x="2482" y="1482"/>
                    </a:lnTo>
                    <a:lnTo>
                      <a:pt x="2483" y="1475"/>
                    </a:lnTo>
                    <a:lnTo>
                      <a:pt x="2480" y="1442"/>
                    </a:lnTo>
                    <a:lnTo>
                      <a:pt x="2485" y="1427"/>
                    </a:lnTo>
                    <a:lnTo>
                      <a:pt x="2485" y="1406"/>
                    </a:lnTo>
                    <a:lnTo>
                      <a:pt x="2471" y="1373"/>
                    </a:lnTo>
                    <a:lnTo>
                      <a:pt x="2473" y="1350"/>
                    </a:lnTo>
                    <a:lnTo>
                      <a:pt x="2453" y="1334"/>
                    </a:lnTo>
                    <a:lnTo>
                      <a:pt x="2442" y="1321"/>
                    </a:lnTo>
                    <a:lnTo>
                      <a:pt x="2429" y="1297"/>
                    </a:lnTo>
                    <a:lnTo>
                      <a:pt x="2430" y="1283"/>
                    </a:lnTo>
                    <a:lnTo>
                      <a:pt x="2431" y="1281"/>
                    </a:lnTo>
                    <a:lnTo>
                      <a:pt x="2447" y="1271"/>
                    </a:lnTo>
                    <a:lnTo>
                      <a:pt x="2450" y="1260"/>
                    </a:lnTo>
                    <a:lnTo>
                      <a:pt x="2457" y="1250"/>
                    </a:lnTo>
                    <a:lnTo>
                      <a:pt x="2457" y="1243"/>
                    </a:lnTo>
                    <a:lnTo>
                      <a:pt x="2456" y="1233"/>
                    </a:lnTo>
                    <a:lnTo>
                      <a:pt x="2465" y="1217"/>
                    </a:lnTo>
                    <a:lnTo>
                      <a:pt x="2472" y="1187"/>
                    </a:lnTo>
                    <a:lnTo>
                      <a:pt x="2478" y="1173"/>
                    </a:lnTo>
                    <a:lnTo>
                      <a:pt x="2480" y="1147"/>
                    </a:lnTo>
                    <a:lnTo>
                      <a:pt x="2477" y="1132"/>
                    </a:lnTo>
                    <a:lnTo>
                      <a:pt x="2476" y="1114"/>
                    </a:lnTo>
                    <a:lnTo>
                      <a:pt x="2477" y="1092"/>
                    </a:lnTo>
                    <a:lnTo>
                      <a:pt x="2473" y="1084"/>
                    </a:lnTo>
                    <a:lnTo>
                      <a:pt x="2477" y="1079"/>
                    </a:lnTo>
                    <a:lnTo>
                      <a:pt x="2476" y="1078"/>
                    </a:lnTo>
                    <a:lnTo>
                      <a:pt x="2434" y="1058"/>
                    </a:lnTo>
                    <a:lnTo>
                      <a:pt x="2419" y="1046"/>
                    </a:lnTo>
                    <a:lnTo>
                      <a:pt x="2376" y="1052"/>
                    </a:lnTo>
                    <a:lnTo>
                      <a:pt x="2359" y="1050"/>
                    </a:lnTo>
                    <a:lnTo>
                      <a:pt x="2331" y="1051"/>
                    </a:lnTo>
                    <a:lnTo>
                      <a:pt x="2318" y="1045"/>
                    </a:lnTo>
                    <a:lnTo>
                      <a:pt x="2326" y="1038"/>
                    </a:lnTo>
                    <a:lnTo>
                      <a:pt x="2297" y="1040"/>
                    </a:lnTo>
                    <a:lnTo>
                      <a:pt x="2293" y="1050"/>
                    </a:lnTo>
                    <a:lnTo>
                      <a:pt x="2293" y="1056"/>
                    </a:lnTo>
                    <a:lnTo>
                      <a:pt x="2288" y="1071"/>
                    </a:lnTo>
                    <a:lnTo>
                      <a:pt x="2279" y="1084"/>
                    </a:lnTo>
                    <a:lnTo>
                      <a:pt x="2273" y="1103"/>
                    </a:lnTo>
                    <a:lnTo>
                      <a:pt x="2265" y="1143"/>
                    </a:lnTo>
                    <a:lnTo>
                      <a:pt x="2261" y="1164"/>
                    </a:lnTo>
                    <a:lnTo>
                      <a:pt x="2254" y="1176"/>
                    </a:lnTo>
                    <a:lnTo>
                      <a:pt x="2248" y="1228"/>
                    </a:lnTo>
                    <a:lnTo>
                      <a:pt x="2243" y="1246"/>
                    </a:lnTo>
                    <a:lnTo>
                      <a:pt x="2225" y="1282"/>
                    </a:lnTo>
                    <a:lnTo>
                      <a:pt x="2204" y="1305"/>
                    </a:lnTo>
                    <a:lnTo>
                      <a:pt x="2186" y="1323"/>
                    </a:lnTo>
                    <a:lnTo>
                      <a:pt x="2159" y="1336"/>
                    </a:lnTo>
                    <a:lnTo>
                      <a:pt x="2152" y="1369"/>
                    </a:lnTo>
                    <a:lnTo>
                      <a:pt x="2152" y="1374"/>
                    </a:lnTo>
                    <a:lnTo>
                      <a:pt x="2156" y="1375"/>
                    </a:lnTo>
                    <a:lnTo>
                      <a:pt x="2167" y="1358"/>
                    </a:lnTo>
                    <a:lnTo>
                      <a:pt x="2171" y="1361"/>
                    </a:lnTo>
                    <a:lnTo>
                      <a:pt x="2171" y="1375"/>
                    </a:lnTo>
                    <a:lnTo>
                      <a:pt x="2166" y="1385"/>
                    </a:lnTo>
                    <a:lnTo>
                      <a:pt x="2148" y="1397"/>
                    </a:lnTo>
                    <a:lnTo>
                      <a:pt x="2143" y="1415"/>
                    </a:lnTo>
                    <a:lnTo>
                      <a:pt x="2149" y="1428"/>
                    </a:lnTo>
                    <a:lnTo>
                      <a:pt x="2162" y="1422"/>
                    </a:lnTo>
                    <a:lnTo>
                      <a:pt x="2171" y="1415"/>
                    </a:lnTo>
                    <a:lnTo>
                      <a:pt x="2186" y="1416"/>
                    </a:lnTo>
                    <a:lnTo>
                      <a:pt x="2192" y="1432"/>
                    </a:lnTo>
                    <a:lnTo>
                      <a:pt x="2187" y="1445"/>
                    </a:lnTo>
                    <a:lnTo>
                      <a:pt x="2187" y="1487"/>
                    </a:lnTo>
                    <a:lnTo>
                      <a:pt x="2178" y="1499"/>
                    </a:lnTo>
                    <a:lnTo>
                      <a:pt x="2181" y="1522"/>
                    </a:lnTo>
                    <a:lnTo>
                      <a:pt x="2187" y="1534"/>
                    </a:lnTo>
                    <a:lnTo>
                      <a:pt x="2181" y="1550"/>
                    </a:lnTo>
                    <a:lnTo>
                      <a:pt x="2170" y="1550"/>
                    </a:lnTo>
                    <a:lnTo>
                      <a:pt x="2164" y="1540"/>
                    </a:lnTo>
                    <a:lnTo>
                      <a:pt x="2161" y="1563"/>
                    </a:lnTo>
                    <a:lnTo>
                      <a:pt x="2161" y="1606"/>
                    </a:lnTo>
                    <a:lnTo>
                      <a:pt x="2168" y="1621"/>
                    </a:lnTo>
                    <a:lnTo>
                      <a:pt x="2168" y="1606"/>
                    </a:lnTo>
                    <a:lnTo>
                      <a:pt x="2182" y="1601"/>
                    </a:lnTo>
                    <a:lnTo>
                      <a:pt x="2205" y="1616"/>
                    </a:lnTo>
                    <a:lnTo>
                      <a:pt x="2218" y="1628"/>
                    </a:lnTo>
                    <a:lnTo>
                      <a:pt x="2225" y="1625"/>
                    </a:lnTo>
                    <a:lnTo>
                      <a:pt x="2230" y="1625"/>
                    </a:lnTo>
                    <a:lnTo>
                      <a:pt x="2227" y="1647"/>
                    </a:lnTo>
                    <a:lnTo>
                      <a:pt x="2236" y="1671"/>
                    </a:lnTo>
                    <a:lnTo>
                      <a:pt x="2243" y="1686"/>
                    </a:lnTo>
                    <a:lnTo>
                      <a:pt x="2251" y="1706"/>
                    </a:lnTo>
                    <a:lnTo>
                      <a:pt x="2267" y="1717"/>
                    </a:lnTo>
                    <a:lnTo>
                      <a:pt x="2279" y="1713"/>
                    </a:lnTo>
                    <a:lnTo>
                      <a:pt x="2279" y="1719"/>
                    </a:lnTo>
                    <a:lnTo>
                      <a:pt x="2285" y="1727"/>
                    </a:lnTo>
                    <a:lnTo>
                      <a:pt x="2274" y="1743"/>
                    </a:lnTo>
                    <a:lnTo>
                      <a:pt x="2264" y="1776"/>
                    </a:lnTo>
                    <a:lnTo>
                      <a:pt x="2256" y="1799"/>
                    </a:lnTo>
                    <a:lnTo>
                      <a:pt x="2253" y="1811"/>
                    </a:lnTo>
                    <a:lnTo>
                      <a:pt x="2238" y="1822"/>
                    </a:lnTo>
                    <a:lnTo>
                      <a:pt x="2234" y="1814"/>
                    </a:lnTo>
                    <a:lnTo>
                      <a:pt x="2235" y="1800"/>
                    </a:lnTo>
                    <a:lnTo>
                      <a:pt x="2225" y="1787"/>
                    </a:lnTo>
                    <a:lnTo>
                      <a:pt x="2207" y="1776"/>
                    </a:lnTo>
                    <a:lnTo>
                      <a:pt x="2172" y="1733"/>
                    </a:lnTo>
                    <a:lnTo>
                      <a:pt x="2161" y="1724"/>
                    </a:lnTo>
                    <a:lnTo>
                      <a:pt x="2144" y="1721"/>
                    </a:lnTo>
                    <a:lnTo>
                      <a:pt x="2119" y="1701"/>
                    </a:lnTo>
                    <a:lnTo>
                      <a:pt x="2092" y="1691"/>
                    </a:lnTo>
                    <a:lnTo>
                      <a:pt x="2094" y="1682"/>
                    </a:lnTo>
                    <a:lnTo>
                      <a:pt x="2101" y="1682"/>
                    </a:lnTo>
                    <a:lnTo>
                      <a:pt x="2097" y="1679"/>
                    </a:lnTo>
                    <a:lnTo>
                      <a:pt x="2079" y="1675"/>
                    </a:lnTo>
                    <a:lnTo>
                      <a:pt x="2057" y="1658"/>
                    </a:lnTo>
                    <a:lnTo>
                      <a:pt x="2043" y="1652"/>
                    </a:lnTo>
                    <a:lnTo>
                      <a:pt x="2011" y="1622"/>
                    </a:lnTo>
                    <a:lnTo>
                      <a:pt x="1993" y="1617"/>
                    </a:lnTo>
                    <a:lnTo>
                      <a:pt x="1965" y="1603"/>
                    </a:lnTo>
                    <a:lnTo>
                      <a:pt x="1956" y="1603"/>
                    </a:lnTo>
                    <a:lnTo>
                      <a:pt x="1936" y="1589"/>
                    </a:lnTo>
                    <a:lnTo>
                      <a:pt x="1922" y="1590"/>
                    </a:lnTo>
                    <a:lnTo>
                      <a:pt x="1869" y="1587"/>
                    </a:lnTo>
                    <a:lnTo>
                      <a:pt x="1865" y="1581"/>
                    </a:lnTo>
                    <a:lnTo>
                      <a:pt x="1848" y="1573"/>
                    </a:lnTo>
                    <a:lnTo>
                      <a:pt x="1834" y="1573"/>
                    </a:lnTo>
                    <a:lnTo>
                      <a:pt x="1829" y="1577"/>
                    </a:lnTo>
                    <a:lnTo>
                      <a:pt x="1828" y="1587"/>
                    </a:lnTo>
                    <a:lnTo>
                      <a:pt x="1823" y="1595"/>
                    </a:lnTo>
                    <a:lnTo>
                      <a:pt x="1802" y="1609"/>
                    </a:lnTo>
                    <a:lnTo>
                      <a:pt x="1804" y="1617"/>
                    </a:lnTo>
                    <a:lnTo>
                      <a:pt x="1810" y="1635"/>
                    </a:lnTo>
                    <a:lnTo>
                      <a:pt x="1823" y="1655"/>
                    </a:lnTo>
                    <a:lnTo>
                      <a:pt x="1833" y="1690"/>
                    </a:lnTo>
                    <a:lnTo>
                      <a:pt x="1832" y="1682"/>
                    </a:lnTo>
                    <a:lnTo>
                      <a:pt x="1837" y="1684"/>
                    </a:lnTo>
                    <a:lnTo>
                      <a:pt x="1832" y="1718"/>
                    </a:lnTo>
                    <a:lnTo>
                      <a:pt x="1829" y="1724"/>
                    </a:lnTo>
                    <a:lnTo>
                      <a:pt x="1810" y="1746"/>
                    </a:lnTo>
                    <a:lnTo>
                      <a:pt x="1779" y="1750"/>
                    </a:lnTo>
                    <a:lnTo>
                      <a:pt x="1778" y="1765"/>
                    </a:lnTo>
                    <a:lnTo>
                      <a:pt x="1783" y="1773"/>
                    </a:lnTo>
                    <a:lnTo>
                      <a:pt x="1784" y="1783"/>
                    </a:lnTo>
                    <a:lnTo>
                      <a:pt x="1773" y="1799"/>
                    </a:lnTo>
                    <a:lnTo>
                      <a:pt x="1761" y="1805"/>
                    </a:lnTo>
                    <a:lnTo>
                      <a:pt x="1747" y="1798"/>
                    </a:lnTo>
                    <a:lnTo>
                      <a:pt x="1736" y="1787"/>
                    </a:lnTo>
                    <a:lnTo>
                      <a:pt x="1736" y="1770"/>
                    </a:lnTo>
                    <a:lnTo>
                      <a:pt x="1741" y="1759"/>
                    </a:lnTo>
                    <a:lnTo>
                      <a:pt x="1747" y="1750"/>
                    </a:lnTo>
                    <a:lnTo>
                      <a:pt x="1754" y="1745"/>
                    </a:lnTo>
                    <a:lnTo>
                      <a:pt x="1732" y="1713"/>
                    </a:lnTo>
                    <a:lnTo>
                      <a:pt x="1735" y="1705"/>
                    </a:lnTo>
                    <a:lnTo>
                      <a:pt x="1724" y="1703"/>
                    </a:lnTo>
                    <a:lnTo>
                      <a:pt x="1684" y="1721"/>
                    </a:lnTo>
                    <a:lnTo>
                      <a:pt x="1675" y="1737"/>
                    </a:lnTo>
                    <a:lnTo>
                      <a:pt x="1660" y="1743"/>
                    </a:lnTo>
                    <a:lnTo>
                      <a:pt x="1640" y="1773"/>
                    </a:lnTo>
                    <a:lnTo>
                      <a:pt x="1628" y="1775"/>
                    </a:lnTo>
                    <a:lnTo>
                      <a:pt x="1622" y="1766"/>
                    </a:lnTo>
                    <a:lnTo>
                      <a:pt x="1606" y="1762"/>
                    </a:lnTo>
                    <a:lnTo>
                      <a:pt x="1587" y="1767"/>
                    </a:lnTo>
                    <a:lnTo>
                      <a:pt x="1570" y="1757"/>
                    </a:lnTo>
                    <a:lnTo>
                      <a:pt x="1547" y="1772"/>
                    </a:lnTo>
                    <a:lnTo>
                      <a:pt x="1536" y="1771"/>
                    </a:lnTo>
                    <a:lnTo>
                      <a:pt x="1512" y="1792"/>
                    </a:lnTo>
                    <a:lnTo>
                      <a:pt x="1508" y="1802"/>
                    </a:lnTo>
                    <a:lnTo>
                      <a:pt x="1506" y="1822"/>
                    </a:lnTo>
                    <a:lnTo>
                      <a:pt x="1504" y="1831"/>
                    </a:lnTo>
                    <a:lnTo>
                      <a:pt x="1495" y="1831"/>
                    </a:lnTo>
                    <a:lnTo>
                      <a:pt x="1487" y="1824"/>
                    </a:lnTo>
                    <a:lnTo>
                      <a:pt x="1478" y="1813"/>
                    </a:lnTo>
                    <a:lnTo>
                      <a:pt x="1474" y="1816"/>
                    </a:lnTo>
                    <a:lnTo>
                      <a:pt x="1467" y="1821"/>
                    </a:lnTo>
                    <a:lnTo>
                      <a:pt x="1456" y="1807"/>
                    </a:lnTo>
                    <a:lnTo>
                      <a:pt x="1456" y="1779"/>
                    </a:lnTo>
                    <a:lnTo>
                      <a:pt x="1450" y="1773"/>
                    </a:lnTo>
                    <a:lnTo>
                      <a:pt x="1450" y="1766"/>
                    </a:lnTo>
                    <a:lnTo>
                      <a:pt x="1457" y="1751"/>
                    </a:lnTo>
                    <a:lnTo>
                      <a:pt x="1458" y="1737"/>
                    </a:lnTo>
                    <a:lnTo>
                      <a:pt x="1452" y="1724"/>
                    </a:lnTo>
                    <a:lnTo>
                      <a:pt x="1447" y="1722"/>
                    </a:lnTo>
                    <a:lnTo>
                      <a:pt x="1446" y="1730"/>
                    </a:lnTo>
                    <a:lnTo>
                      <a:pt x="1442" y="1730"/>
                    </a:lnTo>
                    <a:lnTo>
                      <a:pt x="1444" y="1721"/>
                    </a:lnTo>
                    <a:lnTo>
                      <a:pt x="1451" y="1716"/>
                    </a:lnTo>
                    <a:lnTo>
                      <a:pt x="1477" y="1713"/>
                    </a:lnTo>
                    <a:lnTo>
                      <a:pt x="1488" y="1707"/>
                    </a:lnTo>
                    <a:lnTo>
                      <a:pt x="1490" y="1705"/>
                    </a:lnTo>
                    <a:lnTo>
                      <a:pt x="1484" y="1707"/>
                    </a:lnTo>
                    <a:lnTo>
                      <a:pt x="1467" y="1712"/>
                    </a:lnTo>
                    <a:lnTo>
                      <a:pt x="1460" y="1711"/>
                    </a:lnTo>
                    <a:lnTo>
                      <a:pt x="1445" y="1712"/>
                    </a:lnTo>
                    <a:lnTo>
                      <a:pt x="1423" y="1723"/>
                    </a:lnTo>
                    <a:lnTo>
                      <a:pt x="1424" y="1730"/>
                    </a:lnTo>
                    <a:lnTo>
                      <a:pt x="1415" y="1734"/>
                    </a:lnTo>
                    <a:lnTo>
                      <a:pt x="1413" y="1738"/>
                    </a:lnTo>
                    <a:lnTo>
                      <a:pt x="1417" y="1751"/>
                    </a:lnTo>
                    <a:lnTo>
                      <a:pt x="1417" y="1759"/>
                    </a:lnTo>
                    <a:lnTo>
                      <a:pt x="1406" y="1765"/>
                    </a:lnTo>
                    <a:lnTo>
                      <a:pt x="1397" y="1760"/>
                    </a:lnTo>
                    <a:lnTo>
                      <a:pt x="1393" y="1751"/>
                    </a:lnTo>
                    <a:lnTo>
                      <a:pt x="1398" y="1743"/>
                    </a:lnTo>
                    <a:lnTo>
                      <a:pt x="1391" y="1743"/>
                    </a:lnTo>
                    <a:lnTo>
                      <a:pt x="1369" y="1767"/>
                    </a:lnTo>
                    <a:lnTo>
                      <a:pt x="1377" y="1766"/>
                    </a:lnTo>
                    <a:lnTo>
                      <a:pt x="1381" y="1775"/>
                    </a:lnTo>
                    <a:lnTo>
                      <a:pt x="1381" y="1783"/>
                    </a:lnTo>
                    <a:lnTo>
                      <a:pt x="1380" y="1793"/>
                    </a:lnTo>
                    <a:lnTo>
                      <a:pt x="1371" y="1800"/>
                    </a:lnTo>
                    <a:lnTo>
                      <a:pt x="1366" y="1803"/>
                    </a:lnTo>
                    <a:lnTo>
                      <a:pt x="1361" y="1789"/>
                    </a:lnTo>
                    <a:lnTo>
                      <a:pt x="1354" y="1777"/>
                    </a:lnTo>
                    <a:lnTo>
                      <a:pt x="1326" y="1786"/>
                    </a:lnTo>
                    <a:lnTo>
                      <a:pt x="1328" y="1789"/>
                    </a:lnTo>
                    <a:lnTo>
                      <a:pt x="1291" y="1807"/>
                    </a:lnTo>
                    <a:lnTo>
                      <a:pt x="1288" y="1804"/>
                    </a:lnTo>
                    <a:lnTo>
                      <a:pt x="1282" y="1807"/>
                    </a:lnTo>
                    <a:lnTo>
                      <a:pt x="1254" y="1832"/>
                    </a:lnTo>
                    <a:lnTo>
                      <a:pt x="1181" y="1880"/>
                    </a:lnTo>
                    <a:lnTo>
                      <a:pt x="1172" y="1880"/>
                    </a:lnTo>
                    <a:lnTo>
                      <a:pt x="1171" y="1895"/>
                    </a:lnTo>
                    <a:lnTo>
                      <a:pt x="1175" y="1897"/>
                    </a:lnTo>
                    <a:lnTo>
                      <a:pt x="1166" y="1905"/>
                    </a:lnTo>
                    <a:lnTo>
                      <a:pt x="1144" y="1908"/>
                    </a:lnTo>
                    <a:lnTo>
                      <a:pt x="1135" y="1916"/>
                    </a:lnTo>
                    <a:lnTo>
                      <a:pt x="1129" y="1913"/>
                    </a:lnTo>
                    <a:lnTo>
                      <a:pt x="1123" y="1927"/>
                    </a:lnTo>
                    <a:lnTo>
                      <a:pt x="1114" y="1958"/>
                    </a:lnTo>
                    <a:lnTo>
                      <a:pt x="1111" y="1970"/>
                    </a:lnTo>
                    <a:lnTo>
                      <a:pt x="1113" y="1996"/>
                    </a:lnTo>
                    <a:lnTo>
                      <a:pt x="1106" y="2008"/>
                    </a:lnTo>
                    <a:lnTo>
                      <a:pt x="1090" y="2017"/>
                    </a:lnTo>
                    <a:lnTo>
                      <a:pt x="1079" y="2015"/>
                    </a:lnTo>
                    <a:lnTo>
                      <a:pt x="1058" y="2024"/>
                    </a:lnTo>
                    <a:lnTo>
                      <a:pt x="1053" y="2044"/>
                    </a:lnTo>
                    <a:lnTo>
                      <a:pt x="1048" y="2030"/>
                    </a:lnTo>
                    <a:lnTo>
                      <a:pt x="1047" y="2015"/>
                    </a:lnTo>
                    <a:lnTo>
                      <a:pt x="1033" y="2023"/>
                    </a:lnTo>
                    <a:lnTo>
                      <a:pt x="1024" y="2023"/>
                    </a:lnTo>
                    <a:lnTo>
                      <a:pt x="1015" y="2017"/>
                    </a:lnTo>
                    <a:lnTo>
                      <a:pt x="1004" y="1997"/>
                    </a:lnTo>
                    <a:lnTo>
                      <a:pt x="1000" y="1985"/>
                    </a:lnTo>
                    <a:lnTo>
                      <a:pt x="978" y="1960"/>
                    </a:lnTo>
                    <a:lnTo>
                      <a:pt x="968" y="1950"/>
                    </a:lnTo>
                    <a:lnTo>
                      <a:pt x="963" y="1935"/>
                    </a:lnTo>
                    <a:lnTo>
                      <a:pt x="962" y="1921"/>
                    </a:lnTo>
                    <a:lnTo>
                      <a:pt x="973" y="1920"/>
                    </a:lnTo>
                    <a:lnTo>
                      <a:pt x="981" y="1910"/>
                    </a:lnTo>
                    <a:lnTo>
                      <a:pt x="984" y="1896"/>
                    </a:lnTo>
                    <a:lnTo>
                      <a:pt x="999" y="1891"/>
                    </a:lnTo>
                    <a:lnTo>
                      <a:pt x="1054" y="1880"/>
                    </a:lnTo>
                    <a:lnTo>
                      <a:pt x="1046" y="1863"/>
                    </a:lnTo>
                    <a:lnTo>
                      <a:pt x="1044" y="1845"/>
                    </a:lnTo>
                    <a:lnTo>
                      <a:pt x="1041" y="1826"/>
                    </a:lnTo>
                    <a:lnTo>
                      <a:pt x="1031" y="1832"/>
                    </a:lnTo>
                    <a:lnTo>
                      <a:pt x="1021" y="1814"/>
                    </a:lnTo>
                    <a:lnTo>
                      <a:pt x="1015" y="1809"/>
                    </a:lnTo>
                    <a:lnTo>
                      <a:pt x="1015" y="1792"/>
                    </a:lnTo>
                    <a:lnTo>
                      <a:pt x="1004" y="1783"/>
                    </a:lnTo>
                    <a:lnTo>
                      <a:pt x="978" y="1776"/>
                    </a:lnTo>
                    <a:lnTo>
                      <a:pt x="955" y="1776"/>
                    </a:lnTo>
                    <a:lnTo>
                      <a:pt x="930" y="1773"/>
                    </a:lnTo>
                    <a:lnTo>
                      <a:pt x="919" y="1777"/>
                    </a:lnTo>
                    <a:lnTo>
                      <a:pt x="909" y="1775"/>
                    </a:lnTo>
                    <a:lnTo>
                      <a:pt x="868" y="1754"/>
                    </a:lnTo>
                    <a:lnTo>
                      <a:pt x="870" y="1764"/>
                    </a:lnTo>
                    <a:lnTo>
                      <a:pt x="917" y="1805"/>
                    </a:lnTo>
                    <a:lnTo>
                      <a:pt x="917" y="1838"/>
                    </a:lnTo>
                    <a:lnTo>
                      <a:pt x="919" y="1853"/>
                    </a:lnTo>
                    <a:lnTo>
                      <a:pt x="914" y="1873"/>
                    </a:lnTo>
                    <a:lnTo>
                      <a:pt x="915" y="1890"/>
                    </a:lnTo>
                    <a:lnTo>
                      <a:pt x="901" y="1939"/>
                    </a:lnTo>
                    <a:lnTo>
                      <a:pt x="901" y="1953"/>
                    </a:lnTo>
                    <a:lnTo>
                      <a:pt x="902" y="1970"/>
                    </a:lnTo>
                    <a:lnTo>
                      <a:pt x="907" y="1975"/>
                    </a:lnTo>
                    <a:lnTo>
                      <a:pt x="919" y="1975"/>
                    </a:lnTo>
                    <a:lnTo>
                      <a:pt x="929" y="1982"/>
                    </a:lnTo>
                    <a:lnTo>
                      <a:pt x="938" y="2002"/>
                    </a:lnTo>
                    <a:lnTo>
                      <a:pt x="938" y="2013"/>
                    </a:lnTo>
                    <a:lnTo>
                      <a:pt x="933" y="2026"/>
                    </a:lnTo>
                    <a:lnTo>
                      <a:pt x="936" y="2037"/>
                    </a:lnTo>
                    <a:lnTo>
                      <a:pt x="933" y="2056"/>
                    </a:lnTo>
                    <a:lnTo>
                      <a:pt x="922" y="2072"/>
                    </a:lnTo>
                    <a:lnTo>
                      <a:pt x="915" y="2096"/>
                    </a:lnTo>
                    <a:lnTo>
                      <a:pt x="922" y="2114"/>
                    </a:lnTo>
                    <a:lnTo>
                      <a:pt x="918" y="2149"/>
                    </a:lnTo>
                    <a:lnTo>
                      <a:pt x="908" y="2134"/>
                    </a:lnTo>
                    <a:lnTo>
                      <a:pt x="906" y="2123"/>
                    </a:lnTo>
                    <a:lnTo>
                      <a:pt x="898" y="2114"/>
                    </a:lnTo>
                    <a:lnTo>
                      <a:pt x="890" y="2115"/>
                    </a:lnTo>
                    <a:lnTo>
                      <a:pt x="877" y="2126"/>
                    </a:lnTo>
                    <a:lnTo>
                      <a:pt x="885" y="2111"/>
                    </a:lnTo>
                    <a:lnTo>
                      <a:pt x="886" y="2099"/>
                    </a:lnTo>
                    <a:lnTo>
                      <a:pt x="869" y="2085"/>
                    </a:lnTo>
                    <a:lnTo>
                      <a:pt x="860" y="2080"/>
                    </a:lnTo>
                    <a:lnTo>
                      <a:pt x="837" y="2080"/>
                    </a:lnTo>
                    <a:lnTo>
                      <a:pt x="816" y="2062"/>
                    </a:lnTo>
                    <a:lnTo>
                      <a:pt x="807" y="2072"/>
                    </a:lnTo>
                    <a:lnTo>
                      <a:pt x="804" y="2083"/>
                    </a:lnTo>
                    <a:lnTo>
                      <a:pt x="788" y="2099"/>
                    </a:lnTo>
                    <a:lnTo>
                      <a:pt x="779" y="2114"/>
                    </a:lnTo>
                    <a:lnTo>
                      <a:pt x="768" y="2126"/>
                    </a:lnTo>
                    <a:lnTo>
                      <a:pt x="743" y="2136"/>
                    </a:lnTo>
                    <a:lnTo>
                      <a:pt x="735" y="2136"/>
                    </a:lnTo>
                    <a:lnTo>
                      <a:pt x="723" y="2144"/>
                    </a:lnTo>
                    <a:lnTo>
                      <a:pt x="716" y="2159"/>
                    </a:lnTo>
                    <a:lnTo>
                      <a:pt x="704" y="2170"/>
                    </a:lnTo>
                    <a:lnTo>
                      <a:pt x="693" y="2180"/>
                    </a:lnTo>
                    <a:lnTo>
                      <a:pt x="681" y="2184"/>
                    </a:lnTo>
                    <a:lnTo>
                      <a:pt x="681" y="2197"/>
                    </a:lnTo>
                    <a:lnTo>
                      <a:pt x="683" y="2223"/>
                    </a:lnTo>
                    <a:lnTo>
                      <a:pt x="696" y="2246"/>
                    </a:lnTo>
                    <a:lnTo>
                      <a:pt x="707" y="2261"/>
                    </a:lnTo>
                    <a:lnTo>
                      <a:pt x="714" y="2276"/>
                    </a:lnTo>
                    <a:lnTo>
                      <a:pt x="727" y="2308"/>
                    </a:lnTo>
                    <a:lnTo>
                      <a:pt x="730" y="2316"/>
                    </a:lnTo>
                    <a:lnTo>
                      <a:pt x="739" y="2330"/>
                    </a:lnTo>
                    <a:lnTo>
                      <a:pt x="739" y="2336"/>
                    </a:lnTo>
                    <a:lnTo>
                      <a:pt x="720" y="2324"/>
                    </a:lnTo>
                    <a:lnTo>
                      <a:pt x="714" y="2326"/>
                    </a:lnTo>
                    <a:lnTo>
                      <a:pt x="686" y="2315"/>
                    </a:lnTo>
                    <a:lnTo>
                      <a:pt x="687" y="2321"/>
                    </a:lnTo>
                    <a:lnTo>
                      <a:pt x="684" y="2325"/>
                    </a:lnTo>
                    <a:lnTo>
                      <a:pt x="671" y="2322"/>
                    </a:lnTo>
                    <a:lnTo>
                      <a:pt x="653" y="2314"/>
                    </a:lnTo>
                    <a:lnTo>
                      <a:pt x="634" y="2300"/>
                    </a:lnTo>
                    <a:lnTo>
                      <a:pt x="619" y="2298"/>
                    </a:lnTo>
                    <a:lnTo>
                      <a:pt x="610" y="2290"/>
                    </a:lnTo>
                    <a:lnTo>
                      <a:pt x="595" y="2304"/>
                    </a:lnTo>
                    <a:lnTo>
                      <a:pt x="587" y="2317"/>
                    </a:lnTo>
                    <a:lnTo>
                      <a:pt x="584" y="2297"/>
                    </a:lnTo>
                    <a:lnTo>
                      <a:pt x="599" y="2288"/>
                    </a:lnTo>
                    <a:lnTo>
                      <a:pt x="586" y="2283"/>
                    </a:lnTo>
                    <a:lnTo>
                      <a:pt x="570" y="2279"/>
                    </a:lnTo>
                    <a:lnTo>
                      <a:pt x="567" y="2266"/>
                    </a:lnTo>
                    <a:lnTo>
                      <a:pt x="549" y="2255"/>
                    </a:lnTo>
                    <a:lnTo>
                      <a:pt x="531" y="2246"/>
                    </a:lnTo>
                    <a:lnTo>
                      <a:pt x="520" y="2244"/>
                    </a:lnTo>
                    <a:lnTo>
                      <a:pt x="517" y="2265"/>
                    </a:lnTo>
                    <a:lnTo>
                      <a:pt x="509" y="2276"/>
                    </a:lnTo>
                    <a:lnTo>
                      <a:pt x="499" y="2279"/>
                    </a:lnTo>
                    <a:lnTo>
                      <a:pt x="501" y="2289"/>
                    </a:lnTo>
                    <a:lnTo>
                      <a:pt x="508" y="2304"/>
                    </a:lnTo>
                    <a:lnTo>
                      <a:pt x="516" y="2309"/>
                    </a:lnTo>
                    <a:lnTo>
                      <a:pt x="527" y="2332"/>
                    </a:lnTo>
                    <a:lnTo>
                      <a:pt x="543" y="2349"/>
                    </a:lnTo>
                    <a:lnTo>
                      <a:pt x="574" y="2336"/>
                    </a:lnTo>
                    <a:lnTo>
                      <a:pt x="580" y="2352"/>
                    </a:lnTo>
                    <a:lnTo>
                      <a:pt x="587" y="2399"/>
                    </a:lnTo>
                    <a:lnTo>
                      <a:pt x="592" y="2407"/>
                    </a:lnTo>
                    <a:lnTo>
                      <a:pt x="575" y="2400"/>
                    </a:lnTo>
                    <a:lnTo>
                      <a:pt x="560" y="2410"/>
                    </a:lnTo>
                    <a:lnTo>
                      <a:pt x="557" y="2417"/>
                    </a:lnTo>
                    <a:lnTo>
                      <a:pt x="557" y="2421"/>
                    </a:lnTo>
                    <a:lnTo>
                      <a:pt x="543" y="2413"/>
                    </a:lnTo>
                    <a:lnTo>
                      <a:pt x="533" y="2411"/>
                    </a:lnTo>
                    <a:lnTo>
                      <a:pt x="501" y="2395"/>
                    </a:lnTo>
                    <a:lnTo>
                      <a:pt x="484" y="2390"/>
                    </a:lnTo>
                    <a:lnTo>
                      <a:pt x="482" y="2383"/>
                    </a:lnTo>
                    <a:lnTo>
                      <a:pt x="474" y="2372"/>
                    </a:lnTo>
                    <a:lnTo>
                      <a:pt x="466" y="2364"/>
                    </a:lnTo>
                    <a:lnTo>
                      <a:pt x="460" y="2354"/>
                    </a:lnTo>
                    <a:lnTo>
                      <a:pt x="450" y="2348"/>
                    </a:lnTo>
                    <a:lnTo>
                      <a:pt x="444" y="2354"/>
                    </a:lnTo>
                    <a:lnTo>
                      <a:pt x="433" y="2356"/>
                    </a:lnTo>
                    <a:lnTo>
                      <a:pt x="415" y="2342"/>
                    </a:lnTo>
                    <a:lnTo>
                      <a:pt x="409" y="2330"/>
                    </a:lnTo>
                    <a:lnTo>
                      <a:pt x="396" y="2337"/>
                    </a:lnTo>
                    <a:lnTo>
                      <a:pt x="398" y="2329"/>
                    </a:lnTo>
                    <a:lnTo>
                      <a:pt x="408" y="2319"/>
                    </a:lnTo>
                    <a:lnTo>
                      <a:pt x="406" y="2299"/>
                    </a:lnTo>
                    <a:lnTo>
                      <a:pt x="408" y="2282"/>
                    </a:lnTo>
                    <a:lnTo>
                      <a:pt x="397" y="2272"/>
                    </a:lnTo>
                    <a:lnTo>
                      <a:pt x="398" y="2257"/>
                    </a:lnTo>
                    <a:lnTo>
                      <a:pt x="380" y="2222"/>
                    </a:lnTo>
                    <a:lnTo>
                      <a:pt x="385" y="2213"/>
                    </a:lnTo>
                    <a:lnTo>
                      <a:pt x="398" y="2209"/>
                    </a:lnTo>
                    <a:lnTo>
                      <a:pt x="402" y="2187"/>
                    </a:lnTo>
                    <a:lnTo>
                      <a:pt x="404" y="2161"/>
                    </a:lnTo>
                    <a:lnTo>
                      <a:pt x="402" y="2150"/>
                    </a:lnTo>
                    <a:lnTo>
                      <a:pt x="395" y="2142"/>
                    </a:lnTo>
                    <a:lnTo>
                      <a:pt x="388" y="2122"/>
                    </a:lnTo>
                    <a:lnTo>
                      <a:pt x="384" y="2116"/>
                    </a:lnTo>
                    <a:lnTo>
                      <a:pt x="368" y="2114"/>
                    </a:lnTo>
                    <a:lnTo>
                      <a:pt x="363" y="2101"/>
                    </a:lnTo>
                    <a:lnTo>
                      <a:pt x="353" y="2100"/>
                    </a:lnTo>
                    <a:lnTo>
                      <a:pt x="336" y="2094"/>
                    </a:lnTo>
                    <a:lnTo>
                      <a:pt x="336" y="2087"/>
                    </a:lnTo>
                    <a:lnTo>
                      <a:pt x="338" y="2078"/>
                    </a:lnTo>
                    <a:lnTo>
                      <a:pt x="336" y="2073"/>
                    </a:lnTo>
                    <a:lnTo>
                      <a:pt x="318" y="2071"/>
                    </a:lnTo>
                    <a:lnTo>
                      <a:pt x="285" y="2041"/>
                    </a:lnTo>
                    <a:lnTo>
                      <a:pt x="291" y="2035"/>
                    </a:lnTo>
                    <a:lnTo>
                      <a:pt x="275" y="2020"/>
                    </a:lnTo>
                    <a:lnTo>
                      <a:pt x="272" y="2004"/>
                    </a:lnTo>
                    <a:lnTo>
                      <a:pt x="264" y="1992"/>
                    </a:lnTo>
                    <a:lnTo>
                      <a:pt x="248" y="1987"/>
                    </a:lnTo>
                    <a:lnTo>
                      <a:pt x="256" y="1980"/>
                    </a:lnTo>
                    <a:lnTo>
                      <a:pt x="275" y="1976"/>
                    </a:lnTo>
                    <a:lnTo>
                      <a:pt x="295" y="1987"/>
                    </a:lnTo>
                    <a:lnTo>
                      <a:pt x="296" y="1999"/>
                    </a:lnTo>
                    <a:lnTo>
                      <a:pt x="306" y="2013"/>
                    </a:lnTo>
                    <a:lnTo>
                      <a:pt x="334" y="2033"/>
                    </a:lnTo>
                    <a:lnTo>
                      <a:pt x="338" y="2030"/>
                    </a:lnTo>
                    <a:lnTo>
                      <a:pt x="342" y="2020"/>
                    </a:lnTo>
                    <a:lnTo>
                      <a:pt x="350" y="2035"/>
                    </a:lnTo>
                    <a:lnTo>
                      <a:pt x="359" y="2042"/>
                    </a:lnTo>
                    <a:lnTo>
                      <a:pt x="365" y="2036"/>
                    </a:lnTo>
                    <a:lnTo>
                      <a:pt x="370" y="2039"/>
                    </a:lnTo>
                    <a:lnTo>
                      <a:pt x="375" y="2033"/>
                    </a:lnTo>
                    <a:lnTo>
                      <a:pt x="381" y="2034"/>
                    </a:lnTo>
                    <a:lnTo>
                      <a:pt x="384" y="2047"/>
                    </a:lnTo>
                    <a:lnTo>
                      <a:pt x="387" y="2060"/>
                    </a:lnTo>
                    <a:lnTo>
                      <a:pt x="402" y="2053"/>
                    </a:lnTo>
                    <a:lnTo>
                      <a:pt x="420" y="2058"/>
                    </a:lnTo>
                    <a:lnTo>
                      <a:pt x="427" y="2068"/>
                    </a:lnTo>
                    <a:lnTo>
                      <a:pt x="439" y="2068"/>
                    </a:lnTo>
                    <a:lnTo>
                      <a:pt x="447" y="2078"/>
                    </a:lnTo>
                    <a:lnTo>
                      <a:pt x="479" y="2087"/>
                    </a:lnTo>
                    <a:lnTo>
                      <a:pt x="494" y="2094"/>
                    </a:lnTo>
                    <a:lnTo>
                      <a:pt x="522" y="2096"/>
                    </a:lnTo>
                    <a:lnTo>
                      <a:pt x="548" y="2106"/>
                    </a:lnTo>
                    <a:lnTo>
                      <a:pt x="557" y="2116"/>
                    </a:lnTo>
                    <a:lnTo>
                      <a:pt x="576" y="2120"/>
                    </a:lnTo>
                    <a:lnTo>
                      <a:pt x="624" y="2123"/>
                    </a:lnTo>
                    <a:lnTo>
                      <a:pt x="637" y="2117"/>
                    </a:lnTo>
                    <a:lnTo>
                      <a:pt x="649" y="2115"/>
                    </a:lnTo>
                    <a:lnTo>
                      <a:pt x="693" y="2095"/>
                    </a:lnTo>
                    <a:lnTo>
                      <a:pt x="703" y="2085"/>
                    </a:lnTo>
                    <a:lnTo>
                      <a:pt x="712" y="2079"/>
                    </a:lnTo>
                    <a:lnTo>
                      <a:pt x="731" y="2057"/>
                    </a:lnTo>
                    <a:lnTo>
                      <a:pt x="752" y="2023"/>
                    </a:lnTo>
                    <a:lnTo>
                      <a:pt x="761" y="1998"/>
                    </a:lnTo>
                    <a:lnTo>
                      <a:pt x="764" y="1975"/>
                    </a:lnTo>
                    <a:lnTo>
                      <a:pt x="755" y="1970"/>
                    </a:lnTo>
                    <a:lnTo>
                      <a:pt x="752" y="1966"/>
                    </a:lnTo>
                    <a:lnTo>
                      <a:pt x="751" y="1944"/>
                    </a:lnTo>
                    <a:lnTo>
                      <a:pt x="746" y="1929"/>
                    </a:lnTo>
                    <a:lnTo>
                      <a:pt x="746" y="1907"/>
                    </a:lnTo>
                    <a:lnTo>
                      <a:pt x="735" y="1892"/>
                    </a:lnTo>
                    <a:lnTo>
                      <a:pt x="724" y="1886"/>
                    </a:lnTo>
                    <a:lnTo>
                      <a:pt x="718" y="1890"/>
                    </a:lnTo>
                    <a:lnTo>
                      <a:pt x="709" y="1883"/>
                    </a:lnTo>
                    <a:lnTo>
                      <a:pt x="710" y="1873"/>
                    </a:lnTo>
                    <a:lnTo>
                      <a:pt x="704" y="1869"/>
                    </a:lnTo>
                    <a:lnTo>
                      <a:pt x="693" y="1854"/>
                    </a:lnTo>
                    <a:lnTo>
                      <a:pt x="689" y="1845"/>
                    </a:lnTo>
                    <a:lnTo>
                      <a:pt x="683" y="1841"/>
                    </a:lnTo>
                    <a:lnTo>
                      <a:pt x="676" y="1835"/>
                    </a:lnTo>
                    <a:lnTo>
                      <a:pt x="681" y="1848"/>
                    </a:lnTo>
                    <a:lnTo>
                      <a:pt x="672" y="1851"/>
                    </a:lnTo>
                    <a:lnTo>
                      <a:pt x="650" y="1835"/>
                    </a:lnTo>
                    <a:lnTo>
                      <a:pt x="642" y="1825"/>
                    </a:lnTo>
                    <a:lnTo>
                      <a:pt x="639" y="1834"/>
                    </a:lnTo>
                    <a:lnTo>
                      <a:pt x="635" y="1827"/>
                    </a:lnTo>
                    <a:lnTo>
                      <a:pt x="632" y="1815"/>
                    </a:lnTo>
                    <a:lnTo>
                      <a:pt x="619" y="1800"/>
                    </a:lnTo>
                    <a:lnTo>
                      <a:pt x="627" y="1818"/>
                    </a:lnTo>
                    <a:lnTo>
                      <a:pt x="606" y="1811"/>
                    </a:lnTo>
                    <a:lnTo>
                      <a:pt x="599" y="1800"/>
                    </a:lnTo>
                    <a:lnTo>
                      <a:pt x="596" y="1793"/>
                    </a:lnTo>
                    <a:lnTo>
                      <a:pt x="589" y="1783"/>
                    </a:lnTo>
                    <a:lnTo>
                      <a:pt x="558" y="1751"/>
                    </a:lnTo>
                    <a:lnTo>
                      <a:pt x="542" y="1739"/>
                    </a:lnTo>
                    <a:lnTo>
                      <a:pt x="535" y="1730"/>
                    </a:lnTo>
                    <a:lnTo>
                      <a:pt x="509" y="1712"/>
                    </a:lnTo>
                    <a:lnTo>
                      <a:pt x="500" y="1701"/>
                    </a:lnTo>
                    <a:lnTo>
                      <a:pt x="466" y="1682"/>
                    </a:lnTo>
                    <a:lnTo>
                      <a:pt x="461" y="1678"/>
                    </a:lnTo>
                    <a:lnTo>
                      <a:pt x="427" y="1669"/>
                    </a:lnTo>
                    <a:lnTo>
                      <a:pt x="429" y="1675"/>
                    </a:lnTo>
                    <a:lnTo>
                      <a:pt x="427" y="1679"/>
                    </a:lnTo>
                    <a:lnTo>
                      <a:pt x="420" y="1679"/>
                    </a:lnTo>
                    <a:lnTo>
                      <a:pt x="403" y="1670"/>
                    </a:lnTo>
                    <a:lnTo>
                      <a:pt x="369" y="1662"/>
                    </a:lnTo>
                    <a:lnTo>
                      <a:pt x="354" y="1655"/>
                    </a:lnTo>
                    <a:lnTo>
                      <a:pt x="350" y="1662"/>
                    </a:lnTo>
                    <a:lnTo>
                      <a:pt x="333" y="1664"/>
                    </a:lnTo>
                    <a:lnTo>
                      <a:pt x="326" y="1670"/>
                    </a:lnTo>
                    <a:lnTo>
                      <a:pt x="322" y="1660"/>
                    </a:lnTo>
                    <a:lnTo>
                      <a:pt x="317" y="1657"/>
                    </a:lnTo>
                    <a:lnTo>
                      <a:pt x="320" y="1644"/>
                    </a:lnTo>
                    <a:lnTo>
                      <a:pt x="317" y="1641"/>
                    </a:lnTo>
                    <a:lnTo>
                      <a:pt x="299" y="1657"/>
                    </a:lnTo>
                    <a:lnTo>
                      <a:pt x="302" y="1637"/>
                    </a:lnTo>
                    <a:lnTo>
                      <a:pt x="293" y="1644"/>
                    </a:lnTo>
                    <a:lnTo>
                      <a:pt x="294" y="1633"/>
                    </a:lnTo>
                    <a:lnTo>
                      <a:pt x="291" y="1632"/>
                    </a:lnTo>
                    <a:lnTo>
                      <a:pt x="283" y="1632"/>
                    </a:lnTo>
                    <a:lnTo>
                      <a:pt x="268" y="1638"/>
                    </a:lnTo>
                    <a:lnTo>
                      <a:pt x="271" y="1631"/>
                    </a:lnTo>
                    <a:lnTo>
                      <a:pt x="269" y="1625"/>
                    </a:lnTo>
                    <a:lnTo>
                      <a:pt x="267" y="1617"/>
                    </a:lnTo>
                    <a:lnTo>
                      <a:pt x="251" y="1619"/>
                    </a:lnTo>
                    <a:lnTo>
                      <a:pt x="257" y="1589"/>
                    </a:lnTo>
                    <a:lnTo>
                      <a:pt x="261" y="1603"/>
                    </a:lnTo>
                    <a:lnTo>
                      <a:pt x="267" y="1606"/>
                    </a:lnTo>
                    <a:lnTo>
                      <a:pt x="273" y="1606"/>
                    </a:lnTo>
                    <a:lnTo>
                      <a:pt x="279" y="1614"/>
                    </a:lnTo>
                    <a:lnTo>
                      <a:pt x="290" y="1612"/>
                    </a:lnTo>
                    <a:lnTo>
                      <a:pt x="299" y="1616"/>
                    </a:lnTo>
                    <a:lnTo>
                      <a:pt x="307" y="1600"/>
                    </a:lnTo>
                    <a:lnTo>
                      <a:pt x="309" y="1589"/>
                    </a:lnTo>
                    <a:lnTo>
                      <a:pt x="290" y="1583"/>
                    </a:lnTo>
                    <a:lnTo>
                      <a:pt x="283" y="1585"/>
                    </a:lnTo>
                    <a:lnTo>
                      <a:pt x="275" y="1579"/>
                    </a:lnTo>
                    <a:lnTo>
                      <a:pt x="274" y="1573"/>
                    </a:lnTo>
                    <a:lnTo>
                      <a:pt x="259" y="1565"/>
                    </a:lnTo>
                    <a:lnTo>
                      <a:pt x="242" y="1558"/>
                    </a:lnTo>
                    <a:lnTo>
                      <a:pt x="248" y="1567"/>
                    </a:lnTo>
                    <a:lnTo>
                      <a:pt x="247" y="1582"/>
                    </a:lnTo>
                    <a:lnTo>
                      <a:pt x="239" y="1583"/>
                    </a:lnTo>
                    <a:lnTo>
                      <a:pt x="235" y="1579"/>
                    </a:lnTo>
                    <a:lnTo>
                      <a:pt x="232" y="1587"/>
                    </a:lnTo>
                    <a:lnTo>
                      <a:pt x="235" y="1598"/>
                    </a:lnTo>
                    <a:lnTo>
                      <a:pt x="231" y="1604"/>
                    </a:lnTo>
                    <a:lnTo>
                      <a:pt x="221" y="1604"/>
                    </a:lnTo>
                    <a:lnTo>
                      <a:pt x="210" y="1593"/>
                    </a:lnTo>
                    <a:lnTo>
                      <a:pt x="191" y="1583"/>
                    </a:lnTo>
                    <a:lnTo>
                      <a:pt x="189" y="1584"/>
                    </a:lnTo>
                    <a:lnTo>
                      <a:pt x="192" y="1589"/>
                    </a:lnTo>
                    <a:lnTo>
                      <a:pt x="191" y="1600"/>
                    </a:lnTo>
                    <a:lnTo>
                      <a:pt x="187" y="1612"/>
                    </a:lnTo>
                    <a:lnTo>
                      <a:pt x="185" y="1617"/>
                    </a:lnTo>
                    <a:lnTo>
                      <a:pt x="172" y="1621"/>
                    </a:lnTo>
                    <a:lnTo>
                      <a:pt x="150" y="1606"/>
                    </a:lnTo>
                    <a:lnTo>
                      <a:pt x="144" y="1637"/>
                    </a:lnTo>
                    <a:lnTo>
                      <a:pt x="138" y="1644"/>
                    </a:lnTo>
                    <a:lnTo>
                      <a:pt x="106" y="1664"/>
                    </a:lnTo>
                    <a:lnTo>
                      <a:pt x="103" y="1669"/>
                    </a:lnTo>
                    <a:lnTo>
                      <a:pt x="102" y="1680"/>
                    </a:lnTo>
                    <a:lnTo>
                      <a:pt x="101" y="1684"/>
                    </a:lnTo>
                    <a:lnTo>
                      <a:pt x="92" y="1692"/>
                    </a:lnTo>
                    <a:lnTo>
                      <a:pt x="90" y="1694"/>
                    </a:lnTo>
                    <a:lnTo>
                      <a:pt x="59" y="1721"/>
                    </a:lnTo>
                    <a:lnTo>
                      <a:pt x="69" y="1725"/>
                    </a:lnTo>
                    <a:lnTo>
                      <a:pt x="69" y="1730"/>
                    </a:lnTo>
                    <a:lnTo>
                      <a:pt x="58" y="1759"/>
                    </a:lnTo>
                    <a:lnTo>
                      <a:pt x="57" y="1768"/>
                    </a:lnTo>
                    <a:lnTo>
                      <a:pt x="59" y="1794"/>
                    </a:lnTo>
                    <a:lnTo>
                      <a:pt x="64" y="1814"/>
                    </a:lnTo>
                    <a:lnTo>
                      <a:pt x="69" y="1821"/>
                    </a:lnTo>
                    <a:lnTo>
                      <a:pt x="79" y="1827"/>
                    </a:lnTo>
                    <a:lnTo>
                      <a:pt x="92" y="1830"/>
                    </a:lnTo>
                    <a:lnTo>
                      <a:pt x="107" y="1837"/>
                    </a:lnTo>
                    <a:lnTo>
                      <a:pt x="127" y="1875"/>
                    </a:lnTo>
                    <a:lnTo>
                      <a:pt x="137" y="1890"/>
                    </a:lnTo>
                    <a:lnTo>
                      <a:pt x="140" y="1912"/>
                    </a:lnTo>
                    <a:lnTo>
                      <a:pt x="122" y="1949"/>
                    </a:lnTo>
                    <a:lnTo>
                      <a:pt x="103" y="1992"/>
                    </a:lnTo>
                    <a:lnTo>
                      <a:pt x="97" y="2005"/>
                    </a:lnTo>
                    <a:lnTo>
                      <a:pt x="99" y="2026"/>
                    </a:lnTo>
                    <a:lnTo>
                      <a:pt x="108" y="2046"/>
                    </a:lnTo>
                    <a:lnTo>
                      <a:pt x="116" y="2063"/>
                    </a:lnTo>
                    <a:lnTo>
                      <a:pt x="118" y="2082"/>
                    </a:lnTo>
                    <a:lnTo>
                      <a:pt x="133" y="2109"/>
                    </a:lnTo>
                    <a:lnTo>
                      <a:pt x="144" y="2143"/>
                    </a:lnTo>
                    <a:lnTo>
                      <a:pt x="146" y="2160"/>
                    </a:lnTo>
                    <a:lnTo>
                      <a:pt x="148" y="2175"/>
                    </a:lnTo>
                    <a:lnTo>
                      <a:pt x="134" y="2187"/>
                    </a:lnTo>
                    <a:lnTo>
                      <a:pt x="132" y="2209"/>
                    </a:lnTo>
                    <a:lnTo>
                      <a:pt x="127" y="2225"/>
                    </a:lnTo>
                    <a:lnTo>
                      <a:pt x="130" y="2235"/>
                    </a:lnTo>
                    <a:lnTo>
                      <a:pt x="132" y="2254"/>
                    </a:lnTo>
                    <a:lnTo>
                      <a:pt x="126" y="2265"/>
                    </a:lnTo>
                    <a:lnTo>
                      <a:pt x="127" y="2286"/>
                    </a:lnTo>
                    <a:lnTo>
                      <a:pt x="143" y="2289"/>
                    </a:lnTo>
                    <a:lnTo>
                      <a:pt x="151" y="2306"/>
                    </a:lnTo>
                    <a:lnTo>
                      <a:pt x="149" y="2327"/>
                    </a:lnTo>
                    <a:lnTo>
                      <a:pt x="156" y="2343"/>
                    </a:lnTo>
                    <a:lnTo>
                      <a:pt x="172" y="2358"/>
                    </a:lnTo>
                    <a:lnTo>
                      <a:pt x="173" y="2378"/>
                    </a:lnTo>
                    <a:lnTo>
                      <a:pt x="167" y="2396"/>
                    </a:lnTo>
                    <a:lnTo>
                      <a:pt x="157" y="2411"/>
                    </a:lnTo>
                    <a:lnTo>
                      <a:pt x="153" y="2427"/>
                    </a:lnTo>
                    <a:lnTo>
                      <a:pt x="159" y="2445"/>
                    </a:lnTo>
                    <a:lnTo>
                      <a:pt x="167" y="2458"/>
                    </a:lnTo>
                    <a:lnTo>
                      <a:pt x="197" y="2481"/>
                    </a:lnTo>
                    <a:lnTo>
                      <a:pt x="202" y="2498"/>
                    </a:lnTo>
                    <a:lnTo>
                      <a:pt x="212" y="2515"/>
                    </a:lnTo>
                    <a:lnTo>
                      <a:pt x="216" y="2509"/>
                    </a:lnTo>
                    <a:lnTo>
                      <a:pt x="215" y="2548"/>
                    </a:lnTo>
                    <a:lnTo>
                      <a:pt x="199" y="2586"/>
                    </a:lnTo>
                    <a:lnTo>
                      <a:pt x="186" y="2606"/>
                    </a:lnTo>
                    <a:lnTo>
                      <a:pt x="134" y="2675"/>
                    </a:lnTo>
                    <a:lnTo>
                      <a:pt x="96" y="2718"/>
                    </a:lnTo>
                    <a:lnTo>
                      <a:pt x="46" y="2767"/>
                    </a:lnTo>
                    <a:lnTo>
                      <a:pt x="10" y="2794"/>
                    </a:lnTo>
                    <a:lnTo>
                      <a:pt x="33" y="2798"/>
                    </a:lnTo>
                    <a:lnTo>
                      <a:pt x="44" y="2785"/>
                    </a:lnTo>
                    <a:lnTo>
                      <a:pt x="63" y="2776"/>
                    </a:lnTo>
                    <a:lnTo>
                      <a:pt x="64" y="2783"/>
                    </a:lnTo>
                    <a:lnTo>
                      <a:pt x="63" y="2788"/>
                    </a:lnTo>
                    <a:lnTo>
                      <a:pt x="63" y="2805"/>
                    </a:lnTo>
                    <a:lnTo>
                      <a:pt x="58" y="2798"/>
                    </a:lnTo>
                    <a:lnTo>
                      <a:pt x="54" y="2797"/>
                    </a:lnTo>
                    <a:lnTo>
                      <a:pt x="54" y="2811"/>
                    </a:lnTo>
                    <a:lnTo>
                      <a:pt x="59" y="2820"/>
                    </a:lnTo>
                    <a:lnTo>
                      <a:pt x="64" y="2821"/>
                    </a:lnTo>
                    <a:lnTo>
                      <a:pt x="70" y="2824"/>
                    </a:lnTo>
                    <a:lnTo>
                      <a:pt x="87" y="2838"/>
                    </a:lnTo>
                    <a:lnTo>
                      <a:pt x="99" y="2838"/>
                    </a:lnTo>
                    <a:lnTo>
                      <a:pt x="117" y="2833"/>
                    </a:lnTo>
                    <a:lnTo>
                      <a:pt x="128" y="2837"/>
                    </a:lnTo>
                    <a:lnTo>
                      <a:pt x="137" y="2844"/>
                    </a:lnTo>
                    <a:lnTo>
                      <a:pt x="137" y="2854"/>
                    </a:lnTo>
                    <a:lnTo>
                      <a:pt x="143" y="2858"/>
                    </a:lnTo>
                    <a:lnTo>
                      <a:pt x="150" y="2859"/>
                    </a:lnTo>
                    <a:lnTo>
                      <a:pt x="151" y="2863"/>
                    </a:lnTo>
                    <a:lnTo>
                      <a:pt x="145" y="2868"/>
                    </a:lnTo>
                    <a:lnTo>
                      <a:pt x="137" y="2868"/>
                    </a:lnTo>
                    <a:lnTo>
                      <a:pt x="110" y="2860"/>
                    </a:lnTo>
                    <a:lnTo>
                      <a:pt x="91" y="2859"/>
                    </a:lnTo>
                    <a:lnTo>
                      <a:pt x="85" y="2865"/>
                    </a:lnTo>
                    <a:lnTo>
                      <a:pt x="83" y="2873"/>
                    </a:lnTo>
                    <a:lnTo>
                      <a:pt x="68" y="2881"/>
                    </a:lnTo>
                    <a:lnTo>
                      <a:pt x="60" y="2876"/>
                    </a:lnTo>
                    <a:lnTo>
                      <a:pt x="54" y="2879"/>
                    </a:lnTo>
                    <a:lnTo>
                      <a:pt x="51" y="2889"/>
                    </a:lnTo>
                    <a:lnTo>
                      <a:pt x="44" y="2892"/>
                    </a:lnTo>
                    <a:lnTo>
                      <a:pt x="38" y="2886"/>
                    </a:lnTo>
                    <a:lnTo>
                      <a:pt x="31" y="2883"/>
                    </a:lnTo>
                    <a:lnTo>
                      <a:pt x="27" y="2891"/>
                    </a:lnTo>
                    <a:lnTo>
                      <a:pt x="30" y="2907"/>
                    </a:lnTo>
                    <a:lnTo>
                      <a:pt x="37" y="2908"/>
                    </a:lnTo>
                    <a:lnTo>
                      <a:pt x="42" y="2914"/>
                    </a:lnTo>
                    <a:lnTo>
                      <a:pt x="44" y="2922"/>
                    </a:lnTo>
                    <a:lnTo>
                      <a:pt x="41" y="2930"/>
                    </a:lnTo>
                    <a:lnTo>
                      <a:pt x="30" y="2941"/>
                    </a:lnTo>
                    <a:lnTo>
                      <a:pt x="21" y="2956"/>
                    </a:lnTo>
                    <a:lnTo>
                      <a:pt x="15" y="2970"/>
                    </a:lnTo>
                    <a:lnTo>
                      <a:pt x="19" y="2983"/>
                    </a:lnTo>
                    <a:lnTo>
                      <a:pt x="16" y="3002"/>
                    </a:lnTo>
                    <a:lnTo>
                      <a:pt x="17" y="3008"/>
                    </a:lnTo>
                    <a:lnTo>
                      <a:pt x="20" y="3013"/>
                    </a:lnTo>
                    <a:lnTo>
                      <a:pt x="20" y="3019"/>
                    </a:lnTo>
                    <a:lnTo>
                      <a:pt x="17" y="3026"/>
                    </a:lnTo>
                    <a:lnTo>
                      <a:pt x="9" y="3035"/>
                    </a:lnTo>
                    <a:lnTo>
                      <a:pt x="4" y="3038"/>
                    </a:lnTo>
                    <a:lnTo>
                      <a:pt x="1" y="3046"/>
                    </a:lnTo>
                    <a:lnTo>
                      <a:pt x="5" y="3053"/>
                    </a:lnTo>
                    <a:lnTo>
                      <a:pt x="14" y="3054"/>
                    </a:lnTo>
                    <a:lnTo>
                      <a:pt x="27" y="3053"/>
                    </a:lnTo>
                    <a:lnTo>
                      <a:pt x="38" y="3070"/>
                    </a:lnTo>
                    <a:lnTo>
                      <a:pt x="37" y="3086"/>
                    </a:lnTo>
                    <a:lnTo>
                      <a:pt x="27" y="3086"/>
                    </a:lnTo>
                    <a:lnTo>
                      <a:pt x="19" y="3075"/>
                    </a:lnTo>
                    <a:lnTo>
                      <a:pt x="10" y="3068"/>
                    </a:lnTo>
                    <a:lnTo>
                      <a:pt x="10" y="3083"/>
                    </a:lnTo>
                    <a:lnTo>
                      <a:pt x="6" y="3090"/>
                    </a:lnTo>
                    <a:lnTo>
                      <a:pt x="0" y="3105"/>
                    </a:lnTo>
                    <a:lnTo>
                      <a:pt x="1" y="3112"/>
                    </a:lnTo>
                    <a:lnTo>
                      <a:pt x="6" y="3118"/>
                    </a:lnTo>
                    <a:lnTo>
                      <a:pt x="10" y="3126"/>
                    </a:lnTo>
                    <a:lnTo>
                      <a:pt x="17" y="3129"/>
                    </a:lnTo>
                    <a:lnTo>
                      <a:pt x="21" y="3137"/>
                    </a:lnTo>
                    <a:lnTo>
                      <a:pt x="22" y="3145"/>
                    </a:lnTo>
                    <a:lnTo>
                      <a:pt x="17" y="3169"/>
                    </a:lnTo>
                    <a:lnTo>
                      <a:pt x="14" y="3176"/>
                    </a:lnTo>
                    <a:lnTo>
                      <a:pt x="22" y="3179"/>
                    </a:lnTo>
                    <a:lnTo>
                      <a:pt x="29" y="3183"/>
                    </a:lnTo>
                    <a:lnTo>
                      <a:pt x="29" y="3191"/>
                    </a:lnTo>
                    <a:lnTo>
                      <a:pt x="42" y="3213"/>
                    </a:lnTo>
                    <a:lnTo>
                      <a:pt x="44" y="3222"/>
                    </a:lnTo>
                    <a:lnTo>
                      <a:pt x="48" y="3229"/>
                    </a:lnTo>
                    <a:lnTo>
                      <a:pt x="48" y="3245"/>
                    </a:lnTo>
                    <a:lnTo>
                      <a:pt x="47" y="3252"/>
                    </a:lnTo>
                    <a:lnTo>
                      <a:pt x="49" y="3260"/>
                    </a:lnTo>
                    <a:lnTo>
                      <a:pt x="65" y="3257"/>
                    </a:lnTo>
                    <a:lnTo>
                      <a:pt x="73" y="3261"/>
                    </a:lnTo>
                    <a:lnTo>
                      <a:pt x="76" y="3268"/>
                    </a:lnTo>
                    <a:lnTo>
                      <a:pt x="92" y="3266"/>
                    </a:lnTo>
                    <a:lnTo>
                      <a:pt x="101" y="3267"/>
                    </a:lnTo>
                    <a:lnTo>
                      <a:pt x="113" y="3276"/>
                    </a:lnTo>
                    <a:lnTo>
                      <a:pt x="111" y="3296"/>
                    </a:lnTo>
                    <a:lnTo>
                      <a:pt x="126" y="3288"/>
                    </a:lnTo>
                    <a:lnTo>
                      <a:pt x="133" y="3287"/>
                    </a:lnTo>
                    <a:lnTo>
                      <a:pt x="139" y="3282"/>
                    </a:lnTo>
                    <a:lnTo>
                      <a:pt x="155" y="3280"/>
                    </a:lnTo>
                    <a:lnTo>
                      <a:pt x="162" y="3282"/>
                    </a:lnTo>
                    <a:lnTo>
                      <a:pt x="170" y="3287"/>
                    </a:lnTo>
                    <a:lnTo>
                      <a:pt x="176" y="3292"/>
                    </a:lnTo>
                    <a:lnTo>
                      <a:pt x="185" y="3305"/>
                    </a:lnTo>
                    <a:lnTo>
                      <a:pt x="193" y="3306"/>
                    </a:lnTo>
                    <a:lnTo>
                      <a:pt x="194" y="3317"/>
                    </a:lnTo>
                    <a:lnTo>
                      <a:pt x="192" y="3325"/>
                    </a:lnTo>
                    <a:lnTo>
                      <a:pt x="192" y="3333"/>
                    </a:lnTo>
                    <a:lnTo>
                      <a:pt x="197" y="3341"/>
                    </a:lnTo>
                    <a:lnTo>
                      <a:pt x="199" y="3348"/>
                    </a:lnTo>
                    <a:lnTo>
                      <a:pt x="198" y="3355"/>
                    </a:lnTo>
                    <a:lnTo>
                      <a:pt x="196" y="3363"/>
                    </a:lnTo>
                    <a:lnTo>
                      <a:pt x="189" y="3368"/>
                    </a:lnTo>
                    <a:lnTo>
                      <a:pt x="187" y="3376"/>
                    </a:lnTo>
                    <a:lnTo>
                      <a:pt x="189" y="3384"/>
                    </a:lnTo>
                    <a:lnTo>
                      <a:pt x="202" y="3395"/>
                    </a:lnTo>
                    <a:lnTo>
                      <a:pt x="205" y="3411"/>
                    </a:lnTo>
                    <a:lnTo>
                      <a:pt x="216" y="3433"/>
                    </a:lnTo>
                    <a:lnTo>
                      <a:pt x="221" y="3439"/>
                    </a:lnTo>
                    <a:lnTo>
                      <a:pt x="236" y="3448"/>
                    </a:lnTo>
                    <a:lnTo>
                      <a:pt x="241" y="3454"/>
                    </a:lnTo>
                    <a:lnTo>
                      <a:pt x="242" y="3462"/>
                    </a:lnTo>
                    <a:lnTo>
                      <a:pt x="241" y="3470"/>
                    </a:lnTo>
                    <a:lnTo>
                      <a:pt x="245" y="3477"/>
                    </a:lnTo>
                    <a:lnTo>
                      <a:pt x="268" y="3475"/>
                    </a:lnTo>
                    <a:lnTo>
                      <a:pt x="274" y="3479"/>
                    </a:lnTo>
                    <a:lnTo>
                      <a:pt x="282" y="3482"/>
                    </a:lnTo>
                    <a:lnTo>
                      <a:pt x="279" y="3489"/>
                    </a:lnTo>
                    <a:lnTo>
                      <a:pt x="284" y="3495"/>
                    </a:lnTo>
                    <a:lnTo>
                      <a:pt x="294" y="3497"/>
                    </a:lnTo>
                    <a:lnTo>
                      <a:pt x="295" y="3510"/>
                    </a:lnTo>
                    <a:lnTo>
                      <a:pt x="288" y="3515"/>
                    </a:lnTo>
                    <a:lnTo>
                      <a:pt x="284" y="3522"/>
                    </a:lnTo>
                    <a:lnTo>
                      <a:pt x="272" y="3532"/>
                    </a:lnTo>
                    <a:lnTo>
                      <a:pt x="264" y="3537"/>
                    </a:lnTo>
                    <a:lnTo>
                      <a:pt x="247" y="3535"/>
                    </a:lnTo>
                    <a:lnTo>
                      <a:pt x="235" y="3524"/>
                    </a:lnTo>
                    <a:lnTo>
                      <a:pt x="228" y="3524"/>
                    </a:lnTo>
                    <a:lnTo>
                      <a:pt x="220" y="3527"/>
                    </a:lnTo>
                    <a:lnTo>
                      <a:pt x="219" y="3535"/>
                    </a:lnTo>
                    <a:lnTo>
                      <a:pt x="212" y="3538"/>
                    </a:lnTo>
                    <a:lnTo>
                      <a:pt x="213" y="3546"/>
                    </a:lnTo>
                    <a:lnTo>
                      <a:pt x="224" y="3557"/>
                    </a:lnTo>
                    <a:lnTo>
                      <a:pt x="226" y="3564"/>
                    </a:lnTo>
                    <a:lnTo>
                      <a:pt x="224" y="3573"/>
                    </a:lnTo>
                    <a:lnTo>
                      <a:pt x="229" y="3578"/>
                    </a:lnTo>
                    <a:lnTo>
                      <a:pt x="228" y="3586"/>
                    </a:lnTo>
                    <a:lnTo>
                      <a:pt x="235" y="3590"/>
                    </a:lnTo>
                    <a:lnTo>
                      <a:pt x="237" y="3597"/>
                    </a:lnTo>
                    <a:lnTo>
                      <a:pt x="236" y="3606"/>
                    </a:lnTo>
                    <a:lnTo>
                      <a:pt x="241" y="3627"/>
                    </a:lnTo>
                    <a:lnTo>
                      <a:pt x="241" y="3627"/>
                    </a:lnTo>
                    <a:lnTo>
                      <a:pt x="247" y="3633"/>
                    </a:lnTo>
                    <a:lnTo>
                      <a:pt x="255" y="3635"/>
                    </a:lnTo>
                    <a:lnTo>
                      <a:pt x="262" y="3632"/>
                    </a:lnTo>
                    <a:lnTo>
                      <a:pt x="267" y="3626"/>
                    </a:lnTo>
                    <a:lnTo>
                      <a:pt x="269" y="3617"/>
                    </a:lnTo>
                    <a:lnTo>
                      <a:pt x="277" y="3612"/>
                    </a:lnTo>
                    <a:lnTo>
                      <a:pt x="293" y="3616"/>
                    </a:lnTo>
                    <a:lnTo>
                      <a:pt x="301" y="3616"/>
                    </a:lnTo>
                    <a:lnTo>
                      <a:pt x="317" y="3611"/>
                    </a:lnTo>
                    <a:lnTo>
                      <a:pt x="333" y="3613"/>
                    </a:lnTo>
                    <a:lnTo>
                      <a:pt x="349" y="3610"/>
                    </a:lnTo>
                    <a:lnTo>
                      <a:pt x="361" y="3619"/>
                    </a:lnTo>
                    <a:lnTo>
                      <a:pt x="366" y="3627"/>
                    </a:lnTo>
                    <a:lnTo>
                      <a:pt x="366" y="3635"/>
                    </a:lnTo>
                    <a:lnTo>
                      <a:pt x="379" y="3647"/>
                    </a:lnTo>
                    <a:lnTo>
                      <a:pt x="384" y="3653"/>
                    </a:lnTo>
                    <a:lnTo>
                      <a:pt x="384" y="3662"/>
                    </a:lnTo>
                    <a:lnTo>
                      <a:pt x="375" y="3666"/>
                    </a:lnTo>
                    <a:lnTo>
                      <a:pt x="368" y="3667"/>
                    </a:lnTo>
                    <a:lnTo>
                      <a:pt x="371" y="3675"/>
                    </a:lnTo>
                    <a:lnTo>
                      <a:pt x="371" y="3682"/>
                    </a:lnTo>
                    <a:lnTo>
                      <a:pt x="375" y="3698"/>
                    </a:lnTo>
                    <a:lnTo>
                      <a:pt x="382" y="3703"/>
                    </a:lnTo>
                    <a:lnTo>
                      <a:pt x="390" y="3705"/>
                    </a:lnTo>
                    <a:lnTo>
                      <a:pt x="406" y="3710"/>
                    </a:lnTo>
                    <a:lnTo>
                      <a:pt x="413" y="3707"/>
                    </a:lnTo>
                    <a:lnTo>
                      <a:pt x="422" y="3707"/>
                    </a:lnTo>
                    <a:lnTo>
                      <a:pt x="424" y="3715"/>
                    </a:lnTo>
                    <a:lnTo>
                      <a:pt x="435" y="3726"/>
                    </a:lnTo>
                    <a:lnTo>
                      <a:pt x="442" y="3753"/>
                    </a:lnTo>
                    <a:lnTo>
                      <a:pt x="440" y="3762"/>
                    </a:lnTo>
                    <a:lnTo>
                      <a:pt x="442" y="3769"/>
                    </a:lnTo>
                    <a:lnTo>
                      <a:pt x="449" y="3774"/>
                    </a:lnTo>
                    <a:lnTo>
                      <a:pt x="456" y="3779"/>
                    </a:lnTo>
                    <a:lnTo>
                      <a:pt x="463" y="3775"/>
                    </a:lnTo>
                    <a:lnTo>
                      <a:pt x="471" y="3774"/>
                    </a:lnTo>
                    <a:lnTo>
                      <a:pt x="479" y="3775"/>
                    </a:lnTo>
                    <a:lnTo>
                      <a:pt x="490" y="3787"/>
                    </a:lnTo>
                    <a:lnTo>
                      <a:pt x="499" y="3784"/>
                    </a:lnTo>
                    <a:lnTo>
                      <a:pt x="506" y="3788"/>
                    </a:lnTo>
                    <a:lnTo>
                      <a:pt x="531" y="3780"/>
                    </a:lnTo>
                    <a:lnTo>
                      <a:pt x="546" y="3773"/>
                    </a:lnTo>
                    <a:lnTo>
                      <a:pt x="553" y="3775"/>
                    </a:lnTo>
                    <a:lnTo>
                      <a:pt x="558" y="3782"/>
                    </a:lnTo>
                    <a:lnTo>
                      <a:pt x="569" y="3804"/>
                    </a:lnTo>
                    <a:lnTo>
                      <a:pt x="580" y="3816"/>
                    </a:lnTo>
                    <a:lnTo>
                      <a:pt x="587" y="3816"/>
                    </a:lnTo>
                    <a:lnTo>
                      <a:pt x="591" y="3809"/>
                    </a:lnTo>
                    <a:lnTo>
                      <a:pt x="600" y="3809"/>
                    </a:lnTo>
                    <a:lnTo>
                      <a:pt x="605" y="3815"/>
                    </a:lnTo>
                    <a:lnTo>
                      <a:pt x="612" y="3816"/>
                    </a:lnTo>
                    <a:lnTo>
                      <a:pt x="619" y="3820"/>
                    </a:lnTo>
                    <a:lnTo>
                      <a:pt x="626" y="3826"/>
                    </a:lnTo>
                    <a:lnTo>
                      <a:pt x="642" y="3825"/>
                    </a:lnTo>
                    <a:lnTo>
                      <a:pt x="655" y="3834"/>
                    </a:lnTo>
                    <a:lnTo>
                      <a:pt x="662" y="3833"/>
                    </a:lnTo>
                    <a:lnTo>
                      <a:pt x="675" y="3844"/>
                    </a:lnTo>
                    <a:lnTo>
                      <a:pt x="683" y="3845"/>
                    </a:lnTo>
                    <a:lnTo>
                      <a:pt x="692" y="3845"/>
                    </a:lnTo>
                    <a:lnTo>
                      <a:pt x="698" y="3850"/>
                    </a:lnTo>
                    <a:lnTo>
                      <a:pt x="691" y="3854"/>
                    </a:lnTo>
                    <a:lnTo>
                      <a:pt x="699" y="3877"/>
                    </a:lnTo>
                    <a:lnTo>
                      <a:pt x="691" y="3892"/>
                    </a:lnTo>
                    <a:lnTo>
                      <a:pt x="675" y="3896"/>
                    </a:lnTo>
                    <a:lnTo>
                      <a:pt x="680" y="3902"/>
                    </a:lnTo>
                    <a:lnTo>
                      <a:pt x="688" y="3904"/>
                    </a:lnTo>
                    <a:lnTo>
                      <a:pt x="693" y="3911"/>
                    </a:lnTo>
                    <a:lnTo>
                      <a:pt x="676" y="3916"/>
                    </a:lnTo>
                    <a:lnTo>
                      <a:pt x="673" y="3922"/>
                    </a:lnTo>
                    <a:lnTo>
                      <a:pt x="672" y="3930"/>
                    </a:lnTo>
                    <a:lnTo>
                      <a:pt x="677" y="3936"/>
                    </a:lnTo>
                    <a:lnTo>
                      <a:pt x="680" y="3944"/>
                    </a:lnTo>
                    <a:lnTo>
                      <a:pt x="678" y="3952"/>
                    </a:lnTo>
                    <a:lnTo>
                      <a:pt x="686" y="3956"/>
                    </a:lnTo>
                    <a:lnTo>
                      <a:pt x="682" y="3972"/>
                    </a:lnTo>
                    <a:lnTo>
                      <a:pt x="675" y="3995"/>
                    </a:lnTo>
                    <a:lnTo>
                      <a:pt x="667" y="3999"/>
                    </a:lnTo>
                    <a:lnTo>
                      <a:pt x="653" y="3995"/>
                    </a:lnTo>
                    <a:lnTo>
                      <a:pt x="644" y="3997"/>
                    </a:lnTo>
                    <a:lnTo>
                      <a:pt x="629" y="3989"/>
                    </a:lnTo>
                    <a:lnTo>
                      <a:pt x="623" y="3994"/>
                    </a:lnTo>
                    <a:lnTo>
                      <a:pt x="614" y="4008"/>
                    </a:lnTo>
                    <a:lnTo>
                      <a:pt x="600" y="4014"/>
                    </a:lnTo>
                    <a:lnTo>
                      <a:pt x="592" y="4029"/>
                    </a:lnTo>
                    <a:lnTo>
                      <a:pt x="594" y="4037"/>
                    </a:lnTo>
                    <a:lnTo>
                      <a:pt x="594" y="4052"/>
                    </a:lnTo>
                    <a:lnTo>
                      <a:pt x="607" y="4047"/>
                    </a:lnTo>
                    <a:lnTo>
                      <a:pt x="617" y="4048"/>
                    </a:lnTo>
                    <a:lnTo>
                      <a:pt x="623" y="4043"/>
                    </a:lnTo>
                    <a:lnTo>
                      <a:pt x="638" y="4041"/>
                    </a:lnTo>
                    <a:lnTo>
                      <a:pt x="644" y="4043"/>
                    </a:lnTo>
                    <a:lnTo>
                      <a:pt x="645" y="4049"/>
                    </a:lnTo>
                    <a:lnTo>
                      <a:pt x="653" y="4051"/>
                    </a:lnTo>
                    <a:lnTo>
                      <a:pt x="655" y="4053"/>
                    </a:lnTo>
                    <a:lnTo>
                      <a:pt x="654" y="4058"/>
                    </a:lnTo>
                    <a:lnTo>
                      <a:pt x="644" y="4058"/>
                    </a:lnTo>
                    <a:lnTo>
                      <a:pt x="632" y="4063"/>
                    </a:lnTo>
                    <a:lnTo>
                      <a:pt x="616" y="4073"/>
                    </a:lnTo>
                    <a:lnTo>
                      <a:pt x="605" y="4076"/>
                    </a:lnTo>
                    <a:lnTo>
                      <a:pt x="605" y="4081"/>
                    </a:lnTo>
                    <a:lnTo>
                      <a:pt x="610" y="4086"/>
                    </a:lnTo>
                    <a:lnTo>
                      <a:pt x="605" y="4089"/>
                    </a:lnTo>
                    <a:lnTo>
                      <a:pt x="594" y="4086"/>
                    </a:lnTo>
                    <a:lnTo>
                      <a:pt x="569" y="4090"/>
                    </a:lnTo>
                    <a:lnTo>
                      <a:pt x="567" y="4100"/>
                    </a:lnTo>
                    <a:lnTo>
                      <a:pt x="575" y="4107"/>
                    </a:lnTo>
                    <a:lnTo>
                      <a:pt x="587" y="4112"/>
                    </a:lnTo>
                    <a:lnTo>
                      <a:pt x="597" y="4126"/>
                    </a:lnTo>
                    <a:lnTo>
                      <a:pt x="607" y="4135"/>
                    </a:lnTo>
                    <a:lnTo>
                      <a:pt x="605" y="4137"/>
                    </a:lnTo>
                    <a:lnTo>
                      <a:pt x="591" y="4133"/>
                    </a:lnTo>
                    <a:lnTo>
                      <a:pt x="585" y="4143"/>
                    </a:lnTo>
                    <a:lnTo>
                      <a:pt x="579" y="4143"/>
                    </a:lnTo>
                    <a:lnTo>
                      <a:pt x="567" y="4160"/>
                    </a:lnTo>
                    <a:lnTo>
                      <a:pt x="557" y="4172"/>
                    </a:lnTo>
                    <a:lnTo>
                      <a:pt x="548" y="4191"/>
                    </a:lnTo>
                    <a:lnTo>
                      <a:pt x="535" y="4192"/>
                    </a:lnTo>
                    <a:lnTo>
                      <a:pt x="519" y="4189"/>
                    </a:lnTo>
                    <a:lnTo>
                      <a:pt x="516" y="4194"/>
                    </a:lnTo>
                    <a:lnTo>
                      <a:pt x="516" y="4200"/>
                    </a:lnTo>
                    <a:lnTo>
                      <a:pt x="506" y="4205"/>
                    </a:lnTo>
                    <a:lnTo>
                      <a:pt x="519" y="4210"/>
                    </a:lnTo>
                    <a:lnTo>
                      <a:pt x="531" y="4220"/>
                    </a:lnTo>
                    <a:lnTo>
                      <a:pt x="536" y="4235"/>
                    </a:lnTo>
                    <a:lnTo>
                      <a:pt x="546" y="4246"/>
                    </a:lnTo>
                    <a:lnTo>
                      <a:pt x="556" y="4247"/>
                    </a:lnTo>
                    <a:lnTo>
                      <a:pt x="560" y="4242"/>
                    </a:lnTo>
                    <a:lnTo>
                      <a:pt x="565" y="4250"/>
                    </a:lnTo>
                    <a:lnTo>
                      <a:pt x="580" y="4262"/>
                    </a:lnTo>
                    <a:lnTo>
                      <a:pt x="623" y="4280"/>
                    </a:lnTo>
                    <a:lnTo>
                      <a:pt x="649" y="4301"/>
                    </a:lnTo>
                    <a:lnTo>
                      <a:pt x="656" y="4313"/>
                    </a:lnTo>
                    <a:lnTo>
                      <a:pt x="662" y="4321"/>
                    </a:lnTo>
                    <a:lnTo>
                      <a:pt x="671" y="4323"/>
                    </a:lnTo>
                    <a:lnTo>
                      <a:pt x="683" y="4336"/>
                    </a:lnTo>
                    <a:lnTo>
                      <a:pt x="698" y="4331"/>
                    </a:lnTo>
                    <a:lnTo>
                      <a:pt x="707" y="4329"/>
                    </a:lnTo>
                    <a:lnTo>
                      <a:pt x="714" y="4332"/>
                    </a:lnTo>
                    <a:lnTo>
                      <a:pt x="723" y="4331"/>
                    </a:lnTo>
                    <a:lnTo>
                      <a:pt x="737" y="4336"/>
                    </a:lnTo>
                    <a:lnTo>
                      <a:pt x="743" y="4342"/>
                    </a:lnTo>
                    <a:lnTo>
                      <a:pt x="759" y="4344"/>
                    </a:lnTo>
                    <a:lnTo>
                      <a:pt x="782" y="4354"/>
                    </a:lnTo>
                    <a:lnTo>
                      <a:pt x="791" y="4355"/>
                    </a:lnTo>
                    <a:lnTo>
                      <a:pt x="815" y="4353"/>
                    </a:lnTo>
                    <a:lnTo>
                      <a:pt x="831" y="4358"/>
                    </a:lnTo>
                    <a:lnTo>
                      <a:pt x="847" y="4358"/>
                    </a:lnTo>
                    <a:lnTo>
                      <a:pt x="854" y="4363"/>
                    </a:lnTo>
                    <a:lnTo>
                      <a:pt x="858" y="4368"/>
                    </a:lnTo>
                    <a:lnTo>
                      <a:pt x="896" y="4390"/>
                    </a:lnTo>
                    <a:lnTo>
                      <a:pt x="898" y="4398"/>
                    </a:lnTo>
                    <a:lnTo>
                      <a:pt x="906" y="4402"/>
                    </a:lnTo>
                    <a:lnTo>
                      <a:pt x="914" y="4399"/>
                    </a:lnTo>
                    <a:lnTo>
                      <a:pt x="920" y="4395"/>
                    </a:lnTo>
                    <a:lnTo>
                      <a:pt x="935" y="4388"/>
                    </a:lnTo>
                    <a:lnTo>
                      <a:pt x="944" y="4388"/>
                    </a:lnTo>
                    <a:lnTo>
                      <a:pt x="950" y="4393"/>
                    </a:lnTo>
                    <a:lnTo>
                      <a:pt x="957" y="4392"/>
                    </a:lnTo>
                    <a:lnTo>
                      <a:pt x="973" y="4395"/>
                    </a:lnTo>
                    <a:lnTo>
                      <a:pt x="978" y="4401"/>
                    </a:lnTo>
                    <a:lnTo>
                      <a:pt x="985" y="4404"/>
                    </a:lnTo>
                    <a:lnTo>
                      <a:pt x="993" y="4404"/>
                    </a:lnTo>
                    <a:lnTo>
                      <a:pt x="1000" y="4408"/>
                    </a:lnTo>
                    <a:lnTo>
                      <a:pt x="1004" y="4415"/>
                    </a:lnTo>
                    <a:lnTo>
                      <a:pt x="1000" y="4430"/>
                    </a:lnTo>
                    <a:lnTo>
                      <a:pt x="1012" y="4440"/>
                    </a:lnTo>
                    <a:lnTo>
                      <a:pt x="1028" y="4445"/>
                    </a:lnTo>
                    <a:lnTo>
                      <a:pt x="1035" y="4450"/>
                    </a:lnTo>
                    <a:lnTo>
                      <a:pt x="1040" y="4453"/>
                    </a:lnTo>
                    <a:lnTo>
                      <a:pt x="1048" y="4458"/>
                    </a:lnTo>
                    <a:lnTo>
                      <a:pt x="1055" y="4458"/>
                    </a:lnTo>
                    <a:lnTo>
                      <a:pt x="1067" y="4469"/>
                    </a:lnTo>
                    <a:lnTo>
                      <a:pt x="1071" y="4477"/>
                    </a:lnTo>
                    <a:lnTo>
                      <a:pt x="1079" y="4477"/>
                    </a:lnTo>
                    <a:lnTo>
                      <a:pt x="1084" y="4493"/>
                    </a:lnTo>
                    <a:lnTo>
                      <a:pt x="1087" y="4500"/>
                    </a:lnTo>
                    <a:lnTo>
                      <a:pt x="1095" y="4500"/>
                    </a:lnTo>
                    <a:lnTo>
                      <a:pt x="1111" y="4504"/>
                    </a:lnTo>
                    <a:lnTo>
                      <a:pt x="1119" y="4501"/>
                    </a:lnTo>
                    <a:lnTo>
                      <a:pt x="1124" y="4496"/>
                    </a:lnTo>
                    <a:lnTo>
                      <a:pt x="1130" y="4481"/>
                    </a:lnTo>
                    <a:lnTo>
                      <a:pt x="1138" y="4477"/>
                    </a:lnTo>
                    <a:lnTo>
                      <a:pt x="1145" y="4473"/>
                    </a:lnTo>
                    <a:lnTo>
                      <a:pt x="1148" y="4466"/>
                    </a:lnTo>
                    <a:lnTo>
                      <a:pt x="1154" y="4456"/>
                    </a:lnTo>
                    <a:lnTo>
                      <a:pt x="1144" y="4451"/>
                    </a:lnTo>
                    <a:lnTo>
                      <a:pt x="1132" y="4423"/>
                    </a:lnTo>
                    <a:lnTo>
                      <a:pt x="1113" y="4391"/>
                    </a:lnTo>
                    <a:lnTo>
                      <a:pt x="1105" y="4380"/>
                    </a:lnTo>
                    <a:lnTo>
                      <a:pt x="1101" y="4366"/>
                    </a:lnTo>
                    <a:lnTo>
                      <a:pt x="1101" y="4344"/>
                    </a:lnTo>
                    <a:lnTo>
                      <a:pt x="1108" y="4317"/>
                    </a:lnTo>
                    <a:lnTo>
                      <a:pt x="1106" y="4305"/>
                    </a:lnTo>
                    <a:lnTo>
                      <a:pt x="1097" y="4326"/>
                    </a:lnTo>
                    <a:lnTo>
                      <a:pt x="1094" y="4320"/>
                    </a:lnTo>
                    <a:lnTo>
                      <a:pt x="1091" y="4302"/>
                    </a:lnTo>
                    <a:lnTo>
                      <a:pt x="1081" y="4285"/>
                    </a:lnTo>
                    <a:lnTo>
                      <a:pt x="1069" y="4268"/>
                    </a:lnTo>
                    <a:lnTo>
                      <a:pt x="1059" y="4268"/>
                    </a:lnTo>
                    <a:lnTo>
                      <a:pt x="1054" y="4253"/>
                    </a:lnTo>
                    <a:lnTo>
                      <a:pt x="1063" y="4240"/>
                    </a:lnTo>
                    <a:lnTo>
                      <a:pt x="1064" y="4229"/>
                    </a:lnTo>
                    <a:lnTo>
                      <a:pt x="1071" y="4218"/>
                    </a:lnTo>
                    <a:lnTo>
                      <a:pt x="1075" y="4218"/>
                    </a:lnTo>
                    <a:lnTo>
                      <a:pt x="1076" y="4215"/>
                    </a:lnTo>
                    <a:lnTo>
                      <a:pt x="1079" y="4207"/>
                    </a:lnTo>
                    <a:lnTo>
                      <a:pt x="1089" y="4198"/>
                    </a:lnTo>
                    <a:lnTo>
                      <a:pt x="1095" y="4162"/>
                    </a:lnTo>
                    <a:lnTo>
                      <a:pt x="1102" y="4165"/>
                    </a:lnTo>
                    <a:lnTo>
                      <a:pt x="1106" y="4144"/>
                    </a:lnTo>
                    <a:lnTo>
                      <a:pt x="1107" y="4133"/>
                    </a:lnTo>
                    <a:lnTo>
                      <a:pt x="1098" y="4117"/>
                    </a:lnTo>
                    <a:lnTo>
                      <a:pt x="1110" y="4121"/>
                    </a:lnTo>
                    <a:lnTo>
                      <a:pt x="1121" y="4121"/>
                    </a:lnTo>
                    <a:lnTo>
                      <a:pt x="1119" y="4128"/>
                    </a:lnTo>
                    <a:lnTo>
                      <a:pt x="1126" y="4139"/>
                    </a:lnTo>
                    <a:lnTo>
                      <a:pt x="1130" y="4154"/>
                    </a:lnTo>
                    <a:lnTo>
                      <a:pt x="1138" y="4154"/>
                    </a:lnTo>
                    <a:lnTo>
                      <a:pt x="1143" y="4151"/>
                    </a:lnTo>
                    <a:lnTo>
                      <a:pt x="1148" y="4151"/>
                    </a:lnTo>
                    <a:lnTo>
                      <a:pt x="1160" y="4123"/>
                    </a:lnTo>
                    <a:lnTo>
                      <a:pt x="1166" y="4119"/>
                    </a:lnTo>
                    <a:lnTo>
                      <a:pt x="1159" y="4117"/>
                    </a:lnTo>
                    <a:lnTo>
                      <a:pt x="1155" y="4111"/>
                    </a:lnTo>
                    <a:lnTo>
                      <a:pt x="1149" y="4107"/>
                    </a:lnTo>
                    <a:lnTo>
                      <a:pt x="1140" y="4107"/>
                    </a:lnTo>
                    <a:lnTo>
                      <a:pt x="1133" y="4105"/>
                    </a:lnTo>
                    <a:lnTo>
                      <a:pt x="1130" y="4099"/>
                    </a:lnTo>
                    <a:lnTo>
                      <a:pt x="1137" y="4091"/>
                    </a:lnTo>
                    <a:lnTo>
                      <a:pt x="1138" y="4084"/>
                    </a:lnTo>
                    <a:lnTo>
                      <a:pt x="1145" y="4081"/>
                    </a:lnTo>
                    <a:lnTo>
                      <a:pt x="1154" y="4087"/>
                    </a:lnTo>
                    <a:lnTo>
                      <a:pt x="1166" y="4084"/>
                    </a:lnTo>
                    <a:lnTo>
                      <a:pt x="1157" y="4027"/>
                    </a:lnTo>
                    <a:lnTo>
                      <a:pt x="1150" y="4025"/>
                    </a:lnTo>
                    <a:lnTo>
                      <a:pt x="1145" y="4019"/>
                    </a:lnTo>
                    <a:lnTo>
                      <a:pt x="1143" y="4010"/>
                    </a:lnTo>
                    <a:lnTo>
                      <a:pt x="1139" y="4004"/>
                    </a:lnTo>
                    <a:lnTo>
                      <a:pt x="1133" y="3998"/>
                    </a:lnTo>
                    <a:lnTo>
                      <a:pt x="1126" y="3998"/>
                    </a:lnTo>
                    <a:lnTo>
                      <a:pt x="1108" y="4000"/>
                    </a:lnTo>
                    <a:lnTo>
                      <a:pt x="1095" y="3997"/>
                    </a:lnTo>
                    <a:lnTo>
                      <a:pt x="1094" y="4005"/>
                    </a:lnTo>
                    <a:lnTo>
                      <a:pt x="1081" y="3993"/>
                    </a:lnTo>
                    <a:lnTo>
                      <a:pt x="1081" y="3986"/>
                    </a:lnTo>
                    <a:lnTo>
                      <a:pt x="1076" y="3978"/>
                    </a:lnTo>
                    <a:lnTo>
                      <a:pt x="1081" y="3971"/>
                    </a:lnTo>
                    <a:lnTo>
                      <a:pt x="1076" y="3965"/>
                    </a:lnTo>
                    <a:lnTo>
                      <a:pt x="1076" y="3957"/>
                    </a:lnTo>
                    <a:lnTo>
                      <a:pt x="1047" y="3947"/>
                    </a:lnTo>
                    <a:lnTo>
                      <a:pt x="1058" y="3903"/>
                    </a:lnTo>
                    <a:lnTo>
                      <a:pt x="1071" y="3896"/>
                    </a:lnTo>
                    <a:lnTo>
                      <a:pt x="1076" y="3888"/>
                    </a:lnTo>
                    <a:lnTo>
                      <a:pt x="1074" y="3881"/>
                    </a:lnTo>
                    <a:lnTo>
                      <a:pt x="1063" y="3870"/>
                    </a:lnTo>
                    <a:lnTo>
                      <a:pt x="1073" y="3825"/>
                    </a:lnTo>
                    <a:lnTo>
                      <a:pt x="1086" y="3816"/>
                    </a:lnTo>
                    <a:lnTo>
                      <a:pt x="1091" y="3810"/>
                    </a:lnTo>
                    <a:lnTo>
                      <a:pt x="1090" y="3801"/>
                    </a:lnTo>
                    <a:lnTo>
                      <a:pt x="1092" y="3794"/>
                    </a:lnTo>
                    <a:lnTo>
                      <a:pt x="1092" y="3787"/>
                    </a:lnTo>
                    <a:lnTo>
                      <a:pt x="1096" y="3778"/>
                    </a:lnTo>
                    <a:lnTo>
                      <a:pt x="1101" y="3772"/>
                    </a:lnTo>
                    <a:lnTo>
                      <a:pt x="1107" y="3777"/>
                    </a:lnTo>
                    <a:lnTo>
                      <a:pt x="1111" y="3784"/>
                    </a:lnTo>
                    <a:lnTo>
                      <a:pt x="1123" y="3794"/>
                    </a:lnTo>
                    <a:lnTo>
                      <a:pt x="1140" y="3831"/>
                    </a:lnTo>
                    <a:lnTo>
                      <a:pt x="1149" y="3833"/>
                    </a:lnTo>
                    <a:lnTo>
                      <a:pt x="1175" y="3816"/>
                    </a:lnTo>
                    <a:lnTo>
                      <a:pt x="1172" y="3807"/>
                    </a:lnTo>
                    <a:lnTo>
                      <a:pt x="1169" y="3800"/>
                    </a:lnTo>
                    <a:lnTo>
                      <a:pt x="1165" y="3775"/>
                    </a:lnTo>
                    <a:lnTo>
                      <a:pt x="1157" y="3762"/>
                    </a:lnTo>
                    <a:lnTo>
                      <a:pt x="1166" y="3763"/>
                    </a:lnTo>
                    <a:lnTo>
                      <a:pt x="1173" y="3760"/>
                    </a:lnTo>
                    <a:lnTo>
                      <a:pt x="1193" y="3746"/>
                    </a:lnTo>
                    <a:lnTo>
                      <a:pt x="1200" y="3742"/>
                    </a:lnTo>
                    <a:lnTo>
                      <a:pt x="1205" y="3736"/>
                    </a:lnTo>
                    <a:lnTo>
                      <a:pt x="1205" y="3728"/>
                    </a:lnTo>
                    <a:lnTo>
                      <a:pt x="1205" y="3719"/>
                    </a:lnTo>
                    <a:lnTo>
                      <a:pt x="1213" y="3718"/>
                    </a:lnTo>
                    <a:lnTo>
                      <a:pt x="1221" y="3719"/>
                    </a:lnTo>
                    <a:lnTo>
                      <a:pt x="1229" y="3715"/>
                    </a:lnTo>
                    <a:lnTo>
                      <a:pt x="1234" y="3709"/>
                    </a:lnTo>
                    <a:lnTo>
                      <a:pt x="1241" y="3705"/>
                    </a:lnTo>
                    <a:lnTo>
                      <a:pt x="1248" y="3703"/>
                    </a:lnTo>
                    <a:lnTo>
                      <a:pt x="1253" y="3697"/>
                    </a:lnTo>
                    <a:lnTo>
                      <a:pt x="1261" y="3692"/>
                    </a:lnTo>
                    <a:lnTo>
                      <a:pt x="1266" y="3686"/>
                    </a:lnTo>
                    <a:lnTo>
                      <a:pt x="1267" y="3678"/>
                    </a:lnTo>
                    <a:lnTo>
                      <a:pt x="1274" y="3672"/>
                    </a:lnTo>
                    <a:lnTo>
                      <a:pt x="1289" y="3669"/>
                    </a:lnTo>
                    <a:lnTo>
                      <a:pt x="1305" y="3669"/>
                    </a:lnTo>
                    <a:lnTo>
                      <a:pt x="1306" y="3677"/>
                    </a:lnTo>
                    <a:lnTo>
                      <a:pt x="1310" y="3685"/>
                    </a:lnTo>
                    <a:lnTo>
                      <a:pt x="1326" y="3681"/>
                    </a:lnTo>
                    <a:lnTo>
                      <a:pt x="1331" y="3687"/>
                    </a:lnTo>
                    <a:lnTo>
                      <a:pt x="1336" y="3680"/>
                    </a:lnTo>
                    <a:lnTo>
                      <a:pt x="1338" y="3671"/>
                    </a:lnTo>
                    <a:lnTo>
                      <a:pt x="1343" y="3665"/>
                    </a:lnTo>
                    <a:lnTo>
                      <a:pt x="1350" y="3665"/>
                    </a:lnTo>
                    <a:lnTo>
                      <a:pt x="1358" y="3662"/>
                    </a:lnTo>
                    <a:lnTo>
                      <a:pt x="1366" y="3662"/>
                    </a:lnTo>
                    <a:lnTo>
                      <a:pt x="1371" y="3678"/>
                    </a:lnTo>
                    <a:lnTo>
                      <a:pt x="1376" y="3685"/>
                    </a:lnTo>
                    <a:lnTo>
                      <a:pt x="1385" y="3681"/>
                    </a:lnTo>
                    <a:lnTo>
                      <a:pt x="1392" y="3681"/>
                    </a:lnTo>
                    <a:lnTo>
                      <a:pt x="1399" y="3683"/>
                    </a:lnTo>
                    <a:lnTo>
                      <a:pt x="1415" y="3680"/>
                    </a:lnTo>
                    <a:lnTo>
                      <a:pt x="1423" y="3681"/>
                    </a:lnTo>
                    <a:lnTo>
                      <a:pt x="1430" y="3685"/>
                    </a:lnTo>
                    <a:lnTo>
                      <a:pt x="1436" y="3691"/>
                    </a:lnTo>
                    <a:lnTo>
                      <a:pt x="1442" y="3705"/>
                    </a:lnTo>
                    <a:lnTo>
                      <a:pt x="1463" y="3718"/>
                    </a:lnTo>
                    <a:lnTo>
                      <a:pt x="1468" y="3724"/>
                    </a:lnTo>
                    <a:lnTo>
                      <a:pt x="1471" y="3732"/>
                    </a:lnTo>
                    <a:lnTo>
                      <a:pt x="1482" y="3745"/>
                    </a:lnTo>
                    <a:lnTo>
                      <a:pt x="1481" y="3752"/>
                    </a:lnTo>
                    <a:lnTo>
                      <a:pt x="1482" y="3761"/>
                    </a:lnTo>
                    <a:lnTo>
                      <a:pt x="1487" y="3767"/>
                    </a:lnTo>
                    <a:lnTo>
                      <a:pt x="1494" y="3764"/>
                    </a:lnTo>
                    <a:lnTo>
                      <a:pt x="1494" y="3757"/>
                    </a:lnTo>
                    <a:lnTo>
                      <a:pt x="1493" y="3748"/>
                    </a:lnTo>
                    <a:lnTo>
                      <a:pt x="1494" y="3741"/>
                    </a:lnTo>
                    <a:lnTo>
                      <a:pt x="1489" y="3734"/>
                    </a:lnTo>
                    <a:lnTo>
                      <a:pt x="1494" y="3728"/>
                    </a:lnTo>
                    <a:lnTo>
                      <a:pt x="1503" y="3726"/>
                    </a:lnTo>
                    <a:lnTo>
                      <a:pt x="1505" y="3734"/>
                    </a:lnTo>
                    <a:lnTo>
                      <a:pt x="1511" y="3739"/>
                    </a:lnTo>
                    <a:lnTo>
                      <a:pt x="1514" y="3747"/>
                    </a:lnTo>
                    <a:lnTo>
                      <a:pt x="1520" y="3752"/>
                    </a:lnTo>
                    <a:lnTo>
                      <a:pt x="1536" y="3757"/>
                    </a:lnTo>
                    <a:lnTo>
                      <a:pt x="1549" y="3766"/>
                    </a:lnTo>
                    <a:lnTo>
                      <a:pt x="1558" y="3763"/>
                    </a:lnTo>
                    <a:lnTo>
                      <a:pt x="1578" y="3750"/>
                    </a:lnTo>
                    <a:lnTo>
                      <a:pt x="1578" y="3741"/>
                    </a:lnTo>
                    <a:lnTo>
                      <a:pt x="1584" y="3737"/>
                    </a:lnTo>
                    <a:lnTo>
                      <a:pt x="1590" y="3732"/>
                    </a:lnTo>
                    <a:lnTo>
                      <a:pt x="1598" y="3731"/>
                    </a:lnTo>
                    <a:lnTo>
                      <a:pt x="1606" y="3734"/>
                    </a:lnTo>
                    <a:lnTo>
                      <a:pt x="1606" y="3725"/>
                    </a:lnTo>
                    <a:lnTo>
                      <a:pt x="1614" y="3725"/>
                    </a:lnTo>
                    <a:lnTo>
                      <a:pt x="1622" y="3728"/>
                    </a:lnTo>
                    <a:lnTo>
                      <a:pt x="1629" y="3723"/>
                    </a:lnTo>
                    <a:lnTo>
                      <a:pt x="1637" y="3728"/>
                    </a:lnTo>
                    <a:lnTo>
                      <a:pt x="1648" y="3739"/>
                    </a:lnTo>
                    <a:lnTo>
                      <a:pt x="1662" y="3730"/>
                    </a:lnTo>
                    <a:lnTo>
                      <a:pt x="1666" y="3723"/>
                    </a:lnTo>
                    <a:lnTo>
                      <a:pt x="1682" y="3723"/>
                    </a:lnTo>
                    <a:lnTo>
                      <a:pt x="1689" y="3719"/>
                    </a:lnTo>
                    <a:lnTo>
                      <a:pt x="1704" y="3725"/>
                    </a:lnTo>
                    <a:lnTo>
                      <a:pt x="1709" y="3731"/>
                    </a:lnTo>
                    <a:lnTo>
                      <a:pt x="1710" y="3747"/>
                    </a:lnTo>
                    <a:lnTo>
                      <a:pt x="1716" y="3753"/>
                    </a:lnTo>
                    <a:lnTo>
                      <a:pt x="1721" y="3760"/>
                    </a:lnTo>
                    <a:lnTo>
                      <a:pt x="1737" y="3757"/>
                    </a:lnTo>
                    <a:lnTo>
                      <a:pt x="1752" y="3761"/>
                    </a:lnTo>
                    <a:lnTo>
                      <a:pt x="1752" y="3761"/>
                    </a:lnTo>
                    <a:lnTo>
                      <a:pt x="1754" y="3772"/>
                    </a:lnTo>
                    <a:lnTo>
                      <a:pt x="1772" y="3771"/>
                    </a:lnTo>
                    <a:lnTo>
                      <a:pt x="1778" y="3766"/>
                    </a:lnTo>
                    <a:lnTo>
                      <a:pt x="1785" y="3751"/>
                    </a:lnTo>
                    <a:lnTo>
                      <a:pt x="1790" y="3745"/>
                    </a:lnTo>
                    <a:lnTo>
                      <a:pt x="1796" y="3747"/>
                    </a:lnTo>
                    <a:lnTo>
                      <a:pt x="1807" y="3760"/>
                    </a:lnTo>
                    <a:lnTo>
                      <a:pt x="1824" y="3761"/>
                    </a:lnTo>
                    <a:lnTo>
                      <a:pt x="1839" y="3757"/>
                    </a:lnTo>
                    <a:lnTo>
                      <a:pt x="1847" y="3752"/>
                    </a:lnTo>
                    <a:lnTo>
                      <a:pt x="1863" y="3747"/>
                    </a:lnTo>
                    <a:lnTo>
                      <a:pt x="1874" y="3709"/>
                    </a:lnTo>
                    <a:lnTo>
                      <a:pt x="1877" y="3702"/>
                    </a:lnTo>
                    <a:lnTo>
                      <a:pt x="1872" y="3696"/>
                    </a:lnTo>
                    <a:lnTo>
                      <a:pt x="1870" y="3692"/>
                    </a:lnTo>
                    <a:lnTo>
                      <a:pt x="1856" y="3691"/>
                    </a:lnTo>
                    <a:lnTo>
                      <a:pt x="1840" y="3689"/>
                    </a:lnTo>
                    <a:lnTo>
                      <a:pt x="1834" y="3682"/>
                    </a:lnTo>
                    <a:lnTo>
                      <a:pt x="1831" y="3677"/>
                    </a:lnTo>
                    <a:lnTo>
                      <a:pt x="1813" y="3674"/>
                    </a:lnTo>
                    <a:lnTo>
                      <a:pt x="1806" y="3671"/>
                    </a:lnTo>
                    <a:lnTo>
                      <a:pt x="1807" y="3662"/>
                    </a:lnTo>
                    <a:lnTo>
                      <a:pt x="1802" y="3655"/>
                    </a:lnTo>
                    <a:lnTo>
                      <a:pt x="1786" y="3653"/>
                    </a:lnTo>
                    <a:lnTo>
                      <a:pt x="1788" y="3644"/>
                    </a:lnTo>
                    <a:lnTo>
                      <a:pt x="1795" y="3642"/>
                    </a:lnTo>
                    <a:lnTo>
                      <a:pt x="1807" y="3632"/>
                    </a:lnTo>
                    <a:lnTo>
                      <a:pt x="1823" y="3626"/>
                    </a:lnTo>
                    <a:lnTo>
                      <a:pt x="1837" y="3617"/>
                    </a:lnTo>
                    <a:lnTo>
                      <a:pt x="1840" y="3611"/>
                    </a:lnTo>
                    <a:lnTo>
                      <a:pt x="1842" y="3602"/>
                    </a:lnTo>
                    <a:lnTo>
                      <a:pt x="1823" y="3575"/>
                    </a:lnTo>
                    <a:lnTo>
                      <a:pt x="1831" y="3572"/>
                    </a:lnTo>
                    <a:lnTo>
                      <a:pt x="1838" y="3565"/>
                    </a:lnTo>
                    <a:lnTo>
                      <a:pt x="1839" y="3558"/>
                    </a:lnTo>
                    <a:lnTo>
                      <a:pt x="1845" y="3553"/>
                    </a:lnTo>
                    <a:lnTo>
                      <a:pt x="1854" y="3552"/>
                    </a:lnTo>
                    <a:lnTo>
                      <a:pt x="1863" y="3553"/>
                    </a:lnTo>
                    <a:lnTo>
                      <a:pt x="1870" y="3552"/>
                    </a:lnTo>
                    <a:lnTo>
                      <a:pt x="1877" y="3554"/>
                    </a:lnTo>
                    <a:lnTo>
                      <a:pt x="1893" y="3554"/>
                    </a:lnTo>
                    <a:lnTo>
                      <a:pt x="1902" y="3551"/>
                    </a:lnTo>
                    <a:lnTo>
                      <a:pt x="1904" y="3543"/>
                    </a:lnTo>
                    <a:lnTo>
                      <a:pt x="1901" y="3537"/>
                    </a:lnTo>
                    <a:lnTo>
                      <a:pt x="1886" y="3529"/>
                    </a:lnTo>
                    <a:lnTo>
                      <a:pt x="1854" y="3524"/>
                    </a:lnTo>
                    <a:lnTo>
                      <a:pt x="1850" y="3518"/>
                    </a:lnTo>
                    <a:lnTo>
                      <a:pt x="1852" y="3509"/>
                    </a:lnTo>
                    <a:lnTo>
                      <a:pt x="1859" y="3509"/>
                    </a:lnTo>
                    <a:lnTo>
                      <a:pt x="1866" y="3506"/>
                    </a:lnTo>
                    <a:lnTo>
                      <a:pt x="1871" y="3499"/>
                    </a:lnTo>
                    <a:lnTo>
                      <a:pt x="1865" y="3494"/>
                    </a:lnTo>
                    <a:lnTo>
                      <a:pt x="1858" y="3498"/>
                    </a:lnTo>
                    <a:lnTo>
                      <a:pt x="1842" y="3498"/>
                    </a:lnTo>
                    <a:lnTo>
                      <a:pt x="1842" y="3489"/>
                    </a:lnTo>
                    <a:lnTo>
                      <a:pt x="1844" y="3482"/>
                    </a:lnTo>
                    <a:lnTo>
                      <a:pt x="1849" y="3476"/>
                    </a:lnTo>
                    <a:lnTo>
                      <a:pt x="1838" y="3463"/>
                    </a:lnTo>
                    <a:lnTo>
                      <a:pt x="1854" y="3463"/>
                    </a:lnTo>
                    <a:lnTo>
                      <a:pt x="1859" y="3457"/>
                    </a:lnTo>
                    <a:lnTo>
                      <a:pt x="1867" y="3457"/>
                    </a:lnTo>
                    <a:lnTo>
                      <a:pt x="1872" y="3463"/>
                    </a:lnTo>
                    <a:lnTo>
                      <a:pt x="1880" y="3462"/>
                    </a:lnTo>
                    <a:lnTo>
                      <a:pt x="1888" y="3463"/>
                    </a:lnTo>
                    <a:lnTo>
                      <a:pt x="1896" y="3461"/>
                    </a:lnTo>
                    <a:lnTo>
                      <a:pt x="1920" y="3461"/>
                    </a:lnTo>
                    <a:lnTo>
                      <a:pt x="1925" y="3468"/>
                    </a:lnTo>
                    <a:lnTo>
                      <a:pt x="1935" y="3456"/>
                    </a:lnTo>
                    <a:lnTo>
                      <a:pt x="1942" y="3452"/>
                    </a:lnTo>
                    <a:lnTo>
                      <a:pt x="1958" y="3454"/>
                    </a:lnTo>
                    <a:lnTo>
                      <a:pt x="1966" y="3449"/>
                    </a:lnTo>
                    <a:lnTo>
                      <a:pt x="1973" y="3446"/>
                    </a:lnTo>
                    <a:lnTo>
                      <a:pt x="1987" y="3436"/>
                    </a:lnTo>
                    <a:lnTo>
                      <a:pt x="1994" y="3439"/>
                    </a:lnTo>
                    <a:lnTo>
                      <a:pt x="2000" y="3444"/>
                    </a:lnTo>
                    <a:lnTo>
                      <a:pt x="2008" y="3444"/>
                    </a:lnTo>
                    <a:lnTo>
                      <a:pt x="2010" y="3436"/>
                    </a:lnTo>
                    <a:lnTo>
                      <a:pt x="2027" y="3432"/>
                    </a:lnTo>
                    <a:lnTo>
                      <a:pt x="2033" y="3428"/>
                    </a:lnTo>
                    <a:lnTo>
                      <a:pt x="2042" y="3427"/>
                    </a:lnTo>
                    <a:lnTo>
                      <a:pt x="2049" y="3424"/>
                    </a:lnTo>
                    <a:lnTo>
                      <a:pt x="2057" y="3424"/>
                    </a:lnTo>
                    <a:lnTo>
                      <a:pt x="2064" y="3427"/>
                    </a:lnTo>
                    <a:lnTo>
                      <a:pt x="2069" y="3419"/>
                    </a:lnTo>
                    <a:lnTo>
                      <a:pt x="2070" y="3412"/>
                    </a:lnTo>
                    <a:lnTo>
                      <a:pt x="2074" y="3403"/>
                    </a:lnTo>
                    <a:lnTo>
                      <a:pt x="2081" y="3400"/>
                    </a:lnTo>
                    <a:lnTo>
                      <a:pt x="2089" y="3398"/>
                    </a:lnTo>
                    <a:lnTo>
                      <a:pt x="2096" y="3402"/>
                    </a:lnTo>
                    <a:lnTo>
                      <a:pt x="2114" y="3396"/>
                    </a:lnTo>
                    <a:lnTo>
                      <a:pt x="2114" y="3397"/>
                    </a:lnTo>
                    <a:lnTo>
                      <a:pt x="2151" y="3387"/>
                    </a:lnTo>
                    <a:lnTo>
                      <a:pt x="2183" y="3384"/>
                    </a:lnTo>
                    <a:lnTo>
                      <a:pt x="2211" y="3375"/>
                    </a:lnTo>
                    <a:lnTo>
                      <a:pt x="2218" y="3369"/>
                    </a:lnTo>
                    <a:lnTo>
                      <a:pt x="2226" y="3370"/>
                    </a:lnTo>
                    <a:lnTo>
                      <a:pt x="2234" y="3368"/>
                    </a:lnTo>
                    <a:lnTo>
                      <a:pt x="2238" y="3362"/>
                    </a:lnTo>
                    <a:lnTo>
                      <a:pt x="2238" y="3353"/>
                    </a:lnTo>
                    <a:lnTo>
                      <a:pt x="2238" y="3346"/>
                    </a:lnTo>
                    <a:lnTo>
                      <a:pt x="2247" y="3347"/>
                    </a:lnTo>
                    <a:lnTo>
                      <a:pt x="2254" y="3344"/>
                    </a:lnTo>
                    <a:lnTo>
                      <a:pt x="2259" y="3338"/>
                    </a:lnTo>
                    <a:lnTo>
                      <a:pt x="2265" y="3333"/>
                    </a:lnTo>
                    <a:lnTo>
                      <a:pt x="2274" y="3333"/>
                    </a:lnTo>
                    <a:lnTo>
                      <a:pt x="2279" y="3326"/>
                    </a:lnTo>
                    <a:lnTo>
                      <a:pt x="2286" y="3326"/>
                    </a:lnTo>
                    <a:lnTo>
                      <a:pt x="2293" y="3332"/>
                    </a:lnTo>
                    <a:lnTo>
                      <a:pt x="2300" y="3330"/>
                    </a:lnTo>
                    <a:lnTo>
                      <a:pt x="2307" y="3333"/>
                    </a:lnTo>
                    <a:lnTo>
                      <a:pt x="2316" y="3331"/>
                    </a:lnTo>
                    <a:lnTo>
                      <a:pt x="2323" y="3335"/>
                    </a:lnTo>
                    <a:lnTo>
                      <a:pt x="2328" y="3341"/>
                    </a:lnTo>
                    <a:lnTo>
                      <a:pt x="2342" y="3349"/>
                    </a:lnTo>
                    <a:lnTo>
                      <a:pt x="2349" y="3346"/>
                    </a:lnTo>
                    <a:lnTo>
                      <a:pt x="2355" y="3341"/>
                    </a:lnTo>
                    <a:lnTo>
                      <a:pt x="2371" y="3338"/>
                    </a:lnTo>
                    <a:lnTo>
                      <a:pt x="2379" y="3341"/>
                    </a:lnTo>
                    <a:lnTo>
                      <a:pt x="2385" y="3347"/>
                    </a:lnTo>
                    <a:lnTo>
                      <a:pt x="2388" y="3354"/>
                    </a:lnTo>
                    <a:lnTo>
                      <a:pt x="2390" y="3370"/>
                    </a:lnTo>
                    <a:lnTo>
                      <a:pt x="2388" y="3379"/>
                    </a:lnTo>
                    <a:lnTo>
                      <a:pt x="2391" y="3386"/>
                    </a:lnTo>
                    <a:lnTo>
                      <a:pt x="2403" y="3397"/>
                    </a:lnTo>
                    <a:lnTo>
                      <a:pt x="2399" y="3403"/>
                    </a:lnTo>
                    <a:lnTo>
                      <a:pt x="2401" y="3420"/>
                    </a:lnTo>
                    <a:lnTo>
                      <a:pt x="2396" y="3427"/>
                    </a:lnTo>
                    <a:lnTo>
                      <a:pt x="2391" y="3433"/>
                    </a:lnTo>
                    <a:lnTo>
                      <a:pt x="2394" y="3440"/>
                    </a:lnTo>
                    <a:lnTo>
                      <a:pt x="2397" y="3448"/>
                    </a:lnTo>
                    <a:lnTo>
                      <a:pt x="2413" y="3444"/>
                    </a:lnTo>
                    <a:lnTo>
                      <a:pt x="2420" y="3449"/>
                    </a:lnTo>
                    <a:lnTo>
                      <a:pt x="2428" y="3448"/>
                    </a:lnTo>
                    <a:lnTo>
                      <a:pt x="2431" y="3439"/>
                    </a:lnTo>
                    <a:lnTo>
                      <a:pt x="2439" y="3439"/>
                    </a:lnTo>
                    <a:lnTo>
                      <a:pt x="2446" y="3441"/>
                    </a:lnTo>
                    <a:lnTo>
                      <a:pt x="2449" y="3433"/>
                    </a:lnTo>
                    <a:lnTo>
                      <a:pt x="2449" y="3425"/>
                    </a:lnTo>
                    <a:lnTo>
                      <a:pt x="2456" y="3427"/>
                    </a:lnTo>
                    <a:lnTo>
                      <a:pt x="2460" y="3434"/>
                    </a:lnTo>
                    <a:lnTo>
                      <a:pt x="2462" y="3443"/>
                    </a:lnTo>
                    <a:lnTo>
                      <a:pt x="2467" y="3448"/>
                    </a:lnTo>
                    <a:lnTo>
                      <a:pt x="2465" y="3455"/>
                    </a:lnTo>
                    <a:lnTo>
                      <a:pt x="2463" y="3463"/>
                    </a:lnTo>
                    <a:lnTo>
                      <a:pt x="2479" y="3465"/>
                    </a:lnTo>
                    <a:lnTo>
                      <a:pt x="2477" y="3457"/>
                    </a:lnTo>
                    <a:lnTo>
                      <a:pt x="2472" y="3451"/>
                    </a:lnTo>
                    <a:lnTo>
                      <a:pt x="2479" y="3448"/>
                    </a:lnTo>
                    <a:lnTo>
                      <a:pt x="2495" y="3451"/>
                    </a:lnTo>
                    <a:lnTo>
                      <a:pt x="2503" y="3456"/>
                    </a:lnTo>
                    <a:lnTo>
                      <a:pt x="2508" y="3462"/>
                    </a:lnTo>
                    <a:lnTo>
                      <a:pt x="2516" y="3466"/>
                    </a:lnTo>
                    <a:lnTo>
                      <a:pt x="2523" y="3466"/>
                    </a:lnTo>
                    <a:lnTo>
                      <a:pt x="2527" y="3459"/>
                    </a:lnTo>
                    <a:lnTo>
                      <a:pt x="2535" y="3455"/>
                    </a:lnTo>
                    <a:lnTo>
                      <a:pt x="2537" y="3463"/>
                    </a:lnTo>
                    <a:lnTo>
                      <a:pt x="2537" y="3471"/>
                    </a:lnTo>
                    <a:lnTo>
                      <a:pt x="2528" y="3473"/>
                    </a:lnTo>
                    <a:lnTo>
                      <a:pt x="2522" y="3478"/>
                    </a:lnTo>
                    <a:lnTo>
                      <a:pt x="2517" y="3486"/>
                    </a:lnTo>
                    <a:lnTo>
                      <a:pt x="2515" y="3493"/>
                    </a:lnTo>
                    <a:lnTo>
                      <a:pt x="2516" y="3502"/>
                    </a:lnTo>
                    <a:lnTo>
                      <a:pt x="2521" y="3508"/>
                    </a:lnTo>
                    <a:lnTo>
                      <a:pt x="2528" y="3508"/>
                    </a:lnTo>
                    <a:lnTo>
                      <a:pt x="2533" y="3502"/>
                    </a:lnTo>
                    <a:lnTo>
                      <a:pt x="2548" y="3495"/>
                    </a:lnTo>
                    <a:lnTo>
                      <a:pt x="2555" y="3498"/>
                    </a:lnTo>
                    <a:lnTo>
                      <a:pt x="2564" y="3498"/>
                    </a:lnTo>
                    <a:lnTo>
                      <a:pt x="2570" y="3503"/>
                    </a:lnTo>
                    <a:lnTo>
                      <a:pt x="2578" y="3503"/>
                    </a:lnTo>
                    <a:lnTo>
                      <a:pt x="2575" y="3495"/>
                    </a:lnTo>
                    <a:lnTo>
                      <a:pt x="2580" y="3489"/>
                    </a:lnTo>
                    <a:lnTo>
                      <a:pt x="2589" y="3488"/>
                    </a:lnTo>
                    <a:lnTo>
                      <a:pt x="2598" y="3477"/>
                    </a:lnTo>
                    <a:lnTo>
                      <a:pt x="2614" y="3475"/>
                    </a:lnTo>
                    <a:lnTo>
                      <a:pt x="2627" y="3463"/>
                    </a:lnTo>
                    <a:lnTo>
                      <a:pt x="2633" y="3449"/>
                    </a:lnTo>
                    <a:lnTo>
                      <a:pt x="2639" y="3444"/>
                    </a:lnTo>
                    <a:lnTo>
                      <a:pt x="2648" y="3445"/>
                    </a:lnTo>
                    <a:lnTo>
                      <a:pt x="2664" y="3441"/>
                    </a:lnTo>
                    <a:lnTo>
                      <a:pt x="2671" y="3439"/>
                    </a:lnTo>
                    <a:lnTo>
                      <a:pt x="2675" y="3432"/>
                    </a:lnTo>
                    <a:lnTo>
                      <a:pt x="2691" y="3430"/>
                    </a:lnTo>
                    <a:lnTo>
                      <a:pt x="2704" y="3422"/>
                    </a:lnTo>
                    <a:lnTo>
                      <a:pt x="2708" y="3429"/>
                    </a:lnTo>
                    <a:lnTo>
                      <a:pt x="2709" y="3436"/>
                    </a:lnTo>
                    <a:lnTo>
                      <a:pt x="2704" y="3444"/>
                    </a:lnTo>
                    <a:lnTo>
                      <a:pt x="2697" y="3446"/>
                    </a:lnTo>
                    <a:lnTo>
                      <a:pt x="2689" y="3446"/>
                    </a:lnTo>
                    <a:lnTo>
                      <a:pt x="2688" y="345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197" name="Google Shape;2197;p5">
                <a:extLst>
                  <a:ext uri="{FF2B5EF4-FFF2-40B4-BE49-F238E27FC236}">
                    <a16:creationId xmlns:a16="http://schemas.microsoft.com/office/drawing/2014/main" id="{BD84831F-D2F8-4BA9-9797-7EC5AB95FFE0}"/>
                  </a:ext>
                </a:extLst>
              </p:cNvPr>
              <p:cNvSpPr/>
              <p:nvPr/>
            </p:nvSpPr>
            <p:spPr>
              <a:xfrm>
                <a:off x="2730" y="1750"/>
                <a:ext cx="36" cy="27"/>
              </a:xfrm>
              <a:custGeom>
                <a:avLst/>
                <a:gdLst/>
                <a:ahLst/>
                <a:cxnLst/>
                <a:rect l="l" t="t" r="r" b="b"/>
                <a:pathLst>
                  <a:path w="180" h="134" extrusionOk="0">
                    <a:moveTo>
                      <a:pt x="0" y="118"/>
                    </a:moveTo>
                    <a:lnTo>
                      <a:pt x="2" y="114"/>
                    </a:lnTo>
                    <a:lnTo>
                      <a:pt x="12" y="107"/>
                    </a:lnTo>
                    <a:lnTo>
                      <a:pt x="14" y="102"/>
                    </a:lnTo>
                    <a:lnTo>
                      <a:pt x="19" y="87"/>
                    </a:lnTo>
                    <a:lnTo>
                      <a:pt x="21" y="76"/>
                    </a:lnTo>
                    <a:lnTo>
                      <a:pt x="25" y="70"/>
                    </a:lnTo>
                    <a:lnTo>
                      <a:pt x="46" y="69"/>
                    </a:lnTo>
                    <a:lnTo>
                      <a:pt x="55" y="63"/>
                    </a:lnTo>
                    <a:lnTo>
                      <a:pt x="67" y="48"/>
                    </a:lnTo>
                    <a:lnTo>
                      <a:pt x="77" y="32"/>
                    </a:lnTo>
                    <a:lnTo>
                      <a:pt x="82" y="15"/>
                    </a:lnTo>
                    <a:lnTo>
                      <a:pt x="83" y="0"/>
                    </a:lnTo>
                    <a:lnTo>
                      <a:pt x="79" y="27"/>
                    </a:lnTo>
                    <a:lnTo>
                      <a:pt x="71" y="46"/>
                    </a:lnTo>
                    <a:lnTo>
                      <a:pt x="65" y="55"/>
                    </a:lnTo>
                    <a:lnTo>
                      <a:pt x="57" y="64"/>
                    </a:lnTo>
                    <a:lnTo>
                      <a:pt x="61" y="71"/>
                    </a:lnTo>
                    <a:lnTo>
                      <a:pt x="67" y="70"/>
                    </a:lnTo>
                    <a:lnTo>
                      <a:pt x="76" y="75"/>
                    </a:lnTo>
                    <a:lnTo>
                      <a:pt x="87" y="75"/>
                    </a:lnTo>
                    <a:lnTo>
                      <a:pt x="89" y="66"/>
                    </a:lnTo>
                    <a:lnTo>
                      <a:pt x="89" y="49"/>
                    </a:lnTo>
                    <a:lnTo>
                      <a:pt x="93" y="44"/>
                    </a:lnTo>
                    <a:lnTo>
                      <a:pt x="93" y="41"/>
                    </a:lnTo>
                    <a:lnTo>
                      <a:pt x="103" y="38"/>
                    </a:lnTo>
                    <a:lnTo>
                      <a:pt x="109" y="43"/>
                    </a:lnTo>
                    <a:lnTo>
                      <a:pt x="116" y="46"/>
                    </a:lnTo>
                    <a:lnTo>
                      <a:pt x="122" y="50"/>
                    </a:lnTo>
                    <a:lnTo>
                      <a:pt x="130" y="54"/>
                    </a:lnTo>
                    <a:lnTo>
                      <a:pt x="147" y="57"/>
                    </a:lnTo>
                    <a:lnTo>
                      <a:pt x="163" y="55"/>
                    </a:lnTo>
                    <a:lnTo>
                      <a:pt x="169" y="59"/>
                    </a:lnTo>
                    <a:lnTo>
                      <a:pt x="180" y="82"/>
                    </a:lnTo>
                    <a:lnTo>
                      <a:pt x="174" y="97"/>
                    </a:lnTo>
                    <a:lnTo>
                      <a:pt x="174" y="114"/>
                    </a:lnTo>
                    <a:lnTo>
                      <a:pt x="177" y="124"/>
                    </a:lnTo>
                    <a:lnTo>
                      <a:pt x="153" y="127"/>
                    </a:lnTo>
                    <a:lnTo>
                      <a:pt x="126" y="133"/>
                    </a:lnTo>
                    <a:lnTo>
                      <a:pt x="78" y="134"/>
                    </a:lnTo>
                    <a:lnTo>
                      <a:pt x="14" y="123"/>
                    </a:lnTo>
                    <a:lnTo>
                      <a:pt x="0" y="11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grpSp>
          <p:nvGrpSpPr>
            <p:cNvPr id="2198" name="Google Shape;2198;p5">
              <a:extLst>
                <a:ext uri="{FF2B5EF4-FFF2-40B4-BE49-F238E27FC236}">
                  <a16:creationId xmlns:a16="http://schemas.microsoft.com/office/drawing/2014/main" id="{0EDF9DA5-E572-EB90-007D-4850E21342B1}"/>
                </a:ext>
              </a:extLst>
            </p:cNvPr>
            <p:cNvGrpSpPr/>
            <p:nvPr/>
          </p:nvGrpSpPr>
          <p:grpSpPr>
            <a:xfrm>
              <a:off x="5214202" y="2886470"/>
              <a:ext cx="647707" cy="585797"/>
              <a:chOff x="2802" y="1979"/>
              <a:chExt cx="408" cy="369"/>
            </a:xfrm>
            <a:grpFill/>
          </p:grpSpPr>
          <p:sp>
            <p:nvSpPr>
              <p:cNvPr id="2199" name="Google Shape;2199;p5">
                <a:extLst>
                  <a:ext uri="{FF2B5EF4-FFF2-40B4-BE49-F238E27FC236}">
                    <a16:creationId xmlns:a16="http://schemas.microsoft.com/office/drawing/2014/main" id="{0027AE65-C869-5E74-08FA-8BA6405E50E8}"/>
                  </a:ext>
                </a:extLst>
              </p:cNvPr>
              <p:cNvSpPr/>
              <p:nvPr/>
            </p:nvSpPr>
            <p:spPr>
              <a:xfrm>
                <a:off x="2899" y="2082"/>
                <a:ext cx="19" cy="23"/>
              </a:xfrm>
              <a:custGeom>
                <a:avLst/>
                <a:gdLst/>
                <a:ahLst/>
                <a:cxnLst/>
                <a:rect l="l" t="t" r="r" b="b"/>
                <a:pathLst>
                  <a:path w="95" h="116" extrusionOk="0">
                    <a:moveTo>
                      <a:pt x="32" y="102"/>
                    </a:moveTo>
                    <a:lnTo>
                      <a:pt x="39" y="96"/>
                    </a:lnTo>
                    <a:lnTo>
                      <a:pt x="44" y="95"/>
                    </a:lnTo>
                    <a:lnTo>
                      <a:pt x="45" y="93"/>
                    </a:lnTo>
                    <a:lnTo>
                      <a:pt x="52" y="88"/>
                    </a:lnTo>
                    <a:lnTo>
                      <a:pt x="55" y="83"/>
                    </a:lnTo>
                    <a:lnTo>
                      <a:pt x="58" y="83"/>
                    </a:lnTo>
                    <a:lnTo>
                      <a:pt x="58" y="78"/>
                    </a:lnTo>
                    <a:lnTo>
                      <a:pt x="53" y="75"/>
                    </a:lnTo>
                    <a:lnTo>
                      <a:pt x="53" y="75"/>
                    </a:lnTo>
                    <a:lnTo>
                      <a:pt x="55" y="69"/>
                    </a:lnTo>
                    <a:lnTo>
                      <a:pt x="58" y="68"/>
                    </a:lnTo>
                    <a:lnTo>
                      <a:pt x="59" y="63"/>
                    </a:lnTo>
                    <a:lnTo>
                      <a:pt x="72" y="62"/>
                    </a:lnTo>
                    <a:lnTo>
                      <a:pt x="77" y="63"/>
                    </a:lnTo>
                    <a:lnTo>
                      <a:pt x="79" y="62"/>
                    </a:lnTo>
                    <a:lnTo>
                      <a:pt x="80" y="62"/>
                    </a:lnTo>
                    <a:lnTo>
                      <a:pt x="77" y="59"/>
                    </a:lnTo>
                    <a:lnTo>
                      <a:pt x="72" y="56"/>
                    </a:lnTo>
                    <a:lnTo>
                      <a:pt x="74" y="53"/>
                    </a:lnTo>
                    <a:lnTo>
                      <a:pt x="77" y="52"/>
                    </a:lnTo>
                    <a:lnTo>
                      <a:pt x="77" y="48"/>
                    </a:lnTo>
                    <a:lnTo>
                      <a:pt x="82" y="47"/>
                    </a:lnTo>
                    <a:lnTo>
                      <a:pt x="87" y="42"/>
                    </a:lnTo>
                    <a:lnTo>
                      <a:pt x="90" y="42"/>
                    </a:lnTo>
                    <a:lnTo>
                      <a:pt x="91" y="38"/>
                    </a:lnTo>
                    <a:lnTo>
                      <a:pt x="95" y="36"/>
                    </a:lnTo>
                    <a:lnTo>
                      <a:pt x="91" y="34"/>
                    </a:lnTo>
                    <a:lnTo>
                      <a:pt x="92" y="30"/>
                    </a:lnTo>
                    <a:lnTo>
                      <a:pt x="88" y="25"/>
                    </a:lnTo>
                    <a:lnTo>
                      <a:pt x="90" y="21"/>
                    </a:lnTo>
                    <a:lnTo>
                      <a:pt x="85" y="19"/>
                    </a:lnTo>
                    <a:lnTo>
                      <a:pt x="84" y="15"/>
                    </a:lnTo>
                    <a:lnTo>
                      <a:pt x="77" y="15"/>
                    </a:lnTo>
                    <a:lnTo>
                      <a:pt x="77" y="13"/>
                    </a:lnTo>
                    <a:lnTo>
                      <a:pt x="81" y="10"/>
                    </a:lnTo>
                    <a:lnTo>
                      <a:pt x="81" y="9"/>
                    </a:lnTo>
                    <a:lnTo>
                      <a:pt x="85" y="9"/>
                    </a:lnTo>
                    <a:lnTo>
                      <a:pt x="85" y="7"/>
                    </a:lnTo>
                    <a:lnTo>
                      <a:pt x="84" y="4"/>
                    </a:lnTo>
                    <a:lnTo>
                      <a:pt x="79" y="4"/>
                    </a:lnTo>
                    <a:lnTo>
                      <a:pt x="77" y="0"/>
                    </a:lnTo>
                    <a:lnTo>
                      <a:pt x="75" y="0"/>
                    </a:lnTo>
                    <a:lnTo>
                      <a:pt x="72" y="4"/>
                    </a:lnTo>
                    <a:lnTo>
                      <a:pt x="55" y="4"/>
                    </a:lnTo>
                    <a:lnTo>
                      <a:pt x="58" y="14"/>
                    </a:lnTo>
                    <a:lnTo>
                      <a:pt x="48" y="21"/>
                    </a:lnTo>
                    <a:lnTo>
                      <a:pt x="41" y="29"/>
                    </a:lnTo>
                    <a:lnTo>
                      <a:pt x="33" y="53"/>
                    </a:lnTo>
                    <a:lnTo>
                      <a:pt x="27" y="54"/>
                    </a:lnTo>
                    <a:lnTo>
                      <a:pt x="27" y="58"/>
                    </a:lnTo>
                    <a:lnTo>
                      <a:pt x="25" y="58"/>
                    </a:lnTo>
                    <a:lnTo>
                      <a:pt x="22" y="63"/>
                    </a:lnTo>
                    <a:lnTo>
                      <a:pt x="17" y="73"/>
                    </a:lnTo>
                    <a:lnTo>
                      <a:pt x="16" y="77"/>
                    </a:lnTo>
                    <a:lnTo>
                      <a:pt x="11" y="85"/>
                    </a:lnTo>
                    <a:lnTo>
                      <a:pt x="6" y="99"/>
                    </a:lnTo>
                    <a:lnTo>
                      <a:pt x="1" y="106"/>
                    </a:lnTo>
                    <a:lnTo>
                      <a:pt x="0" y="111"/>
                    </a:lnTo>
                    <a:lnTo>
                      <a:pt x="2" y="113"/>
                    </a:lnTo>
                    <a:lnTo>
                      <a:pt x="14" y="112"/>
                    </a:lnTo>
                    <a:lnTo>
                      <a:pt x="16" y="116"/>
                    </a:lnTo>
                    <a:lnTo>
                      <a:pt x="18" y="116"/>
                    </a:lnTo>
                    <a:lnTo>
                      <a:pt x="21" y="113"/>
                    </a:lnTo>
                    <a:lnTo>
                      <a:pt x="26" y="115"/>
                    </a:lnTo>
                    <a:lnTo>
                      <a:pt x="27" y="101"/>
                    </a:lnTo>
                    <a:lnTo>
                      <a:pt x="29" y="99"/>
                    </a:lnTo>
                    <a:lnTo>
                      <a:pt x="31" y="100"/>
                    </a:lnTo>
                    <a:lnTo>
                      <a:pt x="32" y="10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200" name="Google Shape;2200;p5">
                <a:extLst>
                  <a:ext uri="{FF2B5EF4-FFF2-40B4-BE49-F238E27FC236}">
                    <a16:creationId xmlns:a16="http://schemas.microsoft.com/office/drawing/2014/main" id="{FD39F366-0DFE-728D-6D2D-6B4E7AF101C9}"/>
                  </a:ext>
                </a:extLst>
              </p:cNvPr>
              <p:cNvGrpSpPr/>
              <p:nvPr/>
            </p:nvGrpSpPr>
            <p:grpSpPr>
              <a:xfrm>
                <a:off x="2889" y="2101"/>
                <a:ext cx="17" cy="51"/>
                <a:chOff x="2889" y="2101"/>
                <a:chExt cx="17" cy="51"/>
              </a:xfrm>
              <a:grpFill/>
            </p:grpSpPr>
            <p:sp>
              <p:nvSpPr>
                <p:cNvPr id="2201" name="Google Shape;2201;p5">
                  <a:extLst>
                    <a:ext uri="{FF2B5EF4-FFF2-40B4-BE49-F238E27FC236}">
                      <a16:creationId xmlns:a16="http://schemas.microsoft.com/office/drawing/2014/main" id="{73FE9AA2-FB1B-F9E8-7E75-2D5BB658232B}"/>
                    </a:ext>
                  </a:extLst>
                </p:cNvPr>
                <p:cNvSpPr/>
                <p:nvPr/>
              </p:nvSpPr>
              <p:spPr>
                <a:xfrm>
                  <a:off x="2897" y="2111"/>
                  <a:ext cx="8" cy="16"/>
                </a:xfrm>
                <a:custGeom>
                  <a:avLst/>
                  <a:gdLst/>
                  <a:ahLst/>
                  <a:cxnLst/>
                  <a:rect l="l" t="t" r="r" b="b"/>
                  <a:pathLst>
                    <a:path w="37" h="80" extrusionOk="0">
                      <a:moveTo>
                        <a:pt x="30" y="66"/>
                      </a:moveTo>
                      <a:lnTo>
                        <a:pt x="32" y="64"/>
                      </a:lnTo>
                      <a:lnTo>
                        <a:pt x="33" y="55"/>
                      </a:lnTo>
                      <a:lnTo>
                        <a:pt x="36" y="49"/>
                      </a:lnTo>
                      <a:lnTo>
                        <a:pt x="33" y="40"/>
                      </a:lnTo>
                      <a:lnTo>
                        <a:pt x="35" y="29"/>
                      </a:lnTo>
                      <a:lnTo>
                        <a:pt x="36" y="21"/>
                      </a:lnTo>
                      <a:lnTo>
                        <a:pt x="37" y="12"/>
                      </a:lnTo>
                      <a:lnTo>
                        <a:pt x="37" y="10"/>
                      </a:lnTo>
                      <a:lnTo>
                        <a:pt x="37" y="10"/>
                      </a:lnTo>
                      <a:lnTo>
                        <a:pt x="33" y="10"/>
                      </a:lnTo>
                      <a:lnTo>
                        <a:pt x="30" y="7"/>
                      </a:lnTo>
                      <a:lnTo>
                        <a:pt x="28" y="0"/>
                      </a:lnTo>
                      <a:lnTo>
                        <a:pt x="24" y="1"/>
                      </a:lnTo>
                      <a:lnTo>
                        <a:pt x="16" y="0"/>
                      </a:lnTo>
                      <a:lnTo>
                        <a:pt x="12" y="1"/>
                      </a:lnTo>
                      <a:lnTo>
                        <a:pt x="10" y="3"/>
                      </a:lnTo>
                      <a:lnTo>
                        <a:pt x="10" y="13"/>
                      </a:lnTo>
                      <a:lnTo>
                        <a:pt x="4" y="19"/>
                      </a:lnTo>
                      <a:lnTo>
                        <a:pt x="4" y="34"/>
                      </a:lnTo>
                      <a:lnTo>
                        <a:pt x="6" y="39"/>
                      </a:lnTo>
                      <a:lnTo>
                        <a:pt x="5" y="45"/>
                      </a:lnTo>
                      <a:lnTo>
                        <a:pt x="15" y="44"/>
                      </a:lnTo>
                      <a:lnTo>
                        <a:pt x="19" y="45"/>
                      </a:lnTo>
                      <a:lnTo>
                        <a:pt x="19" y="48"/>
                      </a:lnTo>
                      <a:lnTo>
                        <a:pt x="17" y="49"/>
                      </a:lnTo>
                      <a:lnTo>
                        <a:pt x="11" y="50"/>
                      </a:lnTo>
                      <a:lnTo>
                        <a:pt x="8" y="53"/>
                      </a:lnTo>
                      <a:lnTo>
                        <a:pt x="6" y="56"/>
                      </a:lnTo>
                      <a:lnTo>
                        <a:pt x="4" y="65"/>
                      </a:lnTo>
                      <a:lnTo>
                        <a:pt x="0" y="69"/>
                      </a:lnTo>
                      <a:lnTo>
                        <a:pt x="0" y="75"/>
                      </a:lnTo>
                      <a:lnTo>
                        <a:pt x="4" y="80"/>
                      </a:lnTo>
                      <a:lnTo>
                        <a:pt x="4" y="76"/>
                      </a:lnTo>
                      <a:lnTo>
                        <a:pt x="16" y="75"/>
                      </a:lnTo>
                      <a:lnTo>
                        <a:pt x="26" y="66"/>
                      </a:lnTo>
                      <a:lnTo>
                        <a:pt x="30" y="6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02" name="Google Shape;2202;p5">
                  <a:extLst>
                    <a:ext uri="{FF2B5EF4-FFF2-40B4-BE49-F238E27FC236}">
                      <a16:creationId xmlns:a16="http://schemas.microsoft.com/office/drawing/2014/main" id="{3F4D13DD-C730-3953-FD29-9F4214955778}"/>
                    </a:ext>
                  </a:extLst>
                </p:cNvPr>
                <p:cNvSpPr/>
                <p:nvPr/>
              </p:nvSpPr>
              <p:spPr>
                <a:xfrm>
                  <a:off x="2889" y="2124"/>
                  <a:ext cx="4" cy="5"/>
                </a:xfrm>
                <a:custGeom>
                  <a:avLst/>
                  <a:gdLst/>
                  <a:ahLst/>
                  <a:cxnLst/>
                  <a:rect l="l" t="t" r="r" b="b"/>
                  <a:pathLst>
                    <a:path w="18" h="24" extrusionOk="0">
                      <a:moveTo>
                        <a:pt x="1" y="24"/>
                      </a:moveTo>
                      <a:lnTo>
                        <a:pt x="8" y="21"/>
                      </a:lnTo>
                      <a:lnTo>
                        <a:pt x="7" y="16"/>
                      </a:lnTo>
                      <a:lnTo>
                        <a:pt x="18" y="5"/>
                      </a:lnTo>
                      <a:lnTo>
                        <a:pt x="14" y="0"/>
                      </a:lnTo>
                      <a:lnTo>
                        <a:pt x="0" y="14"/>
                      </a:lnTo>
                      <a:lnTo>
                        <a:pt x="1" y="2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03" name="Google Shape;2203;p5">
                  <a:extLst>
                    <a:ext uri="{FF2B5EF4-FFF2-40B4-BE49-F238E27FC236}">
                      <a16:creationId xmlns:a16="http://schemas.microsoft.com/office/drawing/2014/main" id="{7EC1B72B-7D71-D4BB-F4D1-307C52DF3DB0}"/>
                    </a:ext>
                  </a:extLst>
                </p:cNvPr>
                <p:cNvSpPr/>
                <p:nvPr/>
              </p:nvSpPr>
              <p:spPr>
                <a:xfrm>
                  <a:off x="2890" y="2101"/>
                  <a:ext cx="16" cy="51"/>
                </a:xfrm>
                <a:custGeom>
                  <a:avLst/>
                  <a:gdLst/>
                  <a:ahLst/>
                  <a:cxnLst/>
                  <a:rect l="l" t="t" r="r" b="b"/>
                  <a:pathLst>
                    <a:path w="81" h="251" extrusionOk="0">
                      <a:moveTo>
                        <a:pt x="44" y="248"/>
                      </a:moveTo>
                      <a:lnTo>
                        <a:pt x="45" y="242"/>
                      </a:lnTo>
                      <a:lnTo>
                        <a:pt x="49" y="232"/>
                      </a:lnTo>
                      <a:lnTo>
                        <a:pt x="55" y="178"/>
                      </a:lnTo>
                      <a:lnTo>
                        <a:pt x="61" y="158"/>
                      </a:lnTo>
                      <a:lnTo>
                        <a:pt x="70" y="140"/>
                      </a:lnTo>
                      <a:lnTo>
                        <a:pt x="67" y="132"/>
                      </a:lnTo>
                      <a:lnTo>
                        <a:pt x="71" y="119"/>
                      </a:lnTo>
                      <a:lnTo>
                        <a:pt x="69" y="115"/>
                      </a:lnTo>
                      <a:lnTo>
                        <a:pt x="65" y="115"/>
                      </a:lnTo>
                      <a:lnTo>
                        <a:pt x="55" y="124"/>
                      </a:lnTo>
                      <a:lnTo>
                        <a:pt x="43" y="125"/>
                      </a:lnTo>
                      <a:lnTo>
                        <a:pt x="43" y="129"/>
                      </a:lnTo>
                      <a:lnTo>
                        <a:pt x="39" y="124"/>
                      </a:lnTo>
                      <a:lnTo>
                        <a:pt x="39" y="118"/>
                      </a:lnTo>
                      <a:lnTo>
                        <a:pt x="43" y="114"/>
                      </a:lnTo>
                      <a:lnTo>
                        <a:pt x="45" y="105"/>
                      </a:lnTo>
                      <a:lnTo>
                        <a:pt x="47" y="102"/>
                      </a:lnTo>
                      <a:lnTo>
                        <a:pt x="50" y="99"/>
                      </a:lnTo>
                      <a:lnTo>
                        <a:pt x="56" y="98"/>
                      </a:lnTo>
                      <a:lnTo>
                        <a:pt x="58" y="97"/>
                      </a:lnTo>
                      <a:lnTo>
                        <a:pt x="58" y="94"/>
                      </a:lnTo>
                      <a:lnTo>
                        <a:pt x="54" y="93"/>
                      </a:lnTo>
                      <a:lnTo>
                        <a:pt x="44" y="94"/>
                      </a:lnTo>
                      <a:lnTo>
                        <a:pt x="45" y="88"/>
                      </a:lnTo>
                      <a:lnTo>
                        <a:pt x="43" y="83"/>
                      </a:lnTo>
                      <a:lnTo>
                        <a:pt x="43" y="68"/>
                      </a:lnTo>
                      <a:lnTo>
                        <a:pt x="49" y="62"/>
                      </a:lnTo>
                      <a:lnTo>
                        <a:pt x="49" y="52"/>
                      </a:lnTo>
                      <a:lnTo>
                        <a:pt x="51" y="50"/>
                      </a:lnTo>
                      <a:lnTo>
                        <a:pt x="55" y="49"/>
                      </a:lnTo>
                      <a:lnTo>
                        <a:pt x="63" y="50"/>
                      </a:lnTo>
                      <a:lnTo>
                        <a:pt x="67" y="49"/>
                      </a:lnTo>
                      <a:lnTo>
                        <a:pt x="69" y="56"/>
                      </a:lnTo>
                      <a:lnTo>
                        <a:pt x="72" y="59"/>
                      </a:lnTo>
                      <a:lnTo>
                        <a:pt x="76" y="59"/>
                      </a:lnTo>
                      <a:lnTo>
                        <a:pt x="76" y="39"/>
                      </a:lnTo>
                      <a:lnTo>
                        <a:pt x="81" y="33"/>
                      </a:lnTo>
                      <a:lnTo>
                        <a:pt x="78" y="27"/>
                      </a:lnTo>
                      <a:lnTo>
                        <a:pt x="80" y="22"/>
                      </a:lnTo>
                      <a:lnTo>
                        <a:pt x="78" y="17"/>
                      </a:lnTo>
                      <a:lnTo>
                        <a:pt x="81" y="13"/>
                      </a:lnTo>
                      <a:lnTo>
                        <a:pt x="81" y="3"/>
                      </a:lnTo>
                      <a:lnTo>
                        <a:pt x="80" y="1"/>
                      </a:lnTo>
                      <a:lnTo>
                        <a:pt x="78" y="0"/>
                      </a:lnTo>
                      <a:lnTo>
                        <a:pt x="76" y="2"/>
                      </a:lnTo>
                      <a:lnTo>
                        <a:pt x="75" y="16"/>
                      </a:lnTo>
                      <a:lnTo>
                        <a:pt x="70" y="14"/>
                      </a:lnTo>
                      <a:lnTo>
                        <a:pt x="67" y="17"/>
                      </a:lnTo>
                      <a:lnTo>
                        <a:pt x="65" y="17"/>
                      </a:lnTo>
                      <a:lnTo>
                        <a:pt x="63" y="13"/>
                      </a:lnTo>
                      <a:lnTo>
                        <a:pt x="51" y="14"/>
                      </a:lnTo>
                      <a:lnTo>
                        <a:pt x="49" y="12"/>
                      </a:lnTo>
                      <a:lnTo>
                        <a:pt x="47" y="17"/>
                      </a:lnTo>
                      <a:lnTo>
                        <a:pt x="47" y="27"/>
                      </a:lnTo>
                      <a:lnTo>
                        <a:pt x="39" y="41"/>
                      </a:lnTo>
                      <a:lnTo>
                        <a:pt x="38" y="49"/>
                      </a:lnTo>
                      <a:lnTo>
                        <a:pt x="29" y="80"/>
                      </a:lnTo>
                      <a:lnTo>
                        <a:pt x="22" y="104"/>
                      </a:lnTo>
                      <a:lnTo>
                        <a:pt x="13" y="113"/>
                      </a:lnTo>
                      <a:lnTo>
                        <a:pt x="17" y="118"/>
                      </a:lnTo>
                      <a:lnTo>
                        <a:pt x="6" y="129"/>
                      </a:lnTo>
                      <a:lnTo>
                        <a:pt x="7" y="134"/>
                      </a:lnTo>
                      <a:lnTo>
                        <a:pt x="0" y="137"/>
                      </a:lnTo>
                      <a:lnTo>
                        <a:pt x="1" y="142"/>
                      </a:lnTo>
                      <a:lnTo>
                        <a:pt x="4" y="148"/>
                      </a:lnTo>
                      <a:lnTo>
                        <a:pt x="23" y="206"/>
                      </a:lnTo>
                      <a:lnTo>
                        <a:pt x="39" y="251"/>
                      </a:lnTo>
                      <a:lnTo>
                        <a:pt x="44" y="24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204" name="Google Shape;2204;p5">
                <a:extLst>
                  <a:ext uri="{FF2B5EF4-FFF2-40B4-BE49-F238E27FC236}">
                    <a16:creationId xmlns:a16="http://schemas.microsoft.com/office/drawing/2014/main" id="{1A15BA9A-996F-1C49-3A95-D186D556670F}"/>
                  </a:ext>
                </a:extLst>
              </p:cNvPr>
              <p:cNvSpPr/>
              <p:nvPr/>
            </p:nvSpPr>
            <p:spPr>
              <a:xfrm>
                <a:off x="3027" y="2143"/>
                <a:ext cx="19" cy="19"/>
              </a:xfrm>
              <a:custGeom>
                <a:avLst/>
                <a:gdLst/>
                <a:ahLst/>
                <a:cxnLst/>
                <a:rect l="l" t="t" r="r" b="b"/>
                <a:pathLst>
                  <a:path w="96" h="95" extrusionOk="0">
                    <a:moveTo>
                      <a:pt x="96" y="95"/>
                    </a:moveTo>
                    <a:lnTo>
                      <a:pt x="94" y="84"/>
                    </a:lnTo>
                    <a:lnTo>
                      <a:pt x="90" y="81"/>
                    </a:lnTo>
                    <a:lnTo>
                      <a:pt x="86" y="73"/>
                    </a:lnTo>
                    <a:lnTo>
                      <a:pt x="81" y="52"/>
                    </a:lnTo>
                    <a:lnTo>
                      <a:pt x="73" y="48"/>
                    </a:lnTo>
                    <a:lnTo>
                      <a:pt x="62" y="47"/>
                    </a:lnTo>
                    <a:lnTo>
                      <a:pt x="64" y="42"/>
                    </a:lnTo>
                    <a:lnTo>
                      <a:pt x="67" y="39"/>
                    </a:lnTo>
                    <a:lnTo>
                      <a:pt x="73" y="36"/>
                    </a:lnTo>
                    <a:lnTo>
                      <a:pt x="85" y="33"/>
                    </a:lnTo>
                    <a:lnTo>
                      <a:pt x="92" y="26"/>
                    </a:lnTo>
                    <a:lnTo>
                      <a:pt x="92" y="22"/>
                    </a:lnTo>
                    <a:lnTo>
                      <a:pt x="90" y="18"/>
                    </a:lnTo>
                    <a:lnTo>
                      <a:pt x="79" y="11"/>
                    </a:lnTo>
                    <a:lnTo>
                      <a:pt x="78" y="6"/>
                    </a:lnTo>
                    <a:lnTo>
                      <a:pt x="79" y="5"/>
                    </a:lnTo>
                    <a:lnTo>
                      <a:pt x="67" y="1"/>
                    </a:lnTo>
                    <a:lnTo>
                      <a:pt x="53" y="0"/>
                    </a:lnTo>
                    <a:lnTo>
                      <a:pt x="38" y="6"/>
                    </a:lnTo>
                    <a:lnTo>
                      <a:pt x="26" y="23"/>
                    </a:lnTo>
                    <a:lnTo>
                      <a:pt x="16" y="43"/>
                    </a:lnTo>
                    <a:lnTo>
                      <a:pt x="0" y="59"/>
                    </a:lnTo>
                    <a:lnTo>
                      <a:pt x="4" y="61"/>
                    </a:lnTo>
                    <a:lnTo>
                      <a:pt x="26" y="65"/>
                    </a:lnTo>
                    <a:lnTo>
                      <a:pt x="46" y="73"/>
                    </a:lnTo>
                    <a:lnTo>
                      <a:pt x="53" y="80"/>
                    </a:lnTo>
                    <a:lnTo>
                      <a:pt x="63" y="95"/>
                    </a:lnTo>
                    <a:lnTo>
                      <a:pt x="96" y="9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205" name="Google Shape;2205;p5">
                <a:extLst>
                  <a:ext uri="{FF2B5EF4-FFF2-40B4-BE49-F238E27FC236}">
                    <a16:creationId xmlns:a16="http://schemas.microsoft.com/office/drawing/2014/main" id="{094231D8-00B4-497E-49BD-673999C791DD}"/>
                  </a:ext>
                </a:extLst>
              </p:cNvPr>
              <p:cNvGrpSpPr/>
              <p:nvPr/>
            </p:nvGrpSpPr>
            <p:grpSpPr>
              <a:xfrm>
                <a:off x="2896" y="2116"/>
                <a:ext cx="231" cy="189"/>
                <a:chOff x="2896" y="2116"/>
                <a:chExt cx="231" cy="189"/>
              </a:xfrm>
              <a:grpFill/>
            </p:grpSpPr>
            <p:sp>
              <p:nvSpPr>
                <p:cNvPr id="2206" name="Google Shape;2206;p5">
                  <a:extLst>
                    <a:ext uri="{FF2B5EF4-FFF2-40B4-BE49-F238E27FC236}">
                      <a16:creationId xmlns:a16="http://schemas.microsoft.com/office/drawing/2014/main" id="{78CD6880-F2B7-2232-BDBD-32078FC693DC}"/>
                    </a:ext>
                  </a:extLst>
                </p:cNvPr>
                <p:cNvSpPr/>
                <p:nvPr/>
              </p:nvSpPr>
              <p:spPr>
                <a:xfrm>
                  <a:off x="2896" y="2116"/>
                  <a:ext cx="231" cy="189"/>
                </a:xfrm>
                <a:custGeom>
                  <a:avLst/>
                  <a:gdLst/>
                  <a:ahLst/>
                  <a:cxnLst/>
                  <a:rect l="l" t="t" r="r" b="b"/>
                  <a:pathLst>
                    <a:path w="15957" h="13229" extrusionOk="0">
                      <a:moveTo>
                        <a:pt x="9071" y="2723"/>
                      </a:moveTo>
                      <a:lnTo>
                        <a:pt x="9131" y="2757"/>
                      </a:lnTo>
                      <a:lnTo>
                        <a:pt x="9432" y="2810"/>
                      </a:lnTo>
                      <a:lnTo>
                        <a:pt x="9706" y="2910"/>
                      </a:lnTo>
                      <a:lnTo>
                        <a:pt x="9809" y="2999"/>
                      </a:lnTo>
                      <a:lnTo>
                        <a:pt x="9934" y="3216"/>
                      </a:lnTo>
                      <a:lnTo>
                        <a:pt x="10393" y="3219"/>
                      </a:lnTo>
                      <a:lnTo>
                        <a:pt x="10455" y="3296"/>
                      </a:lnTo>
                      <a:lnTo>
                        <a:pt x="10504" y="3434"/>
                      </a:lnTo>
                      <a:lnTo>
                        <a:pt x="10545" y="3497"/>
                      </a:lnTo>
                      <a:lnTo>
                        <a:pt x="10573" y="3599"/>
                      </a:lnTo>
                      <a:lnTo>
                        <a:pt x="10697" y="3824"/>
                      </a:lnTo>
                      <a:lnTo>
                        <a:pt x="10817" y="3869"/>
                      </a:lnTo>
                      <a:lnTo>
                        <a:pt x="10903" y="4039"/>
                      </a:lnTo>
                      <a:lnTo>
                        <a:pt x="11097" y="4175"/>
                      </a:lnTo>
                      <a:lnTo>
                        <a:pt x="11100" y="4189"/>
                      </a:lnTo>
                      <a:lnTo>
                        <a:pt x="11062" y="4232"/>
                      </a:lnTo>
                      <a:lnTo>
                        <a:pt x="11097" y="4290"/>
                      </a:lnTo>
                      <a:lnTo>
                        <a:pt x="11134" y="4426"/>
                      </a:lnTo>
                      <a:lnTo>
                        <a:pt x="11258" y="4460"/>
                      </a:lnTo>
                      <a:lnTo>
                        <a:pt x="11313" y="4512"/>
                      </a:lnTo>
                      <a:lnTo>
                        <a:pt x="11537" y="4658"/>
                      </a:lnTo>
                      <a:lnTo>
                        <a:pt x="11613" y="4723"/>
                      </a:lnTo>
                      <a:lnTo>
                        <a:pt x="11663" y="4798"/>
                      </a:lnTo>
                      <a:lnTo>
                        <a:pt x="11680" y="4839"/>
                      </a:lnTo>
                      <a:lnTo>
                        <a:pt x="11658" y="4977"/>
                      </a:lnTo>
                      <a:lnTo>
                        <a:pt x="11764" y="5127"/>
                      </a:lnTo>
                      <a:lnTo>
                        <a:pt x="11788" y="5234"/>
                      </a:lnTo>
                      <a:lnTo>
                        <a:pt x="11781" y="5294"/>
                      </a:lnTo>
                      <a:lnTo>
                        <a:pt x="11711" y="5381"/>
                      </a:lnTo>
                      <a:lnTo>
                        <a:pt x="11715" y="5546"/>
                      </a:lnTo>
                      <a:lnTo>
                        <a:pt x="11824" y="5695"/>
                      </a:lnTo>
                      <a:lnTo>
                        <a:pt x="12016" y="5908"/>
                      </a:lnTo>
                      <a:lnTo>
                        <a:pt x="12063" y="6177"/>
                      </a:lnTo>
                      <a:lnTo>
                        <a:pt x="12135" y="6264"/>
                      </a:lnTo>
                      <a:lnTo>
                        <a:pt x="12147" y="6336"/>
                      </a:lnTo>
                      <a:lnTo>
                        <a:pt x="12184" y="6371"/>
                      </a:lnTo>
                      <a:lnTo>
                        <a:pt x="12207" y="6448"/>
                      </a:lnTo>
                      <a:lnTo>
                        <a:pt x="12243" y="6448"/>
                      </a:lnTo>
                      <a:lnTo>
                        <a:pt x="12348" y="6619"/>
                      </a:lnTo>
                      <a:lnTo>
                        <a:pt x="12423" y="6638"/>
                      </a:lnTo>
                      <a:lnTo>
                        <a:pt x="12480" y="6842"/>
                      </a:lnTo>
                      <a:lnTo>
                        <a:pt x="12935" y="7241"/>
                      </a:lnTo>
                      <a:lnTo>
                        <a:pt x="13158" y="7915"/>
                      </a:lnTo>
                      <a:lnTo>
                        <a:pt x="15429" y="8331"/>
                      </a:lnTo>
                      <a:lnTo>
                        <a:pt x="15576" y="8167"/>
                      </a:lnTo>
                      <a:lnTo>
                        <a:pt x="15957" y="8740"/>
                      </a:lnTo>
                      <a:lnTo>
                        <a:pt x="15424" y="10363"/>
                      </a:lnTo>
                      <a:lnTo>
                        <a:pt x="13158" y="11166"/>
                      </a:lnTo>
                      <a:lnTo>
                        <a:pt x="11049" y="11512"/>
                      </a:lnTo>
                      <a:lnTo>
                        <a:pt x="10746" y="11729"/>
                      </a:lnTo>
                      <a:lnTo>
                        <a:pt x="10244" y="11935"/>
                      </a:lnTo>
                      <a:lnTo>
                        <a:pt x="9691" y="12918"/>
                      </a:lnTo>
                      <a:lnTo>
                        <a:pt x="9503" y="13060"/>
                      </a:lnTo>
                      <a:lnTo>
                        <a:pt x="9370" y="13076"/>
                      </a:lnTo>
                      <a:lnTo>
                        <a:pt x="9104" y="12745"/>
                      </a:lnTo>
                      <a:lnTo>
                        <a:pt x="8174" y="12657"/>
                      </a:lnTo>
                      <a:lnTo>
                        <a:pt x="8036" y="12551"/>
                      </a:lnTo>
                      <a:lnTo>
                        <a:pt x="7547" y="12502"/>
                      </a:lnTo>
                      <a:lnTo>
                        <a:pt x="7168" y="12457"/>
                      </a:lnTo>
                      <a:lnTo>
                        <a:pt x="6859" y="12543"/>
                      </a:lnTo>
                      <a:lnTo>
                        <a:pt x="6711" y="12286"/>
                      </a:lnTo>
                      <a:lnTo>
                        <a:pt x="6580" y="12452"/>
                      </a:lnTo>
                      <a:lnTo>
                        <a:pt x="6570" y="12466"/>
                      </a:lnTo>
                      <a:lnTo>
                        <a:pt x="6560" y="12481"/>
                      </a:lnTo>
                      <a:lnTo>
                        <a:pt x="6551" y="12499"/>
                      </a:lnTo>
                      <a:lnTo>
                        <a:pt x="6542" y="12517"/>
                      </a:lnTo>
                      <a:lnTo>
                        <a:pt x="6524" y="12554"/>
                      </a:lnTo>
                      <a:lnTo>
                        <a:pt x="6507" y="12592"/>
                      </a:lnTo>
                      <a:lnTo>
                        <a:pt x="6492" y="12625"/>
                      </a:lnTo>
                      <a:lnTo>
                        <a:pt x="6480" y="12652"/>
                      </a:lnTo>
                      <a:lnTo>
                        <a:pt x="6474" y="12661"/>
                      </a:lnTo>
                      <a:lnTo>
                        <a:pt x="6468" y="12668"/>
                      </a:lnTo>
                      <a:lnTo>
                        <a:pt x="6466" y="12670"/>
                      </a:lnTo>
                      <a:lnTo>
                        <a:pt x="6464" y="12671"/>
                      </a:lnTo>
                      <a:lnTo>
                        <a:pt x="6461" y="12671"/>
                      </a:lnTo>
                      <a:lnTo>
                        <a:pt x="6460" y="12670"/>
                      </a:lnTo>
                      <a:lnTo>
                        <a:pt x="6452" y="12667"/>
                      </a:lnTo>
                      <a:lnTo>
                        <a:pt x="6447" y="12665"/>
                      </a:lnTo>
                      <a:lnTo>
                        <a:pt x="6442" y="12664"/>
                      </a:lnTo>
                      <a:lnTo>
                        <a:pt x="6439" y="12665"/>
                      </a:lnTo>
                      <a:lnTo>
                        <a:pt x="6436" y="12666"/>
                      </a:lnTo>
                      <a:lnTo>
                        <a:pt x="6435" y="12669"/>
                      </a:lnTo>
                      <a:lnTo>
                        <a:pt x="6434" y="12672"/>
                      </a:lnTo>
                      <a:lnTo>
                        <a:pt x="6434" y="12676"/>
                      </a:lnTo>
                      <a:lnTo>
                        <a:pt x="6437" y="12688"/>
                      </a:lnTo>
                      <a:lnTo>
                        <a:pt x="6442" y="12702"/>
                      </a:lnTo>
                      <a:lnTo>
                        <a:pt x="6449" y="12718"/>
                      </a:lnTo>
                      <a:lnTo>
                        <a:pt x="6457" y="12735"/>
                      </a:lnTo>
                      <a:lnTo>
                        <a:pt x="6474" y="12773"/>
                      </a:lnTo>
                      <a:lnTo>
                        <a:pt x="6488" y="12807"/>
                      </a:lnTo>
                      <a:lnTo>
                        <a:pt x="6493" y="12822"/>
                      </a:lnTo>
                      <a:lnTo>
                        <a:pt x="6495" y="12835"/>
                      </a:lnTo>
                      <a:lnTo>
                        <a:pt x="6495" y="12841"/>
                      </a:lnTo>
                      <a:lnTo>
                        <a:pt x="6495" y="12845"/>
                      </a:lnTo>
                      <a:lnTo>
                        <a:pt x="6493" y="12849"/>
                      </a:lnTo>
                      <a:lnTo>
                        <a:pt x="6490" y="12851"/>
                      </a:lnTo>
                      <a:lnTo>
                        <a:pt x="6442" y="13138"/>
                      </a:lnTo>
                      <a:lnTo>
                        <a:pt x="6289" y="13180"/>
                      </a:lnTo>
                      <a:lnTo>
                        <a:pt x="6127" y="13229"/>
                      </a:lnTo>
                      <a:lnTo>
                        <a:pt x="6092" y="13137"/>
                      </a:lnTo>
                      <a:lnTo>
                        <a:pt x="6092" y="13002"/>
                      </a:lnTo>
                      <a:lnTo>
                        <a:pt x="5928" y="12707"/>
                      </a:lnTo>
                      <a:lnTo>
                        <a:pt x="5877" y="12675"/>
                      </a:lnTo>
                      <a:lnTo>
                        <a:pt x="5820" y="12590"/>
                      </a:lnTo>
                      <a:lnTo>
                        <a:pt x="5760" y="12346"/>
                      </a:lnTo>
                      <a:lnTo>
                        <a:pt x="5511" y="12104"/>
                      </a:lnTo>
                      <a:lnTo>
                        <a:pt x="5396" y="12043"/>
                      </a:lnTo>
                      <a:lnTo>
                        <a:pt x="5329" y="11966"/>
                      </a:lnTo>
                      <a:lnTo>
                        <a:pt x="5175" y="11749"/>
                      </a:lnTo>
                      <a:lnTo>
                        <a:pt x="5026" y="11439"/>
                      </a:lnTo>
                      <a:lnTo>
                        <a:pt x="4967" y="11398"/>
                      </a:lnTo>
                      <a:lnTo>
                        <a:pt x="4943" y="11357"/>
                      </a:lnTo>
                      <a:lnTo>
                        <a:pt x="4900" y="11197"/>
                      </a:lnTo>
                      <a:lnTo>
                        <a:pt x="4893" y="11035"/>
                      </a:lnTo>
                      <a:lnTo>
                        <a:pt x="4842" y="10911"/>
                      </a:lnTo>
                      <a:lnTo>
                        <a:pt x="4758" y="10766"/>
                      </a:lnTo>
                      <a:lnTo>
                        <a:pt x="4661" y="10672"/>
                      </a:lnTo>
                      <a:lnTo>
                        <a:pt x="4617" y="10581"/>
                      </a:lnTo>
                      <a:lnTo>
                        <a:pt x="4559" y="10532"/>
                      </a:lnTo>
                      <a:lnTo>
                        <a:pt x="4443" y="10363"/>
                      </a:lnTo>
                      <a:lnTo>
                        <a:pt x="4361" y="10288"/>
                      </a:lnTo>
                      <a:lnTo>
                        <a:pt x="4157" y="10146"/>
                      </a:lnTo>
                      <a:lnTo>
                        <a:pt x="4050" y="10087"/>
                      </a:lnTo>
                      <a:lnTo>
                        <a:pt x="4015" y="10102"/>
                      </a:lnTo>
                      <a:lnTo>
                        <a:pt x="3932" y="10071"/>
                      </a:lnTo>
                      <a:lnTo>
                        <a:pt x="3740" y="9952"/>
                      </a:lnTo>
                      <a:lnTo>
                        <a:pt x="3642" y="9870"/>
                      </a:lnTo>
                      <a:lnTo>
                        <a:pt x="3582" y="9793"/>
                      </a:lnTo>
                      <a:lnTo>
                        <a:pt x="3491" y="9608"/>
                      </a:lnTo>
                      <a:lnTo>
                        <a:pt x="3451" y="9466"/>
                      </a:lnTo>
                      <a:lnTo>
                        <a:pt x="3359" y="8893"/>
                      </a:lnTo>
                      <a:lnTo>
                        <a:pt x="3309" y="8803"/>
                      </a:lnTo>
                      <a:lnTo>
                        <a:pt x="3299" y="8728"/>
                      </a:lnTo>
                      <a:lnTo>
                        <a:pt x="3333" y="8694"/>
                      </a:lnTo>
                      <a:lnTo>
                        <a:pt x="3366" y="8593"/>
                      </a:lnTo>
                      <a:lnTo>
                        <a:pt x="3383" y="8406"/>
                      </a:lnTo>
                      <a:lnTo>
                        <a:pt x="3326" y="8203"/>
                      </a:lnTo>
                      <a:lnTo>
                        <a:pt x="3283" y="8114"/>
                      </a:lnTo>
                      <a:lnTo>
                        <a:pt x="3225" y="8044"/>
                      </a:lnTo>
                      <a:lnTo>
                        <a:pt x="3174" y="7927"/>
                      </a:lnTo>
                      <a:lnTo>
                        <a:pt x="3141" y="7785"/>
                      </a:lnTo>
                      <a:lnTo>
                        <a:pt x="3091" y="7700"/>
                      </a:lnTo>
                      <a:lnTo>
                        <a:pt x="3034" y="7550"/>
                      </a:lnTo>
                      <a:lnTo>
                        <a:pt x="2859" y="7241"/>
                      </a:lnTo>
                      <a:lnTo>
                        <a:pt x="2650" y="7038"/>
                      </a:lnTo>
                      <a:lnTo>
                        <a:pt x="2518" y="6946"/>
                      </a:lnTo>
                      <a:lnTo>
                        <a:pt x="2492" y="6909"/>
                      </a:lnTo>
                      <a:lnTo>
                        <a:pt x="2451" y="6902"/>
                      </a:lnTo>
                      <a:lnTo>
                        <a:pt x="2435" y="6861"/>
                      </a:lnTo>
                      <a:lnTo>
                        <a:pt x="2326" y="6803"/>
                      </a:lnTo>
                      <a:lnTo>
                        <a:pt x="2243" y="6803"/>
                      </a:lnTo>
                      <a:lnTo>
                        <a:pt x="2193" y="6818"/>
                      </a:lnTo>
                      <a:lnTo>
                        <a:pt x="2135" y="6791"/>
                      </a:lnTo>
                      <a:lnTo>
                        <a:pt x="2108" y="6692"/>
                      </a:lnTo>
                      <a:lnTo>
                        <a:pt x="2042" y="6580"/>
                      </a:lnTo>
                      <a:lnTo>
                        <a:pt x="1949" y="6472"/>
                      </a:lnTo>
                      <a:lnTo>
                        <a:pt x="1949" y="6336"/>
                      </a:lnTo>
                      <a:lnTo>
                        <a:pt x="1965" y="6312"/>
                      </a:lnTo>
                      <a:lnTo>
                        <a:pt x="1833" y="5901"/>
                      </a:lnTo>
                      <a:lnTo>
                        <a:pt x="1757" y="5789"/>
                      </a:lnTo>
                      <a:lnTo>
                        <a:pt x="1665" y="5616"/>
                      </a:lnTo>
                      <a:lnTo>
                        <a:pt x="1549" y="5562"/>
                      </a:lnTo>
                      <a:lnTo>
                        <a:pt x="1507" y="5504"/>
                      </a:lnTo>
                      <a:lnTo>
                        <a:pt x="1483" y="5405"/>
                      </a:lnTo>
                      <a:lnTo>
                        <a:pt x="1326" y="5202"/>
                      </a:lnTo>
                      <a:lnTo>
                        <a:pt x="1198" y="4866"/>
                      </a:lnTo>
                      <a:lnTo>
                        <a:pt x="1117" y="4757"/>
                      </a:lnTo>
                      <a:lnTo>
                        <a:pt x="1016" y="4682"/>
                      </a:lnTo>
                      <a:lnTo>
                        <a:pt x="841" y="4447"/>
                      </a:lnTo>
                      <a:lnTo>
                        <a:pt x="824" y="4372"/>
                      </a:lnTo>
                      <a:lnTo>
                        <a:pt x="724" y="4245"/>
                      </a:lnTo>
                      <a:lnTo>
                        <a:pt x="625" y="4019"/>
                      </a:lnTo>
                      <a:lnTo>
                        <a:pt x="434" y="3656"/>
                      </a:lnTo>
                      <a:lnTo>
                        <a:pt x="357" y="3599"/>
                      </a:lnTo>
                      <a:lnTo>
                        <a:pt x="242" y="3599"/>
                      </a:lnTo>
                      <a:lnTo>
                        <a:pt x="125" y="3581"/>
                      </a:lnTo>
                      <a:lnTo>
                        <a:pt x="101" y="3565"/>
                      </a:lnTo>
                      <a:lnTo>
                        <a:pt x="34" y="3581"/>
                      </a:lnTo>
                      <a:lnTo>
                        <a:pt x="0" y="3649"/>
                      </a:lnTo>
                      <a:lnTo>
                        <a:pt x="159" y="3246"/>
                      </a:lnTo>
                      <a:lnTo>
                        <a:pt x="168" y="2943"/>
                      </a:lnTo>
                      <a:lnTo>
                        <a:pt x="192" y="2825"/>
                      </a:lnTo>
                      <a:lnTo>
                        <a:pt x="249" y="2682"/>
                      </a:lnTo>
                      <a:lnTo>
                        <a:pt x="242" y="2477"/>
                      </a:lnTo>
                      <a:lnTo>
                        <a:pt x="276" y="2595"/>
                      </a:lnTo>
                      <a:lnTo>
                        <a:pt x="1117" y="2702"/>
                      </a:lnTo>
                      <a:lnTo>
                        <a:pt x="1352" y="2467"/>
                      </a:lnTo>
                      <a:lnTo>
                        <a:pt x="1366" y="2419"/>
                      </a:lnTo>
                      <a:lnTo>
                        <a:pt x="1567" y="2061"/>
                      </a:lnTo>
                      <a:lnTo>
                        <a:pt x="2145" y="1974"/>
                      </a:lnTo>
                      <a:lnTo>
                        <a:pt x="2171" y="1850"/>
                      </a:lnTo>
                      <a:lnTo>
                        <a:pt x="2255" y="1618"/>
                      </a:lnTo>
                      <a:lnTo>
                        <a:pt x="2560" y="1448"/>
                      </a:lnTo>
                      <a:lnTo>
                        <a:pt x="2569" y="1429"/>
                      </a:lnTo>
                      <a:lnTo>
                        <a:pt x="1840" y="685"/>
                      </a:lnTo>
                      <a:lnTo>
                        <a:pt x="1731" y="590"/>
                      </a:lnTo>
                      <a:lnTo>
                        <a:pt x="2281" y="464"/>
                      </a:lnTo>
                      <a:lnTo>
                        <a:pt x="3197" y="281"/>
                      </a:lnTo>
                      <a:lnTo>
                        <a:pt x="3424" y="0"/>
                      </a:lnTo>
                      <a:lnTo>
                        <a:pt x="4576" y="321"/>
                      </a:lnTo>
                      <a:lnTo>
                        <a:pt x="5434" y="970"/>
                      </a:lnTo>
                      <a:lnTo>
                        <a:pt x="6203" y="1265"/>
                      </a:lnTo>
                      <a:lnTo>
                        <a:pt x="6284" y="1324"/>
                      </a:lnTo>
                      <a:lnTo>
                        <a:pt x="6395" y="1591"/>
                      </a:lnTo>
                      <a:lnTo>
                        <a:pt x="6793" y="1625"/>
                      </a:lnTo>
                      <a:lnTo>
                        <a:pt x="6826" y="1659"/>
                      </a:lnTo>
                      <a:lnTo>
                        <a:pt x="6826" y="2203"/>
                      </a:lnTo>
                      <a:lnTo>
                        <a:pt x="6859" y="2247"/>
                      </a:lnTo>
                      <a:lnTo>
                        <a:pt x="7719" y="2641"/>
                      </a:lnTo>
                      <a:lnTo>
                        <a:pt x="9071" y="272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07" name="Google Shape;2207;p5">
                  <a:extLst>
                    <a:ext uri="{FF2B5EF4-FFF2-40B4-BE49-F238E27FC236}">
                      <a16:creationId xmlns:a16="http://schemas.microsoft.com/office/drawing/2014/main" id="{2EB8EBB1-C76C-6E47-D9A7-3A437AB0C234}"/>
                    </a:ext>
                  </a:extLst>
                </p:cNvPr>
                <p:cNvSpPr/>
                <p:nvPr/>
              </p:nvSpPr>
              <p:spPr>
                <a:xfrm>
                  <a:off x="2896" y="2116"/>
                  <a:ext cx="231" cy="189"/>
                </a:xfrm>
                <a:custGeom>
                  <a:avLst/>
                  <a:gdLst/>
                  <a:ahLst/>
                  <a:cxnLst/>
                  <a:rect l="l" t="t" r="r" b="b"/>
                  <a:pathLst>
                    <a:path w="15957" h="13229" extrusionOk="0">
                      <a:moveTo>
                        <a:pt x="9071" y="2723"/>
                      </a:moveTo>
                      <a:lnTo>
                        <a:pt x="9131" y="2757"/>
                      </a:lnTo>
                      <a:lnTo>
                        <a:pt x="9432" y="2810"/>
                      </a:lnTo>
                      <a:lnTo>
                        <a:pt x="9706" y="2910"/>
                      </a:lnTo>
                      <a:lnTo>
                        <a:pt x="9809" y="2999"/>
                      </a:lnTo>
                      <a:lnTo>
                        <a:pt x="9934" y="3216"/>
                      </a:lnTo>
                      <a:lnTo>
                        <a:pt x="10393" y="3219"/>
                      </a:lnTo>
                      <a:lnTo>
                        <a:pt x="10455" y="3296"/>
                      </a:lnTo>
                      <a:lnTo>
                        <a:pt x="10504" y="3434"/>
                      </a:lnTo>
                      <a:lnTo>
                        <a:pt x="10545" y="3497"/>
                      </a:lnTo>
                      <a:lnTo>
                        <a:pt x="10573" y="3599"/>
                      </a:lnTo>
                      <a:lnTo>
                        <a:pt x="10697" y="3824"/>
                      </a:lnTo>
                      <a:lnTo>
                        <a:pt x="10817" y="3869"/>
                      </a:lnTo>
                      <a:lnTo>
                        <a:pt x="10903" y="4039"/>
                      </a:lnTo>
                      <a:lnTo>
                        <a:pt x="11097" y="4175"/>
                      </a:lnTo>
                      <a:lnTo>
                        <a:pt x="11100" y="4189"/>
                      </a:lnTo>
                      <a:lnTo>
                        <a:pt x="11062" y="4232"/>
                      </a:lnTo>
                      <a:lnTo>
                        <a:pt x="11097" y="4290"/>
                      </a:lnTo>
                      <a:lnTo>
                        <a:pt x="11134" y="4426"/>
                      </a:lnTo>
                      <a:lnTo>
                        <a:pt x="11258" y="4460"/>
                      </a:lnTo>
                      <a:lnTo>
                        <a:pt x="11313" y="4512"/>
                      </a:lnTo>
                      <a:lnTo>
                        <a:pt x="11537" y="4658"/>
                      </a:lnTo>
                      <a:lnTo>
                        <a:pt x="11613" y="4723"/>
                      </a:lnTo>
                      <a:lnTo>
                        <a:pt x="11663" y="4798"/>
                      </a:lnTo>
                      <a:lnTo>
                        <a:pt x="11680" y="4839"/>
                      </a:lnTo>
                      <a:lnTo>
                        <a:pt x="11658" y="4977"/>
                      </a:lnTo>
                      <a:lnTo>
                        <a:pt x="11764" y="5127"/>
                      </a:lnTo>
                      <a:lnTo>
                        <a:pt x="11788" y="5234"/>
                      </a:lnTo>
                      <a:lnTo>
                        <a:pt x="11781" y="5294"/>
                      </a:lnTo>
                      <a:lnTo>
                        <a:pt x="11711" y="5381"/>
                      </a:lnTo>
                      <a:lnTo>
                        <a:pt x="11715" y="5546"/>
                      </a:lnTo>
                      <a:lnTo>
                        <a:pt x="11824" y="5695"/>
                      </a:lnTo>
                      <a:lnTo>
                        <a:pt x="12016" y="5908"/>
                      </a:lnTo>
                      <a:lnTo>
                        <a:pt x="12063" y="6177"/>
                      </a:lnTo>
                      <a:lnTo>
                        <a:pt x="12135" y="6264"/>
                      </a:lnTo>
                      <a:lnTo>
                        <a:pt x="12147" y="6336"/>
                      </a:lnTo>
                      <a:lnTo>
                        <a:pt x="12184" y="6371"/>
                      </a:lnTo>
                      <a:lnTo>
                        <a:pt x="12207" y="6448"/>
                      </a:lnTo>
                      <a:lnTo>
                        <a:pt x="12243" y="6448"/>
                      </a:lnTo>
                      <a:lnTo>
                        <a:pt x="12348" y="6619"/>
                      </a:lnTo>
                      <a:lnTo>
                        <a:pt x="12423" y="6638"/>
                      </a:lnTo>
                      <a:lnTo>
                        <a:pt x="12480" y="6842"/>
                      </a:lnTo>
                      <a:lnTo>
                        <a:pt x="12935" y="7241"/>
                      </a:lnTo>
                      <a:lnTo>
                        <a:pt x="13158" y="7915"/>
                      </a:lnTo>
                      <a:lnTo>
                        <a:pt x="15429" y="8331"/>
                      </a:lnTo>
                      <a:lnTo>
                        <a:pt x="15576" y="8167"/>
                      </a:lnTo>
                      <a:lnTo>
                        <a:pt x="15957" y="8740"/>
                      </a:lnTo>
                      <a:lnTo>
                        <a:pt x="15424" y="10363"/>
                      </a:lnTo>
                      <a:lnTo>
                        <a:pt x="13158" y="11166"/>
                      </a:lnTo>
                      <a:lnTo>
                        <a:pt x="11049" y="11512"/>
                      </a:lnTo>
                      <a:lnTo>
                        <a:pt x="10746" y="11729"/>
                      </a:lnTo>
                      <a:lnTo>
                        <a:pt x="10244" y="11935"/>
                      </a:lnTo>
                      <a:lnTo>
                        <a:pt x="9691" y="12918"/>
                      </a:lnTo>
                      <a:lnTo>
                        <a:pt x="9503" y="13060"/>
                      </a:lnTo>
                      <a:lnTo>
                        <a:pt x="9370" y="13076"/>
                      </a:lnTo>
                      <a:lnTo>
                        <a:pt x="9104" y="12745"/>
                      </a:lnTo>
                      <a:lnTo>
                        <a:pt x="8174" y="12657"/>
                      </a:lnTo>
                      <a:lnTo>
                        <a:pt x="8036" y="12551"/>
                      </a:lnTo>
                      <a:lnTo>
                        <a:pt x="7547" y="12502"/>
                      </a:lnTo>
                      <a:lnTo>
                        <a:pt x="7168" y="12457"/>
                      </a:lnTo>
                      <a:lnTo>
                        <a:pt x="6859" y="12543"/>
                      </a:lnTo>
                      <a:lnTo>
                        <a:pt x="6711" y="12286"/>
                      </a:lnTo>
                      <a:lnTo>
                        <a:pt x="6580" y="12452"/>
                      </a:lnTo>
                      <a:lnTo>
                        <a:pt x="6570" y="12466"/>
                      </a:lnTo>
                      <a:lnTo>
                        <a:pt x="6560" y="12481"/>
                      </a:lnTo>
                      <a:lnTo>
                        <a:pt x="6551" y="12499"/>
                      </a:lnTo>
                      <a:lnTo>
                        <a:pt x="6542" y="12517"/>
                      </a:lnTo>
                      <a:lnTo>
                        <a:pt x="6524" y="12554"/>
                      </a:lnTo>
                      <a:lnTo>
                        <a:pt x="6507" y="12592"/>
                      </a:lnTo>
                      <a:lnTo>
                        <a:pt x="6492" y="12625"/>
                      </a:lnTo>
                      <a:lnTo>
                        <a:pt x="6480" y="12652"/>
                      </a:lnTo>
                      <a:lnTo>
                        <a:pt x="6474" y="12661"/>
                      </a:lnTo>
                      <a:lnTo>
                        <a:pt x="6468" y="12668"/>
                      </a:lnTo>
                      <a:lnTo>
                        <a:pt x="6466" y="12670"/>
                      </a:lnTo>
                      <a:lnTo>
                        <a:pt x="6464" y="12671"/>
                      </a:lnTo>
                      <a:lnTo>
                        <a:pt x="6461" y="12671"/>
                      </a:lnTo>
                      <a:lnTo>
                        <a:pt x="6460" y="12670"/>
                      </a:lnTo>
                      <a:lnTo>
                        <a:pt x="6452" y="12667"/>
                      </a:lnTo>
                      <a:lnTo>
                        <a:pt x="6447" y="12665"/>
                      </a:lnTo>
                      <a:lnTo>
                        <a:pt x="6442" y="12664"/>
                      </a:lnTo>
                      <a:lnTo>
                        <a:pt x="6439" y="12665"/>
                      </a:lnTo>
                      <a:lnTo>
                        <a:pt x="6436" y="12666"/>
                      </a:lnTo>
                      <a:lnTo>
                        <a:pt x="6435" y="12669"/>
                      </a:lnTo>
                      <a:lnTo>
                        <a:pt x="6434" y="12672"/>
                      </a:lnTo>
                      <a:lnTo>
                        <a:pt x="6434" y="12676"/>
                      </a:lnTo>
                      <a:lnTo>
                        <a:pt x="6437" y="12688"/>
                      </a:lnTo>
                      <a:lnTo>
                        <a:pt x="6442" y="12702"/>
                      </a:lnTo>
                      <a:lnTo>
                        <a:pt x="6449" y="12718"/>
                      </a:lnTo>
                      <a:lnTo>
                        <a:pt x="6457" y="12735"/>
                      </a:lnTo>
                      <a:lnTo>
                        <a:pt x="6474" y="12773"/>
                      </a:lnTo>
                      <a:lnTo>
                        <a:pt x="6488" y="12807"/>
                      </a:lnTo>
                      <a:lnTo>
                        <a:pt x="6493" y="12822"/>
                      </a:lnTo>
                      <a:lnTo>
                        <a:pt x="6495" y="12835"/>
                      </a:lnTo>
                      <a:lnTo>
                        <a:pt x="6495" y="12841"/>
                      </a:lnTo>
                      <a:lnTo>
                        <a:pt x="6495" y="12845"/>
                      </a:lnTo>
                      <a:lnTo>
                        <a:pt x="6493" y="12849"/>
                      </a:lnTo>
                      <a:lnTo>
                        <a:pt x="6490" y="12851"/>
                      </a:lnTo>
                      <a:lnTo>
                        <a:pt x="6442" y="13138"/>
                      </a:lnTo>
                      <a:lnTo>
                        <a:pt x="6289" y="13180"/>
                      </a:lnTo>
                      <a:lnTo>
                        <a:pt x="6127" y="13229"/>
                      </a:lnTo>
                      <a:lnTo>
                        <a:pt x="6092" y="13137"/>
                      </a:lnTo>
                      <a:lnTo>
                        <a:pt x="6092" y="13002"/>
                      </a:lnTo>
                      <a:lnTo>
                        <a:pt x="5928" y="12707"/>
                      </a:lnTo>
                      <a:lnTo>
                        <a:pt x="5877" y="12675"/>
                      </a:lnTo>
                      <a:lnTo>
                        <a:pt x="5820" y="12590"/>
                      </a:lnTo>
                      <a:lnTo>
                        <a:pt x="5760" y="12346"/>
                      </a:lnTo>
                      <a:lnTo>
                        <a:pt x="5511" y="12104"/>
                      </a:lnTo>
                      <a:lnTo>
                        <a:pt x="5396" y="12043"/>
                      </a:lnTo>
                      <a:lnTo>
                        <a:pt x="5329" y="11966"/>
                      </a:lnTo>
                      <a:lnTo>
                        <a:pt x="5175" y="11749"/>
                      </a:lnTo>
                      <a:lnTo>
                        <a:pt x="5026" y="11439"/>
                      </a:lnTo>
                      <a:lnTo>
                        <a:pt x="4967" y="11398"/>
                      </a:lnTo>
                      <a:lnTo>
                        <a:pt x="4943" y="11357"/>
                      </a:lnTo>
                      <a:lnTo>
                        <a:pt x="4900" y="11197"/>
                      </a:lnTo>
                      <a:lnTo>
                        <a:pt x="4893" y="11035"/>
                      </a:lnTo>
                      <a:lnTo>
                        <a:pt x="4842" y="10911"/>
                      </a:lnTo>
                      <a:lnTo>
                        <a:pt x="4758" y="10766"/>
                      </a:lnTo>
                      <a:lnTo>
                        <a:pt x="4661" y="10672"/>
                      </a:lnTo>
                      <a:lnTo>
                        <a:pt x="4617" y="10581"/>
                      </a:lnTo>
                      <a:lnTo>
                        <a:pt x="4559" y="10532"/>
                      </a:lnTo>
                      <a:lnTo>
                        <a:pt x="4443" y="10363"/>
                      </a:lnTo>
                      <a:lnTo>
                        <a:pt x="4361" y="10288"/>
                      </a:lnTo>
                      <a:lnTo>
                        <a:pt x="4157" y="10146"/>
                      </a:lnTo>
                      <a:lnTo>
                        <a:pt x="4050" y="10087"/>
                      </a:lnTo>
                      <a:lnTo>
                        <a:pt x="4015" y="10102"/>
                      </a:lnTo>
                      <a:lnTo>
                        <a:pt x="3932" y="10071"/>
                      </a:lnTo>
                      <a:lnTo>
                        <a:pt x="3740" y="9952"/>
                      </a:lnTo>
                      <a:lnTo>
                        <a:pt x="3642" y="9870"/>
                      </a:lnTo>
                      <a:lnTo>
                        <a:pt x="3582" y="9793"/>
                      </a:lnTo>
                      <a:lnTo>
                        <a:pt x="3491" y="9608"/>
                      </a:lnTo>
                      <a:lnTo>
                        <a:pt x="3451" y="9466"/>
                      </a:lnTo>
                      <a:lnTo>
                        <a:pt x="3359" y="8893"/>
                      </a:lnTo>
                      <a:lnTo>
                        <a:pt x="3309" y="8803"/>
                      </a:lnTo>
                      <a:lnTo>
                        <a:pt x="3299" y="8728"/>
                      </a:lnTo>
                      <a:lnTo>
                        <a:pt x="3333" y="8694"/>
                      </a:lnTo>
                      <a:lnTo>
                        <a:pt x="3366" y="8593"/>
                      </a:lnTo>
                      <a:lnTo>
                        <a:pt x="3383" y="8406"/>
                      </a:lnTo>
                      <a:lnTo>
                        <a:pt x="3326" y="8203"/>
                      </a:lnTo>
                      <a:lnTo>
                        <a:pt x="3283" y="8114"/>
                      </a:lnTo>
                      <a:lnTo>
                        <a:pt x="3225" y="8044"/>
                      </a:lnTo>
                      <a:lnTo>
                        <a:pt x="3174" y="7927"/>
                      </a:lnTo>
                      <a:lnTo>
                        <a:pt x="3141" y="7785"/>
                      </a:lnTo>
                      <a:lnTo>
                        <a:pt x="3091" y="7700"/>
                      </a:lnTo>
                      <a:lnTo>
                        <a:pt x="3034" y="7550"/>
                      </a:lnTo>
                      <a:lnTo>
                        <a:pt x="2859" y="7241"/>
                      </a:lnTo>
                      <a:lnTo>
                        <a:pt x="2650" y="7038"/>
                      </a:lnTo>
                      <a:lnTo>
                        <a:pt x="2518" y="6946"/>
                      </a:lnTo>
                      <a:lnTo>
                        <a:pt x="2492" y="6909"/>
                      </a:lnTo>
                      <a:lnTo>
                        <a:pt x="2451" y="6902"/>
                      </a:lnTo>
                      <a:lnTo>
                        <a:pt x="2435" y="6861"/>
                      </a:lnTo>
                      <a:lnTo>
                        <a:pt x="2326" y="6803"/>
                      </a:lnTo>
                      <a:lnTo>
                        <a:pt x="2243" y="6803"/>
                      </a:lnTo>
                      <a:lnTo>
                        <a:pt x="2193" y="6818"/>
                      </a:lnTo>
                      <a:lnTo>
                        <a:pt x="2135" y="6791"/>
                      </a:lnTo>
                      <a:lnTo>
                        <a:pt x="2108" y="6692"/>
                      </a:lnTo>
                      <a:lnTo>
                        <a:pt x="2042" y="6580"/>
                      </a:lnTo>
                      <a:lnTo>
                        <a:pt x="1949" y="6472"/>
                      </a:lnTo>
                      <a:lnTo>
                        <a:pt x="1949" y="6336"/>
                      </a:lnTo>
                      <a:lnTo>
                        <a:pt x="1965" y="6312"/>
                      </a:lnTo>
                      <a:lnTo>
                        <a:pt x="1833" y="5901"/>
                      </a:lnTo>
                      <a:lnTo>
                        <a:pt x="1757" y="5789"/>
                      </a:lnTo>
                      <a:lnTo>
                        <a:pt x="1665" y="5616"/>
                      </a:lnTo>
                      <a:lnTo>
                        <a:pt x="1549" y="5562"/>
                      </a:lnTo>
                      <a:lnTo>
                        <a:pt x="1507" y="5504"/>
                      </a:lnTo>
                      <a:lnTo>
                        <a:pt x="1483" y="5405"/>
                      </a:lnTo>
                      <a:lnTo>
                        <a:pt x="1326" y="5202"/>
                      </a:lnTo>
                      <a:lnTo>
                        <a:pt x="1198" y="4866"/>
                      </a:lnTo>
                      <a:lnTo>
                        <a:pt x="1117" y="4757"/>
                      </a:lnTo>
                      <a:lnTo>
                        <a:pt x="1016" y="4682"/>
                      </a:lnTo>
                      <a:lnTo>
                        <a:pt x="841" y="4447"/>
                      </a:lnTo>
                      <a:lnTo>
                        <a:pt x="824" y="4372"/>
                      </a:lnTo>
                      <a:lnTo>
                        <a:pt x="724" y="4245"/>
                      </a:lnTo>
                      <a:lnTo>
                        <a:pt x="625" y="4019"/>
                      </a:lnTo>
                      <a:lnTo>
                        <a:pt x="434" y="3656"/>
                      </a:lnTo>
                      <a:lnTo>
                        <a:pt x="357" y="3599"/>
                      </a:lnTo>
                      <a:lnTo>
                        <a:pt x="242" y="3599"/>
                      </a:lnTo>
                      <a:lnTo>
                        <a:pt x="125" y="3581"/>
                      </a:lnTo>
                      <a:lnTo>
                        <a:pt x="101" y="3565"/>
                      </a:lnTo>
                      <a:lnTo>
                        <a:pt x="34" y="3581"/>
                      </a:lnTo>
                      <a:lnTo>
                        <a:pt x="0" y="3649"/>
                      </a:lnTo>
                      <a:lnTo>
                        <a:pt x="159" y="3246"/>
                      </a:lnTo>
                      <a:lnTo>
                        <a:pt x="168" y="2943"/>
                      </a:lnTo>
                      <a:lnTo>
                        <a:pt x="192" y="2825"/>
                      </a:lnTo>
                      <a:lnTo>
                        <a:pt x="249" y="2682"/>
                      </a:lnTo>
                      <a:lnTo>
                        <a:pt x="242" y="2477"/>
                      </a:lnTo>
                      <a:lnTo>
                        <a:pt x="276" y="2595"/>
                      </a:lnTo>
                      <a:lnTo>
                        <a:pt x="1117" y="2702"/>
                      </a:lnTo>
                      <a:lnTo>
                        <a:pt x="1352" y="2467"/>
                      </a:lnTo>
                      <a:lnTo>
                        <a:pt x="1366" y="2419"/>
                      </a:lnTo>
                      <a:lnTo>
                        <a:pt x="1567" y="2061"/>
                      </a:lnTo>
                      <a:lnTo>
                        <a:pt x="2145" y="1974"/>
                      </a:lnTo>
                      <a:lnTo>
                        <a:pt x="2171" y="1850"/>
                      </a:lnTo>
                      <a:lnTo>
                        <a:pt x="2255" y="1618"/>
                      </a:lnTo>
                      <a:lnTo>
                        <a:pt x="2560" y="1448"/>
                      </a:lnTo>
                      <a:lnTo>
                        <a:pt x="2569" y="1429"/>
                      </a:lnTo>
                      <a:lnTo>
                        <a:pt x="1840" y="685"/>
                      </a:lnTo>
                      <a:lnTo>
                        <a:pt x="1731" y="590"/>
                      </a:lnTo>
                      <a:lnTo>
                        <a:pt x="2281" y="464"/>
                      </a:lnTo>
                      <a:lnTo>
                        <a:pt x="3197" y="281"/>
                      </a:lnTo>
                      <a:lnTo>
                        <a:pt x="3424" y="0"/>
                      </a:lnTo>
                      <a:lnTo>
                        <a:pt x="4576" y="321"/>
                      </a:lnTo>
                      <a:lnTo>
                        <a:pt x="5434" y="970"/>
                      </a:lnTo>
                      <a:lnTo>
                        <a:pt x="6203" y="1265"/>
                      </a:lnTo>
                      <a:lnTo>
                        <a:pt x="6284" y="1324"/>
                      </a:lnTo>
                      <a:lnTo>
                        <a:pt x="6395" y="1591"/>
                      </a:lnTo>
                      <a:lnTo>
                        <a:pt x="6793" y="1625"/>
                      </a:lnTo>
                      <a:lnTo>
                        <a:pt x="6826" y="1659"/>
                      </a:lnTo>
                      <a:lnTo>
                        <a:pt x="6826" y="2203"/>
                      </a:lnTo>
                      <a:lnTo>
                        <a:pt x="6859" y="2247"/>
                      </a:lnTo>
                      <a:lnTo>
                        <a:pt x="7719" y="2641"/>
                      </a:lnTo>
                      <a:lnTo>
                        <a:pt x="9071" y="2723"/>
                      </a:lnTo>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grpSp>
            <p:nvGrpSpPr>
              <p:cNvPr id="2208" name="Google Shape;2208;p5">
                <a:extLst>
                  <a:ext uri="{FF2B5EF4-FFF2-40B4-BE49-F238E27FC236}">
                    <a16:creationId xmlns:a16="http://schemas.microsoft.com/office/drawing/2014/main" id="{EF26D281-F570-4703-36AB-EB9C6761941B}"/>
                  </a:ext>
                </a:extLst>
              </p:cNvPr>
              <p:cNvGrpSpPr/>
              <p:nvPr/>
            </p:nvGrpSpPr>
            <p:grpSpPr>
              <a:xfrm>
                <a:off x="2984" y="2276"/>
                <a:ext cx="114" cy="72"/>
                <a:chOff x="2984" y="2276"/>
                <a:chExt cx="114" cy="72"/>
              </a:xfrm>
              <a:grpFill/>
            </p:grpSpPr>
            <p:sp>
              <p:nvSpPr>
                <p:cNvPr id="2209" name="Google Shape;2209;p5">
                  <a:extLst>
                    <a:ext uri="{FF2B5EF4-FFF2-40B4-BE49-F238E27FC236}">
                      <a16:creationId xmlns:a16="http://schemas.microsoft.com/office/drawing/2014/main" id="{38750A84-E25E-7E77-B87A-2472BD0F9897}"/>
                    </a:ext>
                  </a:extLst>
                </p:cNvPr>
                <p:cNvSpPr/>
                <p:nvPr/>
              </p:nvSpPr>
              <p:spPr>
                <a:xfrm>
                  <a:off x="2984" y="2276"/>
                  <a:ext cx="114" cy="72"/>
                </a:xfrm>
                <a:custGeom>
                  <a:avLst/>
                  <a:gdLst/>
                  <a:ahLst/>
                  <a:cxnLst/>
                  <a:rect l="l" t="t" r="r" b="b"/>
                  <a:pathLst>
                    <a:path w="15675" h="9942" extrusionOk="0">
                      <a:moveTo>
                        <a:pt x="15675" y="3780"/>
                      </a:moveTo>
                      <a:lnTo>
                        <a:pt x="15169" y="3985"/>
                      </a:lnTo>
                      <a:lnTo>
                        <a:pt x="14868" y="4199"/>
                      </a:lnTo>
                      <a:lnTo>
                        <a:pt x="14648" y="4443"/>
                      </a:lnTo>
                      <a:lnTo>
                        <a:pt x="14447" y="4864"/>
                      </a:lnTo>
                      <a:lnTo>
                        <a:pt x="14514" y="5031"/>
                      </a:lnTo>
                      <a:lnTo>
                        <a:pt x="14543" y="5260"/>
                      </a:lnTo>
                      <a:lnTo>
                        <a:pt x="14538" y="5308"/>
                      </a:lnTo>
                      <a:lnTo>
                        <a:pt x="14466" y="5374"/>
                      </a:lnTo>
                      <a:lnTo>
                        <a:pt x="14385" y="5418"/>
                      </a:lnTo>
                      <a:lnTo>
                        <a:pt x="14190" y="5385"/>
                      </a:lnTo>
                      <a:lnTo>
                        <a:pt x="14027" y="5466"/>
                      </a:lnTo>
                      <a:lnTo>
                        <a:pt x="13627" y="5576"/>
                      </a:lnTo>
                      <a:lnTo>
                        <a:pt x="13364" y="5843"/>
                      </a:lnTo>
                      <a:lnTo>
                        <a:pt x="13073" y="5967"/>
                      </a:lnTo>
                      <a:lnTo>
                        <a:pt x="12652" y="6020"/>
                      </a:lnTo>
                      <a:lnTo>
                        <a:pt x="12404" y="6082"/>
                      </a:lnTo>
                      <a:lnTo>
                        <a:pt x="12036" y="6264"/>
                      </a:lnTo>
                      <a:lnTo>
                        <a:pt x="11764" y="6336"/>
                      </a:lnTo>
                      <a:lnTo>
                        <a:pt x="11211" y="6574"/>
                      </a:lnTo>
                      <a:lnTo>
                        <a:pt x="10929" y="6593"/>
                      </a:lnTo>
                      <a:lnTo>
                        <a:pt x="10470" y="6679"/>
                      </a:lnTo>
                      <a:lnTo>
                        <a:pt x="9988" y="6908"/>
                      </a:lnTo>
                      <a:lnTo>
                        <a:pt x="9740" y="7051"/>
                      </a:lnTo>
                      <a:lnTo>
                        <a:pt x="9645" y="7262"/>
                      </a:lnTo>
                      <a:lnTo>
                        <a:pt x="9521" y="7448"/>
                      </a:lnTo>
                      <a:lnTo>
                        <a:pt x="9205" y="7739"/>
                      </a:lnTo>
                      <a:lnTo>
                        <a:pt x="9072" y="7825"/>
                      </a:lnTo>
                      <a:lnTo>
                        <a:pt x="9020" y="7897"/>
                      </a:lnTo>
                      <a:lnTo>
                        <a:pt x="8905" y="7936"/>
                      </a:lnTo>
                      <a:lnTo>
                        <a:pt x="8198" y="7906"/>
                      </a:lnTo>
                      <a:lnTo>
                        <a:pt x="7845" y="7951"/>
                      </a:lnTo>
                      <a:lnTo>
                        <a:pt x="7539" y="8146"/>
                      </a:lnTo>
                      <a:lnTo>
                        <a:pt x="7391" y="8347"/>
                      </a:lnTo>
                      <a:lnTo>
                        <a:pt x="6962" y="8585"/>
                      </a:lnTo>
                      <a:lnTo>
                        <a:pt x="6784" y="8623"/>
                      </a:lnTo>
                      <a:lnTo>
                        <a:pt x="6259" y="8776"/>
                      </a:lnTo>
                      <a:lnTo>
                        <a:pt x="5978" y="8801"/>
                      </a:lnTo>
                      <a:lnTo>
                        <a:pt x="5672" y="8733"/>
                      </a:lnTo>
                      <a:lnTo>
                        <a:pt x="5353" y="8786"/>
                      </a:lnTo>
                      <a:lnTo>
                        <a:pt x="5109" y="8762"/>
                      </a:lnTo>
                      <a:lnTo>
                        <a:pt x="4779" y="8801"/>
                      </a:lnTo>
                      <a:lnTo>
                        <a:pt x="4497" y="8977"/>
                      </a:lnTo>
                      <a:lnTo>
                        <a:pt x="4292" y="9321"/>
                      </a:lnTo>
                      <a:lnTo>
                        <a:pt x="3686" y="9598"/>
                      </a:lnTo>
                      <a:lnTo>
                        <a:pt x="3405" y="9771"/>
                      </a:lnTo>
                      <a:lnTo>
                        <a:pt x="2769" y="9785"/>
                      </a:lnTo>
                      <a:lnTo>
                        <a:pt x="2368" y="9909"/>
                      </a:lnTo>
                      <a:lnTo>
                        <a:pt x="2149" y="9890"/>
                      </a:lnTo>
                      <a:lnTo>
                        <a:pt x="1934" y="9942"/>
                      </a:lnTo>
                      <a:lnTo>
                        <a:pt x="1652" y="9818"/>
                      </a:lnTo>
                      <a:lnTo>
                        <a:pt x="1309" y="9832"/>
                      </a:lnTo>
                      <a:lnTo>
                        <a:pt x="1180" y="9435"/>
                      </a:lnTo>
                      <a:lnTo>
                        <a:pt x="898" y="9087"/>
                      </a:lnTo>
                      <a:lnTo>
                        <a:pt x="898" y="8356"/>
                      </a:lnTo>
                      <a:lnTo>
                        <a:pt x="865" y="8108"/>
                      </a:lnTo>
                      <a:lnTo>
                        <a:pt x="716" y="7955"/>
                      </a:lnTo>
                      <a:lnTo>
                        <a:pt x="635" y="7758"/>
                      </a:lnTo>
                      <a:lnTo>
                        <a:pt x="535" y="7310"/>
                      </a:lnTo>
                      <a:lnTo>
                        <a:pt x="482" y="6794"/>
                      </a:lnTo>
                      <a:lnTo>
                        <a:pt x="401" y="6584"/>
                      </a:lnTo>
                      <a:lnTo>
                        <a:pt x="320" y="6450"/>
                      </a:lnTo>
                      <a:lnTo>
                        <a:pt x="320" y="6215"/>
                      </a:lnTo>
                      <a:lnTo>
                        <a:pt x="86" y="5886"/>
                      </a:lnTo>
                      <a:lnTo>
                        <a:pt x="0" y="5814"/>
                      </a:lnTo>
                      <a:lnTo>
                        <a:pt x="67" y="5752"/>
                      </a:lnTo>
                      <a:lnTo>
                        <a:pt x="134" y="5767"/>
                      </a:lnTo>
                      <a:lnTo>
                        <a:pt x="134" y="5666"/>
                      </a:lnTo>
                      <a:lnTo>
                        <a:pt x="86" y="5552"/>
                      </a:lnTo>
                      <a:lnTo>
                        <a:pt x="86" y="5303"/>
                      </a:lnTo>
                      <a:lnTo>
                        <a:pt x="34" y="5155"/>
                      </a:lnTo>
                      <a:lnTo>
                        <a:pt x="201" y="5007"/>
                      </a:lnTo>
                      <a:lnTo>
                        <a:pt x="234" y="4888"/>
                      </a:lnTo>
                      <a:lnTo>
                        <a:pt x="201" y="4438"/>
                      </a:lnTo>
                      <a:lnTo>
                        <a:pt x="153" y="4142"/>
                      </a:lnTo>
                      <a:lnTo>
                        <a:pt x="101" y="4075"/>
                      </a:lnTo>
                      <a:lnTo>
                        <a:pt x="710" y="3760"/>
                      </a:lnTo>
                      <a:lnTo>
                        <a:pt x="850" y="3308"/>
                      </a:lnTo>
                      <a:lnTo>
                        <a:pt x="853" y="3295"/>
                      </a:lnTo>
                      <a:lnTo>
                        <a:pt x="854" y="3283"/>
                      </a:lnTo>
                      <a:lnTo>
                        <a:pt x="854" y="3271"/>
                      </a:lnTo>
                      <a:lnTo>
                        <a:pt x="853" y="3258"/>
                      </a:lnTo>
                      <a:lnTo>
                        <a:pt x="850" y="3246"/>
                      </a:lnTo>
                      <a:lnTo>
                        <a:pt x="847" y="3234"/>
                      </a:lnTo>
                      <a:lnTo>
                        <a:pt x="843" y="3222"/>
                      </a:lnTo>
                      <a:lnTo>
                        <a:pt x="838" y="3209"/>
                      </a:lnTo>
                      <a:lnTo>
                        <a:pt x="825" y="3184"/>
                      </a:lnTo>
                      <a:lnTo>
                        <a:pt x="809" y="3159"/>
                      </a:lnTo>
                      <a:lnTo>
                        <a:pt x="793" y="3135"/>
                      </a:lnTo>
                      <a:lnTo>
                        <a:pt x="777" y="3110"/>
                      </a:lnTo>
                      <a:lnTo>
                        <a:pt x="761" y="3086"/>
                      </a:lnTo>
                      <a:lnTo>
                        <a:pt x="747" y="3061"/>
                      </a:lnTo>
                      <a:lnTo>
                        <a:pt x="741" y="3050"/>
                      </a:lnTo>
                      <a:lnTo>
                        <a:pt x="736" y="3038"/>
                      </a:lnTo>
                      <a:lnTo>
                        <a:pt x="731" y="3026"/>
                      </a:lnTo>
                      <a:lnTo>
                        <a:pt x="727" y="3014"/>
                      </a:lnTo>
                      <a:lnTo>
                        <a:pt x="724" y="3002"/>
                      </a:lnTo>
                      <a:lnTo>
                        <a:pt x="722" y="2991"/>
                      </a:lnTo>
                      <a:lnTo>
                        <a:pt x="722" y="2979"/>
                      </a:lnTo>
                      <a:lnTo>
                        <a:pt x="723" y="2967"/>
                      </a:lnTo>
                      <a:lnTo>
                        <a:pt x="725" y="2956"/>
                      </a:lnTo>
                      <a:lnTo>
                        <a:pt x="730" y="2945"/>
                      </a:lnTo>
                      <a:lnTo>
                        <a:pt x="735" y="2934"/>
                      </a:lnTo>
                      <a:lnTo>
                        <a:pt x="743" y="2922"/>
                      </a:lnTo>
                      <a:lnTo>
                        <a:pt x="1266" y="2241"/>
                      </a:lnTo>
                      <a:lnTo>
                        <a:pt x="1614" y="2657"/>
                      </a:lnTo>
                      <a:lnTo>
                        <a:pt x="2120" y="2602"/>
                      </a:lnTo>
                      <a:lnTo>
                        <a:pt x="3858" y="2689"/>
                      </a:lnTo>
                      <a:lnTo>
                        <a:pt x="4187" y="2967"/>
                      </a:lnTo>
                      <a:lnTo>
                        <a:pt x="6020" y="3083"/>
                      </a:lnTo>
                      <a:lnTo>
                        <a:pt x="6615" y="3737"/>
                      </a:lnTo>
                      <a:lnTo>
                        <a:pt x="6648" y="3723"/>
                      </a:lnTo>
                      <a:lnTo>
                        <a:pt x="6683" y="3710"/>
                      </a:lnTo>
                      <a:lnTo>
                        <a:pt x="6718" y="3700"/>
                      </a:lnTo>
                      <a:lnTo>
                        <a:pt x="6754" y="3690"/>
                      </a:lnTo>
                      <a:lnTo>
                        <a:pt x="6825" y="3671"/>
                      </a:lnTo>
                      <a:lnTo>
                        <a:pt x="6894" y="3652"/>
                      </a:lnTo>
                      <a:lnTo>
                        <a:pt x="6910" y="3648"/>
                      </a:lnTo>
                      <a:lnTo>
                        <a:pt x="6927" y="3642"/>
                      </a:lnTo>
                      <a:lnTo>
                        <a:pt x="6943" y="3637"/>
                      </a:lnTo>
                      <a:lnTo>
                        <a:pt x="6959" y="3630"/>
                      </a:lnTo>
                      <a:lnTo>
                        <a:pt x="6974" y="3624"/>
                      </a:lnTo>
                      <a:lnTo>
                        <a:pt x="6990" y="3616"/>
                      </a:lnTo>
                      <a:lnTo>
                        <a:pt x="7005" y="3609"/>
                      </a:lnTo>
                      <a:lnTo>
                        <a:pt x="7019" y="3600"/>
                      </a:lnTo>
                      <a:lnTo>
                        <a:pt x="7033" y="3591"/>
                      </a:lnTo>
                      <a:lnTo>
                        <a:pt x="7047" y="3582"/>
                      </a:lnTo>
                      <a:lnTo>
                        <a:pt x="7059" y="3571"/>
                      </a:lnTo>
                      <a:lnTo>
                        <a:pt x="7072" y="3559"/>
                      </a:lnTo>
                      <a:lnTo>
                        <a:pt x="7084" y="3547"/>
                      </a:lnTo>
                      <a:lnTo>
                        <a:pt x="7095" y="3534"/>
                      </a:lnTo>
                      <a:lnTo>
                        <a:pt x="7105" y="3519"/>
                      </a:lnTo>
                      <a:lnTo>
                        <a:pt x="7116" y="3504"/>
                      </a:lnTo>
                      <a:lnTo>
                        <a:pt x="8300" y="1543"/>
                      </a:lnTo>
                      <a:lnTo>
                        <a:pt x="9312" y="1068"/>
                      </a:lnTo>
                      <a:lnTo>
                        <a:pt x="9929" y="654"/>
                      </a:lnTo>
                      <a:lnTo>
                        <a:pt x="9962" y="638"/>
                      </a:lnTo>
                      <a:lnTo>
                        <a:pt x="10014" y="620"/>
                      </a:lnTo>
                      <a:lnTo>
                        <a:pt x="10082" y="602"/>
                      </a:lnTo>
                      <a:lnTo>
                        <a:pt x="10166" y="583"/>
                      </a:lnTo>
                      <a:lnTo>
                        <a:pt x="10264" y="564"/>
                      </a:lnTo>
                      <a:lnTo>
                        <a:pt x="10375" y="544"/>
                      </a:lnTo>
                      <a:lnTo>
                        <a:pt x="10498" y="524"/>
                      </a:lnTo>
                      <a:lnTo>
                        <a:pt x="10633" y="503"/>
                      </a:lnTo>
                      <a:lnTo>
                        <a:pt x="10777" y="483"/>
                      </a:lnTo>
                      <a:lnTo>
                        <a:pt x="10930" y="461"/>
                      </a:lnTo>
                      <a:lnTo>
                        <a:pt x="11090" y="440"/>
                      </a:lnTo>
                      <a:lnTo>
                        <a:pt x="11257" y="417"/>
                      </a:lnTo>
                      <a:lnTo>
                        <a:pt x="11603" y="373"/>
                      </a:lnTo>
                      <a:lnTo>
                        <a:pt x="11961" y="328"/>
                      </a:lnTo>
                      <a:lnTo>
                        <a:pt x="12321" y="284"/>
                      </a:lnTo>
                      <a:lnTo>
                        <a:pt x="12673" y="238"/>
                      </a:lnTo>
                      <a:lnTo>
                        <a:pt x="12844" y="217"/>
                      </a:lnTo>
                      <a:lnTo>
                        <a:pt x="13010" y="195"/>
                      </a:lnTo>
                      <a:lnTo>
                        <a:pt x="13168" y="174"/>
                      </a:lnTo>
                      <a:lnTo>
                        <a:pt x="13320" y="152"/>
                      </a:lnTo>
                      <a:lnTo>
                        <a:pt x="13462" y="131"/>
                      </a:lnTo>
                      <a:lnTo>
                        <a:pt x="13595" y="111"/>
                      </a:lnTo>
                      <a:lnTo>
                        <a:pt x="13716" y="91"/>
                      </a:lnTo>
                      <a:lnTo>
                        <a:pt x="13826" y="72"/>
                      </a:lnTo>
                      <a:lnTo>
                        <a:pt x="13921" y="53"/>
                      </a:lnTo>
                      <a:lnTo>
                        <a:pt x="14003" y="35"/>
                      </a:lnTo>
                      <a:lnTo>
                        <a:pt x="14069" y="17"/>
                      </a:lnTo>
                      <a:lnTo>
                        <a:pt x="14118" y="0"/>
                      </a:lnTo>
                      <a:lnTo>
                        <a:pt x="15675" y="378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10" name="Google Shape;2210;p5">
                  <a:extLst>
                    <a:ext uri="{FF2B5EF4-FFF2-40B4-BE49-F238E27FC236}">
                      <a16:creationId xmlns:a16="http://schemas.microsoft.com/office/drawing/2014/main" id="{7A49D39E-4C66-1FC8-D367-C228549A20F9}"/>
                    </a:ext>
                  </a:extLst>
                </p:cNvPr>
                <p:cNvSpPr/>
                <p:nvPr/>
              </p:nvSpPr>
              <p:spPr>
                <a:xfrm>
                  <a:off x="2984" y="2276"/>
                  <a:ext cx="114" cy="72"/>
                </a:xfrm>
                <a:custGeom>
                  <a:avLst/>
                  <a:gdLst/>
                  <a:ahLst/>
                  <a:cxnLst/>
                  <a:rect l="l" t="t" r="r" b="b"/>
                  <a:pathLst>
                    <a:path w="15675" h="9942" extrusionOk="0">
                      <a:moveTo>
                        <a:pt x="15675" y="3780"/>
                      </a:moveTo>
                      <a:lnTo>
                        <a:pt x="15169" y="3985"/>
                      </a:lnTo>
                      <a:lnTo>
                        <a:pt x="14868" y="4199"/>
                      </a:lnTo>
                      <a:lnTo>
                        <a:pt x="14648" y="4443"/>
                      </a:lnTo>
                      <a:lnTo>
                        <a:pt x="14447" y="4864"/>
                      </a:lnTo>
                      <a:lnTo>
                        <a:pt x="14514" y="5031"/>
                      </a:lnTo>
                      <a:lnTo>
                        <a:pt x="14543" y="5260"/>
                      </a:lnTo>
                      <a:lnTo>
                        <a:pt x="14538" y="5308"/>
                      </a:lnTo>
                      <a:lnTo>
                        <a:pt x="14466" y="5374"/>
                      </a:lnTo>
                      <a:lnTo>
                        <a:pt x="14385" y="5418"/>
                      </a:lnTo>
                      <a:lnTo>
                        <a:pt x="14190" y="5385"/>
                      </a:lnTo>
                      <a:lnTo>
                        <a:pt x="14027" y="5466"/>
                      </a:lnTo>
                      <a:lnTo>
                        <a:pt x="13627" y="5576"/>
                      </a:lnTo>
                      <a:lnTo>
                        <a:pt x="13364" y="5843"/>
                      </a:lnTo>
                      <a:lnTo>
                        <a:pt x="13073" y="5967"/>
                      </a:lnTo>
                      <a:lnTo>
                        <a:pt x="12652" y="6020"/>
                      </a:lnTo>
                      <a:lnTo>
                        <a:pt x="12404" y="6082"/>
                      </a:lnTo>
                      <a:lnTo>
                        <a:pt x="12036" y="6264"/>
                      </a:lnTo>
                      <a:lnTo>
                        <a:pt x="11764" y="6336"/>
                      </a:lnTo>
                      <a:lnTo>
                        <a:pt x="11211" y="6574"/>
                      </a:lnTo>
                      <a:lnTo>
                        <a:pt x="10929" y="6593"/>
                      </a:lnTo>
                      <a:lnTo>
                        <a:pt x="10470" y="6679"/>
                      </a:lnTo>
                      <a:lnTo>
                        <a:pt x="9988" y="6908"/>
                      </a:lnTo>
                      <a:lnTo>
                        <a:pt x="9740" y="7051"/>
                      </a:lnTo>
                      <a:lnTo>
                        <a:pt x="9645" y="7262"/>
                      </a:lnTo>
                      <a:lnTo>
                        <a:pt x="9521" y="7448"/>
                      </a:lnTo>
                      <a:lnTo>
                        <a:pt x="9205" y="7739"/>
                      </a:lnTo>
                      <a:lnTo>
                        <a:pt x="9072" y="7825"/>
                      </a:lnTo>
                      <a:lnTo>
                        <a:pt x="9020" y="7897"/>
                      </a:lnTo>
                      <a:lnTo>
                        <a:pt x="8905" y="7936"/>
                      </a:lnTo>
                      <a:lnTo>
                        <a:pt x="8198" y="7906"/>
                      </a:lnTo>
                      <a:lnTo>
                        <a:pt x="7845" y="7951"/>
                      </a:lnTo>
                      <a:lnTo>
                        <a:pt x="7539" y="8146"/>
                      </a:lnTo>
                      <a:lnTo>
                        <a:pt x="7391" y="8347"/>
                      </a:lnTo>
                      <a:lnTo>
                        <a:pt x="6962" y="8585"/>
                      </a:lnTo>
                      <a:lnTo>
                        <a:pt x="6784" y="8623"/>
                      </a:lnTo>
                      <a:lnTo>
                        <a:pt x="6259" y="8776"/>
                      </a:lnTo>
                      <a:lnTo>
                        <a:pt x="5978" y="8801"/>
                      </a:lnTo>
                      <a:lnTo>
                        <a:pt x="5672" y="8733"/>
                      </a:lnTo>
                      <a:lnTo>
                        <a:pt x="5353" y="8786"/>
                      </a:lnTo>
                      <a:lnTo>
                        <a:pt x="5109" y="8762"/>
                      </a:lnTo>
                      <a:lnTo>
                        <a:pt x="4779" y="8801"/>
                      </a:lnTo>
                      <a:lnTo>
                        <a:pt x="4497" y="8977"/>
                      </a:lnTo>
                      <a:lnTo>
                        <a:pt x="4292" y="9321"/>
                      </a:lnTo>
                      <a:lnTo>
                        <a:pt x="3686" y="9598"/>
                      </a:lnTo>
                      <a:lnTo>
                        <a:pt x="3405" y="9771"/>
                      </a:lnTo>
                      <a:lnTo>
                        <a:pt x="2769" y="9785"/>
                      </a:lnTo>
                      <a:lnTo>
                        <a:pt x="2368" y="9909"/>
                      </a:lnTo>
                      <a:lnTo>
                        <a:pt x="2149" y="9890"/>
                      </a:lnTo>
                      <a:lnTo>
                        <a:pt x="1934" y="9942"/>
                      </a:lnTo>
                      <a:lnTo>
                        <a:pt x="1652" y="9818"/>
                      </a:lnTo>
                      <a:lnTo>
                        <a:pt x="1309" y="9832"/>
                      </a:lnTo>
                      <a:lnTo>
                        <a:pt x="1180" y="9435"/>
                      </a:lnTo>
                      <a:lnTo>
                        <a:pt x="898" y="9087"/>
                      </a:lnTo>
                      <a:lnTo>
                        <a:pt x="898" y="8356"/>
                      </a:lnTo>
                      <a:lnTo>
                        <a:pt x="865" y="8108"/>
                      </a:lnTo>
                      <a:lnTo>
                        <a:pt x="716" y="7955"/>
                      </a:lnTo>
                      <a:lnTo>
                        <a:pt x="635" y="7758"/>
                      </a:lnTo>
                      <a:lnTo>
                        <a:pt x="535" y="7310"/>
                      </a:lnTo>
                      <a:lnTo>
                        <a:pt x="482" y="6794"/>
                      </a:lnTo>
                      <a:lnTo>
                        <a:pt x="401" y="6584"/>
                      </a:lnTo>
                      <a:lnTo>
                        <a:pt x="320" y="6450"/>
                      </a:lnTo>
                      <a:lnTo>
                        <a:pt x="320" y="6215"/>
                      </a:lnTo>
                      <a:lnTo>
                        <a:pt x="86" y="5886"/>
                      </a:lnTo>
                      <a:lnTo>
                        <a:pt x="0" y="5814"/>
                      </a:lnTo>
                      <a:lnTo>
                        <a:pt x="67" y="5752"/>
                      </a:lnTo>
                      <a:lnTo>
                        <a:pt x="134" y="5767"/>
                      </a:lnTo>
                      <a:lnTo>
                        <a:pt x="134" y="5666"/>
                      </a:lnTo>
                      <a:lnTo>
                        <a:pt x="86" y="5552"/>
                      </a:lnTo>
                      <a:lnTo>
                        <a:pt x="86" y="5303"/>
                      </a:lnTo>
                      <a:lnTo>
                        <a:pt x="34" y="5155"/>
                      </a:lnTo>
                      <a:lnTo>
                        <a:pt x="201" y="5007"/>
                      </a:lnTo>
                      <a:lnTo>
                        <a:pt x="234" y="4888"/>
                      </a:lnTo>
                      <a:lnTo>
                        <a:pt x="201" y="4438"/>
                      </a:lnTo>
                      <a:lnTo>
                        <a:pt x="153" y="4142"/>
                      </a:lnTo>
                      <a:lnTo>
                        <a:pt x="101" y="4075"/>
                      </a:lnTo>
                      <a:lnTo>
                        <a:pt x="710" y="3760"/>
                      </a:lnTo>
                      <a:lnTo>
                        <a:pt x="850" y="3308"/>
                      </a:lnTo>
                      <a:lnTo>
                        <a:pt x="853" y="3295"/>
                      </a:lnTo>
                      <a:lnTo>
                        <a:pt x="854" y="3283"/>
                      </a:lnTo>
                      <a:lnTo>
                        <a:pt x="854" y="3271"/>
                      </a:lnTo>
                      <a:lnTo>
                        <a:pt x="853" y="3258"/>
                      </a:lnTo>
                      <a:lnTo>
                        <a:pt x="850" y="3246"/>
                      </a:lnTo>
                      <a:lnTo>
                        <a:pt x="847" y="3234"/>
                      </a:lnTo>
                      <a:lnTo>
                        <a:pt x="843" y="3222"/>
                      </a:lnTo>
                      <a:lnTo>
                        <a:pt x="838" y="3209"/>
                      </a:lnTo>
                      <a:lnTo>
                        <a:pt x="825" y="3184"/>
                      </a:lnTo>
                      <a:lnTo>
                        <a:pt x="809" y="3159"/>
                      </a:lnTo>
                      <a:lnTo>
                        <a:pt x="793" y="3135"/>
                      </a:lnTo>
                      <a:lnTo>
                        <a:pt x="777" y="3110"/>
                      </a:lnTo>
                      <a:lnTo>
                        <a:pt x="761" y="3086"/>
                      </a:lnTo>
                      <a:lnTo>
                        <a:pt x="747" y="3061"/>
                      </a:lnTo>
                      <a:lnTo>
                        <a:pt x="741" y="3050"/>
                      </a:lnTo>
                      <a:lnTo>
                        <a:pt x="736" y="3038"/>
                      </a:lnTo>
                      <a:lnTo>
                        <a:pt x="731" y="3026"/>
                      </a:lnTo>
                      <a:lnTo>
                        <a:pt x="727" y="3014"/>
                      </a:lnTo>
                      <a:lnTo>
                        <a:pt x="724" y="3002"/>
                      </a:lnTo>
                      <a:lnTo>
                        <a:pt x="722" y="2991"/>
                      </a:lnTo>
                      <a:lnTo>
                        <a:pt x="722" y="2979"/>
                      </a:lnTo>
                      <a:lnTo>
                        <a:pt x="723" y="2967"/>
                      </a:lnTo>
                      <a:lnTo>
                        <a:pt x="725" y="2956"/>
                      </a:lnTo>
                      <a:lnTo>
                        <a:pt x="730" y="2945"/>
                      </a:lnTo>
                      <a:lnTo>
                        <a:pt x="735" y="2934"/>
                      </a:lnTo>
                      <a:lnTo>
                        <a:pt x="743" y="2922"/>
                      </a:lnTo>
                      <a:lnTo>
                        <a:pt x="1266" y="2241"/>
                      </a:lnTo>
                      <a:lnTo>
                        <a:pt x="1614" y="2657"/>
                      </a:lnTo>
                      <a:lnTo>
                        <a:pt x="2120" y="2602"/>
                      </a:lnTo>
                      <a:lnTo>
                        <a:pt x="3858" y="2689"/>
                      </a:lnTo>
                      <a:lnTo>
                        <a:pt x="4187" y="2967"/>
                      </a:lnTo>
                      <a:lnTo>
                        <a:pt x="6020" y="3083"/>
                      </a:lnTo>
                      <a:lnTo>
                        <a:pt x="6615" y="3737"/>
                      </a:lnTo>
                      <a:lnTo>
                        <a:pt x="6648" y="3723"/>
                      </a:lnTo>
                      <a:lnTo>
                        <a:pt x="6683" y="3710"/>
                      </a:lnTo>
                      <a:lnTo>
                        <a:pt x="6718" y="3700"/>
                      </a:lnTo>
                      <a:lnTo>
                        <a:pt x="6754" y="3690"/>
                      </a:lnTo>
                      <a:lnTo>
                        <a:pt x="6825" y="3671"/>
                      </a:lnTo>
                      <a:lnTo>
                        <a:pt x="6894" y="3652"/>
                      </a:lnTo>
                      <a:lnTo>
                        <a:pt x="6910" y="3648"/>
                      </a:lnTo>
                      <a:lnTo>
                        <a:pt x="6927" y="3642"/>
                      </a:lnTo>
                      <a:lnTo>
                        <a:pt x="6943" y="3637"/>
                      </a:lnTo>
                      <a:lnTo>
                        <a:pt x="6959" y="3630"/>
                      </a:lnTo>
                      <a:lnTo>
                        <a:pt x="6974" y="3624"/>
                      </a:lnTo>
                      <a:lnTo>
                        <a:pt x="6990" y="3616"/>
                      </a:lnTo>
                      <a:lnTo>
                        <a:pt x="7005" y="3609"/>
                      </a:lnTo>
                      <a:lnTo>
                        <a:pt x="7019" y="3600"/>
                      </a:lnTo>
                      <a:lnTo>
                        <a:pt x="7033" y="3591"/>
                      </a:lnTo>
                      <a:lnTo>
                        <a:pt x="7047" y="3582"/>
                      </a:lnTo>
                      <a:lnTo>
                        <a:pt x="7059" y="3571"/>
                      </a:lnTo>
                      <a:lnTo>
                        <a:pt x="7072" y="3559"/>
                      </a:lnTo>
                      <a:lnTo>
                        <a:pt x="7084" y="3547"/>
                      </a:lnTo>
                      <a:lnTo>
                        <a:pt x="7095" y="3534"/>
                      </a:lnTo>
                      <a:lnTo>
                        <a:pt x="7105" y="3519"/>
                      </a:lnTo>
                      <a:lnTo>
                        <a:pt x="7116" y="3504"/>
                      </a:lnTo>
                      <a:lnTo>
                        <a:pt x="8300" y="1543"/>
                      </a:lnTo>
                      <a:lnTo>
                        <a:pt x="9312" y="1068"/>
                      </a:lnTo>
                      <a:lnTo>
                        <a:pt x="9929" y="654"/>
                      </a:lnTo>
                      <a:lnTo>
                        <a:pt x="9962" y="638"/>
                      </a:lnTo>
                      <a:lnTo>
                        <a:pt x="10014" y="620"/>
                      </a:lnTo>
                      <a:lnTo>
                        <a:pt x="10082" y="602"/>
                      </a:lnTo>
                      <a:lnTo>
                        <a:pt x="10166" y="583"/>
                      </a:lnTo>
                      <a:lnTo>
                        <a:pt x="10264" y="564"/>
                      </a:lnTo>
                      <a:lnTo>
                        <a:pt x="10375" y="544"/>
                      </a:lnTo>
                      <a:lnTo>
                        <a:pt x="10498" y="524"/>
                      </a:lnTo>
                      <a:lnTo>
                        <a:pt x="10633" y="503"/>
                      </a:lnTo>
                      <a:lnTo>
                        <a:pt x="10777" y="483"/>
                      </a:lnTo>
                      <a:lnTo>
                        <a:pt x="10930" y="461"/>
                      </a:lnTo>
                      <a:lnTo>
                        <a:pt x="11090" y="440"/>
                      </a:lnTo>
                      <a:lnTo>
                        <a:pt x="11257" y="417"/>
                      </a:lnTo>
                      <a:lnTo>
                        <a:pt x="11603" y="373"/>
                      </a:lnTo>
                      <a:lnTo>
                        <a:pt x="11961" y="328"/>
                      </a:lnTo>
                      <a:lnTo>
                        <a:pt x="12321" y="284"/>
                      </a:lnTo>
                      <a:lnTo>
                        <a:pt x="12673" y="238"/>
                      </a:lnTo>
                      <a:lnTo>
                        <a:pt x="12844" y="217"/>
                      </a:lnTo>
                      <a:lnTo>
                        <a:pt x="13010" y="195"/>
                      </a:lnTo>
                      <a:lnTo>
                        <a:pt x="13168" y="174"/>
                      </a:lnTo>
                      <a:lnTo>
                        <a:pt x="13320" y="152"/>
                      </a:lnTo>
                      <a:lnTo>
                        <a:pt x="13462" y="131"/>
                      </a:lnTo>
                      <a:lnTo>
                        <a:pt x="13595" y="111"/>
                      </a:lnTo>
                      <a:lnTo>
                        <a:pt x="13716" y="91"/>
                      </a:lnTo>
                      <a:lnTo>
                        <a:pt x="13826" y="72"/>
                      </a:lnTo>
                      <a:lnTo>
                        <a:pt x="13921" y="53"/>
                      </a:lnTo>
                      <a:lnTo>
                        <a:pt x="14003" y="35"/>
                      </a:lnTo>
                      <a:lnTo>
                        <a:pt x="14069" y="17"/>
                      </a:lnTo>
                      <a:lnTo>
                        <a:pt x="14118" y="0"/>
                      </a:lnTo>
                      <a:lnTo>
                        <a:pt x="15675" y="3780"/>
                      </a:lnTo>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211" name="Google Shape;2211;p5">
                <a:extLst>
                  <a:ext uri="{FF2B5EF4-FFF2-40B4-BE49-F238E27FC236}">
                    <a16:creationId xmlns:a16="http://schemas.microsoft.com/office/drawing/2014/main" id="{E799D22C-AFAD-1190-48C2-0D81194A9A66}"/>
                  </a:ext>
                </a:extLst>
              </p:cNvPr>
              <p:cNvSpPr/>
              <p:nvPr/>
            </p:nvSpPr>
            <p:spPr>
              <a:xfrm>
                <a:off x="3104" y="2214"/>
                <a:ext cx="3" cy="2"/>
              </a:xfrm>
              <a:custGeom>
                <a:avLst/>
                <a:gdLst/>
                <a:ahLst/>
                <a:cxnLst/>
                <a:rect l="l" t="t" r="r" b="b"/>
                <a:pathLst>
                  <a:path w="16" h="9" extrusionOk="0">
                    <a:moveTo>
                      <a:pt x="0" y="8"/>
                    </a:moveTo>
                    <a:lnTo>
                      <a:pt x="7" y="9"/>
                    </a:lnTo>
                    <a:lnTo>
                      <a:pt x="10" y="6"/>
                    </a:lnTo>
                    <a:lnTo>
                      <a:pt x="12" y="9"/>
                    </a:lnTo>
                    <a:lnTo>
                      <a:pt x="16" y="5"/>
                    </a:lnTo>
                    <a:lnTo>
                      <a:pt x="14" y="4"/>
                    </a:lnTo>
                    <a:lnTo>
                      <a:pt x="11" y="4"/>
                    </a:lnTo>
                    <a:lnTo>
                      <a:pt x="10" y="1"/>
                    </a:lnTo>
                    <a:lnTo>
                      <a:pt x="7" y="0"/>
                    </a:lnTo>
                    <a:lnTo>
                      <a:pt x="3" y="1"/>
                    </a:lnTo>
                    <a:lnTo>
                      <a:pt x="0" y="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212" name="Google Shape;2212;p5">
                <a:extLst>
                  <a:ext uri="{FF2B5EF4-FFF2-40B4-BE49-F238E27FC236}">
                    <a16:creationId xmlns:a16="http://schemas.microsoft.com/office/drawing/2014/main" id="{2026FA6C-6CBE-FEEC-483A-B5942AFBA185}"/>
                  </a:ext>
                </a:extLst>
              </p:cNvPr>
              <p:cNvGrpSpPr/>
              <p:nvPr/>
            </p:nvGrpSpPr>
            <p:grpSpPr>
              <a:xfrm>
                <a:off x="3086" y="2189"/>
                <a:ext cx="85" cy="114"/>
                <a:chOff x="3086" y="2189"/>
                <a:chExt cx="85" cy="114"/>
              </a:xfrm>
              <a:grpFill/>
            </p:grpSpPr>
            <p:sp>
              <p:nvSpPr>
                <p:cNvPr id="2213" name="Google Shape;2213;p5">
                  <a:extLst>
                    <a:ext uri="{FF2B5EF4-FFF2-40B4-BE49-F238E27FC236}">
                      <a16:creationId xmlns:a16="http://schemas.microsoft.com/office/drawing/2014/main" id="{62A71680-E58D-1727-0C65-C9AA4E72C970}"/>
                    </a:ext>
                  </a:extLst>
                </p:cNvPr>
                <p:cNvSpPr/>
                <p:nvPr/>
              </p:nvSpPr>
              <p:spPr>
                <a:xfrm>
                  <a:off x="3130" y="2189"/>
                  <a:ext cx="4" cy="8"/>
                </a:xfrm>
                <a:custGeom>
                  <a:avLst/>
                  <a:gdLst/>
                  <a:ahLst/>
                  <a:cxnLst/>
                  <a:rect l="l" t="t" r="r" b="b"/>
                  <a:pathLst>
                    <a:path w="19" h="40" extrusionOk="0">
                      <a:moveTo>
                        <a:pt x="0" y="15"/>
                      </a:moveTo>
                      <a:lnTo>
                        <a:pt x="1" y="19"/>
                      </a:lnTo>
                      <a:lnTo>
                        <a:pt x="3" y="25"/>
                      </a:lnTo>
                      <a:lnTo>
                        <a:pt x="2" y="27"/>
                      </a:lnTo>
                      <a:lnTo>
                        <a:pt x="3" y="31"/>
                      </a:lnTo>
                      <a:lnTo>
                        <a:pt x="1" y="36"/>
                      </a:lnTo>
                      <a:lnTo>
                        <a:pt x="3" y="37"/>
                      </a:lnTo>
                      <a:lnTo>
                        <a:pt x="11" y="40"/>
                      </a:lnTo>
                      <a:lnTo>
                        <a:pt x="12" y="36"/>
                      </a:lnTo>
                      <a:lnTo>
                        <a:pt x="17" y="27"/>
                      </a:lnTo>
                      <a:lnTo>
                        <a:pt x="17" y="18"/>
                      </a:lnTo>
                      <a:lnTo>
                        <a:pt x="15" y="15"/>
                      </a:lnTo>
                      <a:lnTo>
                        <a:pt x="15" y="11"/>
                      </a:lnTo>
                      <a:lnTo>
                        <a:pt x="18" y="9"/>
                      </a:lnTo>
                      <a:lnTo>
                        <a:pt x="19" y="4"/>
                      </a:lnTo>
                      <a:lnTo>
                        <a:pt x="15" y="0"/>
                      </a:lnTo>
                      <a:lnTo>
                        <a:pt x="9" y="4"/>
                      </a:lnTo>
                      <a:lnTo>
                        <a:pt x="7" y="4"/>
                      </a:lnTo>
                      <a:lnTo>
                        <a:pt x="0" y="1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14" name="Google Shape;2214;p5">
                  <a:extLst>
                    <a:ext uri="{FF2B5EF4-FFF2-40B4-BE49-F238E27FC236}">
                      <a16:creationId xmlns:a16="http://schemas.microsoft.com/office/drawing/2014/main" id="{6A0D6E33-A128-2890-0822-6C5C76AC6981}"/>
                    </a:ext>
                  </a:extLst>
                </p:cNvPr>
                <p:cNvSpPr/>
                <p:nvPr/>
              </p:nvSpPr>
              <p:spPr>
                <a:xfrm>
                  <a:off x="3086" y="2207"/>
                  <a:ext cx="85" cy="96"/>
                </a:xfrm>
                <a:custGeom>
                  <a:avLst/>
                  <a:gdLst/>
                  <a:ahLst/>
                  <a:cxnLst/>
                  <a:rect l="l" t="t" r="r" b="b"/>
                  <a:pathLst>
                    <a:path w="427" h="482" extrusionOk="0">
                      <a:moveTo>
                        <a:pt x="236" y="0"/>
                      </a:moveTo>
                      <a:lnTo>
                        <a:pt x="203" y="0"/>
                      </a:lnTo>
                      <a:lnTo>
                        <a:pt x="220" y="46"/>
                      </a:lnTo>
                      <a:lnTo>
                        <a:pt x="187" y="59"/>
                      </a:lnTo>
                      <a:lnTo>
                        <a:pt x="176" y="130"/>
                      </a:lnTo>
                      <a:lnTo>
                        <a:pt x="203" y="170"/>
                      </a:lnTo>
                      <a:lnTo>
                        <a:pt x="165" y="287"/>
                      </a:lnTo>
                      <a:lnTo>
                        <a:pt x="0" y="345"/>
                      </a:lnTo>
                      <a:lnTo>
                        <a:pt x="57" y="482"/>
                      </a:lnTo>
                      <a:lnTo>
                        <a:pt x="83" y="474"/>
                      </a:lnTo>
                      <a:lnTo>
                        <a:pt x="94" y="473"/>
                      </a:lnTo>
                      <a:lnTo>
                        <a:pt x="107" y="466"/>
                      </a:lnTo>
                      <a:lnTo>
                        <a:pt x="117" y="460"/>
                      </a:lnTo>
                      <a:lnTo>
                        <a:pt x="137" y="459"/>
                      </a:lnTo>
                      <a:lnTo>
                        <a:pt x="150" y="461"/>
                      </a:lnTo>
                      <a:lnTo>
                        <a:pt x="154" y="464"/>
                      </a:lnTo>
                      <a:lnTo>
                        <a:pt x="161" y="464"/>
                      </a:lnTo>
                      <a:lnTo>
                        <a:pt x="165" y="460"/>
                      </a:lnTo>
                      <a:lnTo>
                        <a:pt x="172" y="455"/>
                      </a:lnTo>
                      <a:lnTo>
                        <a:pt x="179" y="447"/>
                      </a:lnTo>
                      <a:lnTo>
                        <a:pt x="180" y="443"/>
                      </a:lnTo>
                      <a:lnTo>
                        <a:pt x="180" y="436"/>
                      </a:lnTo>
                      <a:lnTo>
                        <a:pt x="180" y="430"/>
                      </a:lnTo>
                      <a:lnTo>
                        <a:pt x="186" y="425"/>
                      </a:lnTo>
                      <a:lnTo>
                        <a:pt x="194" y="414"/>
                      </a:lnTo>
                      <a:lnTo>
                        <a:pt x="224" y="407"/>
                      </a:lnTo>
                      <a:lnTo>
                        <a:pt x="234" y="407"/>
                      </a:lnTo>
                      <a:lnTo>
                        <a:pt x="241" y="404"/>
                      </a:lnTo>
                      <a:lnTo>
                        <a:pt x="250" y="394"/>
                      </a:lnTo>
                      <a:lnTo>
                        <a:pt x="253" y="382"/>
                      </a:lnTo>
                      <a:lnTo>
                        <a:pt x="256" y="371"/>
                      </a:lnTo>
                      <a:lnTo>
                        <a:pt x="262" y="361"/>
                      </a:lnTo>
                      <a:lnTo>
                        <a:pt x="269" y="355"/>
                      </a:lnTo>
                      <a:lnTo>
                        <a:pt x="278" y="352"/>
                      </a:lnTo>
                      <a:lnTo>
                        <a:pt x="282" y="347"/>
                      </a:lnTo>
                      <a:lnTo>
                        <a:pt x="289" y="348"/>
                      </a:lnTo>
                      <a:lnTo>
                        <a:pt x="301" y="346"/>
                      </a:lnTo>
                      <a:lnTo>
                        <a:pt x="309" y="346"/>
                      </a:lnTo>
                      <a:lnTo>
                        <a:pt x="316" y="342"/>
                      </a:lnTo>
                      <a:lnTo>
                        <a:pt x="319" y="337"/>
                      </a:lnTo>
                      <a:lnTo>
                        <a:pt x="316" y="328"/>
                      </a:lnTo>
                      <a:lnTo>
                        <a:pt x="314" y="325"/>
                      </a:lnTo>
                      <a:lnTo>
                        <a:pt x="312" y="312"/>
                      </a:lnTo>
                      <a:lnTo>
                        <a:pt x="312" y="303"/>
                      </a:lnTo>
                      <a:lnTo>
                        <a:pt x="315" y="293"/>
                      </a:lnTo>
                      <a:lnTo>
                        <a:pt x="314" y="285"/>
                      </a:lnTo>
                      <a:lnTo>
                        <a:pt x="327" y="265"/>
                      </a:lnTo>
                      <a:lnTo>
                        <a:pt x="335" y="256"/>
                      </a:lnTo>
                      <a:lnTo>
                        <a:pt x="339" y="253"/>
                      </a:lnTo>
                      <a:lnTo>
                        <a:pt x="342" y="255"/>
                      </a:lnTo>
                      <a:lnTo>
                        <a:pt x="344" y="260"/>
                      </a:lnTo>
                      <a:lnTo>
                        <a:pt x="347" y="262"/>
                      </a:lnTo>
                      <a:lnTo>
                        <a:pt x="353" y="264"/>
                      </a:lnTo>
                      <a:lnTo>
                        <a:pt x="355" y="261"/>
                      </a:lnTo>
                      <a:lnTo>
                        <a:pt x="365" y="244"/>
                      </a:lnTo>
                      <a:lnTo>
                        <a:pt x="369" y="239"/>
                      </a:lnTo>
                      <a:lnTo>
                        <a:pt x="376" y="224"/>
                      </a:lnTo>
                      <a:lnTo>
                        <a:pt x="382" y="216"/>
                      </a:lnTo>
                      <a:lnTo>
                        <a:pt x="396" y="206"/>
                      </a:lnTo>
                      <a:lnTo>
                        <a:pt x="416" y="178"/>
                      </a:lnTo>
                      <a:lnTo>
                        <a:pt x="421" y="167"/>
                      </a:lnTo>
                      <a:lnTo>
                        <a:pt x="422" y="161"/>
                      </a:lnTo>
                      <a:lnTo>
                        <a:pt x="427" y="147"/>
                      </a:lnTo>
                      <a:lnTo>
                        <a:pt x="427" y="143"/>
                      </a:lnTo>
                      <a:lnTo>
                        <a:pt x="423" y="140"/>
                      </a:lnTo>
                      <a:lnTo>
                        <a:pt x="419" y="137"/>
                      </a:lnTo>
                      <a:lnTo>
                        <a:pt x="418" y="134"/>
                      </a:lnTo>
                      <a:lnTo>
                        <a:pt x="406" y="131"/>
                      </a:lnTo>
                      <a:lnTo>
                        <a:pt x="396" y="124"/>
                      </a:lnTo>
                      <a:lnTo>
                        <a:pt x="391" y="111"/>
                      </a:lnTo>
                      <a:lnTo>
                        <a:pt x="386" y="108"/>
                      </a:lnTo>
                      <a:lnTo>
                        <a:pt x="382" y="103"/>
                      </a:lnTo>
                      <a:lnTo>
                        <a:pt x="381" y="98"/>
                      </a:lnTo>
                      <a:lnTo>
                        <a:pt x="375" y="92"/>
                      </a:lnTo>
                      <a:lnTo>
                        <a:pt x="373" y="88"/>
                      </a:lnTo>
                      <a:lnTo>
                        <a:pt x="366" y="79"/>
                      </a:lnTo>
                      <a:lnTo>
                        <a:pt x="354" y="73"/>
                      </a:lnTo>
                      <a:lnTo>
                        <a:pt x="347" y="73"/>
                      </a:lnTo>
                      <a:lnTo>
                        <a:pt x="332" y="66"/>
                      </a:lnTo>
                      <a:lnTo>
                        <a:pt x="315" y="63"/>
                      </a:lnTo>
                      <a:lnTo>
                        <a:pt x="309" y="61"/>
                      </a:lnTo>
                      <a:lnTo>
                        <a:pt x="285" y="51"/>
                      </a:lnTo>
                      <a:lnTo>
                        <a:pt x="274" y="43"/>
                      </a:lnTo>
                      <a:lnTo>
                        <a:pt x="266" y="40"/>
                      </a:lnTo>
                      <a:lnTo>
                        <a:pt x="260" y="30"/>
                      </a:lnTo>
                      <a:lnTo>
                        <a:pt x="252" y="23"/>
                      </a:lnTo>
                      <a:lnTo>
                        <a:pt x="250" y="19"/>
                      </a:lnTo>
                      <a:lnTo>
                        <a:pt x="241" y="12"/>
                      </a:lnTo>
                      <a:lnTo>
                        <a:pt x="236"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215" name="Google Shape;2215;p5">
                <a:extLst>
                  <a:ext uri="{FF2B5EF4-FFF2-40B4-BE49-F238E27FC236}">
                    <a16:creationId xmlns:a16="http://schemas.microsoft.com/office/drawing/2014/main" id="{71D37253-6AC8-8A2C-76A1-2B3634307EDC}"/>
                  </a:ext>
                </a:extLst>
              </p:cNvPr>
              <p:cNvSpPr/>
              <p:nvPr/>
            </p:nvSpPr>
            <p:spPr>
              <a:xfrm>
                <a:off x="3069" y="2190"/>
                <a:ext cx="1" cy="3"/>
              </a:xfrm>
              <a:custGeom>
                <a:avLst/>
                <a:gdLst/>
                <a:ahLst/>
                <a:cxnLst/>
                <a:rect l="l" t="t" r="r" b="b"/>
                <a:pathLst>
                  <a:path w="8" h="19" extrusionOk="0">
                    <a:moveTo>
                      <a:pt x="8" y="3"/>
                    </a:moveTo>
                    <a:lnTo>
                      <a:pt x="0" y="0"/>
                    </a:lnTo>
                    <a:lnTo>
                      <a:pt x="0" y="11"/>
                    </a:lnTo>
                    <a:lnTo>
                      <a:pt x="3" y="19"/>
                    </a:lnTo>
                    <a:lnTo>
                      <a:pt x="8" y="17"/>
                    </a:lnTo>
                    <a:lnTo>
                      <a:pt x="8" y="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216" name="Google Shape;2216;p5">
                <a:extLst>
                  <a:ext uri="{FF2B5EF4-FFF2-40B4-BE49-F238E27FC236}">
                    <a16:creationId xmlns:a16="http://schemas.microsoft.com/office/drawing/2014/main" id="{69E80BDC-468F-D3E0-CA24-B45B6E04D1AE}"/>
                  </a:ext>
                </a:extLst>
              </p:cNvPr>
              <p:cNvGrpSpPr/>
              <p:nvPr/>
            </p:nvGrpSpPr>
            <p:grpSpPr>
              <a:xfrm>
                <a:off x="3000" y="2012"/>
                <a:ext cx="210" cy="192"/>
                <a:chOff x="3000" y="2012"/>
                <a:chExt cx="210" cy="192"/>
              </a:xfrm>
              <a:grpFill/>
            </p:grpSpPr>
            <p:sp>
              <p:nvSpPr>
                <p:cNvPr id="2217" name="Google Shape;2217;p5">
                  <a:extLst>
                    <a:ext uri="{FF2B5EF4-FFF2-40B4-BE49-F238E27FC236}">
                      <a16:creationId xmlns:a16="http://schemas.microsoft.com/office/drawing/2014/main" id="{24271CF5-1047-30D7-1930-6ABBF77D0684}"/>
                    </a:ext>
                  </a:extLst>
                </p:cNvPr>
                <p:cNvSpPr/>
                <p:nvPr/>
              </p:nvSpPr>
              <p:spPr>
                <a:xfrm>
                  <a:off x="3122" y="2182"/>
                  <a:ext cx="10" cy="5"/>
                </a:xfrm>
                <a:custGeom>
                  <a:avLst/>
                  <a:gdLst/>
                  <a:ahLst/>
                  <a:cxnLst/>
                  <a:rect l="l" t="t" r="r" b="b"/>
                  <a:pathLst>
                    <a:path w="50" h="26" extrusionOk="0">
                      <a:moveTo>
                        <a:pt x="50" y="2"/>
                      </a:moveTo>
                      <a:lnTo>
                        <a:pt x="45" y="0"/>
                      </a:lnTo>
                      <a:lnTo>
                        <a:pt x="27" y="2"/>
                      </a:lnTo>
                      <a:lnTo>
                        <a:pt x="23" y="10"/>
                      </a:lnTo>
                      <a:lnTo>
                        <a:pt x="12" y="18"/>
                      </a:lnTo>
                      <a:lnTo>
                        <a:pt x="0" y="22"/>
                      </a:lnTo>
                      <a:lnTo>
                        <a:pt x="1" y="26"/>
                      </a:lnTo>
                      <a:lnTo>
                        <a:pt x="27" y="19"/>
                      </a:lnTo>
                      <a:lnTo>
                        <a:pt x="50" y="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18" name="Google Shape;2218;p5">
                  <a:extLst>
                    <a:ext uri="{FF2B5EF4-FFF2-40B4-BE49-F238E27FC236}">
                      <a16:creationId xmlns:a16="http://schemas.microsoft.com/office/drawing/2014/main" id="{764992B9-F59A-D8F5-23D6-560A80048B69}"/>
                    </a:ext>
                  </a:extLst>
                </p:cNvPr>
                <p:cNvSpPr/>
                <p:nvPr/>
              </p:nvSpPr>
              <p:spPr>
                <a:xfrm>
                  <a:off x="3000" y="2012"/>
                  <a:ext cx="210" cy="192"/>
                </a:xfrm>
                <a:custGeom>
                  <a:avLst/>
                  <a:gdLst/>
                  <a:ahLst/>
                  <a:cxnLst/>
                  <a:rect l="l" t="t" r="r" b="b"/>
                  <a:pathLst>
                    <a:path w="1049" h="961" extrusionOk="0">
                      <a:moveTo>
                        <a:pt x="957" y="958"/>
                      </a:moveTo>
                      <a:lnTo>
                        <a:pt x="954" y="957"/>
                      </a:lnTo>
                      <a:lnTo>
                        <a:pt x="947" y="961"/>
                      </a:lnTo>
                      <a:lnTo>
                        <a:pt x="932" y="960"/>
                      </a:lnTo>
                      <a:lnTo>
                        <a:pt x="920" y="957"/>
                      </a:lnTo>
                      <a:lnTo>
                        <a:pt x="903" y="951"/>
                      </a:lnTo>
                      <a:lnTo>
                        <a:pt x="895" y="944"/>
                      </a:lnTo>
                      <a:lnTo>
                        <a:pt x="889" y="949"/>
                      </a:lnTo>
                      <a:lnTo>
                        <a:pt x="855" y="947"/>
                      </a:lnTo>
                      <a:lnTo>
                        <a:pt x="836" y="944"/>
                      </a:lnTo>
                      <a:lnTo>
                        <a:pt x="825" y="939"/>
                      </a:lnTo>
                      <a:lnTo>
                        <a:pt x="820" y="941"/>
                      </a:lnTo>
                      <a:lnTo>
                        <a:pt x="818" y="945"/>
                      </a:lnTo>
                      <a:lnTo>
                        <a:pt x="806" y="938"/>
                      </a:lnTo>
                      <a:lnTo>
                        <a:pt x="792" y="933"/>
                      </a:lnTo>
                      <a:lnTo>
                        <a:pt x="775" y="933"/>
                      </a:lnTo>
                      <a:lnTo>
                        <a:pt x="755" y="930"/>
                      </a:lnTo>
                      <a:lnTo>
                        <a:pt x="744" y="926"/>
                      </a:lnTo>
                      <a:lnTo>
                        <a:pt x="726" y="925"/>
                      </a:lnTo>
                      <a:lnTo>
                        <a:pt x="717" y="912"/>
                      </a:lnTo>
                      <a:lnTo>
                        <a:pt x="710" y="893"/>
                      </a:lnTo>
                      <a:lnTo>
                        <a:pt x="705" y="869"/>
                      </a:lnTo>
                      <a:lnTo>
                        <a:pt x="697" y="852"/>
                      </a:lnTo>
                      <a:lnTo>
                        <a:pt x="683" y="843"/>
                      </a:lnTo>
                      <a:lnTo>
                        <a:pt x="673" y="839"/>
                      </a:lnTo>
                      <a:lnTo>
                        <a:pt x="665" y="838"/>
                      </a:lnTo>
                      <a:lnTo>
                        <a:pt x="645" y="847"/>
                      </a:lnTo>
                      <a:lnTo>
                        <a:pt x="625" y="853"/>
                      </a:lnTo>
                      <a:lnTo>
                        <a:pt x="619" y="860"/>
                      </a:lnTo>
                      <a:lnTo>
                        <a:pt x="610" y="865"/>
                      </a:lnTo>
                      <a:lnTo>
                        <a:pt x="600" y="865"/>
                      </a:lnTo>
                      <a:lnTo>
                        <a:pt x="584" y="875"/>
                      </a:lnTo>
                      <a:lnTo>
                        <a:pt x="573" y="877"/>
                      </a:lnTo>
                      <a:lnTo>
                        <a:pt x="559" y="874"/>
                      </a:lnTo>
                      <a:lnTo>
                        <a:pt x="551" y="868"/>
                      </a:lnTo>
                      <a:lnTo>
                        <a:pt x="537" y="865"/>
                      </a:lnTo>
                      <a:lnTo>
                        <a:pt x="523" y="868"/>
                      </a:lnTo>
                      <a:lnTo>
                        <a:pt x="516" y="868"/>
                      </a:lnTo>
                      <a:lnTo>
                        <a:pt x="507" y="856"/>
                      </a:lnTo>
                      <a:lnTo>
                        <a:pt x="511" y="859"/>
                      </a:lnTo>
                      <a:lnTo>
                        <a:pt x="509" y="854"/>
                      </a:lnTo>
                      <a:lnTo>
                        <a:pt x="502" y="849"/>
                      </a:lnTo>
                      <a:lnTo>
                        <a:pt x="470" y="838"/>
                      </a:lnTo>
                      <a:lnTo>
                        <a:pt x="462" y="826"/>
                      </a:lnTo>
                      <a:lnTo>
                        <a:pt x="462" y="822"/>
                      </a:lnTo>
                      <a:lnTo>
                        <a:pt x="453" y="812"/>
                      </a:lnTo>
                      <a:lnTo>
                        <a:pt x="438" y="805"/>
                      </a:lnTo>
                      <a:lnTo>
                        <a:pt x="425" y="800"/>
                      </a:lnTo>
                      <a:lnTo>
                        <a:pt x="409" y="799"/>
                      </a:lnTo>
                      <a:lnTo>
                        <a:pt x="400" y="794"/>
                      </a:lnTo>
                      <a:lnTo>
                        <a:pt x="392" y="785"/>
                      </a:lnTo>
                      <a:lnTo>
                        <a:pt x="384" y="762"/>
                      </a:lnTo>
                      <a:lnTo>
                        <a:pt x="374" y="745"/>
                      </a:lnTo>
                      <a:lnTo>
                        <a:pt x="371" y="730"/>
                      </a:lnTo>
                      <a:lnTo>
                        <a:pt x="351" y="713"/>
                      </a:lnTo>
                      <a:lnTo>
                        <a:pt x="347" y="699"/>
                      </a:lnTo>
                      <a:lnTo>
                        <a:pt x="342" y="689"/>
                      </a:lnTo>
                      <a:lnTo>
                        <a:pt x="334" y="685"/>
                      </a:lnTo>
                      <a:lnTo>
                        <a:pt x="324" y="669"/>
                      </a:lnTo>
                      <a:lnTo>
                        <a:pt x="323" y="661"/>
                      </a:lnTo>
                      <a:lnTo>
                        <a:pt x="319" y="655"/>
                      </a:lnTo>
                      <a:lnTo>
                        <a:pt x="313" y="651"/>
                      </a:lnTo>
                      <a:lnTo>
                        <a:pt x="301" y="656"/>
                      </a:lnTo>
                      <a:lnTo>
                        <a:pt x="293" y="664"/>
                      </a:lnTo>
                      <a:lnTo>
                        <a:pt x="292" y="661"/>
                      </a:lnTo>
                      <a:lnTo>
                        <a:pt x="286" y="659"/>
                      </a:lnTo>
                      <a:lnTo>
                        <a:pt x="283" y="654"/>
                      </a:lnTo>
                      <a:lnTo>
                        <a:pt x="276" y="649"/>
                      </a:lnTo>
                      <a:lnTo>
                        <a:pt x="271" y="642"/>
                      </a:lnTo>
                      <a:lnTo>
                        <a:pt x="270" y="632"/>
                      </a:lnTo>
                      <a:lnTo>
                        <a:pt x="265" y="627"/>
                      </a:lnTo>
                      <a:lnTo>
                        <a:pt x="256" y="624"/>
                      </a:lnTo>
                      <a:lnTo>
                        <a:pt x="252" y="628"/>
                      </a:lnTo>
                      <a:lnTo>
                        <a:pt x="254" y="634"/>
                      </a:lnTo>
                      <a:lnTo>
                        <a:pt x="252" y="640"/>
                      </a:lnTo>
                      <a:lnTo>
                        <a:pt x="253" y="646"/>
                      </a:lnTo>
                      <a:lnTo>
                        <a:pt x="244" y="646"/>
                      </a:lnTo>
                      <a:lnTo>
                        <a:pt x="243" y="656"/>
                      </a:lnTo>
                      <a:lnTo>
                        <a:pt x="240" y="655"/>
                      </a:lnTo>
                      <a:lnTo>
                        <a:pt x="237" y="653"/>
                      </a:lnTo>
                      <a:lnTo>
                        <a:pt x="217" y="638"/>
                      </a:lnTo>
                      <a:lnTo>
                        <a:pt x="210" y="630"/>
                      </a:lnTo>
                      <a:lnTo>
                        <a:pt x="205" y="622"/>
                      </a:lnTo>
                      <a:lnTo>
                        <a:pt x="201" y="602"/>
                      </a:lnTo>
                      <a:lnTo>
                        <a:pt x="188" y="595"/>
                      </a:lnTo>
                      <a:lnTo>
                        <a:pt x="189" y="574"/>
                      </a:lnTo>
                      <a:lnTo>
                        <a:pt x="193" y="547"/>
                      </a:lnTo>
                      <a:lnTo>
                        <a:pt x="186" y="533"/>
                      </a:lnTo>
                      <a:lnTo>
                        <a:pt x="179" y="521"/>
                      </a:lnTo>
                      <a:lnTo>
                        <a:pt x="172" y="506"/>
                      </a:lnTo>
                      <a:lnTo>
                        <a:pt x="163" y="497"/>
                      </a:lnTo>
                      <a:lnTo>
                        <a:pt x="150" y="493"/>
                      </a:lnTo>
                      <a:lnTo>
                        <a:pt x="140" y="488"/>
                      </a:lnTo>
                      <a:lnTo>
                        <a:pt x="126" y="477"/>
                      </a:lnTo>
                      <a:lnTo>
                        <a:pt x="111" y="466"/>
                      </a:lnTo>
                      <a:lnTo>
                        <a:pt x="99" y="460"/>
                      </a:lnTo>
                      <a:lnTo>
                        <a:pt x="99" y="449"/>
                      </a:lnTo>
                      <a:lnTo>
                        <a:pt x="93" y="435"/>
                      </a:lnTo>
                      <a:lnTo>
                        <a:pt x="86" y="429"/>
                      </a:lnTo>
                      <a:lnTo>
                        <a:pt x="82" y="422"/>
                      </a:lnTo>
                      <a:lnTo>
                        <a:pt x="73" y="422"/>
                      </a:lnTo>
                      <a:lnTo>
                        <a:pt x="67" y="417"/>
                      </a:lnTo>
                      <a:lnTo>
                        <a:pt x="65" y="401"/>
                      </a:lnTo>
                      <a:lnTo>
                        <a:pt x="68" y="400"/>
                      </a:lnTo>
                      <a:lnTo>
                        <a:pt x="72" y="393"/>
                      </a:lnTo>
                      <a:lnTo>
                        <a:pt x="76" y="368"/>
                      </a:lnTo>
                      <a:lnTo>
                        <a:pt x="80" y="360"/>
                      </a:lnTo>
                      <a:lnTo>
                        <a:pt x="88" y="358"/>
                      </a:lnTo>
                      <a:lnTo>
                        <a:pt x="87" y="349"/>
                      </a:lnTo>
                      <a:lnTo>
                        <a:pt x="100" y="328"/>
                      </a:lnTo>
                      <a:lnTo>
                        <a:pt x="109" y="317"/>
                      </a:lnTo>
                      <a:lnTo>
                        <a:pt x="104" y="299"/>
                      </a:lnTo>
                      <a:lnTo>
                        <a:pt x="110" y="285"/>
                      </a:lnTo>
                      <a:lnTo>
                        <a:pt x="116" y="278"/>
                      </a:lnTo>
                      <a:lnTo>
                        <a:pt x="102" y="278"/>
                      </a:lnTo>
                      <a:lnTo>
                        <a:pt x="80" y="273"/>
                      </a:lnTo>
                      <a:lnTo>
                        <a:pt x="68" y="262"/>
                      </a:lnTo>
                      <a:lnTo>
                        <a:pt x="62" y="240"/>
                      </a:lnTo>
                      <a:lnTo>
                        <a:pt x="50" y="230"/>
                      </a:lnTo>
                      <a:lnTo>
                        <a:pt x="40" y="213"/>
                      </a:lnTo>
                      <a:lnTo>
                        <a:pt x="35" y="180"/>
                      </a:lnTo>
                      <a:lnTo>
                        <a:pt x="34" y="164"/>
                      </a:lnTo>
                      <a:lnTo>
                        <a:pt x="22" y="147"/>
                      </a:lnTo>
                      <a:lnTo>
                        <a:pt x="8" y="139"/>
                      </a:lnTo>
                      <a:lnTo>
                        <a:pt x="12" y="118"/>
                      </a:lnTo>
                      <a:lnTo>
                        <a:pt x="10" y="102"/>
                      </a:lnTo>
                      <a:lnTo>
                        <a:pt x="10" y="85"/>
                      </a:lnTo>
                      <a:lnTo>
                        <a:pt x="8" y="58"/>
                      </a:lnTo>
                      <a:lnTo>
                        <a:pt x="1" y="41"/>
                      </a:lnTo>
                      <a:lnTo>
                        <a:pt x="0" y="34"/>
                      </a:lnTo>
                      <a:lnTo>
                        <a:pt x="14" y="25"/>
                      </a:lnTo>
                      <a:lnTo>
                        <a:pt x="16" y="18"/>
                      </a:lnTo>
                      <a:lnTo>
                        <a:pt x="25" y="0"/>
                      </a:lnTo>
                      <a:lnTo>
                        <a:pt x="34" y="11"/>
                      </a:lnTo>
                      <a:lnTo>
                        <a:pt x="38" y="16"/>
                      </a:lnTo>
                      <a:lnTo>
                        <a:pt x="70" y="62"/>
                      </a:lnTo>
                      <a:lnTo>
                        <a:pt x="86" y="65"/>
                      </a:lnTo>
                      <a:lnTo>
                        <a:pt x="99" y="68"/>
                      </a:lnTo>
                      <a:lnTo>
                        <a:pt x="104" y="68"/>
                      </a:lnTo>
                      <a:lnTo>
                        <a:pt x="121" y="68"/>
                      </a:lnTo>
                      <a:lnTo>
                        <a:pt x="127" y="68"/>
                      </a:lnTo>
                      <a:lnTo>
                        <a:pt x="138" y="65"/>
                      </a:lnTo>
                      <a:lnTo>
                        <a:pt x="150" y="53"/>
                      </a:lnTo>
                      <a:lnTo>
                        <a:pt x="156" y="37"/>
                      </a:lnTo>
                      <a:lnTo>
                        <a:pt x="166" y="27"/>
                      </a:lnTo>
                      <a:lnTo>
                        <a:pt x="178" y="19"/>
                      </a:lnTo>
                      <a:lnTo>
                        <a:pt x="204" y="13"/>
                      </a:lnTo>
                      <a:lnTo>
                        <a:pt x="221" y="22"/>
                      </a:lnTo>
                      <a:lnTo>
                        <a:pt x="220" y="36"/>
                      </a:lnTo>
                      <a:lnTo>
                        <a:pt x="227" y="57"/>
                      </a:lnTo>
                      <a:lnTo>
                        <a:pt x="212" y="65"/>
                      </a:lnTo>
                      <a:lnTo>
                        <a:pt x="209" y="70"/>
                      </a:lnTo>
                      <a:lnTo>
                        <a:pt x="220" y="77"/>
                      </a:lnTo>
                      <a:lnTo>
                        <a:pt x="224" y="81"/>
                      </a:lnTo>
                      <a:lnTo>
                        <a:pt x="232" y="85"/>
                      </a:lnTo>
                      <a:lnTo>
                        <a:pt x="240" y="92"/>
                      </a:lnTo>
                      <a:lnTo>
                        <a:pt x="247" y="95"/>
                      </a:lnTo>
                      <a:lnTo>
                        <a:pt x="254" y="95"/>
                      </a:lnTo>
                      <a:lnTo>
                        <a:pt x="258" y="94"/>
                      </a:lnTo>
                      <a:lnTo>
                        <a:pt x="260" y="123"/>
                      </a:lnTo>
                      <a:lnTo>
                        <a:pt x="265" y="142"/>
                      </a:lnTo>
                      <a:lnTo>
                        <a:pt x="270" y="155"/>
                      </a:lnTo>
                      <a:lnTo>
                        <a:pt x="282" y="165"/>
                      </a:lnTo>
                      <a:lnTo>
                        <a:pt x="293" y="167"/>
                      </a:lnTo>
                      <a:lnTo>
                        <a:pt x="303" y="171"/>
                      </a:lnTo>
                      <a:lnTo>
                        <a:pt x="318" y="170"/>
                      </a:lnTo>
                      <a:lnTo>
                        <a:pt x="329" y="171"/>
                      </a:lnTo>
                      <a:lnTo>
                        <a:pt x="336" y="176"/>
                      </a:lnTo>
                      <a:lnTo>
                        <a:pt x="344" y="192"/>
                      </a:lnTo>
                      <a:lnTo>
                        <a:pt x="357" y="203"/>
                      </a:lnTo>
                      <a:lnTo>
                        <a:pt x="377" y="214"/>
                      </a:lnTo>
                      <a:lnTo>
                        <a:pt x="411" y="225"/>
                      </a:lnTo>
                      <a:lnTo>
                        <a:pt x="423" y="226"/>
                      </a:lnTo>
                      <a:lnTo>
                        <a:pt x="479" y="209"/>
                      </a:lnTo>
                      <a:lnTo>
                        <a:pt x="497" y="207"/>
                      </a:lnTo>
                      <a:lnTo>
                        <a:pt x="519" y="202"/>
                      </a:lnTo>
                      <a:lnTo>
                        <a:pt x="516" y="205"/>
                      </a:lnTo>
                      <a:lnTo>
                        <a:pt x="502" y="208"/>
                      </a:lnTo>
                      <a:lnTo>
                        <a:pt x="519" y="210"/>
                      </a:lnTo>
                      <a:lnTo>
                        <a:pt x="543" y="207"/>
                      </a:lnTo>
                      <a:lnTo>
                        <a:pt x="543" y="187"/>
                      </a:lnTo>
                      <a:lnTo>
                        <a:pt x="534" y="166"/>
                      </a:lnTo>
                      <a:lnTo>
                        <a:pt x="548" y="166"/>
                      </a:lnTo>
                      <a:lnTo>
                        <a:pt x="566" y="162"/>
                      </a:lnTo>
                      <a:lnTo>
                        <a:pt x="600" y="135"/>
                      </a:lnTo>
                      <a:lnTo>
                        <a:pt x="615" y="121"/>
                      </a:lnTo>
                      <a:lnTo>
                        <a:pt x="631" y="117"/>
                      </a:lnTo>
                      <a:lnTo>
                        <a:pt x="642" y="117"/>
                      </a:lnTo>
                      <a:lnTo>
                        <a:pt x="653" y="121"/>
                      </a:lnTo>
                      <a:lnTo>
                        <a:pt x="664" y="121"/>
                      </a:lnTo>
                      <a:lnTo>
                        <a:pt x="669" y="116"/>
                      </a:lnTo>
                      <a:lnTo>
                        <a:pt x="672" y="107"/>
                      </a:lnTo>
                      <a:lnTo>
                        <a:pt x="686" y="105"/>
                      </a:lnTo>
                      <a:lnTo>
                        <a:pt x="707" y="107"/>
                      </a:lnTo>
                      <a:lnTo>
                        <a:pt x="722" y="119"/>
                      </a:lnTo>
                      <a:lnTo>
                        <a:pt x="731" y="131"/>
                      </a:lnTo>
                      <a:lnTo>
                        <a:pt x="769" y="143"/>
                      </a:lnTo>
                      <a:lnTo>
                        <a:pt x="782" y="150"/>
                      </a:lnTo>
                      <a:lnTo>
                        <a:pt x="793" y="153"/>
                      </a:lnTo>
                      <a:lnTo>
                        <a:pt x="804" y="150"/>
                      </a:lnTo>
                      <a:lnTo>
                        <a:pt x="819" y="153"/>
                      </a:lnTo>
                      <a:lnTo>
                        <a:pt x="828" y="158"/>
                      </a:lnTo>
                      <a:lnTo>
                        <a:pt x="837" y="171"/>
                      </a:lnTo>
                      <a:lnTo>
                        <a:pt x="841" y="183"/>
                      </a:lnTo>
                      <a:lnTo>
                        <a:pt x="851" y="187"/>
                      </a:lnTo>
                      <a:lnTo>
                        <a:pt x="867" y="197"/>
                      </a:lnTo>
                      <a:lnTo>
                        <a:pt x="889" y="215"/>
                      </a:lnTo>
                      <a:lnTo>
                        <a:pt x="905" y="225"/>
                      </a:lnTo>
                      <a:lnTo>
                        <a:pt x="931" y="225"/>
                      </a:lnTo>
                      <a:lnTo>
                        <a:pt x="936" y="230"/>
                      </a:lnTo>
                      <a:lnTo>
                        <a:pt x="936" y="267"/>
                      </a:lnTo>
                      <a:lnTo>
                        <a:pt x="939" y="278"/>
                      </a:lnTo>
                      <a:lnTo>
                        <a:pt x="937" y="291"/>
                      </a:lnTo>
                      <a:lnTo>
                        <a:pt x="935" y="305"/>
                      </a:lnTo>
                      <a:lnTo>
                        <a:pt x="935" y="321"/>
                      </a:lnTo>
                      <a:lnTo>
                        <a:pt x="930" y="343"/>
                      </a:lnTo>
                      <a:lnTo>
                        <a:pt x="916" y="365"/>
                      </a:lnTo>
                      <a:lnTo>
                        <a:pt x="916" y="380"/>
                      </a:lnTo>
                      <a:lnTo>
                        <a:pt x="895" y="388"/>
                      </a:lnTo>
                      <a:lnTo>
                        <a:pt x="895" y="398"/>
                      </a:lnTo>
                      <a:lnTo>
                        <a:pt x="895" y="418"/>
                      </a:lnTo>
                      <a:lnTo>
                        <a:pt x="909" y="423"/>
                      </a:lnTo>
                      <a:lnTo>
                        <a:pt x="910" y="434"/>
                      </a:lnTo>
                      <a:lnTo>
                        <a:pt x="903" y="452"/>
                      </a:lnTo>
                      <a:lnTo>
                        <a:pt x="899" y="470"/>
                      </a:lnTo>
                      <a:lnTo>
                        <a:pt x="901" y="482"/>
                      </a:lnTo>
                      <a:lnTo>
                        <a:pt x="907" y="498"/>
                      </a:lnTo>
                      <a:lnTo>
                        <a:pt x="910" y="516"/>
                      </a:lnTo>
                      <a:lnTo>
                        <a:pt x="907" y="533"/>
                      </a:lnTo>
                      <a:lnTo>
                        <a:pt x="909" y="546"/>
                      </a:lnTo>
                      <a:lnTo>
                        <a:pt x="919" y="557"/>
                      </a:lnTo>
                      <a:lnTo>
                        <a:pt x="931" y="560"/>
                      </a:lnTo>
                      <a:lnTo>
                        <a:pt x="943" y="560"/>
                      </a:lnTo>
                      <a:lnTo>
                        <a:pt x="954" y="570"/>
                      </a:lnTo>
                      <a:lnTo>
                        <a:pt x="960" y="586"/>
                      </a:lnTo>
                      <a:lnTo>
                        <a:pt x="960" y="601"/>
                      </a:lnTo>
                      <a:lnTo>
                        <a:pt x="954" y="618"/>
                      </a:lnTo>
                      <a:lnTo>
                        <a:pt x="931" y="646"/>
                      </a:lnTo>
                      <a:lnTo>
                        <a:pt x="919" y="671"/>
                      </a:lnTo>
                      <a:lnTo>
                        <a:pt x="915" y="676"/>
                      </a:lnTo>
                      <a:lnTo>
                        <a:pt x="923" y="686"/>
                      </a:lnTo>
                      <a:lnTo>
                        <a:pt x="937" y="698"/>
                      </a:lnTo>
                      <a:lnTo>
                        <a:pt x="958" y="741"/>
                      </a:lnTo>
                      <a:lnTo>
                        <a:pt x="970" y="751"/>
                      </a:lnTo>
                      <a:lnTo>
                        <a:pt x="986" y="759"/>
                      </a:lnTo>
                      <a:lnTo>
                        <a:pt x="1013" y="768"/>
                      </a:lnTo>
                      <a:lnTo>
                        <a:pt x="1018" y="774"/>
                      </a:lnTo>
                      <a:lnTo>
                        <a:pt x="1023" y="800"/>
                      </a:lnTo>
                      <a:lnTo>
                        <a:pt x="1024" y="815"/>
                      </a:lnTo>
                      <a:lnTo>
                        <a:pt x="1023" y="829"/>
                      </a:lnTo>
                      <a:lnTo>
                        <a:pt x="1043" y="833"/>
                      </a:lnTo>
                      <a:lnTo>
                        <a:pt x="1048" y="838"/>
                      </a:lnTo>
                      <a:lnTo>
                        <a:pt x="1049" y="848"/>
                      </a:lnTo>
                      <a:lnTo>
                        <a:pt x="1046" y="854"/>
                      </a:lnTo>
                      <a:lnTo>
                        <a:pt x="1033" y="866"/>
                      </a:lnTo>
                      <a:lnTo>
                        <a:pt x="1021" y="869"/>
                      </a:lnTo>
                      <a:lnTo>
                        <a:pt x="1006" y="875"/>
                      </a:lnTo>
                      <a:lnTo>
                        <a:pt x="992" y="880"/>
                      </a:lnTo>
                      <a:lnTo>
                        <a:pt x="979" y="890"/>
                      </a:lnTo>
                      <a:lnTo>
                        <a:pt x="970" y="902"/>
                      </a:lnTo>
                      <a:lnTo>
                        <a:pt x="959" y="931"/>
                      </a:lnTo>
                      <a:lnTo>
                        <a:pt x="957" y="944"/>
                      </a:lnTo>
                      <a:lnTo>
                        <a:pt x="957" y="95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219" name="Google Shape;2219;p5">
                <a:extLst>
                  <a:ext uri="{FF2B5EF4-FFF2-40B4-BE49-F238E27FC236}">
                    <a16:creationId xmlns:a16="http://schemas.microsoft.com/office/drawing/2014/main" id="{CD639CFD-A71A-92E3-7796-E08C0AD96D9A}"/>
                  </a:ext>
                </a:extLst>
              </p:cNvPr>
              <p:cNvSpPr/>
              <p:nvPr/>
            </p:nvSpPr>
            <p:spPr>
              <a:xfrm>
                <a:off x="2941" y="2045"/>
                <a:ext cx="107" cy="109"/>
              </a:xfrm>
              <a:custGeom>
                <a:avLst/>
                <a:gdLst/>
                <a:ahLst/>
                <a:cxnLst/>
                <a:rect l="l" t="t" r="r" b="b"/>
                <a:pathLst>
                  <a:path w="534" h="548" extrusionOk="0">
                    <a:moveTo>
                      <a:pt x="534" y="489"/>
                    </a:moveTo>
                    <a:lnTo>
                      <a:pt x="527" y="500"/>
                    </a:lnTo>
                    <a:lnTo>
                      <a:pt x="520" y="495"/>
                    </a:lnTo>
                    <a:lnTo>
                      <a:pt x="510" y="490"/>
                    </a:lnTo>
                    <a:lnTo>
                      <a:pt x="507" y="491"/>
                    </a:lnTo>
                    <a:lnTo>
                      <a:pt x="505" y="494"/>
                    </a:lnTo>
                    <a:lnTo>
                      <a:pt x="493" y="490"/>
                    </a:lnTo>
                    <a:lnTo>
                      <a:pt x="479" y="489"/>
                    </a:lnTo>
                    <a:lnTo>
                      <a:pt x="463" y="495"/>
                    </a:lnTo>
                    <a:lnTo>
                      <a:pt x="452" y="512"/>
                    </a:lnTo>
                    <a:lnTo>
                      <a:pt x="442" y="532"/>
                    </a:lnTo>
                    <a:lnTo>
                      <a:pt x="426" y="548"/>
                    </a:lnTo>
                    <a:lnTo>
                      <a:pt x="328" y="543"/>
                    </a:lnTo>
                    <a:lnTo>
                      <a:pt x="265" y="515"/>
                    </a:lnTo>
                    <a:lnTo>
                      <a:pt x="263" y="511"/>
                    </a:lnTo>
                    <a:lnTo>
                      <a:pt x="263" y="472"/>
                    </a:lnTo>
                    <a:lnTo>
                      <a:pt x="261" y="469"/>
                    </a:lnTo>
                    <a:lnTo>
                      <a:pt x="232" y="467"/>
                    </a:lnTo>
                    <a:lnTo>
                      <a:pt x="224" y="449"/>
                    </a:lnTo>
                    <a:lnTo>
                      <a:pt x="218" y="444"/>
                    </a:lnTo>
                    <a:lnTo>
                      <a:pt x="162" y="423"/>
                    </a:lnTo>
                    <a:lnTo>
                      <a:pt x="100" y="376"/>
                    </a:lnTo>
                    <a:lnTo>
                      <a:pt x="16" y="353"/>
                    </a:lnTo>
                    <a:lnTo>
                      <a:pt x="0" y="278"/>
                    </a:lnTo>
                    <a:lnTo>
                      <a:pt x="43" y="248"/>
                    </a:lnTo>
                    <a:lnTo>
                      <a:pt x="58" y="237"/>
                    </a:lnTo>
                    <a:lnTo>
                      <a:pt x="73" y="232"/>
                    </a:lnTo>
                    <a:lnTo>
                      <a:pt x="95" y="220"/>
                    </a:lnTo>
                    <a:lnTo>
                      <a:pt x="107" y="213"/>
                    </a:lnTo>
                    <a:lnTo>
                      <a:pt x="111" y="209"/>
                    </a:lnTo>
                    <a:lnTo>
                      <a:pt x="123" y="204"/>
                    </a:lnTo>
                    <a:lnTo>
                      <a:pt x="133" y="180"/>
                    </a:lnTo>
                    <a:lnTo>
                      <a:pt x="136" y="143"/>
                    </a:lnTo>
                    <a:lnTo>
                      <a:pt x="140" y="73"/>
                    </a:lnTo>
                    <a:lnTo>
                      <a:pt x="171" y="60"/>
                    </a:lnTo>
                    <a:lnTo>
                      <a:pt x="189" y="31"/>
                    </a:lnTo>
                    <a:lnTo>
                      <a:pt x="204" y="22"/>
                    </a:lnTo>
                    <a:lnTo>
                      <a:pt x="229" y="0"/>
                    </a:lnTo>
                    <a:lnTo>
                      <a:pt x="249" y="9"/>
                    </a:lnTo>
                    <a:lnTo>
                      <a:pt x="279" y="10"/>
                    </a:lnTo>
                    <a:lnTo>
                      <a:pt x="297" y="9"/>
                    </a:lnTo>
                    <a:lnTo>
                      <a:pt x="306" y="20"/>
                    </a:lnTo>
                    <a:lnTo>
                      <a:pt x="322" y="22"/>
                    </a:lnTo>
                    <a:lnTo>
                      <a:pt x="329" y="14"/>
                    </a:lnTo>
                    <a:lnTo>
                      <a:pt x="334" y="47"/>
                    </a:lnTo>
                    <a:lnTo>
                      <a:pt x="344" y="64"/>
                    </a:lnTo>
                    <a:lnTo>
                      <a:pt x="356" y="74"/>
                    </a:lnTo>
                    <a:lnTo>
                      <a:pt x="362" y="96"/>
                    </a:lnTo>
                    <a:lnTo>
                      <a:pt x="374" y="107"/>
                    </a:lnTo>
                    <a:lnTo>
                      <a:pt x="396" y="112"/>
                    </a:lnTo>
                    <a:lnTo>
                      <a:pt x="410" y="112"/>
                    </a:lnTo>
                    <a:lnTo>
                      <a:pt x="404" y="119"/>
                    </a:lnTo>
                    <a:lnTo>
                      <a:pt x="398" y="133"/>
                    </a:lnTo>
                    <a:lnTo>
                      <a:pt x="403" y="152"/>
                    </a:lnTo>
                    <a:lnTo>
                      <a:pt x="394" y="162"/>
                    </a:lnTo>
                    <a:lnTo>
                      <a:pt x="381" y="184"/>
                    </a:lnTo>
                    <a:lnTo>
                      <a:pt x="382" y="192"/>
                    </a:lnTo>
                    <a:lnTo>
                      <a:pt x="374" y="195"/>
                    </a:lnTo>
                    <a:lnTo>
                      <a:pt x="370" y="202"/>
                    </a:lnTo>
                    <a:lnTo>
                      <a:pt x="366" y="227"/>
                    </a:lnTo>
                    <a:lnTo>
                      <a:pt x="362" y="234"/>
                    </a:lnTo>
                    <a:lnTo>
                      <a:pt x="359" y="236"/>
                    </a:lnTo>
                    <a:lnTo>
                      <a:pt x="361" y="251"/>
                    </a:lnTo>
                    <a:lnTo>
                      <a:pt x="367" y="256"/>
                    </a:lnTo>
                    <a:lnTo>
                      <a:pt x="376" y="256"/>
                    </a:lnTo>
                    <a:lnTo>
                      <a:pt x="380" y="264"/>
                    </a:lnTo>
                    <a:lnTo>
                      <a:pt x="387" y="269"/>
                    </a:lnTo>
                    <a:lnTo>
                      <a:pt x="393" y="283"/>
                    </a:lnTo>
                    <a:lnTo>
                      <a:pt x="393" y="294"/>
                    </a:lnTo>
                    <a:lnTo>
                      <a:pt x="405" y="301"/>
                    </a:lnTo>
                    <a:lnTo>
                      <a:pt x="420" y="311"/>
                    </a:lnTo>
                    <a:lnTo>
                      <a:pt x="432" y="322"/>
                    </a:lnTo>
                    <a:lnTo>
                      <a:pt x="444" y="327"/>
                    </a:lnTo>
                    <a:lnTo>
                      <a:pt x="457" y="331"/>
                    </a:lnTo>
                    <a:lnTo>
                      <a:pt x="466" y="340"/>
                    </a:lnTo>
                    <a:lnTo>
                      <a:pt x="473" y="355"/>
                    </a:lnTo>
                    <a:lnTo>
                      <a:pt x="480" y="367"/>
                    </a:lnTo>
                    <a:lnTo>
                      <a:pt x="487" y="381"/>
                    </a:lnTo>
                    <a:lnTo>
                      <a:pt x="483" y="408"/>
                    </a:lnTo>
                    <a:lnTo>
                      <a:pt x="482" y="429"/>
                    </a:lnTo>
                    <a:lnTo>
                      <a:pt x="495" y="436"/>
                    </a:lnTo>
                    <a:lnTo>
                      <a:pt x="499" y="456"/>
                    </a:lnTo>
                    <a:lnTo>
                      <a:pt x="504" y="464"/>
                    </a:lnTo>
                    <a:lnTo>
                      <a:pt x="511" y="472"/>
                    </a:lnTo>
                    <a:lnTo>
                      <a:pt x="531" y="487"/>
                    </a:lnTo>
                    <a:lnTo>
                      <a:pt x="534" y="48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20" name="Google Shape;2220;p5">
                <a:extLst>
                  <a:ext uri="{FF2B5EF4-FFF2-40B4-BE49-F238E27FC236}">
                    <a16:creationId xmlns:a16="http://schemas.microsoft.com/office/drawing/2014/main" id="{20544587-706C-ECA2-AF1A-0057FBB1829C}"/>
                  </a:ext>
                </a:extLst>
              </p:cNvPr>
              <p:cNvSpPr/>
              <p:nvPr/>
            </p:nvSpPr>
            <p:spPr>
              <a:xfrm>
                <a:off x="3072" y="2191"/>
                <a:ext cx="9" cy="20"/>
              </a:xfrm>
              <a:custGeom>
                <a:avLst/>
                <a:gdLst/>
                <a:ahLst/>
                <a:cxnLst/>
                <a:rect l="l" t="t" r="r" b="b"/>
                <a:pathLst>
                  <a:path w="45" h="98" extrusionOk="0">
                    <a:moveTo>
                      <a:pt x="16" y="98"/>
                    </a:moveTo>
                    <a:lnTo>
                      <a:pt x="35" y="90"/>
                    </a:lnTo>
                    <a:lnTo>
                      <a:pt x="38" y="87"/>
                    </a:lnTo>
                    <a:lnTo>
                      <a:pt x="39" y="81"/>
                    </a:lnTo>
                    <a:lnTo>
                      <a:pt x="43" y="74"/>
                    </a:lnTo>
                    <a:lnTo>
                      <a:pt x="44" y="70"/>
                    </a:lnTo>
                    <a:lnTo>
                      <a:pt x="44" y="55"/>
                    </a:lnTo>
                    <a:lnTo>
                      <a:pt x="40" y="50"/>
                    </a:lnTo>
                    <a:lnTo>
                      <a:pt x="40" y="42"/>
                    </a:lnTo>
                    <a:lnTo>
                      <a:pt x="40" y="33"/>
                    </a:lnTo>
                    <a:lnTo>
                      <a:pt x="43" y="32"/>
                    </a:lnTo>
                    <a:lnTo>
                      <a:pt x="41" y="29"/>
                    </a:lnTo>
                    <a:lnTo>
                      <a:pt x="44" y="25"/>
                    </a:lnTo>
                    <a:lnTo>
                      <a:pt x="44" y="21"/>
                    </a:lnTo>
                    <a:lnTo>
                      <a:pt x="45" y="16"/>
                    </a:lnTo>
                    <a:lnTo>
                      <a:pt x="43" y="15"/>
                    </a:lnTo>
                    <a:lnTo>
                      <a:pt x="36" y="12"/>
                    </a:lnTo>
                    <a:lnTo>
                      <a:pt x="34" y="10"/>
                    </a:lnTo>
                    <a:lnTo>
                      <a:pt x="34" y="6"/>
                    </a:lnTo>
                    <a:lnTo>
                      <a:pt x="30" y="4"/>
                    </a:lnTo>
                    <a:lnTo>
                      <a:pt x="24" y="0"/>
                    </a:lnTo>
                    <a:lnTo>
                      <a:pt x="18" y="4"/>
                    </a:lnTo>
                    <a:lnTo>
                      <a:pt x="13" y="12"/>
                    </a:lnTo>
                    <a:lnTo>
                      <a:pt x="11" y="26"/>
                    </a:lnTo>
                    <a:lnTo>
                      <a:pt x="7" y="36"/>
                    </a:lnTo>
                    <a:lnTo>
                      <a:pt x="1" y="43"/>
                    </a:lnTo>
                    <a:lnTo>
                      <a:pt x="1" y="50"/>
                    </a:lnTo>
                    <a:lnTo>
                      <a:pt x="0" y="55"/>
                    </a:lnTo>
                    <a:lnTo>
                      <a:pt x="2" y="58"/>
                    </a:lnTo>
                    <a:lnTo>
                      <a:pt x="0" y="63"/>
                    </a:lnTo>
                    <a:lnTo>
                      <a:pt x="1" y="66"/>
                    </a:lnTo>
                    <a:lnTo>
                      <a:pt x="5" y="74"/>
                    </a:lnTo>
                    <a:lnTo>
                      <a:pt x="2" y="77"/>
                    </a:lnTo>
                    <a:lnTo>
                      <a:pt x="5" y="80"/>
                    </a:lnTo>
                    <a:lnTo>
                      <a:pt x="3" y="84"/>
                    </a:lnTo>
                    <a:lnTo>
                      <a:pt x="2" y="85"/>
                    </a:lnTo>
                    <a:lnTo>
                      <a:pt x="9" y="97"/>
                    </a:lnTo>
                    <a:lnTo>
                      <a:pt x="16" y="9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21" name="Google Shape;2221;p5">
                <a:extLst>
                  <a:ext uri="{FF2B5EF4-FFF2-40B4-BE49-F238E27FC236}">
                    <a16:creationId xmlns:a16="http://schemas.microsoft.com/office/drawing/2014/main" id="{37DD18A7-A10B-223B-C17B-F350A13C543F}"/>
                  </a:ext>
                </a:extLst>
              </p:cNvPr>
              <p:cNvSpPr/>
              <p:nvPr/>
            </p:nvSpPr>
            <p:spPr>
              <a:xfrm>
                <a:off x="3075" y="2192"/>
                <a:ext cx="58" cy="43"/>
              </a:xfrm>
              <a:custGeom>
                <a:avLst/>
                <a:gdLst/>
                <a:ahLst/>
                <a:cxnLst/>
                <a:rect l="l" t="t" r="r" b="b"/>
                <a:pathLst>
                  <a:path w="288" h="215" extrusionOk="0">
                    <a:moveTo>
                      <a:pt x="228" y="203"/>
                    </a:moveTo>
                    <a:lnTo>
                      <a:pt x="217" y="215"/>
                    </a:lnTo>
                    <a:lnTo>
                      <a:pt x="52" y="184"/>
                    </a:lnTo>
                    <a:lnTo>
                      <a:pt x="36" y="136"/>
                    </a:lnTo>
                    <a:lnTo>
                      <a:pt x="3" y="107"/>
                    </a:lnTo>
                    <a:lnTo>
                      <a:pt x="0" y="92"/>
                    </a:lnTo>
                    <a:lnTo>
                      <a:pt x="19" y="84"/>
                    </a:lnTo>
                    <a:lnTo>
                      <a:pt x="17" y="89"/>
                    </a:lnTo>
                    <a:lnTo>
                      <a:pt x="17" y="92"/>
                    </a:lnTo>
                    <a:lnTo>
                      <a:pt x="20" y="95"/>
                    </a:lnTo>
                    <a:lnTo>
                      <a:pt x="17" y="100"/>
                    </a:lnTo>
                    <a:lnTo>
                      <a:pt x="17" y="107"/>
                    </a:lnTo>
                    <a:lnTo>
                      <a:pt x="24" y="107"/>
                    </a:lnTo>
                    <a:lnTo>
                      <a:pt x="30" y="109"/>
                    </a:lnTo>
                    <a:lnTo>
                      <a:pt x="34" y="107"/>
                    </a:lnTo>
                    <a:lnTo>
                      <a:pt x="35" y="107"/>
                    </a:lnTo>
                    <a:lnTo>
                      <a:pt x="36" y="118"/>
                    </a:lnTo>
                    <a:lnTo>
                      <a:pt x="41" y="122"/>
                    </a:lnTo>
                    <a:lnTo>
                      <a:pt x="55" y="124"/>
                    </a:lnTo>
                    <a:lnTo>
                      <a:pt x="70" y="124"/>
                    </a:lnTo>
                    <a:lnTo>
                      <a:pt x="73" y="123"/>
                    </a:lnTo>
                    <a:lnTo>
                      <a:pt x="79" y="118"/>
                    </a:lnTo>
                    <a:lnTo>
                      <a:pt x="88" y="112"/>
                    </a:lnTo>
                    <a:lnTo>
                      <a:pt x="110" y="114"/>
                    </a:lnTo>
                    <a:lnTo>
                      <a:pt x="119" y="118"/>
                    </a:lnTo>
                    <a:lnTo>
                      <a:pt x="125" y="118"/>
                    </a:lnTo>
                    <a:lnTo>
                      <a:pt x="135" y="121"/>
                    </a:lnTo>
                    <a:lnTo>
                      <a:pt x="159" y="119"/>
                    </a:lnTo>
                    <a:lnTo>
                      <a:pt x="164" y="116"/>
                    </a:lnTo>
                    <a:lnTo>
                      <a:pt x="169" y="109"/>
                    </a:lnTo>
                    <a:lnTo>
                      <a:pt x="178" y="107"/>
                    </a:lnTo>
                    <a:lnTo>
                      <a:pt x="180" y="106"/>
                    </a:lnTo>
                    <a:lnTo>
                      <a:pt x="185" y="103"/>
                    </a:lnTo>
                    <a:lnTo>
                      <a:pt x="186" y="102"/>
                    </a:lnTo>
                    <a:lnTo>
                      <a:pt x="184" y="98"/>
                    </a:lnTo>
                    <a:lnTo>
                      <a:pt x="184" y="97"/>
                    </a:lnTo>
                    <a:lnTo>
                      <a:pt x="184" y="96"/>
                    </a:lnTo>
                    <a:lnTo>
                      <a:pt x="192" y="95"/>
                    </a:lnTo>
                    <a:lnTo>
                      <a:pt x="191" y="92"/>
                    </a:lnTo>
                    <a:lnTo>
                      <a:pt x="195" y="91"/>
                    </a:lnTo>
                    <a:lnTo>
                      <a:pt x="194" y="87"/>
                    </a:lnTo>
                    <a:lnTo>
                      <a:pt x="197" y="84"/>
                    </a:lnTo>
                    <a:lnTo>
                      <a:pt x="197" y="80"/>
                    </a:lnTo>
                    <a:lnTo>
                      <a:pt x="201" y="76"/>
                    </a:lnTo>
                    <a:lnTo>
                      <a:pt x="211" y="73"/>
                    </a:lnTo>
                    <a:lnTo>
                      <a:pt x="213" y="65"/>
                    </a:lnTo>
                    <a:lnTo>
                      <a:pt x="217" y="63"/>
                    </a:lnTo>
                    <a:lnTo>
                      <a:pt x="219" y="59"/>
                    </a:lnTo>
                    <a:lnTo>
                      <a:pt x="228" y="53"/>
                    </a:lnTo>
                    <a:lnTo>
                      <a:pt x="233" y="48"/>
                    </a:lnTo>
                    <a:lnTo>
                      <a:pt x="237" y="46"/>
                    </a:lnTo>
                    <a:lnTo>
                      <a:pt x="238" y="43"/>
                    </a:lnTo>
                    <a:lnTo>
                      <a:pt x="239" y="42"/>
                    </a:lnTo>
                    <a:lnTo>
                      <a:pt x="240" y="39"/>
                    </a:lnTo>
                    <a:lnTo>
                      <a:pt x="245" y="35"/>
                    </a:lnTo>
                    <a:lnTo>
                      <a:pt x="245" y="32"/>
                    </a:lnTo>
                    <a:lnTo>
                      <a:pt x="248" y="31"/>
                    </a:lnTo>
                    <a:lnTo>
                      <a:pt x="249" y="27"/>
                    </a:lnTo>
                    <a:lnTo>
                      <a:pt x="259" y="21"/>
                    </a:lnTo>
                    <a:lnTo>
                      <a:pt x="270" y="10"/>
                    </a:lnTo>
                    <a:lnTo>
                      <a:pt x="274" y="0"/>
                    </a:lnTo>
                    <a:lnTo>
                      <a:pt x="275" y="4"/>
                    </a:lnTo>
                    <a:lnTo>
                      <a:pt x="277" y="10"/>
                    </a:lnTo>
                    <a:lnTo>
                      <a:pt x="276" y="12"/>
                    </a:lnTo>
                    <a:lnTo>
                      <a:pt x="277" y="16"/>
                    </a:lnTo>
                    <a:lnTo>
                      <a:pt x="275" y="21"/>
                    </a:lnTo>
                    <a:lnTo>
                      <a:pt x="277" y="22"/>
                    </a:lnTo>
                    <a:lnTo>
                      <a:pt x="285" y="25"/>
                    </a:lnTo>
                    <a:lnTo>
                      <a:pt x="288" y="31"/>
                    </a:lnTo>
                    <a:lnTo>
                      <a:pt x="287" y="64"/>
                    </a:lnTo>
                    <a:lnTo>
                      <a:pt x="288" y="73"/>
                    </a:lnTo>
                    <a:lnTo>
                      <a:pt x="255" y="73"/>
                    </a:lnTo>
                    <a:lnTo>
                      <a:pt x="272" y="119"/>
                    </a:lnTo>
                    <a:lnTo>
                      <a:pt x="239" y="132"/>
                    </a:lnTo>
                    <a:lnTo>
                      <a:pt x="228" y="20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222" name="Google Shape;2222;p5">
                <a:extLst>
                  <a:ext uri="{FF2B5EF4-FFF2-40B4-BE49-F238E27FC236}">
                    <a16:creationId xmlns:a16="http://schemas.microsoft.com/office/drawing/2014/main" id="{CC1D30B3-D045-CAEC-F2B2-64D785D60287}"/>
                  </a:ext>
                </a:extLst>
              </p:cNvPr>
              <p:cNvGrpSpPr/>
              <p:nvPr/>
            </p:nvGrpSpPr>
            <p:grpSpPr>
              <a:xfrm>
                <a:off x="2802" y="1979"/>
                <a:ext cx="205" cy="88"/>
                <a:chOff x="2802" y="1979"/>
                <a:chExt cx="205" cy="88"/>
              </a:xfrm>
              <a:grpFill/>
            </p:grpSpPr>
            <p:sp>
              <p:nvSpPr>
                <p:cNvPr id="2223" name="Google Shape;2223;p5">
                  <a:extLst>
                    <a:ext uri="{FF2B5EF4-FFF2-40B4-BE49-F238E27FC236}">
                      <a16:creationId xmlns:a16="http://schemas.microsoft.com/office/drawing/2014/main" id="{21C6975C-E1A3-79E2-B9CB-5713DFCE9354}"/>
                    </a:ext>
                  </a:extLst>
                </p:cNvPr>
                <p:cNvSpPr/>
                <p:nvPr/>
              </p:nvSpPr>
              <p:spPr>
                <a:xfrm>
                  <a:off x="2803" y="1979"/>
                  <a:ext cx="204" cy="88"/>
                </a:xfrm>
                <a:custGeom>
                  <a:avLst/>
                  <a:gdLst/>
                  <a:ahLst/>
                  <a:cxnLst/>
                  <a:rect l="l" t="t" r="r" b="b"/>
                  <a:pathLst>
                    <a:path w="1022" h="439" extrusionOk="0">
                      <a:moveTo>
                        <a:pt x="538" y="424"/>
                      </a:moveTo>
                      <a:lnTo>
                        <a:pt x="535" y="411"/>
                      </a:lnTo>
                      <a:lnTo>
                        <a:pt x="538" y="395"/>
                      </a:lnTo>
                      <a:lnTo>
                        <a:pt x="548" y="389"/>
                      </a:lnTo>
                      <a:lnTo>
                        <a:pt x="552" y="379"/>
                      </a:lnTo>
                      <a:lnTo>
                        <a:pt x="543" y="370"/>
                      </a:lnTo>
                      <a:lnTo>
                        <a:pt x="526" y="378"/>
                      </a:lnTo>
                      <a:lnTo>
                        <a:pt x="524" y="389"/>
                      </a:lnTo>
                      <a:lnTo>
                        <a:pt x="516" y="391"/>
                      </a:lnTo>
                      <a:lnTo>
                        <a:pt x="503" y="390"/>
                      </a:lnTo>
                      <a:lnTo>
                        <a:pt x="493" y="381"/>
                      </a:lnTo>
                      <a:lnTo>
                        <a:pt x="484" y="376"/>
                      </a:lnTo>
                      <a:lnTo>
                        <a:pt x="477" y="374"/>
                      </a:lnTo>
                      <a:lnTo>
                        <a:pt x="471" y="374"/>
                      </a:lnTo>
                      <a:lnTo>
                        <a:pt x="460" y="379"/>
                      </a:lnTo>
                      <a:lnTo>
                        <a:pt x="441" y="397"/>
                      </a:lnTo>
                      <a:lnTo>
                        <a:pt x="436" y="406"/>
                      </a:lnTo>
                      <a:lnTo>
                        <a:pt x="427" y="407"/>
                      </a:lnTo>
                      <a:lnTo>
                        <a:pt x="419" y="414"/>
                      </a:lnTo>
                      <a:lnTo>
                        <a:pt x="408" y="418"/>
                      </a:lnTo>
                      <a:lnTo>
                        <a:pt x="397" y="417"/>
                      </a:lnTo>
                      <a:lnTo>
                        <a:pt x="379" y="422"/>
                      </a:lnTo>
                      <a:lnTo>
                        <a:pt x="369" y="427"/>
                      </a:lnTo>
                      <a:lnTo>
                        <a:pt x="350" y="421"/>
                      </a:lnTo>
                      <a:lnTo>
                        <a:pt x="341" y="409"/>
                      </a:lnTo>
                      <a:lnTo>
                        <a:pt x="337" y="402"/>
                      </a:lnTo>
                      <a:lnTo>
                        <a:pt x="331" y="397"/>
                      </a:lnTo>
                      <a:lnTo>
                        <a:pt x="321" y="391"/>
                      </a:lnTo>
                      <a:lnTo>
                        <a:pt x="295" y="379"/>
                      </a:lnTo>
                      <a:lnTo>
                        <a:pt x="283" y="370"/>
                      </a:lnTo>
                      <a:lnTo>
                        <a:pt x="267" y="368"/>
                      </a:lnTo>
                      <a:lnTo>
                        <a:pt x="257" y="370"/>
                      </a:lnTo>
                      <a:lnTo>
                        <a:pt x="248" y="370"/>
                      </a:lnTo>
                      <a:lnTo>
                        <a:pt x="245" y="379"/>
                      </a:lnTo>
                      <a:lnTo>
                        <a:pt x="245" y="391"/>
                      </a:lnTo>
                      <a:lnTo>
                        <a:pt x="242" y="396"/>
                      </a:lnTo>
                      <a:lnTo>
                        <a:pt x="240" y="407"/>
                      </a:lnTo>
                      <a:lnTo>
                        <a:pt x="220" y="412"/>
                      </a:lnTo>
                      <a:lnTo>
                        <a:pt x="207" y="417"/>
                      </a:lnTo>
                      <a:lnTo>
                        <a:pt x="196" y="417"/>
                      </a:lnTo>
                      <a:lnTo>
                        <a:pt x="186" y="414"/>
                      </a:lnTo>
                      <a:lnTo>
                        <a:pt x="176" y="409"/>
                      </a:lnTo>
                      <a:lnTo>
                        <a:pt x="167" y="401"/>
                      </a:lnTo>
                      <a:lnTo>
                        <a:pt x="164" y="386"/>
                      </a:lnTo>
                      <a:lnTo>
                        <a:pt x="164" y="381"/>
                      </a:lnTo>
                      <a:lnTo>
                        <a:pt x="156" y="378"/>
                      </a:lnTo>
                      <a:lnTo>
                        <a:pt x="154" y="382"/>
                      </a:lnTo>
                      <a:lnTo>
                        <a:pt x="155" y="386"/>
                      </a:lnTo>
                      <a:lnTo>
                        <a:pt x="151" y="386"/>
                      </a:lnTo>
                      <a:lnTo>
                        <a:pt x="143" y="380"/>
                      </a:lnTo>
                      <a:lnTo>
                        <a:pt x="137" y="374"/>
                      </a:lnTo>
                      <a:lnTo>
                        <a:pt x="134" y="373"/>
                      </a:lnTo>
                      <a:lnTo>
                        <a:pt x="119" y="374"/>
                      </a:lnTo>
                      <a:lnTo>
                        <a:pt x="117" y="380"/>
                      </a:lnTo>
                      <a:lnTo>
                        <a:pt x="107" y="386"/>
                      </a:lnTo>
                      <a:lnTo>
                        <a:pt x="105" y="386"/>
                      </a:lnTo>
                      <a:lnTo>
                        <a:pt x="108" y="379"/>
                      </a:lnTo>
                      <a:lnTo>
                        <a:pt x="107" y="375"/>
                      </a:lnTo>
                      <a:lnTo>
                        <a:pt x="73" y="385"/>
                      </a:lnTo>
                      <a:lnTo>
                        <a:pt x="79" y="378"/>
                      </a:lnTo>
                      <a:lnTo>
                        <a:pt x="87" y="371"/>
                      </a:lnTo>
                      <a:lnTo>
                        <a:pt x="101" y="371"/>
                      </a:lnTo>
                      <a:lnTo>
                        <a:pt x="108" y="368"/>
                      </a:lnTo>
                      <a:lnTo>
                        <a:pt x="110" y="366"/>
                      </a:lnTo>
                      <a:lnTo>
                        <a:pt x="118" y="362"/>
                      </a:lnTo>
                      <a:lnTo>
                        <a:pt x="122" y="357"/>
                      </a:lnTo>
                      <a:lnTo>
                        <a:pt x="113" y="355"/>
                      </a:lnTo>
                      <a:lnTo>
                        <a:pt x="92" y="360"/>
                      </a:lnTo>
                      <a:lnTo>
                        <a:pt x="69" y="360"/>
                      </a:lnTo>
                      <a:lnTo>
                        <a:pt x="67" y="355"/>
                      </a:lnTo>
                      <a:lnTo>
                        <a:pt x="79" y="344"/>
                      </a:lnTo>
                      <a:lnTo>
                        <a:pt x="71" y="336"/>
                      </a:lnTo>
                      <a:lnTo>
                        <a:pt x="68" y="333"/>
                      </a:lnTo>
                      <a:lnTo>
                        <a:pt x="63" y="333"/>
                      </a:lnTo>
                      <a:lnTo>
                        <a:pt x="64" y="325"/>
                      </a:lnTo>
                      <a:lnTo>
                        <a:pt x="69" y="321"/>
                      </a:lnTo>
                      <a:lnTo>
                        <a:pt x="71" y="316"/>
                      </a:lnTo>
                      <a:lnTo>
                        <a:pt x="64" y="317"/>
                      </a:lnTo>
                      <a:lnTo>
                        <a:pt x="57" y="320"/>
                      </a:lnTo>
                      <a:lnTo>
                        <a:pt x="52" y="312"/>
                      </a:lnTo>
                      <a:lnTo>
                        <a:pt x="59" y="309"/>
                      </a:lnTo>
                      <a:lnTo>
                        <a:pt x="60" y="300"/>
                      </a:lnTo>
                      <a:lnTo>
                        <a:pt x="56" y="290"/>
                      </a:lnTo>
                      <a:lnTo>
                        <a:pt x="51" y="287"/>
                      </a:lnTo>
                      <a:lnTo>
                        <a:pt x="37" y="283"/>
                      </a:lnTo>
                      <a:lnTo>
                        <a:pt x="30" y="277"/>
                      </a:lnTo>
                      <a:lnTo>
                        <a:pt x="20" y="279"/>
                      </a:lnTo>
                      <a:lnTo>
                        <a:pt x="16" y="277"/>
                      </a:lnTo>
                      <a:lnTo>
                        <a:pt x="10" y="271"/>
                      </a:lnTo>
                      <a:lnTo>
                        <a:pt x="10" y="268"/>
                      </a:lnTo>
                      <a:lnTo>
                        <a:pt x="16" y="266"/>
                      </a:lnTo>
                      <a:lnTo>
                        <a:pt x="17" y="256"/>
                      </a:lnTo>
                      <a:lnTo>
                        <a:pt x="16" y="251"/>
                      </a:lnTo>
                      <a:lnTo>
                        <a:pt x="19" y="245"/>
                      </a:lnTo>
                      <a:lnTo>
                        <a:pt x="22" y="246"/>
                      </a:lnTo>
                      <a:lnTo>
                        <a:pt x="28" y="262"/>
                      </a:lnTo>
                      <a:lnTo>
                        <a:pt x="35" y="263"/>
                      </a:lnTo>
                      <a:lnTo>
                        <a:pt x="43" y="262"/>
                      </a:lnTo>
                      <a:lnTo>
                        <a:pt x="54" y="262"/>
                      </a:lnTo>
                      <a:lnTo>
                        <a:pt x="52" y="260"/>
                      </a:lnTo>
                      <a:lnTo>
                        <a:pt x="42" y="255"/>
                      </a:lnTo>
                      <a:lnTo>
                        <a:pt x="37" y="246"/>
                      </a:lnTo>
                      <a:lnTo>
                        <a:pt x="38" y="239"/>
                      </a:lnTo>
                      <a:lnTo>
                        <a:pt x="47" y="231"/>
                      </a:lnTo>
                      <a:lnTo>
                        <a:pt x="44" y="226"/>
                      </a:lnTo>
                      <a:lnTo>
                        <a:pt x="38" y="220"/>
                      </a:lnTo>
                      <a:lnTo>
                        <a:pt x="38" y="214"/>
                      </a:lnTo>
                      <a:lnTo>
                        <a:pt x="32" y="206"/>
                      </a:lnTo>
                      <a:lnTo>
                        <a:pt x="33" y="195"/>
                      </a:lnTo>
                      <a:lnTo>
                        <a:pt x="43" y="186"/>
                      </a:lnTo>
                      <a:lnTo>
                        <a:pt x="41" y="182"/>
                      </a:lnTo>
                      <a:lnTo>
                        <a:pt x="25" y="186"/>
                      </a:lnTo>
                      <a:lnTo>
                        <a:pt x="0" y="186"/>
                      </a:lnTo>
                      <a:lnTo>
                        <a:pt x="0" y="181"/>
                      </a:lnTo>
                      <a:lnTo>
                        <a:pt x="3" y="160"/>
                      </a:lnTo>
                      <a:lnTo>
                        <a:pt x="8" y="150"/>
                      </a:lnTo>
                      <a:lnTo>
                        <a:pt x="14" y="149"/>
                      </a:lnTo>
                      <a:lnTo>
                        <a:pt x="20" y="138"/>
                      </a:lnTo>
                      <a:lnTo>
                        <a:pt x="27" y="132"/>
                      </a:lnTo>
                      <a:lnTo>
                        <a:pt x="35" y="122"/>
                      </a:lnTo>
                      <a:lnTo>
                        <a:pt x="48" y="123"/>
                      </a:lnTo>
                      <a:lnTo>
                        <a:pt x="63" y="118"/>
                      </a:lnTo>
                      <a:lnTo>
                        <a:pt x="68" y="123"/>
                      </a:lnTo>
                      <a:lnTo>
                        <a:pt x="80" y="127"/>
                      </a:lnTo>
                      <a:lnTo>
                        <a:pt x="91" y="126"/>
                      </a:lnTo>
                      <a:lnTo>
                        <a:pt x="87" y="112"/>
                      </a:lnTo>
                      <a:lnTo>
                        <a:pt x="96" y="113"/>
                      </a:lnTo>
                      <a:lnTo>
                        <a:pt x="102" y="117"/>
                      </a:lnTo>
                      <a:lnTo>
                        <a:pt x="101" y="122"/>
                      </a:lnTo>
                      <a:lnTo>
                        <a:pt x="108" y="123"/>
                      </a:lnTo>
                      <a:lnTo>
                        <a:pt x="122" y="121"/>
                      </a:lnTo>
                      <a:lnTo>
                        <a:pt x="149" y="121"/>
                      </a:lnTo>
                      <a:lnTo>
                        <a:pt x="161" y="120"/>
                      </a:lnTo>
                      <a:lnTo>
                        <a:pt x="160" y="113"/>
                      </a:lnTo>
                      <a:lnTo>
                        <a:pt x="151" y="111"/>
                      </a:lnTo>
                      <a:lnTo>
                        <a:pt x="150" y="107"/>
                      </a:lnTo>
                      <a:lnTo>
                        <a:pt x="160" y="104"/>
                      </a:lnTo>
                      <a:lnTo>
                        <a:pt x="204" y="100"/>
                      </a:lnTo>
                      <a:lnTo>
                        <a:pt x="204" y="96"/>
                      </a:lnTo>
                      <a:lnTo>
                        <a:pt x="196" y="94"/>
                      </a:lnTo>
                      <a:lnTo>
                        <a:pt x="189" y="96"/>
                      </a:lnTo>
                      <a:lnTo>
                        <a:pt x="176" y="94"/>
                      </a:lnTo>
                      <a:lnTo>
                        <a:pt x="173" y="90"/>
                      </a:lnTo>
                      <a:lnTo>
                        <a:pt x="170" y="89"/>
                      </a:lnTo>
                      <a:lnTo>
                        <a:pt x="167" y="83"/>
                      </a:lnTo>
                      <a:lnTo>
                        <a:pt x="161" y="79"/>
                      </a:lnTo>
                      <a:lnTo>
                        <a:pt x="164" y="73"/>
                      </a:lnTo>
                      <a:lnTo>
                        <a:pt x="170" y="62"/>
                      </a:lnTo>
                      <a:lnTo>
                        <a:pt x="171" y="66"/>
                      </a:lnTo>
                      <a:lnTo>
                        <a:pt x="180" y="66"/>
                      </a:lnTo>
                      <a:lnTo>
                        <a:pt x="193" y="69"/>
                      </a:lnTo>
                      <a:lnTo>
                        <a:pt x="231" y="68"/>
                      </a:lnTo>
                      <a:lnTo>
                        <a:pt x="242" y="72"/>
                      </a:lnTo>
                      <a:lnTo>
                        <a:pt x="248" y="75"/>
                      </a:lnTo>
                      <a:lnTo>
                        <a:pt x="253" y="74"/>
                      </a:lnTo>
                      <a:lnTo>
                        <a:pt x="274" y="77"/>
                      </a:lnTo>
                      <a:lnTo>
                        <a:pt x="288" y="70"/>
                      </a:lnTo>
                      <a:lnTo>
                        <a:pt x="295" y="57"/>
                      </a:lnTo>
                      <a:lnTo>
                        <a:pt x="307" y="51"/>
                      </a:lnTo>
                      <a:lnTo>
                        <a:pt x="318" y="41"/>
                      </a:lnTo>
                      <a:lnTo>
                        <a:pt x="332" y="36"/>
                      </a:lnTo>
                      <a:lnTo>
                        <a:pt x="343" y="26"/>
                      </a:lnTo>
                      <a:lnTo>
                        <a:pt x="355" y="19"/>
                      </a:lnTo>
                      <a:lnTo>
                        <a:pt x="381" y="9"/>
                      </a:lnTo>
                      <a:lnTo>
                        <a:pt x="398" y="7"/>
                      </a:lnTo>
                      <a:lnTo>
                        <a:pt x="414" y="5"/>
                      </a:lnTo>
                      <a:lnTo>
                        <a:pt x="436" y="8"/>
                      </a:lnTo>
                      <a:lnTo>
                        <a:pt x="473" y="8"/>
                      </a:lnTo>
                      <a:lnTo>
                        <a:pt x="485" y="2"/>
                      </a:lnTo>
                      <a:lnTo>
                        <a:pt x="493" y="0"/>
                      </a:lnTo>
                      <a:lnTo>
                        <a:pt x="499" y="3"/>
                      </a:lnTo>
                      <a:lnTo>
                        <a:pt x="499" y="10"/>
                      </a:lnTo>
                      <a:lnTo>
                        <a:pt x="506" y="21"/>
                      </a:lnTo>
                      <a:lnTo>
                        <a:pt x="520" y="29"/>
                      </a:lnTo>
                      <a:lnTo>
                        <a:pt x="533" y="35"/>
                      </a:lnTo>
                      <a:lnTo>
                        <a:pt x="546" y="26"/>
                      </a:lnTo>
                      <a:lnTo>
                        <a:pt x="553" y="37"/>
                      </a:lnTo>
                      <a:lnTo>
                        <a:pt x="560" y="58"/>
                      </a:lnTo>
                      <a:lnTo>
                        <a:pt x="587" y="61"/>
                      </a:lnTo>
                      <a:lnTo>
                        <a:pt x="623" y="80"/>
                      </a:lnTo>
                      <a:lnTo>
                        <a:pt x="629" y="77"/>
                      </a:lnTo>
                      <a:lnTo>
                        <a:pt x="635" y="74"/>
                      </a:lnTo>
                      <a:lnTo>
                        <a:pt x="656" y="84"/>
                      </a:lnTo>
                      <a:lnTo>
                        <a:pt x="677" y="83"/>
                      </a:lnTo>
                      <a:lnTo>
                        <a:pt x="693" y="77"/>
                      </a:lnTo>
                      <a:lnTo>
                        <a:pt x="724" y="72"/>
                      </a:lnTo>
                      <a:lnTo>
                        <a:pt x="758" y="80"/>
                      </a:lnTo>
                      <a:lnTo>
                        <a:pt x="779" y="79"/>
                      </a:lnTo>
                      <a:lnTo>
                        <a:pt x="820" y="51"/>
                      </a:lnTo>
                      <a:lnTo>
                        <a:pt x="838" y="40"/>
                      </a:lnTo>
                      <a:lnTo>
                        <a:pt x="840" y="35"/>
                      </a:lnTo>
                      <a:lnTo>
                        <a:pt x="847" y="41"/>
                      </a:lnTo>
                      <a:lnTo>
                        <a:pt x="855" y="41"/>
                      </a:lnTo>
                      <a:lnTo>
                        <a:pt x="868" y="37"/>
                      </a:lnTo>
                      <a:lnTo>
                        <a:pt x="887" y="43"/>
                      </a:lnTo>
                      <a:lnTo>
                        <a:pt x="893" y="43"/>
                      </a:lnTo>
                      <a:lnTo>
                        <a:pt x="898" y="36"/>
                      </a:lnTo>
                      <a:lnTo>
                        <a:pt x="903" y="32"/>
                      </a:lnTo>
                      <a:lnTo>
                        <a:pt x="911" y="35"/>
                      </a:lnTo>
                      <a:lnTo>
                        <a:pt x="919" y="42"/>
                      </a:lnTo>
                      <a:lnTo>
                        <a:pt x="930" y="58"/>
                      </a:lnTo>
                      <a:lnTo>
                        <a:pt x="935" y="59"/>
                      </a:lnTo>
                      <a:lnTo>
                        <a:pt x="944" y="69"/>
                      </a:lnTo>
                      <a:lnTo>
                        <a:pt x="951" y="75"/>
                      </a:lnTo>
                      <a:lnTo>
                        <a:pt x="958" y="89"/>
                      </a:lnTo>
                      <a:lnTo>
                        <a:pt x="960" y="109"/>
                      </a:lnTo>
                      <a:lnTo>
                        <a:pt x="963" y="123"/>
                      </a:lnTo>
                      <a:lnTo>
                        <a:pt x="971" y="133"/>
                      </a:lnTo>
                      <a:lnTo>
                        <a:pt x="982" y="137"/>
                      </a:lnTo>
                      <a:lnTo>
                        <a:pt x="990" y="143"/>
                      </a:lnTo>
                      <a:lnTo>
                        <a:pt x="1000" y="153"/>
                      </a:lnTo>
                      <a:lnTo>
                        <a:pt x="1008" y="156"/>
                      </a:lnTo>
                      <a:lnTo>
                        <a:pt x="1012" y="161"/>
                      </a:lnTo>
                      <a:lnTo>
                        <a:pt x="1003" y="179"/>
                      </a:lnTo>
                      <a:lnTo>
                        <a:pt x="1001" y="186"/>
                      </a:lnTo>
                      <a:lnTo>
                        <a:pt x="987" y="195"/>
                      </a:lnTo>
                      <a:lnTo>
                        <a:pt x="988" y="202"/>
                      </a:lnTo>
                      <a:lnTo>
                        <a:pt x="995" y="219"/>
                      </a:lnTo>
                      <a:lnTo>
                        <a:pt x="997" y="246"/>
                      </a:lnTo>
                      <a:lnTo>
                        <a:pt x="997" y="263"/>
                      </a:lnTo>
                      <a:lnTo>
                        <a:pt x="999" y="279"/>
                      </a:lnTo>
                      <a:lnTo>
                        <a:pt x="995" y="300"/>
                      </a:lnTo>
                      <a:lnTo>
                        <a:pt x="1009" y="308"/>
                      </a:lnTo>
                      <a:lnTo>
                        <a:pt x="1021" y="325"/>
                      </a:lnTo>
                      <a:lnTo>
                        <a:pt x="1022" y="341"/>
                      </a:lnTo>
                      <a:lnTo>
                        <a:pt x="1015" y="348"/>
                      </a:lnTo>
                      <a:lnTo>
                        <a:pt x="1000" y="347"/>
                      </a:lnTo>
                      <a:lnTo>
                        <a:pt x="990" y="336"/>
                      </a:lnTo>
                      <a:lnTo>
                        <a:pt x="973" y="337"/>
                      </a:lnTo>
                      <a:lnTo>
                        <a:pt x="942" y="336"/>
                      </a:lnTo>
                      <a:lnTo>
                        <a:pt x="922" y="327"/>
                      </a:lnTo>
                      <a:lnTo>
                        <a:pt x="897" y="348"/>
                      </a:lnTo>
                      <a:lnTo>
                        <a:pt x="888" y="349"/>
                      </a:lnTo>
                      <a:lnTo>
                        <a:pt x="887" y="347"/>
                      </a:lnTo>
                      <a:lnTo>
                        <a:pt x="887" y="342"/>
                      </a:lnTo>
                      <a:lnTo>
                        <a:pt x="883" y="339"/>
                      </a:lnTo>
                      <a:lnTo>
                        <a:pt x="881" y="337"/>
                      </a:lnTo>
                      <a:lnTo>
                        <a:pt x="872" y="344"/>
                      </a:lnTo>
                      <a:lnTo>
                        <a:pt x="855" y="352"/>
                      </a:lnTo>
                      <a:lnTo>
                        <a:pt x="820" y="354"/>
                      </a:lnTo>
                      <a:lnTo>
                        <a:pt x="810" y="351"/>
                      </a:lnTo>
                      <a:lnTo>
                        <a:pt x="801" y="351"/>
                      </a:lnTo>
                      <a:lnTo>
                        <a:pt x="785" y="355"/>
                      </a:lnTo>
                      <a:lnTo>
                        <a:pt x="775" y="364"/>
                      </a:lnTo>
                      <a:lnTo>
                        <a:pt x="767" y="368"/>
                      </a:lnTo>
                      <a:lnTo>
                        <a:pt x="754" y="371"/>
                      </a:lnTo>
                      <a:lnTo>
                        <a:pt x="750" y="375"/>
                      </a:lnTo>
                      <a:lnTo>
                        <a:pt x="716" y="381"/>
                      </a:lnTo>
                      <a:lnTo>
                        <a:pt x="689" y="378"/>
                      </a:lnTo>
                      <a:lnTo>
                        <a:pt x="678" y="366"/>
                      </a:lnTo>
                      <a:lnTo>
                        <a:pt x="671" y="365"/>
                      </a:lnTo>
                      <a:lnTo>
                        <a:pt x="657" y="366"/>
                      </a:lnTo>
                      <a:lnTo>
                        <a:pt x="648" y="373"/>
                      </a:lnTo>
                      <a:lnTo>
                        <a:pt x="634" y="378"/>
                      </a:lnTo>
                      <a:lnTo>
                        <a:pt x="626" y="380"/>
                      </a:lnTo>
                      <a:lnTo>
                        <a:pt x="622" y="384"/>
                      </a:lnTo>
                      <a:lnTo>
                        <a:pt x="607" y="381"/>
                      </a:lnTo>
                      <a:lnTo>
                        <a:pt x="598" y="384"/>
                      </a:lnTo>
                      <a:lnTo>
                        <a:pt x="597" y="381"/>
                      </a:lnTo>
                      <a:lnTo>
                        <a:pt x="597" y="379"/>
                      </a:lnTo>
                      <a:lnTo>
                        <a:pt x="597" y="378"/>
                      </a:lnTo>
                      <a:lnTo>
                        <a:pt x="597" y="378"/>
                      </a:lnTo>
                      <a:lnTo>
                        <a:pt x="592" y="374"/>
                      </a:lnTo>
                      <a:lnTo>
                        <a:pt x="583" y="373"/>
                      </a:lnTo>
                      <a:lnTo>
                        <a:pt x="578" y="370"/>
                      </a:lnTo>
                      <a:lnTo>
                        <a:pt x="573" y="381"/>
                      </a:lnTo>
                      <a:lnTo>
                        <a:pt x="571" y="382"/>
                      </a:lnTo>
                      <a:lnTo>
                        <a:pt x="571" y="387"/>
                      </a:lnTo>
                      <a:lnTo>
                        <a:pt x="569" y="396"/>
                      </a:lnTo>
                      <a:lnTo>
                        <a:pt x="579" y="408"/>
                      </a:lnTo>
                      <a:lnTo>
                        <a:pt x="579" y="411"/>
                      </a:lnTo>
                      <a:lnTo>
                        <a:pt x="576" y="412"/>
                      </a:lnTo>
                      <a:lnTo>
                        <a:pt x="569" y="412"/>
                      </a:lnTo>
                      <a:lnTo>
                        <a:pt x="560" y="414"/>
                      </a:lnTo>
                      <a:lnTo>
                        <a:pt x="560" y="418"/>
                      </a:lnTo>
                      <a:lnTo>
                        <a:pt x="560" y="427"/>
                      </a:lnTo>
                      <a:lnTo>
                        <a:pt x="554" y="432"/>
                      </a:lnTo>
                      <a:lnTo>
                        <a:pt x="551" y="433"/>
                      </a:lnTo>
                      <a:lnTo>
                        <a:pt x="548" y="439"/>
                      </a:lnTo>
                      <a:lnTo>
                        <a:pt x="542" y="435"/>
                      </a:lnTo>
                      <a:lnTo>
                        <a:pt x="540" y="432"/>
                      </a:lnTo>
                      <a:lnTo>
                        <a:pt x="536" y="432"/>
                      </a:lnTo>
                      <a:lnTo>
                        <a:pt x="538" y="42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24" name="Google Shape;2224;p5">
                  <a:extLst>
                    <a:ext uri="{FF2B5EF4-FFF2-40B4-BE49-F238E27FC236}">
                      <a16:creationId xmlns:a16="http://schemas.microsoft.com/office/drawing/2014/main" id="{1774D079-8297-16B8-5CBF-CD7B75DD2B73}"/>
                    </a:ext>
                  </a:extLst>
                </p:cNvPr>
                <p:cNvSpPr/>
                <p:nvPr/>
              </p:nvSpPr>
              <p:spPr>
                <a:xfrm>
                  <a:off x="2802" y="1980"/>
                  <a:ext cx="33" cy="28"/>
                </a:xfrm>
                <a:custGeom>
                  <a:avLst/>
                  <a:gdLst/>
                  <a:ahLst/>
                  <a:cxnLst/>
                  <a:rect l="l" t="t" r="r" b="b"/>
                  <a:pathLst>
                    <a:path w="166" h="140" extrusionOk="0">
                      <a:moveTo>
                        <a:pt x="108" y="8"/>
                      </a:moveTo>
                      <a:lnTo>
                        <a:pt x="100" y="6"/>
                      </a:lnTo>
                      <a:lnTo>
                        <a:pt x="77" y="10"/>
                      </a:lnTo>
                      <a:lnTo>
                        <a:pt x="59" y="0"/>
                      </a:lnTo>
                      <a:lnTo>
                        <a:pt x="39" y="8"/>
                      </a:lnTo>
                      <a:lnTo>
                        <a:pt x="25" y="10"/>
                      </a:lnTo>
                      <a:lnTo>
                        <a:pt x="16" y="18"/>
                      </a:lnTo>
                      <a:lnTo>
                        <a:pt x="19" y="24"/>
                      </a:lnTo>
                      <a:lnTo>
                        <a:pt x="28" y="31"/>
                      </a:lnTo>
                      <a:lnTo>
                        <a:pt x="27" y="42"/>
                      </a:lnTo>
                      <a:lnTo>
                        <a:pt x="16" y="51"/>
                      </a:lnTo>
                      <a:lnTo>
                        <a:pt x="14" y="67"/>
                      </a:lnTo>
                      <a:lnTo>
                        <a:pt x="10" y="81"/>
                      </a:lnTo>
                      <a:lnTo>
                        <a:pt x="0" y="96"/>
                      </a:lnTo>
                      <a:lnTo>
                        <a:pt x="3" y="100"/>
                      </a:lnTo>
                      <a:lnTo>
                        <a:pt x="10" y="104"/>
                      </a:lnTo>
                      <a:lnTo>
                        <a:pt x="43" y="100"/>
                      </a:lnTo>
                      <a:lnTo>
                        <a:pt x="36" y="107"/>
                      </a:lnTo>
                      <a:lnTo>
                        <a:pt x="21" y="113"/>
                      </a:lnTo>
                      <a:lnTo>
                        <a:pt x="10" y="120"/>
                      </a:lnTo>
                      <a:lnTo>
                        <a:pt x="9" y="127"/>
                      </a:lnTo>
                      <a:lnTo>
                        <a:pt x="9" y="140"/>
                      </a:lnTo>
                      <a:lnTo>
                        <a:pt x="17" y="137"/>
                      </a:lnTo>
                      <a:lnTo>
                        <a:pt x="23" y="127"/>
                      </a:lnTo>
                      <a:lnTo>
                        <a:pt x="33" y="118"/>
                      </a:lnTo>
                      <a:lnTo>
                        <a:pt x="58" y="101"/>
                      </a:lnTo>
                      <a:lnTo>
                        <a:pt x="76" y="86"/>
                      </a:lnTo>
                      <a:lnTo>
                        <a:pt x="85" y="75"/>
                      </a:lnTo>
                      <a:lnTo>
                        <a:pt x="97" y="75"/>
                      </a:lnTo>
                      <a:lnTo>
                        <a:pt x="108" y="73"/>
                      </a:lnTo>
                      <a:lnTo>
                        <a:pt x="124" y="73"/>
                      </a:lnTo>
                      <a:lnTo>
                        <a:pt x="138" y="74"/>
                      </a:lnTo>
                      <a:lnTo>
                        <a:pt x="145" y="78"/>
                      </a:lnTo>
                      <a:lnTo>
                        <a:pt x="160" y="73"/>
                      </a:lnTo>
                      <a:lnTo>
                        <a:pt x="166" y="64"/>
                      </a:lnTo>
                      <a:lnTo>
                        <a:pt x="166" y="56"/>
                      </a:lnTo>
                      <a:lnTo>
                        <a:pt x="156" y="54"/>
                      </a:lnTo>
                      <a:lnTo>
                        <a:pt x="139" y="48"/>
                      </a:lnTo>
                      <a:lnTo>
                        <a:pt x="125" y="42"/>
                      </a:lnTo>
                      <a:lnTo>
                        <a:pt x="117" y="36"/>
                      </a:lnTo>
                      <a:lnTo>
                        <a:pt x="109" y="27"/>
                      </a:lnTo>
                      <a:lnTo>
                        <a:pt x="107" y="16"/>
                      </a:lnTo>
                      <a:lnTo>
                        <a:pt x="108" y="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225" name="Google Shape;2225;p5">
                <a:extLst>
                  <a:ext uri="{FF2B5EF4-FFF2-40B4-BE49-F238E27FC236}">
                    <a16:creationId xmlns:a16="http://schemas.microsoft.com/office/drawing/2014/main" id="{FFB56A15-1042-2BC3-3D62-6DBA6485148A}"/>
                  </a:ext>
                </a:extLst>
              </p:cNvPr>
              <p:cNvSpPr/>
              <p:nvPr/>
            </p:nvSpPr>
            <p:spPr>
              <a:xfrm>
                <a:off x="2898" y="2100"/>
                <a:ext cx="47" cy="54"/>
              </a:xfrm>
              <a:custGeom>
                <a:avLst/>
                <a:gdLst/>
                <a:ahLst/>
                <a:cxnLst/>
                <a:rect l="l" t="t" r="r" b="b"/>
                <a:pathLst>
                  <a:path w="231" h="269" extrusionOk="0">
                    <a:moveTo>
                      <a:pt x="215" y="94"/>
                    </a:moveTo>
                    <a:lnTo>
                      <a:pt x="231" y="75"/>
                    </a:lnTo>
                    <a:lnTo>
                      <a:pt x="215" y="0"/>
                    </a:lnTo>
                    <a:lnTo>
                      <a:pt x="165" y="26"/>
                    </a:lnTo>
                    <a:lnTo>
                      <a:pt x="141" y="39"/>
                    </a:lnTo>
                    <a:lnTo>
                      <a:pt x="96" y="67"/>
                    </a:lnTo>
                    <a:lnTo>
                      <a:pt x="87" y="69"/>
                    </a:lnTo>
                    <a:lnTo>
                      <a:pt x="75" y="67"/>
                    </a:lnTo>
                    <a:lnTo>
                      <a:pt x="70" y="65"/>
                    </a:lnTo>
                    <a:lnTo>
                      <a:pt x="62" y="55"/>
                    </a:lnTo>
                    <a:lnTo>
                      <a:pt x="54" y="51"/>
                    </a:lnTo>
                    <a:lnTo>
                      <a:pt x="48" y="43"/>
                    </a:lnTo>
                    <a:lnTo>
                      <a:pt x="44" y="42"/>
                    </a:lnTo>
                    <a:lnTo>
                      <a:pt x="32" y="44"/>
                    </a:lnTo>
                    <a:lnTo>
                      <a:pt x="32" y="64"/>
                    </a:lnTo>
                    <a:lnTo>
                      <a:pt x="32" y="66"/>
                    </a:lnTo>
                    <a:lnTo>
                      <a:pt x="31" y="75"/>
                    </a:lnTo>
                    <a:lnTo>
                      <a:pt x="30" y="82"/>
                    </a:lnTo>
                    <a:lnTo>
                      <a:pt x="28" y="94"/>
                    </a:lnTo>
                    <a:lnTo>
                      <a:pt x="31" y="103"/>
                    </a:lnTo>
                    <a:lnTo>
                      <a:pt x="28" y="109"/>
                    </a:lnTo>
                    <a:lnTo>
                      <a:pt x="27" y="118"/>
                    </a:lnTo>
                    <a:lnTo>
                      <a:pt x="25" y="120"/>
                    </a:lnTo>
                    <a:lnTo>
                      <a:pt x="27" y="124"/>
                    </a:lnTo>
                    <a:lnTo>
                      <a:pt x="23" y="137"/>
                    </a:lnTo>
                    <a:lnTo>
                      <a:pt x="26" y="145"/>
                    </a:lnTo>
                    <a:lnTo>
                      <a:pt x="17" y="163"/>
                    </a:lnTo>
                    <a:lnTo>
                      <a:pt x="11" y="183"/>
                    </a:lnTo>
                    <a:lnTo>
                      <a:pt x="5" y="236"/>
                    </a:lnTo>
                    <a:lnTo>
                      <a:pt x="1" y="247"/>
                    </a:lnTo>
                    <a:lnTo>
                      <a:pt x="0" y="253"/>
                    </a:lnTo>
                    <a:lnTo>
                      <a:pt x="0" y="253"/>
                    </a:lnTo>
                    <a:lnTo>
                      <a:pt x="3" y="261"/>
                    </a:lnTo>
                    <a:lnTo>
                      <a:pt x="64" y="269"/>
                    </a:lnTo>
                    <a:lnTo>
                      <a:pt x="81" y="252"/>
                    </a:lnTo>
                    <a:lnTo>
                      <a:pt x="82" y="248"/>
                    </a:lnTo>
                    <a:lnTo>
                      <a:pt x="97" y="223"/>
                    </a:lnTo>
                    <a:lnTo>
                      <a:pt x="139" y="217"/>
                    </a:lnTo>
                    <a:lnTo>
                      <a:pt x="140" y="207"/>
                    </a:lnTo>
                    <a:lnTo>
                      <a:pt x="146" y="191"/>
                    </a:lnTo>
                    <a:lnTo>
                      <a:pt x="168" y="179"/>
                    </a:lnTo>
                    <a:lnTo>
                      <a:pt x="170" y="178"/>
                    </a:lnTo>
                    <a:lnTo>
                      <a:pt x="117" y="124"/>
                    </a:lnTo>
                    <a:lnTo>
                      <a:pt x="108" y="118"/>
                    </a:lnTo>
                    <a:lnTo>
                      <a:pt x="149" y="108"/>
                    </a:lnTo>
                    <a:lnTo>
                      <a:pt x="215" y="9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26" name="Google Shape;2226;p5">
                <a:extLst>
                  <a:ext uri="{FF2B5EF4-FFF2-40B4-BE49-F238E27FC236}">
                    <a16:creationId xmlns:a16="http://schemas.microsoft.com/office/drawing/2014/main" id="{E03A5AC6-469C-8B6E-B34E-1A6F5DAE4B86}"/>
                  </a:ext>
                </a:extLst>
              </p:cNvPr>
              <p:cNvSpPr/>
              <p:nvPr/>
            </p:nvSpPr>
            <p:spPr>
              <a:xfrm>
                <a:off x="2905" y="2047"/>
                <a:ext cx="77" cy="67"/>
              </a:xfrm>
              <a:custGeom>
                <a:avLst/>
                <a:gdLst/>
                <a:ahLst/>
                <a:cxnLst/>
                <a:rect l="l" t="t" r="r" b="b"/>
                <a:pathLst>
                  <a:path w="387" h="337" extrusionOk="0">
                    <a:moveTo>
                      <a:pt x="183" y="268"/>
                    </a:moveTo>
                    <a:lnTo>
                      <a:pt x="226" y="238"/>
                    </a:lnTo>
                    <a:lnTo>
                      <a:pt x="241" y="227"/>
                    </a:lnTo>
                    <a:lnTo>
                      <a:pt x="256" y="222"/>
                    </a:lnTo>
                    <a:lnTo>
                      <a:pt x="278" y="210"/>
                    </a:lnTo>
                    <a:lnTo>
                      <a:pt x="290" y="203"/>
                    </a:lnTo>
                    <a:lnTo>
                      <a:pt x="294" y="199"/>
                    </a:lnTo>
                    <a:lnTo>
                      <a:pt x="306" y="194"/>
                    </a:lnTo>
                    <a:lnTo>
                      <a:pt x="316" y="170"/>
                    </a:lnTo>
                    <a:lnTo>
                      <a:pt x="319" y="133"/>
                    </a:lnTo>
                    <a:lnTo>
                      <a:pt x="323" y="63"/>
                    </a:lnTo>
                    <a:lnTo>
                      <a:pt x="354" y="50"/>
                    </a:lnTo>
                    <a:lnTo>
                      <a:pt x="372" y="21"/>
                    </a:lnTo>
                    <a:lnTo>
                      <a:pt x="387" y="12"/>
                    </a:lnTo>
                    <a:lnTo>
                      <a:pt x="378" y="12"/>
                    </a:lnTo>
                    <a:lnTo>
                      <a:pt x="377" y="10"/>
                    </a:lnTo>
                    <a:lnTo>
                      <a:pt x="377" y="5"/>
                    </a:lnTo>
                    <a:lnTo>
                      <a:pt x="373" y="2"/>
                    </a:lnTo>
                    <a:lnTo>
                      <a:pt x="371" y="0"/>
                    </a:lnTo>
                    <a:lnTo>
                      <a:pt x="362" y="7"/>
                    </a:lnTo>
                    <a:lnTo>
                      <a:pt x="345" y="15"/>
                    </a:lnTo>
                    <a:lnTo>
                      <a:pt x="310" y="17"/>
                    </a:lnTo>
                    <a:lnTo>
                      <a:pt x="300" y="14"/>
                    </a:lnTo>
                    <a:lnTo>
                      <a:pt x="291" y="14"/>
                    </a:lnTo>
                    <a:lnTo>
                      <a:pt x="275" y="18"/>
                    </a:lnTo>
                    <a:lnTo>
                      <a:pt x="265" y="27"/>
                    </a:lnTo>
                    <a:lnTo>
                      <a:pt x="257" y="31"/>
                    </a:lnTo>
                    <a:lnTo>
                      <a:pt x="244" y="34"/>
                    </a:lnTo>
                    <a:lnTo>
                      <a:pt x="238" y="38"/>
                    </a:lnTo>
                    <a:lnTo>
                      <a:pt x="206" y="45"/>
                    </a:lnTo>
                    <a:lnTo>
                      <a:pt x="179" y="41"/>
                    </a:lnTo>
                    <a:lnTo>
                      <a:pt x="168" y="31"/>
                    </a:lnTo>
                    <a:lnTo>
                      <a:pt x="161" y="28"/>
                    </a:lnTo>
                    <a:lnTo>
                      <a:pt x="147" y="29"/>
                    </a:lnTo>
                    <a:lnTo>
                      <a:pt x="138" y="36"/>
                    </a:lnTo>
                    <a:lnTo>
                      <a:pt x="124" y="41"/>
                    </a:lnTo>
                    <a:lnTo>
                      <a:pt x="116" y="43"/>
                    </a:lnTo>
                    <a:lnTo>
                      <a:pt x="112" y="47"/>
                    </a:lnTo>
                    <a:lnTo>
                      <a:pt x="97" y="44"/>
                    </a:lnTo>
                    <a:lnTo>
                      <a:pt x="88" y="47"/>
                    </a:lnTo>
                    <a:lnTo>
                      <a:pt x="87" y="44"/>
                    </a:lnTo>
                    <a:lnTo>
                      <a:pt x="87" y="42"/>
                    </a:lnTo>
                    <a:lnTo>
                      <a:pt x="87" y="41"/>
                    </a:lnTo>
                    <a:lnTo>
                      <a:pt x="82" y="37"/>
                    </a:lnTo>
                    <a:lnTo>
                      <a:pt x="73" y="36"/>
                    </a:lnTo>
                    <a:lnTo>
                      <a:pt x="68" y="33"/>
                    </a:lnTo>
                    <a:lnTo>
                      <a:pt x="63" y="44"/>
                    </a:lnTo>
                    <a:lnTo>
                      <a:pt x="61" y="45"/>
                    </a:lnTo>
                    <a:lnTo>
                      <a:pt x="61" y="50"/>
                    </a:lnTo>
                    <a:lnTo>
                      <a:pt x="59" y="59"/>
                    </a:lnTo>
                    <a:lnTo>
                      <a:pt x="68" y="71"/>
                    </a:lnTo>
                    <a:lnTo>
                      <a:pt x="69" y="74"/>
                    </a:lnTo>
                    <a:lnTo>
                      <a:pt x="66" y="75"/>
                    </a:lnTo>
                    <a:lnTo>
                      <a:pt x="59" y="75"/>
                    </a:lnTo>
                    <a:lnTo>
                      <a:pt x="50" y="77"/>
                    </a:lnTo>
                    <a:lnTo>
                      <a:pt x="50" y="81"/>
                    </a:lnTo>
                    <a:lnTo>
                      <a:pt x="50" y="90"/>
                    </a:lnTo>
                    <a:lnTo>
                      <a:pt x="44" y="95"/>
                    </a:lnTo>
                    <a:lnTo>
                      <a:pt x="41" y="96"/>
                    </a:lnTo>
                    <a:lnTo>
                      <a:pt x="38" y="102"/>
                    </a:lnTo>
                    <a:lnTo>
                      <a:pt x="32" y="98"/>
                    </a:lnTo>
                    <a:lnTo>
                      <a:pt x="30" y="95"/>
                    </a:lnTo>
                    <a:lnTo>
                      <a:pt x="26" y="95"/>
                    </a:lnTo>
                    <a:lnTo>
                      <a:pt x="26" y="106"/>
                    </a:lnTo>
                    <a:lnTo>
                      <a:pt x="21" y="119"/>
                    </a:lnTo>
                    <a:lnTo>
                      <a:pt x="23" y="123"/>
                    </a:lnTo>
                    <a:lnTo>
                      <a:pt x="28" y="136"/>
                    </a:lnTo>
                    <a:lnTo>
                      <a:pt x="28" y="155"/>
                    </a:lnTo>
                    <a:lnTo>
                      <a:pt x="26" y="167"/>
                    </a:lnTo>
                    <a:lnTo>
                      <a:pt x="28" y="178"/>
                    </a:lnTo>
                    <a:lnTo>
                      <a:pt x="45" y="178"/>
                    </a:lnTo>
                    <a:lnTo>
                      <a:pt x="48" y="174"/>
                    </a:lnTo>
                    <a:lnTo>
                      <a:pt x="50" y="174"/>
                    </a:lnTo>
                    <a:lnTo>
                      <a:pt x="52" y="179"/>
                    </a:lnTo>
                    <a:lnTo>
                      <a:pt x="57" y="179"/>
                    </a:lnTo>
                    <a:lnTo>
                      <a:pt x="58" y="181"/>
                    </a:lnTo>
                    <a:lnTo>
                      <a:pt x="58" y="183"/>
                    </a:lnTo>
                    <a:lnTo>
                      <a:pt x="53" y="183"/>
                    </a:lnTo>
                    <a:lnTo>
                      <a:pt x="53" y="185"/>
                    </a:lnTo>
                    <a:lnTo>
                      <a:pt x="50" y="187"/>
                    </a:lnTo>
                    <a:lnTo>
                      <a:pt x="50" y="189"/>
                    </a:lnTo>
                    <a:lnTo>
                      <a:pt x="57" y="189"/>
                    </a:lnTo>
                    <a:lnTo>
                      <a:pt x="58" y="193"/>
                    </a:lnTo>
                    <a:lnTo>
                      <a:pt x="63" y="195"/>
                    </a:lnTo>
                    <a:lnTo>
                      <a:pt x="61" y="199"/>
                    </a:lnTo>
                    <a:lnTo>
                      <a:pt x="65" y="204"/>
                    </a:lnTo>
                    <a:lnTo>
                      <a:pt x="64" y="208"/>
                    </a:lnTo>
                    <a:lnTo>
                      <a:pt x="66" y="210"/>
                    </a:lnTo>
                    <a:lnTo>
                      <a:pt x="64" y="212"/>
                    </a:lnTo>
                    <a:lnTo>
                      <a:pt x="63" y="216"/>
                    </a:lnTo>
                    <a:lnTo>
                      <a:pt x="60" y="216"/>
                    </a:lnTo>
                    <a:lnTo>
                      <a:pt x="55" y="221"/>
                    </a:lnTo>
                    <a:lnTo>
                      <a:pt x="50" y="222"/>
                    </a:lnTo>
                    <a:lnTo>
                      <a:pt x="50" y="226"/>
                    </a:lnTo>
                    <a:lnTo>
                      <a:pt x="47" y="227"/>
                    </a:lnTo>
                    <a:lnTo>
                      <a:pt x="45" y="230"/>
                    </a:lnTo>
                    <a:lnTo>
                      <a:pt x="50" y="233"/>
                    </a:lnTo>
                    <a:lnTo>
                      <a:pt x="52" y="236"/>
                    </a:lnTo>
                    <a:lnTo>
                      <a:pt x="52" y="236"/>
                    </a:lnTo>
                    <a:lnTo>
                      <a:pt x="50" y="237"/>
                    </a:lnTo>
                    <a:lnTo>
                      <a:pt x="45" y="236"/>
                    </a:lnTo>
                    <a:lnTo>
                      <a:pt x="32" y="237"/>
                    </a:lnTo>
                    <a:lnTo>
                      <a:pt x="31" y="242"/>
                    </a:lnTo>
                    <a:lnTo>
                      <a:pt x="28" y="243"/>
                    </a:lnTo>
                    <a:lnTo>
                      <a:pt x="26" y="249"/>
                    </a:lnTo>
                    <a:lnTo>
                      <a:pt x="26" y="249"/>
                    </a:lnTo>
                    <a:lnTo>
                      <a:pt x="31" y="252"/>
                    </a:lnTo>
                    <a:lnTo>
                      <a:pt x="31" y="257"/>
                    </a:lnTo>
                    <a:lnTo>
                      <a:pt x="28" y="257"/>
                    </a:lnTo>
                    <a:lnTo>
                      <a:pt x="25" y="263"/>
                    </a:lnTo>
                    <a:lnTo>
                      <a:pt x="18" y="267"/>
                    </a:lnTo>
                    <a:lnTo>
                      <a:pt x="17" y="270"/>
                    </a:lnTo>
                    <a:lnTo>
                      <a:pt x="12" y="270"/>
                    </a:lnTo>
                    <a:lnTo>
                      <a:pt x="5" y="276"/>
                    </a:lnTo>
                    <a:lnTo>
                      <a:pt x="5" y="286"/>
                    </a:lnTo>
                    <a:lnTo>
                      <a:pt x="2" y="290"/>
                    </a:lnTo>
                    <a:lnTo>
                      <a:pt x="4" y="295"/>
                    </a:lnTo>
                    <a:lnTo>
                      <a:pt x="2" y="300"/>
                    </a:lnTo>
                    <a:lnTo>
                      <a:pt x="5" y="306"/>
                    </a:lnTo>
                    <a:lnTo>
                      <a:pt x="0" y="312"/>
                    </a:lnTo>
                    <a:lnTo>
                      <a:pt x="12" y="310"/>
                    </a:lnTo>
                    <a:lnTo>
                      <a:pt x="16" y="311"/>
                    </a:lnTo>
                    <a:lnTo>
                      <a:pt x="22" y="319"/>
                    </a:lnTo>
                    <a:lnTo>
                      <a:pt x="30" y="324"/>
                    </a:lnTo>
                    <a:lnTo>
                      <a:pt x="38" y="333"/>
                    </a:lnTo>
                    <a:lnTo>
                      <a:pt x="43" y="335"/>
                    </a:lnTo>
                    <a:lnTo>
                      <a:pt x="55" y="337"/>
                    </a:lnTo>
                    <a:lnTo>
                      <a:pt x="63" y="335"/>
                    </a:lnTo>
                    <a:lnTo>
                      <a:pt x="109" y="307"/>
                    </a:lnTo>
                    <a:lnTo>
                      <a:pt x="133" y="294"/>
                    </a:lnTo>
                    <a:lnTo>
                      <a:pt x="183" y="26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27" name="Google Shape;2227;p5">
                <a:extLst>
                  <a:ext uri="{FF2B5EF4-FFF2-40B4-BE49-F238E27FC236}">
                    <a16:creationId xmlns:a16="http://schemas.microsoft.com/office/drawing/2014/main" id="{E72C9EF1-2E48-84C4-23F3-15705090D019}"/>
                  </a:ext>
                </a:extLst>
              </p:cNvPr>
              <p:cNvSpPr/>
              <p:nvPr/>
            </p:nvSpPr>
            <p:spPr>
              <a:xfrm>
                <a:off x="2871" y="2069"/>
                <a:ext cx="25" cy="15"/>
              </a:xfrm>
              <a:custGeom>
                <a:avLst/>
                <a:gdLst/>
                <a:ahLst/>
                <a:cxnLst/>
                <a:rect l="l" t="t" r="r" b="b"/>
                <a:pathLst>
                  <a:path w="126" h="75" extrusionOk="0">
                    <a:moveTo>
                      <a:pt x="92" y="16"/>
                    </a:moveTo>
                    <a:lnTo>
                      <a:pt x="106" y="11"/>
                    </a:lnTo>
                    <a:lnTo>
                      <a:pt x="112" y="5"/>
                    </a:lnTo>
                    <a:lnTo>
                      <a:pt x="122" y="0"/>
                    </a:lnTo>
                    <a:lnTo>
                      <a:pt x="126" y="0"/>
                    </a:lnTo>
                    <a:lnTo>
                      <a:pt x="123" y="9"/>
                    </a:lnTo>
                    <a:lnTo>
                      <a:pt x="115" y="17"/>
                    </a:lnTo>
                    <a:lnTo>
                      <a:pt x="107" y="21"/>
                    </a:lnTo>
                    <a:lnTo>
                      <a:pt x="96" y="37"/>
                    </a:lnTo>
                    <a:lnTo>
                      <a:pt x="99" y="43"/>
                    </a:lnTo>
                    <a:lnTo>
                      <a:pt x="92" y="52"/>
                    </a:lnTo>
                    <a:lnTo>
                      <a:pt x="80" y="54"/>
                    </a:lnTo>
                    <a:lnTo>
                      <a:pt x="69" y="64"/>
                    </a:lnTo>
                    <a:lnTo>
                      <a:pt x="53" y="68"/>
                    </a:lnTo>
                    <a:lnTo>
                      <a:pt x="43" y="75"/>
                    </a:lnTo>
                    <a:lnTo>
                      <a:pt x="25" y="72"/>
                    </a:lnTo>
                    <a:lnTo>
                      <a:pt x="13" y="66"/>
                    </a:lnTo>
                    <a:lnTo>
                      <a:pt x="5" y="57"/>
                    </a:lnTo>
                    <a:lnTo>
                      <a:pt x="0" y="45"/>
                    </a:lnTo>
                    <a:lnTo>
                      <a:pt x="13" y="42"/>
                    </a:lnTo>
                    <a:lnTo>
                      <a:pt x="21" y="37"/>
                    </a:lnTo>
                    <a:lnTo>
                      <a:pt x="31" y="36"/>
                    </a:lnTo>
                    <a:lnTo>
                      <a:pt x="38" y="33"/>
                    </a:lnTo>
                    <a:lnTo>
                      <a:pt x="40" y="25"/>
                    </a:lnTo>
                    <a:lnTo>
                      <a:pt x="43" y="26"/>
                    </a:lnTo>
                    <a:lnTo>
                      <a:pt x="63" y="25"/>
                    </a:lnTo>
                    <a:lnTo>
                      <a:pt x="92" y="1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228" name="Google Shape;2228;p5">
              <a:extLst>
                <a:ext uri="{FF2B5EF4-FFF2-40B4-BE49-F238E27FC236}">
                  <a16:creationId xmlns:a16="http://schemas.microsoft.com/office/drawing/2014/main" id="{F35293D5-1EFB-BC2A-5D34-79A292EC3FC5}"/>
                </a:ext>
              </a:extLst>
            </p:cNvPr>
            <p:cNvSpPr/>
            <p:nvPr/>
          </p:nvSpPr>
          <p:spPr>
            <a:xfrm>
              <a:off x="5515767" y="2903884"/>
              <a:ext cx="53975" cy="55563"/>
            </a:xfrm>
            <a:custGeom>
              <a:avLst/>
              <a:gdLst/>
              <a:ahLst/>
              <a:cxnLst/>
              <a:rect l="l" t="t" r="r" b="b"/>
              <a:pathLst>
                <a:path w="170" h="175" extrusionOk="0">
                  <a:moveTo>
                    <a:pt x="77" y="118"/>
                  </a:moveTo>
                  <a:lnTo>
                    <a:pt x="68" y="107"/>
                  </a:lnTo>
                  <a:lnTo>
                    <a:pt x="64" y="102"/>
                  </a:lnTo>
                  <a:lnTo>
                    <a:pt x="56" y="99"/>
                  </a:lnTo>
                  <a:lnTo>
                    <a:pt x="46" y="89"/>
                  </a:lnTo>
                  <a:lnTo>
                    <a:pt x="38" y="83"/>
                  </a:lnTo>
                  <a:lnTo>
                    <a:pt x="27" y="79"/>
                  </a:lnTo>
                  <a:lnTo>
                    <a:pt x="19" y="69"/>
                  </a:lnTo>
                  <a:lnTo>
                    <a:pt x="16" y="55"/>
                  </a:lnTo>
                  <a:lnTo>
                    <a:pt x="14" y="35"/>
                  </a:lnTo>
                  <a:lnTo>
                    <a:pt x="7" y="21"/>
                  </a:lnTo>
                  <a:lnTo>
                    <a:pt x="0" y="15"/>
                  </a:lnTo>
                  <a:lnTo>
                    <a:pt x="21" y="14"/>
                  </a:lnTo>
                  <a:lnTo>
                    <a:pt x="28" y="9"/>
                  </a:lnTo>
                  <a:lnTo>
                    <a:pt x="44" y="8"/>
                  </a:lnTo>
                  <a:lnTo>
                    <a:pt x="51" y="4"/>
                  </a:lnTo>
                  <a:lnTo>
                    <a:pt x="67" y="7"/>
                  </a:lnTo>
                  <a:lnTo>
                    <a:pt x="76" y="5"/>
                  </a:lnTo>
                  <a:lnTo>
                    <a:pt x="86" y="0"/>
                  </a:lnTo>
                  <a:lnTo>
                    <a:pt x="87" y="0"/>
                  </a:lnTo>
                  <a:lnTo>
                    <a:pt x="89" y="8"/>
                  </a:lnTo>
                  <a:lnTo>
                    <a:pt x="99" y="20"/>
                  </a:lnTo>
                  <a:lnTo>
                    <a:pt x="107" y="21"/>
                  </a:lnTo>
                  <a:lnTo>
                    <a:pt x="114" y="26"/>
                  </a:lnTo>
                  <a:lnTo>
                    <a:pt x="115" y="34"/>
                  </a:lnTo>
                  <a:lnTo>
                    <a:pt x="110" y="40"/>
                  </a:lnTo>
                  <a:lnTo>
                    <a:pt x="110" y="48"/>
                  </a:lnTo>
                  <a:lnTo>
                    <a:pt x="113" y="56"/>
                  </a:lnTo>
                  <a:lnTo>
                    <a:pt x="118" y="63"/>
                  </a:lnTo>
                  <a:lnTo>
                    <a:pt x="123" y="68"/>
                  </a:lnTo>
                  <a:lnTo>
                    <a:pt x="137" y="77"/>
                  </a:lnTo>
                  <a:lnTo>
                    <a:pt x="138" y="84"/>
                  </a:lnTo>
                  <a:lnTo>
                    <a:pt x="135" y="93"/>
                  </a:lnTo>
                  <a:lnTo>
                    <a:pt x="126" y="94"/>
                  </a:lnTo>
                  <a:lnTo>
                    <a:pt x="129" y="101"/>
                  </a:lnTo>
                  <a:lnTo>
                    <a:pt x="138" y="113"/>
                  </a:lnTo>
                  <a:lnTo>
                    <a:pt x="153" y="122"/>
                  </a:lnTo>
                  <a:lnTo>
                    <a:pt x="161" y="122"/>
                  </a:lnTo>
                  <a:lnTo>
                    <a:pt x="168" y="123"/>
                  </a:lnTo>
                  <a:lnTo>
                    <a:pt x="164" y="131"/>
                  </a:lnTo>
                  <a:lnTo>
                    <a:pt x="163" y="139"/>
                  </a:lnTo>
                  <a:lnTo>
                    <a:pt x="169" y="144"/>
                  </a:lnTo>
                  <a:lnTo>
                    <a:pt x="168" y="152"/>
                  </a:lnTo>
                  <a:lnTo>
                    <a:pt x="161" y="154"/>
                  </a:lnTo>
                  <a:lnTo>
                    <a:pt x="166" y="160"/>
                  </a:lnTo>
                  <a:lnTo>
                    <a:pt x="169" y="168"/>
                  </a:lnTo>
                  <a:lnTo>
                    <a:pt x="170" y="175"/>
                  </a:lnTo>
                  <a:lnTo>
                    <a:pt x="164" y="175"/>
                  </a:lnTo>
                  <a:lnTo>
                    <a:pt x="147" y="175"/>
                  </a:lnTo>
                  <a:lnTo>
                    <a:pt x="142" y="175"/>
                  </a:lnTo>
                  <a:lnTo>
                    <a:pt x="141" y="150"/>
                  </a:lnTo>
                  <a:lnTo>
                    <a:pt x="137" y="143"/>
                  </a:lnTo>
                  <a:lnTo>
                    <a:pt x="132" y="136"/>
                  </a:lnTo>
                  <a:lnTo>
                    <a:pt x="129" y="128"/>
                  </a:lnTo>
                  <a:lnTo>
                    <a:pt x="121" y="126"/>
                  </a:lnTo>
                  <a:lnTo>
                    <a:pt x="114" y="128"/>
                  </a:lnTo>
                  <a:lnTo>
                    <a:pt x="107" y="128"/>
                  </a:lnTo>
                  <a:lnTo>
                    <a:pt x="99" y="125"/>
                  </a:lnTo>
                  <a:lnTo>
                    <a:pt x="94" y="117"/>
                  </a:lnTo>
                  <a:lnTo>
                    <a:pt x="87" y="116"/>
                  </a:lnTo>
                  <a:lnTo>
                    <a:pt x="77" y="11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29" name="Google Shape;2229;p5">
              <a:extLst>
                <a:ext uri="{FF2B5EF4-FFF2-40B4-BE49-F238E27FC236}">
                  <a16:creationId xmlns:a16="http://schemas.microsoft.com/office/drawing/2014/main" id="{D8D5A0EF-3746-5503-30D4-70DFDD86CB69}"/>
                </a:ext>
              </a:extLst>
            </p:cNvPr>
            <p:cNvSpPr/>
            <p:nvPr/>
          </p:nvSpPr>
          <p:spPr>
            <a:xfrm>
              <a:off x="5569742" y="2532409"/>
              <a:ext cx="708025" cy="377825"/>
            </a:xfrm>
            <a:custGeom>
              <a:avLst/>
              <a:gdLst/>
              <a:ahLst/>
              <a:cxnLst/>
              <a:rect l="l" t="t" r="r" b="b"/>
              <a:pathLst>
                <a:path w="2230" h="1190" extrusionOk="0">
                  <a:moveTo>
                    <a:pt x="518" y="898"/>
                  </a:moveTo>
                  <a:lnTo>
                    <a:pt x="518" y="968"/>
                  </a:lnTo>
                  <a:lnTo>
                    <a:pt x="518" y="1042"/>
                  </a:lnTo>
                  <a:lnTo>
                    <a:pt x="518" y="1107"/>
                  </a:lnTo>
                  <a:lnTo>
                    <a:pt x="518" y="1168"/>
                  </a:lnTo>
                  <a:lnTo>
                    <a:pt x="506" y="1174"/>
                  </a:lnTo>
                  <a:lnTo>
                    <a:pt x="486" y="1173"/>
                  </a:lnTo>
                  <a:lnTo>
                    <a:pt x="477" y="1166"/>
                  </a:lnTo>
                  <a:lnTo>
                    <a:pt x="468" y="1143"/>
                  </a:lnTo>
                  <a:lnTo>
                    <a:pt x="464" y="1136"/>
                  </a:lnTo>
                  <a:lnTo>
                    <a:pt x="458" y="1130"/>
                  </a:lnTo>
                  <a:lnTo>
                    <a:pt x="452" y="1115"/>
                  </a:lnTo>
                  <a:lnTo>
                    <a:pt x="447" y="1108"/>
                  </a:lnTo>
                  <a:lnTo>
                    <a:pt x="432" y="1102"/>
                  </a:lnTo>
                  <a:lnTo>
                    <a:pt x="425" y="1097"/>
                  </a:lnTo>
                  <a:lnTo>
                    <a:pt x="418" y="1092"/>
                  </a:lnTo>
                  <a:lnTo>
                    <a:pt x="410" y="1092"/>
                  </a:lnTo>
                  <a:lnTo>
                    <a:pt x="402" y="1093"/>
                  </a:lnTo>
                  <a:lnTo>
                    <a:pt x="378" y="1100"/>
                  </a:lnTo>
                  <a:lnTo>
                    <a:pt x="355" y="1109"/>
                  </a:lnTo>
                  <a:lnTo>
                    <a:pt x="325" y="1135"/>
                  </a:lnTo>
                  <a:lnTo>
                    <a:pt x="324" y="1096"/>
                  </a:lnTo>
                  <a:lnTo>
                    <a:pt x="333" y="1085"/>
                  </a:lnTo>
                  <a:lnTo>
                    <a:pt x="335" y="1065"/>
                  </a:lnTo>
                  <a:lnTo>
                    <a:pt x="323" y="1060"/>
                  </a:lnTo>
                  <a:lnTo>
                    <a:pt x="311" y="1059"/>
                  </a:lnTo>
                  <a:lnTo>
                    <a:pt x="291" y="1050"/>
                  </a:lnTo>
                  <a:lnTo>
                    <a:pt x="281" y="1037"/>
                  </a:lnTo>
                  <a:lnTo>
                    <a:pt x="274" y="1037"/>
                  </a:lnTo>
                  <a:lnTo>
                    <a:pt x="262" y="1035"/>
                  </a:lnTo>
                  <a:lnTo>
                    <a:pt x="259" y="996"/>
                  </a:lnTo>
                  <a:lnTo>
                    <a:pt x="247" y="976"/>
                  </a:lnTo>
                  <a:lnTo>
                    <a:pt x="239" y="970"/>
                  </a:lnTo>
                  <a:lnTo>
                    <a:pt x="232" y="956"/>
                  </a:lnTo>
                  <a:lnTo>
                    <a:pt x="209" y="947"/>
                  </a:lnTo>
                  <a:lnTo>
                    <a:pt x="198" y="930"/>
                  </a:lnTo>
                  <a:lnTo>
                    <a:pt x="205" y="924"/>
                  </a:lnTo>
                  <a:lnTo>
                    <a:pt x="223" y="924"/>
                  </a:lnTo>
                  <a:lnTo>
                    <a:pt x="241" y="927"/>
                  </a:lnTo>
                  <a:lnTo>
                    <a:pt x="250" y="932"/>
                  </a:lnTo>
                  <a:lnTo>
                    <a:pt x="258" y="930"/>
                  </a:lnTo>
                  <a:lnTo>
                    <a:pt x="271" y="931"/>
                  </a:lnTo>
                  <a:lnTo>
                    <a:pt x="268" y="924"/>
                  </a:lnTo>
                  <a:lnTo>
                    <a:pt x="264" y="913"/>
                  </a:lnTo>
                  <a:lnTo>
                    <a:pt x="262" y="894"/>
                  </a:lnTo>
                  <a:lnTo>
                    <a:pt x="266" y="883"/>
                  </a:lnTo>
                  <a:lnTo>
                    <a:pt x="276" y="878"/>
                  </a:lnTo>
                  <a:lnTo>
                    <a:pt x="276" y="886"/>
                  </a:lnTo>
                  <a:lnTo>
                    <a:pt x="287" y="887"/>
                  </a:lnTo>
                  <a:lnTo>
                    <a:pt x="298" y="882"/>
                  </a:lnTo>
                  <a:lnTo>
                    <a:pt x="301" y="873"/>
                  </a:lnTo>
                  <a:lnTo>
                    <a:pt x="311" y="865"/>
                  </a:lnTo>
                  <a:lnTo>
                    <a:pt x="328" y="863"/>
                  </a:lnTo>
                  <a:lnTo>
                    <a:pt x="344" y="873"/>
                  </a:lnTo>
                  <a:lnTo>
                    <a:pt x="360" y="879"/>
                  </a:lnTo>
                  <a:lnTo>
                    <a:pt x="376" y="876"/>
                  </a:lnTo>
                  <a:lnTo>
                    <a:pt x="386" y="868"/>
                  </a:lnTo>
                  <a:lnTo>
                    <a:pt x="389" y="870"/>
                  </a:lnTo>
                  <a:lnTo>
                    <a:pt x="394" y="874"/>
                  </a:lnTo>
                  <a:lnTo>
                    <a:pt x="413" y="881"/>
                  </a:lnTo>
                  <a:lnTo>
                    <a:pt x="424" y="887"/>
                  </a:lnTo>
                  <a:lnTo>
                    <a:pt x="435" y="884"/>
                  </a:lnTo>
                  <a:lnTo>
                    <a:pt x="447" y="887"/>
                  </a:lnTo>
                  <a:lnTo>
                    <a:pt x="451" y="879"/>
                  </a:lnTo>
                  <a:lnTo>
                    <a:pt x="443" y="867"/>
                  </a:lnTo>
                  <a:lnTo>
                    <a:pt x="453" y="867"/>
                  </a:lnTo>
                  <a:lnTo>
                    <a:pt x="446" y="855"/>
                  </a:lnTo>
                  <a:lnTo>
                    <a:pt x="435" y="841"/>
                  </a:lnTo>
                  <a:lnTo>
                    <a:pt x="425" y="834"/>
                  </a:lnTo>
                  <a:lnTo>
                    <a:pt x="420" y="823"/>
                  </a:lnTo>
                  <a:lnTo>
                    <a:pt x="409" y="823"/>
                  </a:lnTo>
                  <a:lnTo>
                    <a:pt x="398" y="806"/>
                  </a:lnTo>
                  <a:lnTo>
                    <a:pt x="392" y="782"/>
                  </a:lnTo>
                  <a:lnTo>
                    <a:pt x="384" y="771"/>
                  </a:lnTo>
                  <a:lnTo>
                    <a:pt x="382" y="777"/>
                  </a:lnTo>
                  <a:lnTo>
                    <a:pt x="375" y="760"/>
                  </a:lnTo>
                  <a:lnTo>
                    <a:pt x="370" y="760"/>
                  </a:lnTo>
                  <a:lnTo>
                    <a:pt x="367" y="749"/>
                  </a:lnTo>
                  <a:lnTo>
                    <a:pt x="348" y="732"/>
                  </a:lnTo>
                  <a:lnTo>
                    <a:pt x="336" y="731"/>
                  </a:lnTo>
                  <a:lnTo>
                    <a:pt x="336" y="725"/>
                  </a:lnTo>
                  <a:lnTo>
                    <a:pt x="323" y="723"/>
                  </a:lnTo>
                  <a:lnTo>
                    <a:pt x="312" y="728"/>
                  </a:lnTo>
                  <a:lnTo>
                    <a:pt x="303" y="730"/>
                  </a:lnTo>
                  <a:lnTo>
                    <a:pt x="292" y="736"/>
                  </a:lnTo>
                  <a:lnTo>
                    <a:pt x="289" y="725"/>
                  </a:lnTo>
                  <a:lnTo>
                    <a:pt x="274" y="725"/>
                  </a:lnTo>
                  <a:lnTo>
                    <a:pt x="270" y="722"/>
                  </a:lnTo>
                  <a:lnTo>
                    <a:pt x="257" y="720"/>
                  </a:lnTo>
                  <a:lnTo>
                    <a:pt x="242" y="718"/>
                  </a:lnTo>
                  <a:lnTo>
                    <a:pt x="207" y="752"/>
                  </a:lnTo>
                  <a:lnTo>
                    <a:pt x="188" y="753"/>
                  </a:lnTo>
                  <a:lnTo>
                    <a:pt x="162" y="761"/>
                  </a:lnTo>
                  <a:lnTo>
                    <a:pt x="136" y="765"/>
                  </a:lnTo>
                  <a:lnTo>
                    <a:pt x="114" y="771"/>
                  </a:lnTo>
                  <a:lnTo>
                    <a:pt x="136" y="786"/>
                  </a:lnTo>
                  <a:lnTo>
                    <a:pt x="119" y="793"/>
                  </a:lnTo>
                  <a:lnTo>
                    <a:pt x="112" y="791"/>
                  </a:lnTo>
                  <a:lnTo>
                    <a:pt x="108" y="785"/>
                  </a:lnTo>
                  <a:lnTo>
                    <a:pt x="102" y="781"/>
                  </a:lnTo>
                  <a:lnTo>
                    <a:pt x="93" y="781"/>
                  </a:lnTo>
                  <a:lnTo>
                    <a:pt x="86" y="779"/>
                  </a:lnTo>
                  <a:lnTo>
                    <a:pt x="83" y="773"/>
                  </a:lnTo>
                  <a:lnTo>
                    <a:pt x="90" y="766"/>
                  </a:lnTo>
                  <a:lnTo>
                    <a:pt x="91" y="758"/>
                  </a:lnTo>
                  <a:lnTo>
                    <a:pt x="98" y="755"/>
                  </a:lnTo>
                  <a:lnTo>
                    <a:pt x="107" y="761"/>
                  </a:lnTo>
                  <a:lnTo>
                    <a:pt x="119" y="758"/>
                  </a:lnTo>
                  <a:lnTo>
                    <a:pt x="110" y="701"/>
                  </a:lnTo>
                  <a:lnTo>
                    <a:pt x="103" y="699"/>
                  </a:lnTo>
                  <a:lnTo>
                    <a:pt x="98" y="693"/>
                  </a:lnTo>
                  <a:lnTo>
                    <a:pt x="96" y="684"/>
                  </a:lnTo>
                  <a:lnTo>
                    <a:pt x="92" y="678"/>
                  </a:lnTo>
                  <a:lnTo>
                    <a:pt x="86" y="672"/>
                  </a:lnTo>
                  <a:lnTo>
                    <a:pt x="79" y="672"/>
                  </a:lnTo>
                  <a:lnTo>
                    <a:pt x="61" y="674"/>
                  </a:lnTo>
                  <a:lnTo>
                    <a:pt x="48" y="671"/>
                  </a:lnTo>
                  <a:lnTo>
                    <a:pt x="47" y="679"/>
                  </a:lnTo>
                  <a:lnTo>
                    <a:pt x="34" y="667"/>
                  </a:lnTo>
                  <a:lnTo>
                    <a:pt x="33" y="660"/>
                  </a:lnTo>
                  <a:lnTo>
                    <a:pt x="29" y="652"/>
                  </a:lnTo>
                  <a:lnTo>
                    <a:pt x="34" y="646"/>
                  </a:lnTo>
                  <a:lnTo>
                    <a:pt x="29" y="639"/>
                  </a:lnTo>
                  <a:lnTo>
                    <a:pt x="28" y="631"/>
                  </a:lnTo>
                  <a:lnTo>
                    <a:pt x="0" y="621"/>
                  </a:lnTo>
                  <a:lnTo>
                    <a:pt x="11" y="577"/>
                  </a:lnTo>
                  <a:lnTo>
                    <a:pt x="24" y="570"/>
                  </a:lnTo>
                  <a:lnTo>
                    <a:pt x="29" y="562"/>
                  </a:lnTo>
                  <a:lnTo>
                    <a:pt x="27" y="555"/>
                  </a:lnTo>
                  <a:lnTo>
                    <a:pt x="16" y="544"/>
                  </a:lnTo>
                  <a:lnTo>
                    <a:pt x="26" y="499"/>
                  </a:lnTo>
                  <a:lnTo>
                    <a:pt x="39" y="490"/>
                  </a:lnTo>
                  <a:lnTo>
                    <a:pt x="44" y="484"/>
                  </a:lnTo>
                  <a:lnTo>
                    <a:pt x="42" y="475"/>
                  </a:lnTo>
                  <a:lnTo>
                    <a:pt x="45" y="468"/>
                  </a:lnTo>
                  <a:lnTo>
                    <a:pt x="45" y="461"/>
                  </a:lnTo>
                  <a:lnTo>
                    <a:pt x="49" y="452"/>
                  </a:lnTo>
                  <a:lnTo>
                    <a:pt x="54" y="446"/>
                  </a:lnTo>
                  <a:lnTo>
                    <a:pt x="60" y="451"/>
                  </a:lnTo>
                  <a:lnTo>
                    <a:pt x="64" y="458"/>
                  </a:lnTo>
                  <a:lnTo>
                    <a:pt x="76" y="468"/>
                  </a:lnTo>
                  <a:lnTo>
                    <a:pt x="93" y="505"/>
                  </a:lnTo>
                  <a:lnTo>
                    <a:pt x="102" y="507"/>
                  </a:lnTo>
                  <a:lnTo>
                    <a:pt x="128" y="490"/>
                  </a:lnTo>
                  <a:lnTo>
                    <a:pt x="125" y="481"/>
                  </a:lnTo>
                  <a:lnTo>
                    <a:pt x="122" y="474"/>
                  </a:lnTo>
                  <a:lnTo>
                    <a:pt x="118" y="449"/>
                  </a:lnTo>
                  <a:lnTo>
                    <a:pt x="110" y="436"/>
                  </a:lnTo>
                  <a:lnTo>
                    <a:pt x="119" y="437"/>
                  </a:lnTo>
                  <a:lnTo>
                    <a:pt x="126" y="435"/>
                  </a:lnTo>
                  <a:lnTo>
                    <a:pt x="146" y="420"/>
                  </a:lnTo>
                  <a:lnTo>
                    <a:pt x="153" y="416"/>
                  </a:lnTo>
                  <a:lnTo>
                    <a:pt x="158" y="410"/>
                  </a:lnTo>
                  <a:lnTo>
                    <a:pt x="158" y="402"/>
                  </a:lnTo>
                  <a:lnTo>
                    <a:pt x="158" y="393"/>
                  </a:lnTo>
                  <a:lnTo>
                    <a:pt x="166" y="392"/>
                  </a:lnTo>
                  <a:lnTo>
                    <a:pt x="174" y="393"/>
                  </a:lnTo>
                  <a:lnTo>
                    <a:pt x="182" y="391"/>
                  </a:lnTo>
                  <a:lnTo>
                    <a:pt x="187" y="383"/>
                  </a:lnTo>
                  <a:lnTo>
                    <a:pt x="193" y="379"/>
                  </a:lnTo>
                  <a:lnTo>
                    <a:pt x="201" y="377"/>
                  </a:lnTo>
                  <a:lnTo>
                    <a:pt x="206" y="371"/>
                  </a:lnTo>
                  <a:lnTo>
                    <a:pt x="214" y="366"/>
                  </a:lnTo>
                  <a:lnTo>
                    <a:pt x="219" y="360"/>
                  </a:lnTo>
                  <a:lnTo>
                    <a:pt x="220" y="352"/>
                  </a:lnTo>
                  <a:lnTo>
                    <a:pt x="227" y="348"/>
                  </a:lnTo>
                  <a:lnTo>
                    <a:pt x="242" y="343"/>
                  </a:lnTo>
                  <a:lnTo>
                    <a:pt x="258" y="343"/>
                  </a:lnTo>
                  <a:lnTo>
                    <a:pt x="259" y="351"/>
                  </a:lnTo>
                  <a:lnTo>
                    <a:pt x="263" y="359"/>
                  </a:lnTo>
                  <a:lnTo>
                    <a:pt x="279" y="355"/>
                  </a:lnTo>
                  <a:lnTo>
                    <a:pt x="284" y="361"/>
                  </a:lnTo>
                  <a:lnTo>
                    <a:pt x="289" y="354"/>
                  </a:lnTo>
                  <a:lnTo>
                    <a:pt x="291" y="345"/>
                  </a:lnTo>
                  <a:lnTo>
                    <a:pt x="296" y="339"/>
                  </a:lnTo>
                  <a:lnTo>
                    <a:pt x="303" y="340"/>
                  </a:lnTo>
                  <a:lnTo>
                    <a:pt x="311" y="336"/>
                  </a:lnTo>
                  <a:lnTo>
                    <a:pt x="318" y="336"/>
                  </a:lnTo>
                  <a:lnTo>
                    <a:pt x="324" y="352"/>
                  </a:lnTo>
                  <a:lnTo>
                    <a:pt x="329" y="359"/>
                  </a:lnTo>
                  <a:lnTo>
                    <a:pt x="338" y="355"/>
                  </a:lnTo>
                  <a:lnTo>
                    <a:pt x="345" y="355"/>
                  </a:lnTo>
                  <a:lnTo>
                    <a:pt x="352" y="357"/>
                  </a:lnTo>
                  <a:lnTo>
                    <a:pt x="368" y="354"/>
                  </a:lnTo>
                  <a:lnTo>
                    <a:pt x="376" y="355"/>
                  </a:lnTo>
                  <a:lnTo>
                    <a:pt x="383" y="360"/>
                  </a:lnTo>
                  <a:lnTo>
                    <a:pt x="389" y="365"/>
                  </a:lnTo>
                  <a:lnTo>
                    <a:pt x="395" y="379"/>
                  </a:lnTo>
                  <a:lnTo>
                    <a:pt x="416" y="392"/>
                  </a:lnTo>
                  <a:lnTo>
                    <a:pt x="421" y="398"/>
                  </a:lnTo>
                  <a:lnTo>
                    <a:pt x="424" y="406"/>
                  </a:lnTo>
                  <a:lnTo>
                    <a:pt x="435" y="419"/>
                  </a:lnTo>
                  <a:lnTo>
                    <a:pt x="434" y="426"/>
                  </a:lnTo>
                  <a:lnTo>
                    <a:pt x="435" y="435"/>
                  </a:lnTo>
                  <a:lnTo>
                    <a:pt x="440" y="441"/>
                  </a:lnTo>
                  <a:lnTo>
                    <a:pt x="447" y="438"/>
                  </a:lnTo>
                  <a:lnTo>
                    <a:pt x="447" y="431"/>
                  </a:lnTo>
                  <a:lnTo>
                    <a:pt x="446" y="422"/>
                  </a:lnTo>
                  <a:lnTo>
                    <a:pt x="447" y="415"/>
                  </a:lnTo>
                  <a:lnTo>
                    <a:pt x="442" y="408"/>
                  </a:lnTo>
                  <a:lnTo>
                    <a:pt x="447" y="402"/>
                  </a:lnTo>
                  <a:lnTo>
                    <a:pt x="456" y="400"/>
                  </a:lnTo>
                  <a:lnTo>
                    <a:pt x="458" y="408"/>
                  </a:lnTo>
                  <a:lnTo>
                    <a:pt x="464" y="414"/>
                  </a:lnTo>
                  <a:lnTo>
                    <a:pt x="467" y="421"/>
                  </a:lnTo>
                  <a:lnTo>
                    <a:pt x="473" y="426"/>
                  </a:lnTo>
                  <a:lnTo>
                    <a:pt x="488" y="432"/>
                  </a:lnTo>
                  <a:lnTo>
                    <a:pt x="502" y="440"/>
                  </a:lnTo>
                  <a:lnTo>
                    <a:pt x="511" y="437"/>
                  </a:lnTo>
                  <a:lnTo>
                    <a:pt x="531" y="424"/>
                  </a:lnTo>
                  <a:lnTo>
                    <a:pt x="531" y="415"/>
                  </a:lnTo>
                  <a:lnTo>
                    <a:pt x="537" y="411"/>
                  </a:lnTo>
                  <a:lnTo>
                    <a:pt x="543" y="406"/>
                  </a:lnTo>
                  <a:lnTo>
                    <a:pt x="551" y="405"/>
                  </a:lnTo>
                  <a:lnTo>
                    <a:pt x="559" y="408"/>
                  </a:lnTo>
                  <a:lnTo>
                    <a:pt x="559" y="400"/>
                  </a:lnTo>
                  <a:lnTo>
                    <a:pt x="567" y="399"/>
                  </a:lnTo>
                  <a:lnTo>
                    <a:pt x="575" y="402"/>
                  </a:lnTo>
                  <a:lnTo>
                    <a:pt x="582" y="397"/>
                  </a:lnTo>
                  <a:lnTo>
                    <a:pt x="590" y="402"/>
                  </a:lnTo>
                  <a:lnTo>
                    <a:pt x="601" y="413"/>
                  </a:lnTo>
                  <a:lnTo>
                    <a:pt x="615" y="404"/>
                  </a:lnTo>
                  <a:lnTo>
                    <a:pt x="619" y="397"/>
                  </a:lnTo>
                  <a:lnTo>
                    <a:pt x="634" y="397"/>
                  </a:lnTo>
                  <a:lnTo>
                    <a:pt x="641" y="393"/>
                  </a:lnTo>
                  <a:lnTo>
                    <a:pt x="657" y="399"/>
                  </a:lnTo>
                  <a:lnTo>
                    <a:pt x="662" y="405"/>
                  </a:lnTo>
                  <a:lnTo>
                    <a:pt x="663" y="421"/>
                  </a:lnTo>
                  <a:lnTo>
                    <a:pt x="669" y="427"/>
                  </a:lnTo>
                  <a:lnTo>
                    <a:pt x="674" y="434"/>
                  </a:lnTo>
                  <a:lnTo>
                    <a:pt x="690" y="432"/>
                  </a:lnTo>
                  <a:lnTo>
                    <a:pt x="705" y="435"/>
                  </a:lnTo>
                  <a:lnTo>
                    <a:pt x="705" y="435"/>
                  </a:lnTo>
                  <a:lnTo>
                    <a:pt x="707" y="446"/>
                  </a:lnTo>
                  <a:lnTo>
                    <a:pt x="725" y="445"/>
                  </a:lnTo>
                  <a:lnTo>
                    <a:pt x="731" y="440"/>
                  </a:lnTo>
                  <a:lnTo>
                    <a:pt x="738" y="425"/>
                  </a:lnTo>
                  <a:lnTo>
                    <a:pt x="743" y="419"/>
                  </a:lnTo>
                  <a:lnTo>
                    <a:pt x="749" y="421"/>
                  </a:lnTo>
                  <a:lnTo>
                    <a:pt x="760" y="434"/>
                  </a:lnTo>
                  <a:lnTo>
                    <a:pt x="776" y="435"/>
                  </a:lnTo>
                  <a:lnTo>
                    <a:pt x="792" y="432"/>
                  </a:lnTo>
                  <a:lnTo>
                    <a:pt x="800" y="426"/>
                  </a:lnTo>
                  <a:lnTo>
                    <a:pt x="814" y="421"/>
                  </a:lnTo>
                  <a:lnTo>
                    <a:pt x="827" y="383"/>
                  </a:lnTo>
                  <a:lnTo>
                    <a:pt x="830" y="376"/>
                  </a:lnTo>
                  <a:lnTo>
                    <a:pt x="824" y="370"/>
                  </a:lnTo>
                  <a:lnTo>
                    <a:pt x="823" y="366"/>
                  </a:lnTo>
                  <a:lnTo>
                    <a:pt x="809" y="365"/>
                  </a:lnTo>
                  <a:lnTo>
                    <a:pt x="793" y="363"/>
                  </a:lnTo>
                  <a:lnTo>
                    <a:pt x="787" y="356"/>
                  </a:lnTo>
                  <a:lnTo>
                    <a:pt x="784" y="351"/>
                  </a:lnTo>
                  <a:lnTo>
                    <a:pt x="766" y="348"/>
                  </a:lnTo>
                  <a:lnTo>
                    <a:pt x="759" y="345"/>
                  </a:lnTo>
                  <a:lnTo>
                    <a:pt x="760" y="336"/>
                  </a:lnTo>
                  <a:lnTo>
                    <a:pt x="755" y="329"/>
                  </a:lnTo>
                  <a:lnTo>
                    <a:pt x="739" y="327"/>
                  </a:lnTo>
                  <a:lnTo>
                    <a:pt x="741" y="318"/>
                  </a:lnTo>
                  <a:lnTo>
                    <a:pt x="748" y="316"/>
                  </a:lnTo>
                  <a:lnTo>
                    <a:pt x="760" y="306"/>
                  </a:lnTo>
                  <a:lnTo>
                    <a:pt x="776" y="301"/>
                  </a:lnTo>
                  <a:lnTo>
                    <a:pt x="790" y="291"/>
                  </a:lnTo>
                  <a:lnTo>
                    <a:pt x="793" y="285"/>
                  </a:lnTo>
                  <a:lnTo>
                    <a:pt x="795" y="276"/>
                  </a:lnTo>
                  <a:lnTo>
                    <a:pt x="776" y="249"/>
                  </a:lnTo>
                  <a:lnTo>
                    <a:pt x="784" y="246"/>
                  </a:lnTo>
                  <a:lnTo>
                    <a:pt x="790" y="241"/>
                  </a:lnTo>
                  <a:lnTo>
                    <a:pt x="792" y="232"/>
                  </a:lnTo>
                  <a:lnTo>
                    <a:pt x="798" y="227"/>
                  </a:lnTo>
                  <a:lnTo>
                    <a:pt x="807" y="226"/>
                  </a:lnTo>
                  <a:lnTo>
                    <a:pt x="814" y="227"/>
                  </a:lnTo>
                  <a:lnTo>
                    <a:pt x="823" y="226"/>
                  </a:lnTo>
                  <a:lnTo>
                    <a:pt x="830" y="228"/>
                  </a:lnTo>
                  <a:lnTo>
                    <a:pt x="846" y="228"/>
                  </a:lnTo>
                  <a:lnTo>
                    <a:pt x="855" y="226"/>
                  </a:lnTo>
                  <a:lnTo>
                    <a:pt x="857" y="217"/>
                  </a:lnTo>
                  <a:lnTo>
                    <a:pt x="854" y="211"/>
                  </a:lnTo>
                  <a:lnTo>
                    <a:pt x="839" y="203"/>
                  </a:lnTo>
                  <a:lnTo>
                    <a:pt x="807" y="199"/>
                  </a:lnTo>
                  <a:lnTo>
                    <a:pt x="803" y="192"/>
                  </a:lnTo>
                  <a:lnTo>
                    <a:pt x="805" y="183"/>
                  </a:lnTo>
                  <a:lnTo>
                    <a:pt x="812" y="183"/>
                  </a:lnTo>
                  <a:lnTo>
                    <a:pt x="819" y="180"/>
                  </a:lnTo>
                  <a:lnTo>
                    <a:pt x="823" y="173"/>
                  </a:lnTo>
                  <a:lnTo>
                    <a:pt x="818" y="168"/>
                  </a:lnTo>
                  <a:lnTo>
                    <a:pt x="811" y="172"/>
                  </a:lnTo>
                  <a:lnTo>
                    <a:pt x="795" y="172"/>
                  </a:lnTo>
                  <a:lnTo>
                    <a:pt x="795" y="163"/>
                  </a:lnTo>
                  <a:lnTo>
                    <a:pt x="797" y="156"/>
                  </a:lnTo>
                  <a:lnTo>
                    <a:pt x="802" y="150"/>
                  </a:lnTo>
                  <a:lnTo>
                    <a:pt x="791" y="139"/>
                  </a:lnTo>
                  <a:lnTo>
                    <a:pt x="807" y="137"/>
                  </a:lnTo>
                  <a:lnTo>
                    <a:pt x="811" y="131"/>
                  </a:lnTo>
                  <a:lnTo>
                    <a:pt x="820" y="131"/>
                  </a:lnTo>
                  <a:lnTo>
                    <a:pt x="825" y="137"/>
                  </a:lnTo>
                  <a:lnTo>
                    <a:pt x="833" y="136"/>
                  </a:lnTo>
                  <a:lnTo>
                    <a:pt x="841" y="137"/>
                  </a:lnTo>
                  <a:lnTo>
                    <a:pt x="849" y="135"/>
                  </a:lnTo>
                  <a:lnTo>
                    <a:pt x="873" y="136"/>
                  </a:lnTo>
                  <a:lnTo>
                    <a:pt x="878" y="142"/>
                  </a:lnTo>
                  <a:lnTo>
                    <a:pt x="888" y="130"/>
                  </a:lnTo>
                  <a:lnTo>
                    <a:pt x="895" y="128"/>
                  </a:lnTo>
                  <a:lnTo>
                    <a:pt x="911" y="128"/>
                  </a:lnTo>
                  <a:lnTo>
                    <a:pt x="918" y="123"/>
                  </a:lnTo>
                  <a:lnTo>
                    <a:pt x="926" y="120"/>
                  </a:lnTo>
                  <a:lnTo>
                    <a:pt x="938" y="110"/>
                  </a:lnTo>
                  <a:lnTo>
                    <a:pt x="947" y="113"/>
                  </a:lnTo>
                  <a:lnTo>
                    <a:pt x="952" y="118"/>
                  </a:lnTo>
                  <a:lnTo>
                    <a:pt x="961" y="118"/>
                  </a:lnTo>
                  <a:lnTo>
                    <a:pt x="963" y="110"/>
                  </a:lnTo>
                  <a:lnTo>
                    <a:pt x="980" y="107"/>
                  </a:lnTo>
                  <a:lnTo>
                    <a:pt x="986" y="102"/>
                  </a:lnTo>
                  <a:lnTo>
                    <a:pt x="995" y="102"/>
                  </a:lnTo>
                  <a:lnTo>
                    <a:pt x="1002" y="98"/>
                  </a:lnTo>
                  <a:lnTo>
                    <a:pt x="1010" y="98"/>
                  </a:lnTo>
                  <a:lnTo>
                    <a:pt x="1017" y="101"/>
                  </a:lnTo>
                  <a:lnTo>
                    <a:pt x="1022" y="93"/>
                  </a:lnTo>
                  <a:lnTo>
                    <a:pt x="1023" y="86"/>
                  </a:lnTo>
                  <a:lnTo>
                    <a:pt x="1027" y="79"/>
                  </a:lnTo>
                  <a:lnTo>
                    <a:pt x="1034" y="74"/>
                  </a:lnTo>
                  <a:lnTo>
                    <a:pt x="1042" y="72"/>
                  </a:lnTo>
                  <a:lnTo>
                    <a:pt x="1049" y="76"/>
                  </a:lnTo>
                  <a:lnTo>
                    <a:pt x="1067" y="70"/>
                  </a:lnTo>
                  <a:lnTo>
                    <a:pt x="1067" y="71"/>
                  </a:lnTo>
                  <a:lnTo>
                    <a:pt x="1104" y="61"/>
                  </a:lnTo>
                  <a:lnTo>
                    <a:pt x="1136" y="58"/>
                  </a:lnTo>
                  <a:lnTo>
                    <a:pt x="1164" y="49"/>
                  </a:lnTo>
                  <a:lnTo>
                    <a:pt x="1171" y="44"/>
                  </a:lnTo>
                  <a:lnTo>
                    <a:pt x="1179" y="44"/>
                  </a:lnTo>
                  <a:lnTo>
                    <a:pt x="1187" y="42"/>
                  </a:lnTo>
                  <a:lnTo>
                    <a:pt x="1191" y="36"/>
                  </a:lnTo>
                  <a:lnTo>
                    <a:pt x="1191" y="28"/>
                  </a:lnTo>
                  <a:lnTo>
                    <a:pt x="1191" y="20"/>
                  </a:lnTo>
                  <a:lnTo>
                    <a:pt x="1200" y="21"/>
                  </a:lnTo>
                  <a:lnTo>
                    <a:pt x="1207" y="20"/>
                  </a:lnTo>
                  <a:lnTo>
                    <a:pt x="1212" y="12"/>
                  </a:lnTo>
                  <a:lnTo>
                    <a:pt x="1218" y="7"/>
                  </a:lnTo>
                  <a:lnTo>
                    <a:pt x="1227" y="7"/>
                  </a:lnTo>
                  <a:lnTo>
                    <a:pt x="1232" y="1"/>
                  </a:lnTo>
                  <a:lnTo>
                    <a:pt x="1239" y="0"/>
                  </a:lnTo>
                  <a:lnTo>
                    <a:pt x="1244" y="6"/>
                  </a:lnTo>
                  <a:lnTo>
                    <a:pt x="1253" y="4"/>
                  </a:lnTo>
                  <a:lnTo>
                    <a:pt x="1260" y="7"/>
                  </a:lnTo>
                  <a:lnTo>
                    <a:pt x="1269" y="5"/>
                  </a:lnTo>
                  <a:lnTo>
                    <a:pt x="1276" y="9"/>
                  </a:lnTo>
                  <a:lnTo>
                    <a:pt x="1281" y="15"/>
                  </a:lnTo>
                  <a:lnTo>
                    <a:pt x="1295" y="23"/>
                  </a:lnTo>
                  <a:lnTo>
                    <a:pt x="1302" y="20"/>
                  </a:lnTo>
                  <a:lnTo>
                    <a:pt x="1308" y="15"/>
                  </a:lnTo>
                  <a:lnTo>
                    <a:pt x="1324" y="12"/>
                  </a:lnTo>
                  <a:lnTo>
                    <a:pt x="1332" y="15"/>
                  </a:lnTo>
                  <a:lnTo>
                    <a:pt x="1338" y="21"/>
                  </a:lnTo>
                  <a:lnTo>
                    <a:pt x="1341" y="28"/>
                  </a:lnTo>
                  <a:lnTo>
                    <a:pt x="1343" y="44"/>
                  </a:lnTo>
                  <a:lnTo>
                    <a:pt x="1341" y="53"/>
                  </a:lnTo>
                  <a:lnTo>
                    <a:pt x="1344" y="60"/>
                  </a:lnTo>
                  <a:lnTo>
                    <a:pt x="1356" y="71"/>
                  </a:lnTo>
                  <a:lnTo>
                    <a:pt x="1352" y="79"/>
                  </a:lnTo>
                  <a:lnTo>
                    <a:pt x="1354" y="94"/>
                  </a:lnTo>
                  <a:lnTo>
                    <a:pt x="1349" y="102"/>
                  </a:lnTo>
                  <a:lnTo>
                    <a:pt x="1344" y="107"/>
                  </a:lnTo>
                  <a:lnTo>
                    <a:pt x="1347" y="114"/>
                  </a:lnTo>
                  <a:lnTo>
                    <a:pt x="1350" y="123"/>
                  </a:lnTo>
                  <a:lnTo>
                    <a:pt x="1366" y="118"/>
                  </a:lnTo>
                  <a:lnTo>
                    <a:pt x="1373" y="123"/>
                  </a:lnTo>
                  <a:lnTo>
                    <a:pt x="1381" y="122"/>
                  </a:lnTo>
                  <a:lnTo>
                    <a:pt x="1384" y="113"/>
                  </a:lnTo>
                  <a:lnTo>
                    <a:pt x="1392" y="113"/>
                  </a:lnTo>
                  <a:lnTo>
                    <a:pt x="1399" y="115"/>
                  </a:lnTo>
                  <a:lnTo>
                    <a:pt x="1402" y="107"/>
                  </a:lnTo>
                  <a:lnTo>
                    <a:pt x="1402" y="99"/>
                  </a:lnTo>
                  <a:lnTo>
                    <a:pt x="1409" y="101"/>
                  </a:lnTo>
                  <a:lnTo>
                    <a:pt x="1413" y="108"/>
                  </a:lnTo>
                  <a:lnTo>
                    <a:pt x="1415" y="117"/>
                  </a:lnTo>
                  <a:lnTo>
                    <a:pt x="1420" y="122"/>
                  </a:lnTo>
                  <a:lnTo>
                    <a:pt x="1418" y="129"/>
                  </a:lnTo>
                  <a:lnTo>
                    <a:pt x="1416" y="137"/>
                  </a:lnTo>
                  <a:lnTo>
                    <a:pt x="1432" y="139"/>
                  </a:lnTo>
                  <a:lnTo>
                    <a:pt x="1430" y="131"/>
                  </a:lnTo>
                  <a:lnTo>
                    <a:pt x="1425" y="125"/>
                  </a:lnTo>
                  <a:lnTo>
                    <a:pt x="1432" y="123"/>
                  </a:lnTo>
                  <a:lnTo>
                    <a:pt x="1448" y="125"/>
                  </a:lnTo>
                  <a:lnTo>
                    <a:pt x="1456" y="130"/>
                  </a:lnTo>
                  <a:lnTo>
                    <a:pt x="1461" y="136"/>
                  </a:lnTo>
                  <a:lnTo>
                    <a:pt x="1469" y="140"/>
                  </a:lnTo>
                  <a:lnTo>
                    <a:pt x="1476" y="140"/>
                  </a:lnTo>
                  <a:lnTo>
                    <a:pt x="1480" y="133"/>
                  </a:lnTo>
                  <a:lnTo>
                    <a:pt x="1488" y="129"/>
                  </a:lnTo>
                  <a:lnTo>
                    <a:pt x="1490" y="137"/>
                  </a:lnTo>
                  <a:lnTo>
                    <a:pt x="1490" y="145"/>
                  </a:lnTo>
                  <a:lnTo>
                    <a:pt x="1481" y="147"/>
                  </a:lnTo>
                  <a:lnTo>
                    <a:pt x="1475" y="152"/>
                  </a:lnTo>
                  <a:lnTo>
                    <a:pt x="1470" y="160"/>
                  </a:lnTo>
                  <a:lnTo>
                    <a:pt x="1468" y="167"/>
                  </a:lnTo>
                  <a:lnTo>
                    <a:pt x="1469" y="176"/>
                  </a:lnTo>
                  <a:lnTo>
                    <a:pt x="1474" y="183"/>
                  </a:lnTo>
                  <a:lnTo>
                    <a:pt x="1481" y="182"/>
                  </a:lnTo>
                  <a:lnTo>
                    <a:pt x="1486" y="176"/>
                  </a:lnTo>
                  <a:lnTo>
                    <a:pt x="1501" y="169"/>
                  </a:lnTo>
                  <a:lnTo>
                    <a:pt x="1508" y="173"/>
                  </a:lnTo>
                  <a:lnTo>
                    <a:pt x="1517" y="172"/>
                  </a:lnTo>
                  <a:lnTo>
                    <a:pt x="1522" y="177"/>
                  </a:lnTo>
                  <a:lnTo>
                    <a:pt x="1531" y="177"/>
                  </a:lnTo>
                  <a:lnTo>
                    <a:pt x="1528" y="169"/>
                  </a:lnTo>
                  <a:lnTo>
                    <a:pt x="1533" y="163"/>
                  </a:lnTo>
                  <a:lnTo>
                    <a:pt x="1542" y="163"/>
                  </a:lnTo>
                  <a:lnTo>
                    <a:pt x="1551" y="151"/>
                  </a:lnTo>
                  <a:lnTo>
                    <a:pt x="1567" y="149"/>
                  </a:lnTo>
                  <a:lnTo>
                    <a:pt x="1580" y="137"/>
                  </a:lnTo>
                  <a:lnTo>
                    <a:pt x="1586" y="123"/>
                  </a:lnTo>
                  <a:lnTo>
                    <a:pt x="1592" y="118"/>
                  </a:lnTo>
                  <a:lnTo>
                    <a:pt x="1601" y="119"/>
                  </a:lnTo>
                  <a:lnTo>
                    <a:pt x="1617" y="115"/>
                  </a:lnTo>
                  <a:lnTo>
                    <a:pt x="1624" y="113"/>
                  </a:lnTo>
                  <a:lnTo>
                    <a:pt x="1628" y="106"/>
                  </a:lnTo>
                  <a:lnTo>
                    <a:pt x="1644" y="104"/>
                  </a:lnTo>
                  <a:lnTo>
                    <a:pt x="1657" y="96"/>
                  </a:lnTo>
                  <a:lnTo>
                    <a:pt x="1661" y="103"/>
                  </a:lnTo>
                  <a:lnTo>
                    <a:pt x="1662" y="110"/>
                  </a:lnTo>
                  <a:lnTo>
                    <a:pt x="1657" y="118"/>
                  </a:lnTo>
                  <a:lnTo>
                    <a:pt x="1650" y="122"/>
                  </a:lnTo>
                  <a:lnTo>
                    <a:pt x="1642" y="120"/>
                  </a:lnTo>
                  <a:lnTo>
                    <a:pt x="1641" y="128"/>
                  </a:lnTo>
                  <a:lnTo>
                    <a:pt x="1644" y="135"/>
                  </a:lnTo>
                  <a:lnTo>
                    <a:pt x="1648" y="137"/>
                  </a:lnTo>
                  <a:lnTo>
                    <a:pt x="1720" y="204"/>
                  </a:lnTo>
                  <a:lnTo>
                    <a:pt x="1840" y="422"/>
                  </a:lnTo>
                  <a:lnTo>
                    <a:pt x="1854" y="411"/>
                  </a:lnTo>
                  <a:lnTo>
                    <a:pt x="1857" y="404"/>
                  </a:lnTo>
                  <a:lnTo>
                    <a:pt x="1857" y="397"/>
                  </a:lnTo>
                  <a:lnTo>
                    <a:pt x="1868" y="383"/>
                  </a:lnTo>
                  <a:lnTo>
                    <a:pt x="1876" y="382"/>
                  </a:lnTo>
                  <a:lnTo>
                    <a:pt x="1881" y="388"/>
                  </a:lnTo>
                  <a:lnTo>
                    <a:pt x="1889" y="391"/>
                  </a:lnTo>
                  <a:lnTo>
                    <a:pt x="1903" y="399"/>
                  </a:lnTo>
                  <a:lnTo>
                    <a:pt x="1899" y="406"/>
                  </a:lnTo>
                  <a:lnTo>
                    <a:pt x="1903" y="413"/>
                  </a:lnTo>
                  <a:lnTo>
                    <a:pt x="1909" y="414"/>
                  </a:lnTo>
                  <a:lnTo>
                    <a:pt x="1914" y="427"/>
                  </a:lnTo>
                  <a:lnTo>
                    <a:pt x="1938" y="425"/>
                  </a:lnTo>
                  <a:lnTo>
                    <a:pt x="1956" y="430"/>
                  </a:lnTo>
                  <a:lnTo>
                    <a:pt x="1963" y="427"/>
                  </a:lnTo>
                  <a:lnTo>
                    <a:pt x="1979" y="427"/>
                  </a:lnTo>
                  <a:lnTo>
                    <a:pt x="1981" y="420"/>
                  </a:lnTo>
                  <a:lnTo>
                    <a:pt x="1986" y="414"/>
                  </a:lnTo>
                  <a:lnTo>
                    <a:pt x="1995" y="415"/>
                  </a:lnTo>
                  <a:lnTo>
                    <a:pt x="2002" y="415"/>
                  </a:lnTo>
                  <a:lnTo>
                    <a:pt x="2006" y="408"/>
                  </a:lnTo>
                  <a:lnTo>
                    <a:pt x="2012" y="403"/>
                  </a:lnTo>
                  <a:lnTo>
                    <a:pt x="2028" y="408"/>
                  </a:lnTo>
                  <a:lnTo>
                    <a:pt x="2035" y="411"/>
                  </a:lnTo>
                  <a:lnTo>
                    <a:pt x="2039" y="419"/>
                  </a:lnTo>
                  <a:lnTo>
                    <a:pt x="2046" y="422"/>
                  </a:lnTo>
                  <a:lnTo>
                    <a:pt x="2056" y="435"/>
                  </a:lnTo>
                  <a:lnTo>
                    <a:pt x="2064" y="438"/>
                  </a:lnTo>
                  <a:lnTo>
                    <a:pt x="2067" y="446"/>
                  </a:lnTo>
                  <a:lnTo>
                    <a:pt x="2065" y="454"/>
                  </a:lnTo>
                  <a:lnTo>
                    <a:pt x="2066" y="462"/>
                  </a:lnTo>
                  <a:lnTo>
                    <a:pt x="2070" y="469"/>
                  </a:lnTo>
                  <a:lnTo>
                    <a:pt x="2078" y="470"/>
                  </a:lnTo>
                  <a:lnTo>
                    <a:pt x="2099" y="481"/>
                  </a:lnTo>
                  <a:lnTo>
                    <a:pt x="2103" y="489"/>
                  </a:lnTo>
                  <a:lnTo>
                    <a:pt x="2103" y="496"/>
                  </a:lnTo>
                  <a:lnTo>
                    <a:pt x="2110" y="500"/>
                  </a:lnTo>
                  <a:lnTo>
                    <a:pt x="2115" y="505"/>
                  </a:lnTo>
                  <a:lnTo>
                    <a:pt x="2123" y="519"/>
                  </a:lnTo>
                  <a:lnTo>
                    <a:pt x="2129" y="524"/>
                  </a:lnTo>
                  <a:lnTo>
                    <a:pt x="2145" y="526"/>
                  </a:lnTo>
                  <a:lnTo>
                    <a:pt x="2152" y="531"/>
                  </a:lnTo>
                  <a:lnTo>
                    <a:pt x="2159" y="533"/>
                  </a:lnTo>
                  <a:lnTo>
                    <a:pt x="2168" y="534"/>
                  </a:lnTo>
                  <a:lnTo>
                    <a:pt x="2177" y="534"/>
                  </a:lnTo>
                  <a:lnTo>
                    <a:pt x="2179" y="527"/>
                  </a:lnTo>
                  <a:lnTo>
                    <a:pt x="2184" y="521"/>
                  </a:lnTo>
                  <a:lnTo>
                    <a:pt x="2199" y="515"/>
                  </a:lnTo>
                  <a:lnTo>
                    <a:pt x="2201" y="523"/>
                  </a:lnTo>
                  <a:lnTo>
                    <a:pt x="2205" y="531"/>
                  </a:lnTo>
                  <a:lnTo>
                    <a:pt x="2212" y="535"/>
                  </a:lnTo>
                  <a:lnTo>
                    <a:pt x="2218" y="549"/>
                  </a:lnTo>
                  <a:lnTo>
                    <a:pt x="2226" y="554"/>
                  </a:lnTo>
                  <a:lnTo>
                    <a:pt x="2230" y="561"/>
                  </a:lnTo>
                  <a:lnTo>
                    <a:pt x="2217" y="587"/>
                  </a:lnTo>
                  <a:lnTo>
                    <a:pt x="2207" y="607"/>
                  </a:lnTo>
                  <a:lnTo>
                    <a:pt x="2191" y="623"/>
                  </a:lnTo>
                  <a:lnTo>
                    <a:pt x="2171" y="629"/>
                  </a:lnTo>
                  <a:lnTo>
                    <a:pt x="2156" y="628"/>
                  </a:lnTo>
                  <a:lnTo>
                    <a:pt x="2145" y="648"/>
                  </a:lnTo>
                  <a:lnTo>
                    <a:pt x="2140" y="673"/>
                  </a:lnTo>
                  <a:lnTo>
                    <a:pt x="2142" y="696"/>
                  </a:lnTo>
                  <a:lnTo>
                    <a:pt x="2139" y="733"/>
                  </a:lnTo>
                  <a:lnTo>
                    <a:pt x="2116" y="741"/>
                  </a:lnTo>
                  <a:lnTo>
                    <a:pt x="2102" y="753"/>
                  </a:lnTo>
                  <a:lnTo>
                    <a:pt x="2092" y="745"/>
                  </a:lnTo>
                  <a:lnTo>
                    <a:pt x="2082" y="736"/>
                  </a:lnTo>
                  <a:lnTo>
                    <a:pt x="2048" y="739"/>
                  </a:lnTo>
                  <a:lnTo>
                    <a:pt x="2030" y="733"/>
                  </a:lnTo>
                  <a:lnTo>
                    <a:pt x="2021" y="726"/>
                  </a:lnTo>
                  <a:lnTo>
                    <a:pt x="1996" y="726"/>
                  </a:lnTo>
                  <a:lnTo>
                    <a:pt x="1986" y="747"/>
                  </a:lnTo>
                  <a:lnTo>
                    <a:pt x="1978" y="773"/>
                  </a:lnTo>
                  <a:lnTo>
                    <a:pt x="1965" y="800"/>
                  </a:lnTo>
                  <a:lnTo>
                    <a:pt x="1959" y="824"/>
                  </a:lnTo>
                  <a:lnTo>
                    <a:pt x="1956" y="844"/>
                  </a:lnTo>
                  <a:lnTo>
                    <a:pt x="1958" y="859"/>
                  </a:lnTo>
                  <a:lnTo>
                    <a:pt x="1964" y="877"/>
                  </a:lnTo>
                  <a:lnTo>
                    <a:pt x="1957" y="882"/>
                  </a:lnTo>
                  <a:lnTo>
                    <a:pt x="1902" y="884"/>
                  </a:lnTo>
                  <a:lnTo>
                    <a:pt x="1879" y="892"/>
                  </a:lnTo>
                  <a:lnTo>
                    <a:pt x="1861" y="894"/>
                  </a:lnTo>
                  <a:lnTo>
                    <a:pt x="1841" y="901"/>
                  </a:lnTo>
                  <a:lnTo>
                    <a:pt x="1831" y="909"/>
                  </a:lnTo>
                  <a:lnTo>
                    <a:pt x="1840" y="916"/>
                  </a:lnTo>
                  <a:lnTo>
                    <a:pt x="1847" y="931"/>
                  </a:lnTo>
                  <a:lnTo>
                    <a:pt x="1852" y="969"/>
                  </a:lnTo>
                  <a:lnTo>
                    <a:pt x="1856" y="984"/>
                  </a:lnTo>
                  <a:lnTo>
                    <a:pt x="1863" y="996"/>
                  </a:lnTo>
                  <a:lnTo>
                    <a:pt x="1872" y="1023"/>
                  </a:lnTo>
                  <a:lnTo>
                    <a:pt x="1872" y="1038"/>
                  </a:lnTo>
                  <a:lnTo>
                    <a:pt x="1859" y="1048"/>
                  </a:lnTo>
                  <a:lnTo>
                    <a:pt x="1860" y="1061"/>
                  </a:lnTo>
                  <a:lnTo>
                    <a:pt x="1852" y="1070"/>
                  </a:lnTo>
                  <a:lnTo>
                    <a:pt x="1850" y="1081"/>
                  </a:lnTo>
                  <a:lnTo>
                    <a:pt x="1850" y="1099"/>
                  </a:lnTo>
                  <a:lnTo>
                    <a:pt x="1850" y="1099"/>
                  </a:lnTo>
                  <a:lnTo>
                    <a:pt x="1843" y="1099"/>
                  </a:lnTo>
                  <a:lnTo>
                    <a:pt x="1823" y="1086"/>
                  </a:lnTo>
                  <a:lnTo>
                    <a:pt x="1807" y="1083"/>
                  </a:lnTo>
                  <a:lnTo>
                    <a:pt x="1792" y="1065"/>
                  </a:lnTo>
                  <a:lnTo>
                    <a:pt x="1776" y="1064"/>
                  </a:lnTo>
                  <a:lnTo>
                    <a:pt x="1768" y="1061"/>
                  </a:lnTo>
                  <a:lnTo>
                    <a:pt x="1760" y="1061"/>
                  </a:lnTo>
                  <a:lnTo>
                    <a:pt x="1753" y="1057"/>
                  </a:lnTo>
                  <a:lnTo>
                    <a:pt x="1745" y="1056"/>
                  </a:lnTo>
                  <a:lnTo>
                    <a:pt x="1721" y="1057"/>
                  </a:lnTo>
                  <a:lnTo>
                    <a:pt x="1698" y="1054"/>
                  </a:lnTo>
                  <a:lnTo>
                    <a:pt x="1689" y="1055"/>
                  </a:lnTo>
                  <a:lnTo>
                    <a:pt x="1674" y="1048"/>
                  </a:lnTo>
                  <a:lnTo>
                    <a:pt x="1667" y="1048"/>
                  </a:lnTo>
                  <a:lnTo>
                    <a:pt x="1652" y="1054"/>
                  </a:lnTo>
                  <a:lnTo>
                    <a:pt x="1620" y="1050"/>
                  </a:lnTo>
                  <a:lnTo>
                    <a:pt x="1612" y="1050"/>
                  </a:lnTo>
                  <a:lnTo>
                    <a:pt x="1596" y="1054"/>
                  </a:lnTo>
                  <a:lnTo>
                    <a:pt x="1580" y="1054"/>
                  </a:lnTo>
                  <a:lnTo>
                    <a:pt x="1571" y="1053"/>
                  </a:lnTo>
                  <a:lnTo>
                    <a:pt x="1565" y="1048"/>
                  </a:lnTo>
                  <a:lnTo>
                    <a:pt x="1556" y="1046"/>
                  </a:lnTo>
                  <a:lnTo>
                    <a:pt x="1540" y="1048"/>
                  </a:lnTo>
                  <a:lnTo>
                    <a:pt x="1534" y="1043"/>
                  </a:lnTo>
                  <a:lnTo>
                    <a:pt x="1513" y="1030"/>
                  </a:lnTo>
                  <a:lnTo>
                    <a:pt x="1506" y="1034"/>
                  </a:lnTo>
                  <a:lnTo>
                    <a:pt x="1499" y="1035"/>
                  </a:lnTo>
                  <a:lnTo>
                    <a:pt x="1491" y="1038"/>
                  </a:lnTo>
                  <a:lnTo>
                    <a:pt x="1479" y="1048"/>
                  </a:lnTo>
                  <a:lnTo>
                    <a:pt x="1478" y="1056"/>
                  </a:lnTo>
                  <a:lnTo>
                    <a:pt x="1473" y="1064"/>
                  </a:lnTo>
                  <a:lnTo>
                    <a:pt x="1470" y="1080"/>
                  </a:lnTo>
                  <a:lnTo>
                    <a:pt x="1467" y="1086"/>
                  </a:lnTo>
                  <a:lnTo>
                    <a:pt x="1451" y="1082"/>
                  </a:lnTo>
                  <a:lnTo>
                    <a:pt x="1437" y="1075"/>
                  </a:lnTo>
                  <a:lnTo>
                    <a:pt x="1421" y="1070"/>
                  </a:lnTo>
                  <a:lnTo>
                    <a:pt x="1414" y="1066"/>
                  </a:lnTo>
                  <a:lnTo>
                    <a:pt x="1406" y="1064"/>
                  </a:lnTo>
                  <a:lnTo>
                    <a:pt x="1398" y="1064"/>
                  </a:lnTo>
                  <a:lnTo>
                    <a:pt x="1383" y="1061"/>
                  </a:lnTo>
                  <a:lnTo>
                    <a:pt x="1375" y="1062"/>
                  </a:lnTo>
                  <a:lnTo>
                    <a:pt x="1367" y="1060"/>
                  </a:lnTo>
                  <a:lnTo>
                    <a:pt x="1351" y="1062"/>
                  </a:lnTo>
                  <a:lnTo>
                    <a:pt x="1344" y="1066"/>
                  </a:lnTo>
                  <a:lnTo>
                    <a:pt x="1341" y="1073"/>
                  </a:lnTo>
                  <a:lnTo>
                    <a:pt x="1343" y="1081"/>
                  </a:lnTo>
                  <a:lnTo>
                    <a:pt x="1338" y="1088"/>
                  </a:lnTo>
                  <a:lnTo>
                    <a:pt x="1334" y="1096"/>
                  </a:lnTo>
                  <a:lnTo>
                    <a:pt x="1332" y="1103"/>
                  </a:lnTo>
                  <a:lnTo>
                    <a:pt x="1320" y="1115"/>
                  </a:lnTo>
                  <a:lnTo>
                    <a:pt x="1313" y="1118"/>
                  </a:lnTo>
                  <a:lnTo>
                    <a:pt x="1306" y="1115"/>
                  </a:lnTo>
                  <a:lnTo>
                    <a:pt x="1300" y="1130"/>
                  </a:lnTo>
                  <a:lnTo>
                    <a:pt x="1293" y="1135"/>
                  </a:lnTo>
                  <a:lnTo>
                    <a:pt x="1271" y="1145"/>
                  </a:lnTo>
                  <a:lnTo>
                    <a:pt x="1257" y="1153"/>
                  </a:lnTo>
                  <a:lnTo>
                    <a:pt x="1252" y="1159"/>
                  </a:lnTo>
                  <a:lnTo>
                    <a:pt x="1244" y="1162"/>
                  </a:lnTo>
                  <a:lnTo>
                    <a:pt x="1237" y="1167"/>
                  </a:lnTo>
                  <a:lnTo>
                    <a:pt x="1233" y="1174"/>
                  </a:lnTo>
                  <a:lnTo>
                    <a:pt x="1231" y="1182"/>
                  </a:lnTo>
                  <a:lnTo>
                    <a:pt x="1225" y="1186"/>
                  </a:lnTo>
                  <a:lnTo>
                    <a:pt x="1217" y="1190"/>
                  </a:lnTo>
                  <a:lnTo>
                    <a:pt x="1209" y="1189"/>
                  </a:lnTo>
                  <a:lnTo>
                    <a:pt x="1194" y="1183"/>
                  </a:lnTo>
                  <a:lnTo>
                    <a:pt x="1185" y="1180"/>
                  </a:lnTo>
                  <a:lnTo>
                    <a:pt x="1172" y="1172"/>
                  </a:lnTo>
                  <a:lnTo>
                    <a:pt x="1115" y="1178"/>
                  </a:lnTo>
                  <a:lnTo>
                    <a:pt x="1105" y="1132"/>
                  </a:lnTo>
                  <a:lnTo>
                    <a:pt x="1072" y="1126"/>
                  </a:lnTo>
                  <a:lnTo>
                    <a:pt x="1071" y="1113"/>
                  </a:lnTo>
                  <a:lnTo>
                    <a:pt x="1071" y="1097"/>
                  </a:lnTo>
                  <a:lnTo>
                    <a:pt x="1080" y="1096"/>
                  </a:lnTo>
                  <a:lnTo>
                    <a:pt x="1078" y="1053"/>
                  </a:lnTo>
                  <a:lnTo>
                    <a:pt x="1065" y="1054"/>
                  </a:lnTo>
                  <a:lnTo>
                    <a:pt x="1048" y="1021"/>
                  </a:lnTo>
                  <a:lnTo>
                    <a:pt x="1035" y="1011"/>
                  </a:lnTo>
                  <a:lnTo>
                    <a:pt x="1028" y="1007"/>
                  </a:lnTo>
                  <a:lnTo>
                    <a:pt x="1016" y="997"/>
                  </a:lnTo>
                  <a:lnTo>
                    <a:pt x="1010" y="991"/>
                  </a:lnTo>
                  <a:lnTo>
                    <a:pt x="996" y="997"/>
                  </a:lnTo>
                  <a:lnTo>
                    <a:pt x="920" y="996"/>
                  </a:lnTo>
                  <a:lnTo>
                    <a:pt x="849" y="1008"/>
                  </a:lnTo>
                  <a:lnTo>
                    <a:pt x="820" y="980"/>
                  </a:lnTo>
                  <a:lnTo>
                    <a:pt x="777" y="932"/>
                  </a:lnTo>
                  <a:lnTo>
                    <a:pt x="742" y="899"/>
                  </a:lnTo>
                  <a:lnTo>
                    <a:pt x="728" y="889"/>
                  </a:lnTo>
                  <a:lnTo>
                    <a:pt x="709" y="874"/>
                  </a:lnTo>
                  <a:lnTo>
                    <a:pt x="689" y="860"/>
                  </a:lnTo>
                  <a:lnTo>
                    <a:pt x="658" y="847"/>
                  </a:lnTo>
                  <a:lnTo>
                    <a:pt x="518" y="89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30" name="Google Shape;2230;p5">
              <a:extLst>
                <a:ext uri="{FF2B5EF4-FFF2-40B4-BE49-F238E27FC236}">
                  <a16:creationId xmlns:a16="http://schemas.microsoft.com/office/drawing/2014/main" id="{03F9E01A-5903-9A68-9ED0-933018A68134}"/>
                </a:ext>
              </a:extLst>
            </p:cNvPr>
            <p:cNvSpPr/>
            <p:nvPr/>
          </p:nvSpPr>
          <p:spPr>
            <a:xfrm>
              <a:off x="5453855" y="2851497"/>
              <a:ext cx="117475" cy="57150"/>
            </a:xfrm>
            <a:custGeom>
              <a:avLst/>
              <a:gdLst/>
              <a:ahLst/>
              <a:cxnLst/>
              <a:rect l="l" t="t" r="r" b="b"/>
              <a:pathLst>
                <a:path w="368" h="182" extrusionOk="0">
                  <a:moveTo>
                    <a:pt x="87" y="148"/>
                  </a:moveTo>
                  <a:lnTo>
                    <a:pt x="94" y="154"/>
                  </a:lnTo>
                  <a:lnTo>
                    <a:pt x="102" y="154"/>
                  </a:lnTo>
                  <a:lnTo>
                    <a:pt x="115" y="150"/>
                  </a:lnTo>
                  <a:lnTo>
                    <a:pt x="134" y="156"/>
                  </a:lnTo>
                  <a:lnTo>
                    <a:pt x="140" y="156"/>
                  </a:lnTo>
                  <a:lnTo>
                    <a:pt x="145" y="149"/>
                  </a:lnTo>
                  <a:lnTo>
                    <a:pt x="150" y="145"/>
                  </a:lnTo>
                  <a:lnTo>
                    <a:pt x="158" y="148"/>
                  </a:lnTo>
                  <a:lnTo>
                    <a:pt x="166" y="155"/>
                  </a:lnTo>
                  <a:lnTo>
                    <a:pt x="177" y="171"/>
                  </a:lnTo>
                  <a:lnTo>
                    <a:pt x="182" y="172"/>
                  </a:lnTo>
                  <a:lnTo>
                    <a:pt x="191" y="182"/>
                  </a:lnTo>
                  <a:lnTo>
                    <a:pt x="212" y="181"/>
                  </a:lnTo>
                  <a:lnTo>
                    <a:pt x="219" y="176"/>
                  </a:lnTo>
                  <a:lnTo>
                    <a:pt x="235" y="175"/>
                  </a:lnTo>
                  <a:lnTo>
                    <a:pt x="242" y="171"/>
                  </a:lnTo>
                  <a:lnTo>
                    <a:pt x="258" y="174"/>
                  </a:lnTo>
                  <a:lnTo>
                    <a:pt x="267" y="172"/>
                  </a:lnTo>
                  <a:lnTo>
                    <a:pt x="277" y="167"/>
                  </a:lnTo>
                  <a:lnTo>
                    <a:pt x="282" y="166"/>
                  </a:lnTo>
                  <a:lnTo>
                    <a:pt x="296" y="156"/>
                  </a:lnTo>
                  <a:lnTo>
                    <a:pt x="304" y="158"/>
                  </a:lnTo>
                  <a:lnTo>
                    <a:pt x="311" y="160"/>
                  </a:lnTo>
                  <a:lnTo>
                    <a:pt x="317" y="166"/>
                  </a:lnTo>
                  <a:lnTo>
                    <a:pt x="332" y="174"/>
                  </a:lnTo>
                  <a:lnTo>
                    <a:pt x="341" y="172"/>
                  </a:lnTo>
                  <a:lnTo>
                    <a:pt x="355" y="179"/>
                  </a:lnTo>
                  <a:lnTo>
                    <a:pt x="364" y="180"/>
                  </a:lnTo>
                  <a:lnTo>
                    <a:pt x="368" y="174"/>
                  </a:lnTo>
                  <a:lnTo>
                    <a:pt x="365" y="166"/>
                  </a:lnTo>
                  <a:lnTo>
                    <a:pt x="352" y="156"/>
                  </a:lnTo>
                  <a:lnTo>
                    <a:pt x="349" y="149"/>
                  </a:lnTo>
                  <a:lnTo>
                    <a:pt x="343" y="143"/>
                  </a:lnTo>
                  <a:lnTo>
                    <a:pt x="344" y="134"/>
                  </a:lnTo>
                  <a:lnTo>
                    <a:pt x="355" y="124"/>
                  </a:lnTo>
                  <a:lnTo>
                    <a:pt x="357" y="124"/>
                  </a:lnTo>
                  <a:lnTo>
                    <a:pt x="352" y="121"/>
                  </a:lnTo>
                  <a:lnTo>
                    <a:pt x="345" y="116"/>
                  </a:lnTo>
                  <a:lnTo>
                    <a:pt x="329" y="111"/>
                  </a:lnTo>
                  <a:lnTo>
                    <a:pt x="317" y="101"/>
                  </a:lnTo>
                  <a:lnTo>
                    <a:pt x="321" y="86"/>
                  </a:lnTo>
                  <a:lnTo>
                    <a:pt x="317" y="79"/>
                  </a:lnTo>
                  <a:lnTo>
                    <a:pt x="310" y="75"/>
                  </a:lnTo>
                  <a:lnTo>
                    <a:pt x="302" y="75"/>
                  </a:lnTo>
                  <a:lnTo>
                    <a:pt x="295" y="72"/>
                  </a:lnTo>
                  <a:lnTo>
                    <a:pt x="290" y="66"/>
                  </a:lnTo>
                  <a:lnTo>
                    <a:pt x="274" y="63"/>
                  </a:lnTo>
                  <a:lnTo>
                    <a:pt x="267" y="64"/>
                  </a:lnTo>
                  <a:lnTo>
                    <a:pt x="261" y="59"/>
                  </a:lnTo>
                  <a:lnTo>
                    <a:pt x="252" y="59"/>
                  </a:lnTo>
                  <a:lnTo>
                    <a:pt x="237" y="66"/>
                  </a:lnTo>
                  <a:lnTo>
                    <a:pt x="231" y="70"/>
                  </a:lnTo>
                  <a:lnTo>
                    <a:pt x="223" y="73"/>
                  </a:lnTo>
                  <a:lnTo>
                    <a:pt x="215" y="69"/>
                  </a:lnTo>
                  <a:lnTo>
                    <a:pt x="213" y="61"/>
                  </a:lnTo>
                  <a:lnTo>
                    <a:pt x="175" y="39"/>
                  </a:lnTo>
                  <a:lnTo>
                    <a:pt x="171" y="34"/>
                  </a:lnTo>
                  <a:lnTo>
                    <a:pt x="164" y="29"/>
                  </a:lnTo>
                  <a:lnTo>
                    <a:pt x="148" y="29"/>
                  </a:lnTo>
                  <a:lnTo>
                    <a:pt x="132" y="24"/>
                  </a:lnTo>
                  <a:lnTo>
                    <a:pt x="108" y="26"/>
                  </a:lnTo>
                  <a:lnTo>
                    <a:pt x="99" y="25"/>
                  </a:lnTo>
                  <a:lnTo>
                    <a:pt x="76" y="15"/>
                  </a:lnTo>
                  <a:lnTo>
                    <a:pt x="60" y="13"/>
                  </a:lnTo>
                  <a:lnTo>
                    <a:pt x="54" y="7"/>
                  </a:lnTo>
                  <a:lnTo>
                    <a:pt x="40" y="2"/>
                  </a:lnTo>
                  <a:lnTo>
                    <a:pt x="31" y="3"/>
                  </a:lnTo>
                  <a:lnTo>
                    <a:pt x="24" y="0"/>
                  </a:lnTo>
                  <a:lnTo>
                    <a:pt x="15" y="2"/>
                  </a:lnTo>
                  <a:lnTo>
                    <a:pt x="0" y="7"/>
                  </a:lnTo>
                  <a:lnTo>
                    <a:pt x="5" y="11"/>
                  </a:lnTo>
                  <a:lnTo>
                    <a:pt x="14" y="18"/>
                  </a:lnTo>
                  <a:lnTo>
                    <a:pt x="21" y="27"/>
                  </a:lnTo>
                  <a:lnTo>
                    <a:pt x="31" y="32"/>
                  </a:lnTo>
                  <a:lnTo>
                    <a:pt x="56" y="39"/>
                  </a:lnTo>
                  <a:lnTo>
                    <a:pt x="67" y="51"/>
                  </a:lnTo>
                  <a:lnTo>
                    <a:pt x="78" y="57"/>
                  </a:lnTo>
                  <a:lnTo>
                    <a:pt x="84" y="68"/>
                  </a:lnTo>
                  <a:lnTo>
                    <a:pt x="87" y="82"/>
                  </a:lnTo>
                  <a:lnTo>
                    <a:pt x="91" y="104"/>
                  </a:lnTo>
                  <a:lnTo>
                    <a:pt x="100" y="113"/>
                  </a:lnTo>
                  <a:lnTo>
                    <a:pt x="100" y="124"/>
                  </a:lnTo>
                  <a:lnTo>
                    <a:pt x="99" y="138"/>
                  </a:lnTo>
                  <a:lnTo>
                    <a:pt x="92" y="145"/>
                  </a:lnTo>
                  <a:lnTo>
                    <a:pt x="87" y="14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31" name="Google Shape;2231;p5">
              <a:extLst>
                <a:ext uri="{FF2B5EF4-FFF2-40B4-BE49-F238E27FC236}">
                  <a16:creationId xmlns:a16="http://schemas.microsoft.com/office/drawing/2014/main" id="{1545B025-BBC8-9784-19D5-23D8BA5FB727}"/>
                </a:ext>
              </a:extLst>
            </p:cNvPr>
            <p:cNvSpPr/>
            <p:nvPr/>
          </p:nvSpPr>
          <p:spPr>
            <a:xfrm>
              <a:off x="5734842" y="2802284"/>
              <a:ext cx="298450" cy="193675"/>
            </a:xfrm>
            <a:custGeom>
              <a:avLst/>
              <a:gdLst/>
              <a:ahLst/>
              <a:cxnLst/>
              <a:rect l="l" t="t" r="r" b="b"/>
              <a:pathLst>
                <a:path w="940" h="612" extrusionOk="0">
                  <a:moveTo>
                    <a:pt x="0" y="51"/>
                  </a:moveTo>
                  <a:lnTo>
                    <a:pt x="0" y="121"/>
                  </a:lnTo>
                  <a:lnTo>
                    <a:pt x="0" y="195"/>
                  </a:lnTo>
                  <a:lnTo>
                    <a:pt x="0" y="260"/>
                  </a:lnTo>
                  <a:lnTo>
                    <a:pt x="0" y="321"/>
                  </a:lnTo>
                  <a:lnTo>
                    <a:pt x="54" y="330"/>
                  </a:lnTo>
                  <a:lnTo>
                    <a:pt x="62" y="325"/>
                  </a:lnTo>
                  <a:lnTo>
                    <a:pt x="56" y="310"/>
                  </a:lnTo>
                  <a:lnTo>
                    <a:pt x="57" y="303"/>
                  </a:lnTo>
                  <a:lnTo>
                    <a:pt x="52" y="287"/>
                  </a:lnTo>
                  <a:lnTo>
                    <a:pt x="56" y="279"/>
                  </a:lnTo>
                  <a:lnTo>
                    <a:pt x="63" y="274"/>
                  </a:lnTo>
                  <a:lnTo>
                    <a:pt x="67" y="268"/>
                  </a:lnTo>
                  <a:lnTo>
                    <a:pt x="72" y="261"/>
                  </a:lnTo>
                  <a:lnTo>
                    <a:pt x="80" y="260"/>
                  </a:lnTo>
                  <a:lnTo>
                    <a:pt x="96" y="260"/>
                  </a:lnTo>
                  <a:lnTo>
                    <a:pt x="105" y="256"/>
                  </a:lnTo>
                  <a:lnTo>
                    <a:pt x="107" y="249"/>
                  </a:lnTo>
                  <a:lnTo>
                    <a:pt x="107" y="241"/>
                  </a:lnTo>
                  <a:lnTo>
                    <a:pt x="115" y="238"/>
                  </a:lnTo>
                  <a:lnTo>
                    <a:pt x="127" y="246"/>
                  </a:lnTo>
                  <a:lnTo>
                    <a:pt x="135" y="249"/>
                  </a:lnTo>
                  <a:lnTo>
                    <a:pt x="132" y="241"/>
                  </a:lnTo>
                  <a:lnTo>
                    <a:pt x="127" y="234"/>
                  </a:lnTo>
                  <a:lnTo>
                    <a:pt x="121" y="229"/>
                  </a:lnTo>
                  <a:lnTo>
                    <a:pt x="128" y="225"/>
                  </a:lnTo>
                  <a:lnTo>
                    <a:pt x="135" y="225"/>
                  </a:lnTo>
                  <a:lnTo>
                    <a:pt x="143" y="220"/>
                  </a:lnTo>
                  <a:lnTo>
                    <a:pt x="144" y="214"/>
                  </a:lnTo>
                  <a:lnTo>
                    <a:pt x="165" y="235"/>
                  </a:lnTo>
                  <a:lnTo>
                    <a:pt x="178" y="244"/>
                  </a:lnTo>
                  <a:lnTo>
                    <a:pt x="183" y="250"/>
                  </a:lnTo>
                  <a:lnTo>
                    <a:pt x="192" y="253"/>
                  </a:lnTo>
                  <a:lnTo>
                    <a:pt x="201" y="251"/>
                  </a:lnTo>
                  <a:lnTo>
                    <a:pt x="216" y="255"/>
                  </a:lnTo>
                  <a:lnTo>
                    <a:pt x="220" y="262"/>
                  </a:lnTo>
                  <a:lnTo>
                    <a:pt x="218" y="269"/>
                  </a:lnTo>
                  <a:lnTo>
                    <a:pt x="219" y="278"/>
                  </a:lnTo>
                  <a:lnTo>
                    <a:pt x="225" y="283"/>
                  </a:lnTo>
                  <a:lnTo>
                    <a:pt x="231" y="287"/>
                  </a:lnTo>
                  <a:lnTo>
                    <a:pt x="224" y="290"/>
                  </a:lnTo>
                  <a:lnTo>
                    <a:pt x="224" y="298"/>
                  </a:lnTo>
                  <a:lnTo>
                    <a:pt x="225" y="306"/>
                  </a:lnTo>
                  <a:lnTo>
                    <a:pt x="223" y="314"/>
                  </a:lnTo>
                  <a:lnTo>
                    <a:pt x="228" y="320"/>
                  </a:lnTo>
                  <a:lnTo>
                    <a:pt x="242" y="328"/>
                  </a:lnTo>
                  <a:lnTo>
                    <a:pt x="259" y="331"/>
                  </a:lnTo>
                  <a:lnTo>
                    <a:pt x="267" y="330"/>
                  </a:lnTo>
                  <a:lnTo>
                    <a:pt x="291" y="335"/>
                  </a:lnTo>
                  <a:lnTo>
                    <a:pt x="299" y="332"/>
                  </a:lnTo>
                  <a:lnTo>
                    <a:pt x="300" y="325"/>
                  </a:lnTo>
                  <a:lnTo>
                    <a:pt x="306" y="321"/>
                  </a:lnTo>
                  <a:lnTo>
                    <a:pt x="314" y="326"/>
                  </a:lnTo>
                  <a:lnTo>
                    <a:pt x="326" y="337"/>
                  </a:lnTo>
                  <a:lnTo>
                    <a:pt x="331" y="343"/>
                  </a:lnTo>
                  <a:lnTo>
                    <a:pt x="333" y="351"/>
                  </a:lnTo>
                  <a:lnTo>
                    <a:pt x="334" y="366"/>
                  </a:lnTo>
                  <a:lnTo>
                    <a:pt x="338" y="374"/>
                  </a:lnTo>
                  <a:lnTo>
                    <a:pt x="345" y="378"/>
                  </a:lnTo>
                  <a:lnTo>
                    <a:pt x="350" y="384"/>
                  </a:lnTo>
                  <a:lnTo>
                    <a:pt x="355" y="400"/>
                  </a:lnTo>
                  <a:lnTo>
                    <a:pt x="354" y="408"/>
                  </a:lnTo>
                  <a:lnTo>
                    <a:pt x="360" y="423"/>
                  </a:lnTo>
                  <a:lnTo>
                    <a:pt x="365" y="429"/>
                  </a:lnTo>
                  <a:lnTo>
                    <a:pt x="416" y="459"/>
                  </a:lnTo>
                  <a:lnTo>
                    <a:pt x="436" y="483"/>
                  </a:lnTo>
                  <a:lnTo>
                    <a:pt x="443" y="488"/>
                  </a:lnTo>
                  <a:lnTo>
                    <a:pt x="460" y="489"/>
                  </a:lnTo>
                  <a:lnTo>
                    <a:pt x="473" y="498"/>
                  </a:lnTo>
                  <a:lnTo>
                    <a:pt x="493" y="513"/>
                  </a:lnTo>
                  <a:lnTo>
                    <a:pt x="515" y="536"/>
                  </a:lnTo>
                  <a:lnTo>
                    <a:pt x="521" y="542"/>
                  </a:lnTo>
                  <a:lnTo>
                    <a:pt x="530" y="543"/>
                  </a:lnTo>
                  <a:lnTo>
                    <a:pt x="536" y="538"/>
                  </a:lnTo>
                  <a:lnTo>
                    <a:pt x="544" y="537"/>
                  </a:lnTo>
                  <a:lnTo>
                    <a:pt x="567" y="547"/>
                  </a:lnTo>
                  <a:lnTo>
                    <a:pt x="572" y="553"/>
                  </a:lnTo>
                  <a:lnTo>
                    <a:pt x="579" y="557"/>
                  </a:lnTo>
                  <a:lnTo>
                    <a:pt x="585" y="562"/>
                  </a:lnTo>
                  <a:lnTo>
                    <a:pt x="581" y="569"/>
                  </a:lnTo>
                  <a:lnTo>
                    <a:pt x="578" y="577"/>
                  </a:lnTo>
                  <a:lnTo>
                    <a:pt x="578" y="592"/>
                  </a:lnTo>
                  <a:lnTo>
                    <a:pt x="579" y="601"/>
                  </a:lnTo>
                  <a:lnTo>
                    <a:pt x="578" y="606"/>
                  </a:lnTo>
                  <a:lnTo>
                    <a:pt x="607" y="605"/>
                  </a:lnTo>
                  <a:lnTo>
                    <a:pt x="615" y="607"/>
                  </a:lnTo>
                  <a:lnTo>
                    <a:pt x="621" y="612"/>
                  </a:lnTo>
                  <a:lnTo>
                    <a:pt x="630" y="610"/>
                  </a:lnTo>
                  <a:lnTo>
                    <a:pt x="643" y="611"/>
                  </a:lnTo>
                  <a:lnTo>
                    <a:pt x="648" y="608"/>
                  </a:lnTo>
                  <a:lnTo>
                    <a:pt x="648" y="601"/>
                  </a:lnTo>
                  <a:lnTo>
                    <a:pt x="646" y="595"/>
                  </a:lnTo>
                  <a:lnTo>
                    <a:pt x="653" y="581"/>
                  </a:lnTo>
                  <a:lnTo>
                    <a:pt x="661" y="570"/>
                  </a:lnTo>
                  <a:lnTo>
                    <a:pt x="664" y="564"/>
                  </a:lnTo>
                  <a:lnTo>
                    <a:pt x="671" y="559"/>
                  </a:lnTo>
                  <a:lnTo>
                    <a:pt x="676" y="554"/>
                  </a:lnTo>
                  <a:lnTo>
                    <a:pt x="678" y="547"/>
                  </a:lnTo>
                  <a:lnTo>
                    <a:pt x="677" y="541"/>
                  </a:lnTo>
                  <a:lnTo>
                    <a:pt x="670" y="536"/>
                  </a:lnTo>
                  <a:lnTo>
                    <a:pt x="665" y="529"/>
                  </a:lnTo>
                  <a:lnTo>
                    <a:pt x="661" y="513"/>
                  </a:lnTo>
                  <a:lnTo>
                    <a:pt x="665" y="507"/>
                  </a:lnTo>
                  <a:lnTo>
                    <a:pt x="666" y="498"/>
                  </a:lnTo>
                  <a:lnTo>
                    <a:pt x="664" y="491"/>
                  </a:lnTo>
                  <a:lnTo>
                    <a:pt x="658" y="486"/>
                  </a:lnTo>
                  <a:lnTo>
                    <a:pt x="649" y="487"/>
                  </a:lnTo>
                  <a:lnTo>
                    <a:pt x="640" y="486"/>
                  </a:lnTo>
                  <a:lnTo>
                    <a:pt x="638" y="478"/>
                  </a:lnTo>
                  <a:lnTo>
                    <a:pt x="630" y="473"/>
                  </a:lnTo>
                  <a:lnTo>
                    <a:pt x="624" y="467"/>
                  </a:lnTo>
                  <a:lnTo>
                    <a:pt x="632" y="462"/>
                  </a:lnTo>
                  <a:lnTo>
                    <a:pt x="630" y="454"/>
                  </a:lnTo>
                  <a:lnTo>
                    <a:pt x="634" y="448"/>
                  </a:lnTo>
                  <a:lnTo>
                    <a:pt x="642" y="444"/>
                  </a:lnTo>
                  <a:lnTo>
                    <a:pt x="650" y="443"/>
                  </a:lnTo>
                  <a:lnTo>
                    <a:pt x="656" y="449"/>
                  </a:lnTo>
                  <a:lnTo>
                    <a:pt x="664" y="450"/>
                  </a:lnTo>
                  <a:lnTo>
                    <a:pt x="680" y="449"/>
                  </a:lnTo>
                  <a:lnTo>
                    <a:pt x="687" y="446"/>
                  </a:lnTo>
                  <a:lnTo>
                    <a:pt x="699" y="424"/>
                  </a:lnTo>
                  <a:lnTo>
                    <a:pt x="699" y="417"/>
                  </a:lnTo>
                  <a:lnTo>
                    <a:pt x="707" y="412"/>
                  </a:lnTo>
                  <a:lnTo>
                    <a:pt x="723" y="409"/>
                  </a:lnTo>
                  <a:lnTo>
                    <a:pt x="729" y="405"/>
                  </a:lnTo>
                  <a:lnTo>
                    <a:pt x="731" y="397"/>
                  </a:lnTo>
                  <a:lnTo>
                    <a:pt x="731" y="389"/>
                  </a:lnTo>
                  <a:lnTo>
                    <a:pt x="726" y="382"/>
                  </a:lnTo>
                  <a:lnTo>
                    <a:pt x="732" y="378"/>
                  </a:lnTo>
                  <a:lnTo>
                    <a:pt x="734" y="369"/>
                  </a:lnTo>
                  <a:lnTo>
                    <a:pt x="741" y="365"/>
                  </a:lnTo>
                  <a:lnTo>
                    <a:pt x="747" y="370"/>
                  </a:lnTo>
                  <a:lnTo>
                    <a:pt x="756" y="369"/>
                  </a:lnTo>
                  <a:lnTo>
                    <a:pt x="769" y="362"/>
                  </a:lnTo>
                  <a:lnTo>
                    <a:pt x="784" y="354"/>
                  </a:lnTo>
                  <a:lnTo>
                    <a:pt x="788" y="347"/>
                  </a:lnTo>
                  <a:lnTo>
                    <a:pt x="794" y="342"/>
                  </a:lnTo>
                  <a:lnTo>
                    <a:pt x="801" y="342"/>
                  </a:lnTo>
                  <a:lnTo>
                    <a:pt x="802" y="351"/>
                  </a:lnTo>
                  <a:lnTo>
                    <a:pt x="807" y="357"/>
                  </a:lnTo>
                  <a:lnTo>
                    <a:pt x="809" y="364"/>
                  </a:lnTo>
                  <a:lnTo>
                    <a:pt x="805" y="371"/>
                  </a:lnTo>
                  <a:lnTo>
                    <a:pt x="798" y="375"/>
                  </a:lnTo>
                  <a:lnTo>
                    <a:pt x="791" y="380"/>
                  </a:lnTo>
                  <a:lnTo>
                    <a:pt x="796" y="396"/>
                  </a:lnTo>
                  <a:lnTo>
                    <a:pt x="800" y="403"/>
                  </a:lnTo>
                  <a:lnTo>
                    <a:pt x="809" y="402"/>
                  </a:lnTo>
                  <a:lnTo>
                    <a:pt x="816" y="398"/>
                  </a:lnTo>
                  <a:lnTo>
                    <a:pt x="820" y="398"/>
                  </a:lnTo>
                  <a:lnTo>
                    <a:pt x="832" y="397"/>
                  </a:lnTo>
                  <a:lnTo>
                    <a:pt x="839" y="398"/>
                  </a:lnTo>
                  <a:lnTo>
                    <a:pt x="855" y="403"/>
                  </a:lnTo>
                  <a:lnTo>
                    <a:pt x="871" y="401"/>
                  </a:lnTo>
                  <a:lnTo>
                    <a:pt x="877" y="396"/>
                  </a:lnTo>
                  <a:lnTo>
                    <a:pt x="881" y="389"/>
                  </a:lnTo>
                  <a:lnTo>
                    <a:pt x="888" y="385"/>
                  </a:lnTo>
                  <a:lnTo>
                    <a:pt x="896" y="385"/>
                  </a:lnTo>
                  <a:lnTo>
                    <a:pt x="901" y="379"/>
                  </a:lnTo>
                  <a:lnTo>
                    <a:pt x="909" y="381"/>
                  </a:lnTo>
                  <a:lnTo>
                    <a:pt x="915" y="378"/>
                  </a:lnTo>
                  <a:lnTo>
                    <a:pt x="919" y="369"/>
                  </a:lnTo>
                  <a:lnTo>
                    <a:pt x="935" y="365"/>
                  </a:lnTo>
                  <a:lnTo>
                    <a:pt x="940" y="358"/>
                  </a:lnTo>
                  <a:lnTo>
                    <a:pt x="933" y="354"/>
                  </a:lnTo>
                  <a:lnTo>
                    <a:pt x="925" y="357"/>
                  </a:lnTo>
                  <a:lnTo>
                    <a:pt x="909" y="352"/>
                  </a:lnTo>
                  <a:lnTo>
                    <a:pt x="898" y="342"/>
                  </a:lnTo>
                  <a:lnTo>
                    <a:pt x="890" y="342"/>
                  </a:lnTo>
                  <a:lnTo>
                    <a:pt x="884" y="337"/>
                  </a:lnTo>
                  <a:lnTo>
                    <a:pt x="870" y="328"/>
                  </a:lnTo>
                  <a:lnTo>
                    <a:pt x="870" y="320"/>
                  </a:lnTo>
                  <a:lnTo>
                    <a:pt x="865" y="314"/>
                  </a:lnTo>
                  <a:lnTo>
                    <a:pt x="858" y="310"/>
                  </a:lnTo>
                  <a:lnTo>
                    <a:pt x="853" y="325"/>
                  </a:lnTo>
                  <a:lnTo>
                    <a:pt x="845" y="330"/>
                  </a:lnTo>
                  <a:lnTo>
                    <a:pt x="843" y="337"/>
                  </a:lnTo>
                  <a:lnTo>
                    <a:pt x="836" y="337"/>
                  </a:lnTo>
                  <a:lnTo>
                    <a:pt x="812" y="327"/>
                  </a:lnTo>
                  <a:lnTo>
                    <a:pt x="804" y="314"/>
                  </a:lnTo>
                  <a:lnTo>
                    <a:pt x="796" y="317"/>
                  </a:lnTo>
                  <a:lnTo>
                    <a:pt x="790" y="312"/>
                  </a:lnTo>
                  <a:lnTo>
                    <a:pt x="782" y="310"/>
                  </a:lnTo>
                  <a:lnTo>
                    <a:pt x="783" y="301"/>
                  </a:lnTo>
                  <a:lnTo>
                    <a:pt x="798" y="292"/>
                  </a:lnTo>
                  <a:lnTo>
                    <a:pt x="810" y="280"/>
                  </a:lnTo>
                  <a:lnTo>
                    <a:pt x="820" y="268"/>
                  </a:lnTo>
                  <a:lnTo>
                    <a:pt x="834" y="262"/>
                  </a:lnTo>
                  <a:lnTo>
                    <a:pt x="833" y="253"/>
                  </a:lnTo>
                  <a:lnTo>
                    <a:pt x="816" y="249"/>
                  </a:lnTo>
                  <a:lnTo>
                    <a:pt x="814" y="256"/>
                  </a:lnTo>
                  <a:lnTo>
                    <a:pt x="802" y="268"/>
                  </a:lnTo>
                  <a:lnTo>
                    <a:pt x="795" y="271"/>
                  </a:lnTo>
                  <a:lnTo>
                    <a:pt x="788" y="268"/>
                  </a:lnTo>
                  <a:lnTo>
                    <a:pt x="782" y="283"/>
                  </a:lnTo>
                  <a:lnTo>
                    <a:pt x="775" y="288"/>
                  </a:lnTo>
                  <a:lnTo>
                    <a:pt x="753" y="298"/>
                  </a:lnTo>
                  <a:lnTo>
                    <a:pt x="739" y="306"/>
                  </a:lnTo>
                  <a:lnTo>
                    <a:pt x="734" y="312"/>
                  </a:lnTo>
                  <a:lnTo>
                    <a:pt x="726" y="315"/>
                  </a:lnTo>
                  <a:lnTo>
                    <a:pt x="719" y="320"/>
                  </a:lnTo>
                  <a:lnTo>
                    <a:pt x="715" y="327"/>
                  </a:lnTo>
                  <a:lnTo>
                    <a:pt x="713" y="335"/>
                  </a:lnTo>
                  <a:lnTo>
                    <a:pt x="707" y="339"/>
                  </a:lnTo>
                  <a:lnTo>
                    <a:pt x="699" y="343"/>
                  </a:lnTo>
                  <a:lnTo>
                    <a:pt x="691" y="342"/>
                  </a:lnTo>
                  <a:lnTo>
                    <a:pt x="676" y="335"/>
                  </a:lnTo>
                  <a:lnTo>
                    <a:pt x="667" y="333"/>
                  </a:lnTo>
                  <a:lnTo>
                    <a:pt x="654" y="325"/>
                  </a:lnTo>
                  <a:lnTo>
                    <a:pt x="597" y="331"/>
                  </a:lnTo>
                  <a:lnTo>
                    <a:pt x="587" y="285"/>
                  </a:lnTo>
                  <a:lnTo>
                    <a:pt x="554" y="279"/>
                  </a:lnTo>
                  <a:lnTo>
                    <a:pt x="553" y="266"/>
                  </a:lnTo>
                  <a:lnTo>
                    <a:pt x="554" y="250"/>
                  </a:lnTo>
                  <a:lnTo>
                    <a:pt x="562" y="249"/>
                  </a:lnTo>
                  <a:lnTo>
                    <a:pt x="560" y="206"/>
                  </a:lnTo>
                  <a:lnTo>
                    <a:pt x="547" y="207"/>
                  </a:lnTo>
                  <a:lnTo>
                    <a:pt x="530" y="174"/>
                  </a:lnTo>
                  <a:lnTo>
                    <a:pt x="517" y="164"/>
                  </a:lnTo>
                  <a:lnTo>
                    <a:pt x="510" y="160"/>
                  </a:lnTo>
                  <a:lnTo>
                    <a:pt x="498" y="150"/>
                  </a:lnTo>
                  <a:lnTo>
                    <a:pt x="492" y="144"/>
                  </a:lnTo>
                  <a:lnTo>
                    <a:pt x="478" y="150"/>
                  </a:lnTo>
                  <a:lnTo>
                    <a:pt x="402" y="149"/>
                  </a:lnTo>
                  <a:lnTo>
                    <a:pt x="331" y="161"/>
                  </a:lnTo>
                  <a:lnTo>
                    <a:pt x="304" y="133"/>
                  </a:lnTo>
                  <a:lnTo>
                    <a:pt x="259" y="85"/>
                  </a:lnTo>
                  <a:lnTo>
                    <a:pt x="224" y="52"/>
                  </a:lnTo>
                  <a:lnTo>
                    <a:pt x="210" y="42"/>
                  </a:lnTo>
                  <a:lnTo>
                    <a:pt x="191" y="26"/>
                  </a:lnTo>
                  <a:lnTo>
                    <a:pt x="171" y="13"/>
                  </a:lnTo>
                  <a:lnTo>
                    <a:pt x="142" y="0"/>
                  </a:lnTo>
                  <a:lnTo>
                    <a:pt x="0" y="5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32" name="Google Shape;2232;p5">
              <a:extLst>
                <a:ext uri="{FF2B5EF4-FFF2-40B4-BE49-F238E27FC236}">
                  <a16:creationId xmlns:a16="http://schemas.microsoft.com/office/drawing/2014/main" id="{B3EAF061-668A-745D-D037-B3C1585E41D6}"/>
                </a:ext>
              </a:extLst>
            </p:cNvPr>
            <p:cNvSpPr/>
            <p:nvPr/>
          </p:nvSpPr>
          <p:spPr>
            <a:xfrm>
              <a:off x="5672930" y="2868959"/>
              <a:ext cx="247650" cy="171450"/>
            </a:xfrm>
            <a:custGeom>
              <a:avLst/>
              <a:gdLst/>
              <a:ahLst/>
              <a:cxnLst/>
              <a:rect l="l" t="t" r="r" b="b"/>
              <a:pathLst>
                <a:path w="778" h="536" extrusionOk="0">
                  <a:moveTo>
                    <a:pt x="193" y="107"/>
                  </a:moveTo>
                  <a:lnTo>
                    <a:pt x="247" y="116"/>
                  </a:lnTo>
                  <a:lnTo>
                    <a:pt x="255" y="111"/>
                  </a:lnTo>
                  <a:lnTo>
                    <a:pt x="249" y="96"/>
                  </a:lnTo>
                  <a:lnTo>
                    <a:pt x="250" y="89"/>
                  </a:lnTo>
                  <a:lnTo>
                    <a:pt x="245" y="73"/>
                  </a:lnTo>
                  <a:lnTo>
                    <a:pt x="249" y="65"/>
                  </a:lnTo>
                  <a:lnTo>
                    <a:pt x="256" y="60"/>
                  </a:lnTo>
                  <a:lnTo>
                    <a:pt x="260" y="54"/>
                  </a:lnTo>
                  <a:lnTo>
                    <a:pt x="265" y="47"/>
                  </a:lnTo>
                  <a:lnTo>
                    <a:pt x="273" y="46"/>
                  </a:lnTo>
                  <a:lnTo>
                    <a:pt x="289" y="46"/>
                  </a:lnTo>
                  <a:lnTo>
                    <a:pt x="298" y="42"/>
                  </a:lnTo>
                  <a:lnTo>
                    <a:pt x="300" y="35"/>
                  </a:lnTo>
                  <a:lnTo>
                    <a:pt x="300" y="27"/>
                  </a:lnTo>
                  <a:lnTo>
                    <a:pt x="308" y="24"/>
                  </a:lnTo>
                  <a:lnTo>
                    <a:pt x="320" y="32"/>
                  </a:lnTo>
                  <a:lnTo>
                    <a:pt x="328" y="35"/>
                  </a:lnTo>
                  <a:lnTo>
                    <a:pt x="325" y="27"/>
                  </a:lnTo>
                  <a:lnTo>
                    <a:pt x="320" y="20"/>
                  </a:lnTo>
                  <a:lnTo>
                    <a:pt x="314" y="15"/>
                  </a:lnTo>
                  <a:lnTo>
                    <a:pt x="321" y="11"/>
                  </a:lnTo>
                  <a:lnTo>
                    <a:pt x="328" y="11"/>
                  </a:lnTo>
                  <a:lnTo>
                    <a:pt x="336" y="6"/>
                  </a:lnTo>
                  <a:lnTo>
                    <a:pt x="337" y="0"/>
                  </a:lnTo>
                  <a:lnTo>
                    <a:pt x="358" y="21"/>
                  </a:lnTo>
                  <a:lnTo>
                    <a:pt x="371" y="30"/>
                  </a:lnTo>
                  <a:lnTo>
                    <a:pt x="376" y="36"/>
                  </a:lnTo>
                  <a:lnTo>
                    <a:pt x="385" y="39"/>
                  </a:lnTo>
                  <a:lnTo>
                    <a:pt x="394" y="37"/>
                  </a:lnTo>
                  <a:lnTo>
                    <a:pt x="409" y="41"/>
                  </a:lnTo>
                  <a:lnTo>
                    <a:pt x="413" y="48"/>
                  </a:lnTo>
                  <a:lnTo>
                    <a:pt x="411" y="55"/>
                  </a:lnTo>
                  <a:lnTo>
                    <a:pt x="412" y="64"/>
                  </a:lnTo>
                  <a:lnTo>
                    <a:pt x="418" y="69"/>
                  </a:lnTo>
                  <a:lnTo>
                    <a:pt x="424" y="73"/>
                  </a:lnTo>
                  <a:lnTo>
                    <a:pt x="417" y="76"/>
                  </a:lnTo>
                  <a:lnTo>
                    <a:pt x="417" y="84"/>
                  </a:lnTo>
                  <a:lnTo>
                    <a:pt x="418" y="92"/>
                  </a:lnTo>
                  <a:lnTo>
                    <a:pt x="416" y="100"/>
                  </a:lnTo>
                  <a:lnTo>
                    <a:pt x="421" y="106"/>
                  </a:lnTo>
                  <a:lnTo>
                    <a:pt x="435" y="114"/>
                  </a:lnTo>
                  <a:lnTo>
                    <a:pt x="452" y="117"/>
                  </a:lnTo>
                  <a:lnTo>
                    <a:pt x="460" y="116"/>
                  </a:lnTo>
                  <a:lnTo>
                    <a:pt x="484" y="121"/>
                  </a:lnTo>
                  <a:lnTo>
                    <a:pt x="492" y="118"/>
                  </a:lnTo>
                  <a:lnTo>
                    <a:pt x="493" y="111"/>
                  </a:lnTo>
                  <a:lnTo>
                    <a:pt x="499" y="107"/>
                  </a:lnTo>
                  <a:lnTo>
                    <a:pt x="507" y="112"/>
                  </a:lnTo>
                  <a:lnTo>
                    <a:pt x="519" y="123"/>
                  </a:lnTo>
                  <a:lnTo>
                    <a:pt x="524" y="129"/>
                  </a:lnTo>
                  <a:lnTo>
                    <a:pt x="526" y="137"/>
                  </a:lnTo>
                  <a:lnTo>
                    <a:pt x="527" y="152"/>
                  </a:lnTo>
                  <a:lnTo>
                    <a:pt x="531" y="160"/>
                  </a:lnTo>
                  <a:lnTo>
                    <a:pt x="538" y="164"/>
                  </a:lnTo>
                  <a:lnTo>
                    <a:pt x="543" y="170"/>
                  </a:lnTo>
                  <a:lnTo>
                    <a:pt x="548" y="186"/>
                  </a:lnTo>
                  <a:lnTo>
                    <a:pt x="547" y="194"/>
                  </a:lnTo>
                  <a:lnTo>
                    <a:pt x="553" y="209"/>
                  </a:lnTo>
                  <a:lnTo>
                    <a:pt x="558" y="215"/>
                  </a:lnTo>
                  <a:lnTo>
                    <a:pt x="609" y="245"/>
                  </a:lnTo>
                  <a:lnTo>
                    <a:pt x="629" y="269"/>
                  </a:lnTo>
                  <a:lnTo>
                    <a:pt x="636" y="274"/>
                  </a:lnTo>
                  <a:lnTo>
                    <a:pt x="653" y="275"/>
                  </a:lnTo>
                  <a:lnTo>
                    <a:pt x="666" y="284"/>
                  </a:lnTo>
                  <a:lnTo>
                    <a:pt x="686" y="299"/>
                  </a:lnTo>
                  <a:lnTo>
                    <a:pt x="708" y="322"/>
                  </a:lnTo>
                  <a:lnTo>
                    <a:pt x="714" y="328"/>
                  </a:lnTo>
                  <a:lnTo>
                    <a:pt x="723" y="329"/>
                  </a:lnTo>
                  <a:lnTo>
                    <a:pt x="729" y="324"/>
                  </a:lnTo>
                  <a:lnTo>
                    <a:pt x="737" y="323"/>
                  </a:lnTo>
                  <a:lnTo>
                    <a:pt x="760" y="333"/>
                  </a:lnTo>
                  <a:lnTo>
                    <a:pt x="765" y="339"/>
                  </a:lnTo>
                  <a:lnTo>
                    <a:pt x="772" y="343"/>
                  </a:lnTo>
                  <a:lnTo>
                    <a:pt x="778" y="348"/>
                  </a:lnTo>
                  <a:lnTo>
                    <a:pt x="774" y="355"/>
                  </a:lnTo>
                  <a:lnTo>
                    <a:pt x="771" y="363"/>
                  </a:lnTo>
                  <a:lnTo>
                    <a:pt x="771" y="378"/>
                  </a:lnTo>
                  <a:lnTo>
                    <a:pt x="772" y="387"/>
                  </a:lnTo>
                  <a:lnTo>
                    <a:pt x="771" y="392"/>
                  </a:lnTo>
                  <a:lnTo>
                    <a:pt x="756" y="392"/>
                  </a:lnTo>
                  <a:lnTo>
                    <a:pt x="746" y="388"/>
                  </a:lnTo>
                  <a:lnTo>
                    <a:pt x="733" y="380"/>
                  </a:lnTo>
                  <a:lnTo>
                    <a:pt x="728" y="380"/>
                  </a:lnTo>
                  <a:lnTo>
                    <a:pt x="723" y="380"/>
                  </a:lnTo>
                  <a:lnTo>
                    <a:pt x="720" y="383"/>
                  </a:lnTo>
                  <a:lnTo>
                    <a:pt x="719" y="391"/>
                  </a:lnTo>
                  <a:lnTo>
                    <a:pt x="717" y="397"/>
                  </a:lnTo>
                  <a:lnTo>
                    <a:pt x="714" y="398"/>
                  </a:lnTo>
                  <a:lnTo>
                    <a:pt x="699" y="398"/>
                  </a:lnTo>
                  <a:lnTo>
                    <a:pt x="693" y="397"/>
                  </a:lnTo>
                  <a:lnTo>
                    <a:pt x="685" y="398"/>
                  </a:lnTo>
                  <a:lnTo>
                    <a:pt x="680" y="404"/>
                  </a:lnTo>
                  <a:lnTo>
                    <a:pt x="676" y="408"/>
                  </a:lnTo>
                  <a:lnTo>
                    <a:pt x="675" y="410"/>
                  </a:lnTo>
                  <a:lnTo>
                    <a:pt x="675" y="417"/>
                  </a:lnTo>
                  <a:lnTo>
                    <a:pt x="669" y="434"/>
                  </a:lnTo>
                  <a:lnTo>
                    <a:pt x="666" y="437"/>
                  </a:lnTo>
                  <a:lnTo>
                    <a:pt x="664" y="450"/>
                  </a:lnTo>
                  <a:lnTo>
                    <a:pt x="664" y="457"/>
                  </a:lnTo>
                  <a:lnTo>
                    <a:pt x="663" y="462"/>
                  </a:lnTo>
                  <a:lnTo>
                    <a:pt x="648" y="472"/>
                  </a:lnTo>
                  <a:lnTo>
                    <a:pt x="640" y="473"/>
                  </a:lnTo>
                  <a:lnTo>
                    <a:pt x="634" y="479"/>
                  </a:lnTo>
                  <a:lnTo>
                    <a:pt x="626" y="483"/>
                  </a:lnTo>
                  <a:lnTo>
                    <a:pt x="618" y="488"/>
                  </a:lnTo>
                  <a:lnTo>
                    <a:pt x="601" y="491"/>
                  </a:lnTo>
                  <a:lnTo>
                    <a:pt x="594" y="494"/>
                  </a:lnTo>
                  <a:lnTo>
                    <a:pt x="586" y="493"/>
                  </a:lnTo>
                  <a:lnTo>
                    <a:pt x="586" y="499"/>
                  </a:lnTo>
                  <a:lnTo>
                    <a:pt x="593" y="504"/>
                  </a:lnTo>
                  <a:lnTo>
                    <a:pt x="589" y="509"/>
                  </a:lnTo>
                  <a:lnTo>
                    <a:pt x="585" y="510"/>
                  </a:lnTo>
                  <a:lnTo>
                    <a:pt x="583" y="522"/>
                  </a:lnTo>
                  <a:lnTo>
                    <a:pt x="579" y="525"/>
                  </a:lnTo>
                  <a:lnTo>
                    <a:pt x="570" y="528"/>
                  </a:lnTo>
                  <a:lnTo>
                    <a:pt x="564" y="534"/>
                  </a:lnTo>
                  <a:lnTo>
                    <a:pt x="551" y="534"/>
                  </a:lnTo>
                  <a:lnTo>
                    <a:pt x="543" y="536"/>
                  </a:lnTo>
                  <a:lnTo>
                    <a:pt x="538" y="536"/>
                  </a:lnTo>
                  <a:lnTo>
                    <a:pt x="534" y="530"/>
                  </a:lnTo>
                  <a:lnTo>
                    <a:pt x="526" y="526"/>
                  </a:lnTo>
                  <a:lnTo>
                    <a:pt x="520" y="521"/>
                  </a:lnTo>
                  <a:lnTo>
                    <a:pt x="508" y="523"/>
                  </a:lnTo>
                  <a:lnTo>
                    <a:pt x="497" y="520"/>
                  </a:lnTo>
                  <a:lnTo>
                    <a:pt x="494" y="517"/>
                  </a:lnTo>
                  <a:lnTo>
                    <a:pt x="488" y="511"/>
                  </a:lnTo>
                  <a:lnTo>
                    <a:pt x="482" y="507"/>
                  </a:lnTo>
                  <a:lnTo>
                    <a:pt x="484" y="494"/>
                  </a:lnTo>
                  <a:lnTo>
                    <a:pt x="481" y="483"/>
                  </a:lnTo>
                  <a:lnTo>
                    <a:pt x="481" y="446"/>
                  </a:lnTo>
                  <a:lnTo>
                    <a:pt x="476" y="441"/>
                  </a:lnTo>
                  <a:lnTo>
                    <a:pt x="450" y="441"/>
                  </a:lnTo>
                  <a:lnTo>
                    <a:pt x="434" y="431"/>
                  </a:lnTo>
                  <a:lnTo>
                    <a:pt x="412" y="413"/>
                  </a:lnTo>
                  <a:lnTo>
                    <a:pt x="396" y="403"/>
                  </a:lnTo>
                  <a:lnTo>
                    <a:pt x="386" y="399"/>
                  </a:lnTo>
                  <a:lnTo>
                    <a:pt x="382" y="387"/>
                  </a:lnTo>
                  <a:lnTo>
                    <a:pt x="373" y="374"/>
                  </a:lnTo>
                  <a:lnTo>
                    <a:pt x="364" y="369"/>
                  </a:lnTo>
                  <a:lnTo>
                    <a:pt x="349" y="366"/>
                  </a:lnTo>
                  <a:lnTo>
                    <a:pt x="338" y="369"/>
                  </a:lnTo>
                  <a:lnTo>
                    <a:pt x="327" y="366"/>
                  </a:lnTo>
                  <a:lnTo>
                    <a:pt x="314" y="359"/>
                  </a:lnTo>
                  <a:lnTo>
                    <a:pt x="276" y="347"/>
                  </a:lnTo>
                  <a:lnTo>
                    <a:pt x="267" y="335"/>
                  </a:lnTo>
                  <a:lnTo>
                    <a:pt x="252" y="323"/>
                  </a:lnTo>
                  <a:lnTo>
                    <a:pt x="231" y="321"/>
                  </a:lnTo>
                  <a:lnTo>
                    <a:pt x="217" y="323"/>
                  </a:lnTo>
                  <a:lnTo>
                    <a:pt x="214" y="332"/>
                  </a:lnTo>
                  <a:lnTo>
                    <a:pt x="209" y="337"/>
                  </a:lnTo>
                  <a:lnTo>
                    <a:pt x="198" y="337"/>
                  </a:lnTo>
                  <a:lnTo>
                    <a:pt x="187" y="333"/>
                  </a:lnTo>
                  <a:lnTo>
                    <a:pt x="176" y="333"/>
                  </a:lnTo>
                  <a:lnTo>
                    <a:pt x="160" y="337"/>
                  </a:lnTo>
                  <a:lnTo>
                    <a:pt x="145" y="351"/>
                  </a:lnTo>
                  <a:lnTo>
                    <a:pt x="111" y="378"/>
                  </a:lnTo>
                  <a:lnTo>
                    <a:pt x="93" y="382"/>
                  </a:lnTo>
                  <a:lnTo>
                    <a:pt x="79" y="382"/>
                  </a:lnTo>
                  <a:lnTo>
                    <a:pt x="80" y="378"/>
                  </a:lnTo>
                  <a:lnTo>
                    <a:pt x="74" y="338"/>
                  </a:lnTo>
                  <a:lnTo>
                    <a:pt x="73" y="312"/>
                  </a:lnTo>
                  <a:lnTo>
                    <a:pt x="77" y="289"/>
                  </a:lnTo>
                  <a:lnTo>
                    <a:pt x="86" y="275"/>
                  </a:lnTo>
                  <a:lnTo>
                    <a:pt x="75" y="272"/>
                  </a:lnTo>
                  <a:lnTo>
                    <a:pt x="64" y="262"/>
                  </a:lnTo>
                  <a:lnTo>
                    <a:pt x="57" y="252"/>
                  </a:lnTo>
                  <a:lnTo>
                    <a:pt x="50" y="250"/>
                  </a:lnTo>
                  <a:lnTo>
                    <a:pt x="50" y="247"/>
                  </a:lnTo>
                  <a:lnTo>
                    <a:pt x="70" y="238"/>
                  </a:lnTo>
                  <a:lnTo>
                    <a:pt x="77" y="234"/>
                  </a:lnTo>
                  <a:lnTo>
                    <a:pt x="66" y="230"/>
                  </a:lnTo>
                  <a:lnTo>
                    <a:pt x="58" y="225"/>
                  </a:lnTo>
                  <a:lnTo>
                    <a:pt x="51" y="219"/>
                  </a:lnTo>
                  <a:lnTo>
                    <a:pt x="61" y="209"/>
                  </a:lnTo>
                  <a:lnTo>
                    <a:pt x="68" y="214"/>
                  </a:lnTo>
                  <a:lnTo>
                    <a:pt x="78" y="218"/>
                  </a:lnTo>
                  <a:lnTo>
                    <a:pt x="72" y="207"/>
                  </a:lnTo>
                  <a:lnTo>
                    <a:pt x="51" y="199"/>
                  </a:lnTo>
                  <a:lnTo>
                    <a:pt x="34" y="203"/>
                  </a:lnTo>
                  <a:lnTo>
                    <a:pt x="26" y="211"/>
                  </a:lnTo>
                  <a:lnTo>
                    <a:pt x="21" y="211"/>
                  </a:lnTo>
                  <a:lnTo>
                    <a:pt x="14" y="181"/>
                  </a:lnTo>
                  <a:lnTo>
                    <a:pt x="16" y="166"/>
                  </a:lnTo>
                  <a:lnTo>
                    <a:pt x="23" y="155"/>
                  </a:lnTo>
                  <a:lnTo>
                    <a:pt x="24" y="151"/>
                  </a:lnTo>
                  <a:lnTo>
                    <a:pt x="21" y="128"/>
                  </a:lnTo>
                  <a:lnTo>
                    <a:pt x="27" y="143"/>
                  </a:lnTo>
                  <a:lnTo>
                    <a:pt x="32" y="151"/>
                  </a:lnTo>
                  <a:lnTo>
                    <a:pt x="53" y="151"/>
                  </a:lnTo>
                  <a:lnTo>
                    <a:pt x="73" y="157"/>
                  </a:lnTo>
                  <a:lnTo>
                    <a:pt x="84" y="156"/>
                  </a:lnTo>
                  <a:lnTo>
                    <a:pt x="99" y="160"/>
                  </a:lnTo>
                  <a:lnTo>
                    <a:pt x="109" y="155"/>
                  </a:lnTo>
                  <a:lnTo>
                    <a:pt x="99" y="154"/>
                  </a:lnTo>
                  <a:lnTo>
                    <a:pt x="97" y="148"/>
                  </a:lnTo>
                  <a:lnTo>
                    <a:pt x="112" y="144"/>
                  </a:lnTo>
                  <a:lnTo>
                    <a:pt x="126" y="127"/>
                  </a:lnTo>
                  <a:lnTo>
                    <a:pt x="102" y="109"/>
                  </a:lnTo>
                  <a:lnTo>
                    <a:pt x="86" y="91"/>
                  </a:lnTo>
                  <a:lnTo>
                    <a:pt x="80" y="74"/>
                  </a:lnTo>
                  <a:lnTo>
                    <a:pt x="70" y="60"/>
                  </a:lnTo>
                  <a:lnTo>
                    <a:pt x="68" y="58"/>
                  </a:lnTo>
                  <a:lnTo>
                    <a:pt x="57" y="57"/>
                  </a:lnTo>
                  <a:lnTo>
                    <a:pt x="39" y="62"/>
                  </a:lnTo>
                  <a:lnTo>
                    <a:pt x="23" y="70"/>
                  </a:lnTo>
                  <a:lnTo>
                    <a:pt x="14" y="82"/>
                  </a:lnTo>
                  <a:lnTo>
                    <a:pt x="14" y="91"/>
                  </a:lnTo>
                  <a:lnTo>
                    <a:pt x="19" y="94"/>
                  </a:lnTo>
                  <a:lnTo>
                    <a:pt x="20" y="119"/>
                  </a:lnTo>
                  <a:lnTo>
                    <a:pt x="18" y="117"/>
                  </a:lnTo>
                  <a:lnTo>
                    <a:pt x="4" y="92"/>
                  </a:lnTo>
                  <a:lnTo>
                    <a:pt x="0" y="74"/>
                  </a:lnTo>
                  <a:lnTo>
                    <a:pt x="30" y="48"/>
                  </a:lnTo>
                  <a:lnTo>
                    <a:pt x="53" y="39"/>
                  </a:lnTo>
                  <a:lnTo>
                    <a:pt x="77" y="32"/>
                  </a:lnTo>
                  <a:lnTo>
                    <a:pt x="85" y="31"/>
                  </a:lnTo>
                  <a:lnTo>
                    <a:pt x="93" y="31"/>
                  </a:lnTo>
                  <a:lnTo>
                    <a:pt x="100" y="35"/>
                  </a:lnTo>
                  <a:lnTo>
                    <a:pt x="107" y="41"/>
                  </a:lnTo>
                  <a:lnTo>
                    <a:pt x="122" y="47"/>
                  </a:lnTo>
                  <a:lnTo>
                    <a:pt x="127" y="54"/>
                  </a:lnTo>
                  <a:lnTo>
                    <a:pt x="133" y="69"/>
                  </a:lnTo>
                  <a:lnTo>
                    <a:pt x="139" y="75"/>
                  </a:lnTo>
                  <a:lnTo>
                    <a:pt x="143" y="82"/>
                  </a:lnTo>
                  <a:lnTo>
                    <a:pt x="153" y="105"/>
                  </a:lnTo>
                  <a:lnTo>
                    <a:pt x="163" y="112"/>
                  </a:lnTo>
                  <a:lnTo>
                    <a:pt x="181" y="113"/>
                  </a:lnTo>
                  <a:lnTo>
                    <a:pt x="193" y="10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233" name="Google Shape;2233;p5">
              <a:extLst>
                <a:ext uri="{FF2B5EF4-FFF2-40B4-BE49-F238E27FC236}">
                  <a16:creationId xmlns:a16="http://schemas.microsoft.com/office/drawing/2014/main" id="{E8D695B6-FDF6-355E-AC33-0A74ADEDA1DE}"/>
                </a:ext>
              </a:extLst>
            </p:cNvPr>
            <p:cNvGrpSpPr/>
            <p:nvPr/>
          </p:nvGrpSpPr>
          <p:grpSpPr>
            <a:xfrm>
              <a:off x="5539679" y="2891184"/>
              <a:ext cx="96840" cy="77788"/>
              <a:chOff x="3007" y="1982"/>
              <a:chExt cx="61" cy="49"/>
            </a:xfrm>
            <a:grpFill/>
          </p:grpSpPr>
          <p:sp>
            <p:nvSpPr>
              <p:cNvPr id="2234" name="Google Shape;2234;p5">
                <a:extLst>
                  <a:ext uri="{FF2B5EF4-FFF2-40B4-BE49-F238E27FC236}">
                    <a16:creationId xmlns:a16="http://schemas.microsoft.com/office/drawing/2014/main" id="{5955F08B-1572-C4B6-C4B9-1B6487FF760B}"/>
                  </a:ext>
                </a:extLst>
              </p:cNvPr>
              <p:cNvSpPr/>
              <p:nvPr/>
            </p:nvSpPr>
            <p:spPr>
              <a:xfrm>
                <a:off x="3007" y="2013"/>
                <a:ext cx="13" cy="12"/>
              </a:xfrm>
              <a:custGeom>
                <a:avLst/>
                <a:gdLst/>
                <a:ahLst/>
                <a:cxnLst/>
                <a:rect l="l" t="t" r="r" b="b"/>
                <a:pathLst>
                  <a:path w="65" h="59" extrusionOk="0">
                    <a:moveTo>
                      <a:pt x="65" y="59"/>
                    </a:moveTo>
                    <a:lnTo>
                      <a:pt x="52" y="56"/>
                    </a:lnTo>
                    <a:lnTo>
                      <a:pt x="36" y="53"/>
                    </a:lnTo>
                    <a:lnTo>
                      <a:pt x="4" y="7"/>
                    </a:lnTo>
                    <a:lnTo>
                      <a:pt x="0" y="2"/>
                    </a:lnTo>
                    <a:lnTo>
                      <a:pt x="10" y="0"/>
                    </a:lnTo>
                    <a:lnTo>
                      <a:pt x="17" y="1"/>
                    </a:lnTo>
                    <a:lnTo>
                      <a:pt x="22" y="9"/>
                    </a:lnTo>
                    <a:lnTo>
                      <a:pt x="30" y="12"/>
                    </a:lnTo>
                    <a:lnTo>
                      <a:pt x="37" y="13"/>
                    </a:lnTo>
                    <a:lnTo>
                      <a:pt x="44" y="10"/>
                    </a:lnTo>
                    <a:lnTo>
                      <a:pt x="52" y="12"/>
                    </a:lnTo>
                    <a:lnTo>
                      <a:pt x="55" y="20"/>
                    </a:lnTo>
                    <a:lnTo>
                      <a:pt x="60" y="27"/>
                    </a:lnTo>
                    <a:lnTo>
                      <a:pt x="64" y="34"/>
                    </a:lnTo>
                    <a:lnTo>
                      <a:pt x="65" y="5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35" name="Google Shape;2235;p5">
                <a:extLst>
                  <a:ext uri="{FF2B5EF4-FFF2-40B4-BE49-F238E27FC236}">
                    <a16:creationId xmlns:a16="http://schemas.microsoft.com/office/drawing/2014/main" id="{44F32D6A-E8C0-4920-9208-B4C2EE0D7CE6}"/>
                  </a:ext>
                </a:extLst>
              </p:cNvPr>
              <p:cNvSpPr/>
              <p:nvPr/>
            </p:nvSpPr>
            <p:spPr>
              <a:xfrm>
                <a:off x="3009" y="1982"/>
                <a:ext cx="59" cy="49"/>
              </a:xfrm>
              <a:custGeom>
                <a:avLst/>
                <a:gdLst/>
                <a:ahLst/>
                <a:cxnLst/>
                <a:rect l="l" t="t" r="r" b="b"/>
                <a:pathLst>
                  <a:path w="294" h="245" extrusionOk="0">
                    <a:moveTo>
                      <a:pt x="80" y="0"/>
                    </a:moveTo>
                    <a:lnTo>
                      <a:pt x="88" y="5"/>
                    </a:lnTo>
                    <a:lnTo>
                      <a:pt x="95" y="5"/>
                    </a:lnTo>
                    <a:lnTo>
                      <a:pt x="107" y="16"/>
                    </a:lnTo>
                    <a:lnTo>
                      <a:pt x="111" y="24"/>
                    </a:lnTo>
                    <a:lnTo>
                      <a:pt x="119" y="24"/>
                    </a:lnTo>
                    <a:lnTo>
                      <a:pt x="124" y="40"/>
                    </a:lnTo>
                    <a:lnTo>
                      <a:pt x="126" y="47"/>
                    </a:lnTo>
                    <a:lnTo>
                      <a:pt x="135" y="47"/>
                    </a:lnTo>
                    <a:lnTo>
                      <a:pt x="151" y="51"/>
                    </a:lnTo>
                    <a:lnTo>
                      <a:pt x="159" y="48"/>
                    </a:lnTo>
                    <a:lnTo>
                      <a:pt x="164" y="43"/>
                    </a:lnTo>
                    <a:lnTo>
                      <a:pt x="170" y="28"/>
                    </a:lnTo>
                    <a:lnTo>
                      <a:pt x="178" y="24"/>
                    </a:lnTo>
                    <a:lnTo>
                      <a:pt x="185" y="20"/>
                    </a:lnTo>
                    <a:lnTo>
                      <a:pt x="188" y="13"/>
                    </a:lnTo>
                    <a:lnTo>
                      <a:pt x="194" y="3"/>
                    </a:lnTo>
                    <a:lnTo>
                      <a:pt x="220" y="34"/>
                    </a:lnTo>
                    <a:lnTo>
                      <a:pt x="236" y="68"/>
                    </a:lnTo>
                    <a:lnTo>
                      <a:pt x="245" y="83"/>
                    </a:lnTo>
                    <a:lnTo>
                      <a:pt x="253" y="93"/>
                    </a:lnTo>
                    <a:lnTo>
                      <a:pt x="261" y="98"/>
                    </a:lnTo>
                    <a:lnTo>
                      <a:pt x="274" y="93"/>
                    </a:lnTo>
                    <a:lnTo>
                      <a:pt x="281" y="98"/>
                    </a:lnTo>
                    <a:lnTo>
                      <a:pt x="287" y="100"/>
                    </a:lnTo>
                    <a:lnTo>
                      <a:pt x="292" y="109"/>
                    </a:lnTo>
                    <a:lnTo>
                      <a:pt x="294" y="118"/>
                    </a:lnTo>
                    <a:lnTo>
                      <a:pt x="283" y="109"/>
                    </a:lnTo>
                    <a:lnTo>
                      <a:pt x="269" y="110"/>
                    </a:lnTo>
                    <a:lnTo>
                      <a:pt x="259" y="117"/>
                    </a:lnTo>
                    <a:lnTo>
                      <a:pt x="251" y="127"/>
                    </a:lnTo>
                    <a:lnTo>
                      <a:pt x="248" y="147"/>
                    </a:lnTo>
                    <a:lnTo>
                      <a:pt x="247" y="164"/>
                    </a:lnTo>
                    <a:lnTo>
                      <a:pt x="240" y="180"/>
                    </a:lnTo>
                    <a:lnTo>
                      <a:pt x="236" y="206"/>
                    </a:lnTo>
                    <a:lnTo>
                      <a:pt x="223" y="192"/>
                    </a:lnTo>
                    <a:lnTo>
                      <a:pt x="216" y="197"/>
                    </a:lnTo>
                    <a:lnTo>
                      <a:pt x="213" y="206"/>
                    </a:lnTo>
                    <a:lnTo>
                      <a:pt x="213" y="227"/>
                    </a:lnTo>
                    <a:lnTo>
                      <a:pt x="215" y="244"/>
                    </a:lnTo>
                    <a:lnTo>
                      <a:pt x="211" y="245"/>
                    </a:lnTo>
                    <a:lnTo>
                      <a:pt x="204" y="245"/>
                    </a:lnTo>
                    <a:lnTo>
                      <a:pt x="197" y="242"/>
                    </a:lnTo>
                    <a:lnTo>
                      <a:pt x="189" y="235"/>
                    </a:lnTo>
                    <a:lnTo>
                      <a:pt x="181" y="231"/>
                    </a:lnTo>
                    <a:lnTo>
                      <a:pt x="177" y="227"/>
                    </a:lnTo>
                    <a:lnTo>
                      <a:pt x="166" y="220"/>
                    </a:lnTo>
                    <a:lnTo>
                      <a:pt x="169" y="215"/>
                    </a:lnTo>
                    <a:lnTo>
                      <a:pt x="184" y="207"/>
                    </a:lnTo>
                    <a:lnTo>
                      <a:pt x="177" y="186"/>
                    </a:lnTo>
                    <a:lnTo>
                      <a:pt x="178" y="172"/>
                    </a:lnTo>
                    <a:lnTo>
                      <a:pt x="161" y="163"/>
                    </a:lnTo>
                    <a:lnTo>
                      <a:pt x="135" y="169"/>
                    </a:lnTo>
                    <a:lnTo>
                      <a:pt x="123" y="177"/>
                    </a:lnTo>
                    <a:lnTo>
                      <a:pt x="113" y="187"/>
                    </a:lnTo>
                    <a:lnTo>
                      <a:pt x="107" y="203"/>
                    </a:lnTo>
                    <a:lnTo>
                      <a:pt x="95" y="217"/>
                    </a:lnTo>
                    <a:lnTo>
                      <a:pt x="84" y="218"/>
                    </a:lnTo>
                    <a:lnTo>
                      <a:pt x="83" y="211"/>
                    </a:lnTo>
                    <a:lnTo>
                      <a:pt x="80" y="203"/>
                    </a:lnTo>
                    <a:lnTo>
                      <a:pt x="75" y="197"/>
                    </a:lnTo>
                    <a:lnTo>
                      <a:pt x="82" y="196"/>
                    </a:lnTo>
                    <a:lnTo>
                      <a:pt x="83" y="187"/>
                    </a:lnTo>
                    <a:lnTo>
                      <a:pt x="77" y="182"/>
                    </a:lnTo>
                    <a:lnTo>
                      <a:pt x="78" y="175"/>
                    </a:lnTo>
                    <a:lnTo>
                      <a:pt x="82" y="166"/>
                    </a:lnTo>
                    <a:lnTo>
                      <a:pt x="75" y="165"/>
                    </a:lnTo>
                    <a:lnTo>
                      <a:pt x="67" y="165"/>
                    </a:lnTo>
                    <a:lnTo>
                      <a:pt x="52" y="156"/>
                    </a:lnTo>
                    <a:lnTo>
                      <a:pt x="43" y="144"/>
                    </a:lnTo>
                    <a:lnTo>
                      <a:pt x="40" y="137"/>
                    </a:lnTo>
                    <a:lnTo>
                      <a:pt x="49" y="136"/>
                    </a:lnTo>
                    <a:lnTo>
                      <a:pt x="52" y="127"/>
                    </a:lnTo>
                    <a:lnTo>
                      <a:pt x="51" y="120"/>
                    </a:lnTo>
                    <a:lnTo>
                      <a:pt x="37" y="111"/>
                    </a:lnTo>
                    <a:lnTo>
                      <a:pt x="32" y="106"/>
                    </a:lnTo>
                    <a:lnTo>
                      <a:pt x="27" y="99"/>
                    </a:lnTo>
                    <a:lnTo>
                      <a:pt x="24" y="91"/>
                    </a:lnTo>
                    <a:lnTo>
                      <a:pt x="24" y="83"/>
                    </a:lnTo>
                    <a:lnTo>
                      <a:pt x="29" y="77"/>
                    </a:lnTo>
                    <a:lnTo>
                      <a:pt x="28" y="69"/>
                    </a:lnTo>
                    <a:lnTo>
                      <a:pt x="21" y="64"/>
                    </a:lnTo>
                    <a:lnTo>
                      <a:pt x="13" y="64"/>
                    </a:lnTo>
                    <a:lnTo>
                      <a:pt x="3" y="51"/>
                    </a:lnTo>
                    <a:lnTo>
                      <a:pt x="1" y="43"/>
                    </a:lnTo>
                    <a:lnTo>
                      <a:pt x="0" y="43"/>
                    </a:lnTo>
                    <a:lnTo>
                      <a:pt x="5" y="42"/>
                    </a:lnTo>
                    <a:lnTo>
                      <a:pt x="19" y="32"/>
                    </a:lnTo>
                    <a:lnTo>
                      <a:pt x="27" y="34"/>
                    </a:lnTo>
                    <a:lnTo>
                      <a:pt x="34" y="36"/>
                    </a:lnTo>
                    <a:lnTo>
                      <a:pt x="40" y="42"/>
                    </a:lnTo>
                    <a:lnTo>
                      <a:pt x="55" y="50"/>
                    </a:lnTo>
                    <a:lnTo>
                      <a:pt x="64" y="48"/>
                    </a:lnTo>
                    <a:lnTo>
                      <a:pt x="78" y="55"/>
                    </a:lnTo>
                    <a:lnTo>
                      <a:pt x="87" y="56"/>
                    </a:lnTo>
                    <a:lnTo>
                      <a:pt x="91" y="50"/>
                    </a:lnTo>
                    <a:lnTo>
                      <a:pt x="88" y="42"/>
                    </a:lnTo>
                    <a:lnTo>
                      <a:pt x="75" y="32"/>
                    </a:lnTo>
                    <a:lnTo>
                      <a:pt x="72" y="25"/>
                    </a:lnTo>
                    <a:lnTo>
                      <a:pt x="66" y="19"/>
                    </a:lnTo>
                    <a:lnTo>
                      <a:pt x="67" y="10"/>
                    </a:lnTo>
                    <a:lnTo>
                      <a:pt x="78" y="0"/>
                    </a:lnTo>
                    <a:lnTo>
                      <a:pt x="80"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236" name="Google Shape;2236;p5">
              <a:extLst>
                <a:ext uri="{FF2B5EF4-FFF2-40B4-BE49-F238E27FC236}">
                  <a16:creationId xmlns:a16="http://schemas.microsoft.com/office/drawing/2014/main" id="{E1B65DC8-DF93-3548-4408-8FD43EFD10A1}"/>
                </a:ext>
              </a:extLst>
            </p:cNvPr>
            <p:cNvSpPr/>
            <p:nvPr/>
          </p:nvSpPr>
          <p:spPr>
            <a:xfrm>
              <a:off x="4333081" y="2130772"/>
              <a:ext cx="190500" cy="130175"/>
            </a:xfrm>
            <a:custGeom>
              <a:avLst/>
              <a:gdLst/>
              <a:ahLst/>
              <a:cxnLst/>
              <a:rect l="l" t="t" r="r" b="b"/>
              <a:pathLst>
                <a:path w="603" h="409" extrusionOk="0">
                  <a:moveTo>
                    <a:pt x="251" y="389"/>
                  </a:moveTo>
                  <a:lnTo>
                    <a:pt x="248" y="390"/>
                  </a:lnTo>
                  <a:lnTo>
                    <a:pt x="240" y="384"/>
                  </a:lnTo>
                  <a:lnTo>
                    <a:pt x="231" y="382"/>
                  </a:lnTo>
                  <a:lnTo>
                    <a:pt x="221" y="370"/>
                  </a:lnTo>
                  <a:lnTo>
                    <a:pt x="202" y="356"/>
                  </a:lnTo>
                  <a:lnTo>
                    <a:pt x="182" y="348"/>
                  </a:lnTo>
                  <a:lnTo>
                    <a:pt x="170" y="353"/>
                  </a:lnTo>
                  <a:lnTo>
                    <a:pt x="151" y="348"/>
                  </a:lnTo>
                  <a:lnTo>
                    <a:pt x="145" y="352"/>
                  </a:lnTo>
                  <a:lnTo>
                    <a:pt x="135" y="352"/>
                  </a:lnTo>
                  <a:lnTo>
                    <a:pt x="118" y="351"/>
                  </a:lnTo>
                  <a:lnTo>
                    <a:pt x="111" y="357"/>
                  </a:lnTo>
                  <a:lnTo>
                    <a:pt x="102" y="355"/>
                  </a:lnTo>
                  <a:lnTo>
                    <a:pt x="103" y="337"/>
                  </a:lnTo>
                  <a:lnTo>
                    <a:pt x="100" y="324"/>
                  </a:lnTo>
                  <a:lnTo>
                    <a:pt x="113" y="334"/>
                  </a:lnTo>
                  <a:lnTo>
                    <a:pt x="119" y="325"/>
                  </a:lnTo>
                  <a:lnTo>
                    <a:pt x="135" y="319"/>
                  </a:lnTo>
                  <a:lnTo>
                    <a:pt x="150" y="308"/>
                  </a:lnTo>
                  <a:lnTo>
                    <a:pt x="150" y="288"/>
                  </a:lnTo>
                  <a:lnTo>
                    <a:pt x="131" y="293"/>
                  </a:lnTo>
                  <a:lnTo>
                    <a:pt x="141" y="283"/>
                  </a:lnTo>
                  <a:lnTo>
                    <a:pt x="143" y="278"/>
                  </a:lnTo>
                  <a:lnTo>
                    <a:pt x="141" y="270"/>
                  </a:lnTo>
                  <a:lnTo>
                    <a:pt x="150" y="259"/>
                  </a:lnTo>
                  <a:lnTo>
                    <a:pt x="140" y="260"/>
                  </a:lnTo>
                  <a:lnTo>
                    <a:pt x="134" y="271"/>
                  </a:lnTo>
                  <a:lnTo>
                    <a:pt x="128" y="266"/>
                  </a:lnTo>
                  <a:lnTo>
                    <a:pt x="127" y="259"/>
                  </a:lnTo>
                  <a:lnTo>
                    <a:pt x="122" y="260"/>
                  </a:lnTo>
                  <a:lnTo>
                    <a:pt x="120" y="255"/>
                  </a:lnTo>
                  <a:lnTo>
                    <a:pt x="119" y="245"/>
                  </a:lnTo>
                  <a:lnTo>
                    <a:pt x="116" y="228"/>
                  </a:lnTo>
                  <a:lnTo>
                    <a:pt x="108" y="227"/>
                  </a:lnTo>
                  <a:lnTo>
                    <a:pt x="95" y="232"/>
                  </a:lnTo>
                  <a:lnTo>
                    <a:pt x="90" y="227"/>
                  </a:lnTo>
                  <a:lnTo>
                    <a:pt x="81" y="226"/>
                  </a:lnTo>
                  <a:lnTo>
                    <a:pt x="69" y="226"/>
                  </a:lnTo>
                  <a:lnTo>
                    <a:pt x="59" y="228"/>
                  </a:lnTo>
                  <a:lnTo>
                    <a:pt x="49" y="235"/>
                  </a:lnTo>
                  <a:lnTo>
                    <a:pt x="37" y="238"/>
                  </a:lnTo>
                  <a:lnTo>
                    <a:pt x="32" y="232"/>
                  </a:lnTo>
                  <a:lnTo>
                    <a:pt x="33" y="219"/>
                  </a:lnTo>
                  <a:lnTo>
                    <a:pt x="48" y="218"/>
                  </a:lnTo>
                  <a:lnTo>
                    <a:pt x="66" y="213"/>
                  </a:lnTo>
                  <a:lnTo>
                    <a:pt x="73" y="207"/>
                  </a:lnTo>
                  <a:lnTo>
                    <a:pt x="85" y="207"/>
                  </a:lnTo>
                  <a:lnTo>
                    <a:pt x="96" y="197"/>
                  </a:lnTo>
                  <a:lnTo>
                    <a:pt x="102" y="205"/>
                  </a:lnTo>
                  <a:lnTo>
                    <a:pt x="111" y="196"/>
                  </a:lnTo>
                  <a:lnTo>
                    <a:pt x="122" y="200"/>
                  </a:lnTo>
                  <a:lnTo>
                    <a:pt x="144" y="201"/>
                  </a:lnTo>
                  <a:lnTo>
                    <a:pt x="152" y="178"/>
                  </a:lnTo>
                  <a:lnTo>
                    <a:pt x="146" y="180"/>
                  </a:lnTo>
                  <a:lnTo>
                    <a:pt x="140" y="191"/>
                  </a:lnTo>
                  <a:lnTo>
                    <a:pt x="133" y="187"/>
                  </a:lnTo>
                  <a:lnTo>
                    <a:pt x="111" y="184"/>
                  </a:lnTo>
                  <a:lnTo>
                    <a:pt x="111" y="176"/>
                  </a:lnTo>
                  <a:lnTo>
                    <a:pt x="118" y="167"/>
                  </a:lnTo>
                  <a:lnTo>
                    <a:pt x="125" y="165"/>
                  </a:lnTo>
                  <a:lnTo>
                    <a:pt x="130" y="159"/>
                  </a:lnTo>
                  <a:lnTo>
                    <a:pt x="147" y="147"/>
                  </a:lnTo>
                  <a:lnTo>
                    <a:pt x="147" y="144"/>
                  </a:lnTo>
                  <a:lnTo>
                    <a:pt x="138" y="137"/>
                  </a:lnTo>
                  <a:lnTo>
                    <a:pt x="131" y="143"/>
                  </a:lnTo>
                  <a:lnTo>
                    <a:pt x="124" y="143"/>
                  </a:lnTo>
                  <a:lnTo>
                    <a:pt x="124" y="137"/>
                  </a:lnTo>
                  <a:lnTo>
                    <a:pt x="119" y="133"/>
                  </a:lnTo>
                  <a:lnTo>
                    <a:pt x="119" y="136"/>
                  </a:lnTo>
                  <a:lnTo>
                    <a:pt x="116" y="127"/>
                  </a:lnTo>
                  <a:lnTo>
                    <a:pt x="112" y="126"/>
                  </a:lnTo>
                  <a:lnTo>
                    <a:pt x="90" y="124"/>
                  </a:lnTo>
                  <a:lnTo>
                    <a:pt x="82" y="127"/>
                  </a:lnTo>
                  <a:lnTo>
                    <a:pt x="71" y="138"/>
                  </a:lnTo>
                  <a:lnTo>
                    <a:pt x="64" y="138"/>
                  </a:lnTo>
                  <a:lnTo>
                    <a:pt x="48" y="147"/>
                  </a:lnTo>
                  <a:lnTo>
                    <a:pt x="42" y="147"/>
                  </a:lnTo>
                  <a:lnTo>
                    <a:pt x="25" y="137"/>
                  </a:lnTo>
                  <a:lnTo>
                    <a:pt x="0" y="144"/>
                  </a:lnTo>
                  <a:lnTo>
                    <a:pt x="4" y="132"/>
                  </a:lnTo>
                  <a:lnTo>
                    <a:pt x="9" y="122"/>
                  </a:lnTo>
                  <a:lnTo>
                    <a:pt x="15" y="127"/>
                  </a:lnTo>
                  <a:lnTo>
                    <a:pt x="34" y="136"/>
                  </a:lnTo>
                  <a:lnTo>
                    <a:pt x="43" y="130"/>
                  </a:lnTo>
                  <a:lnTo>
                    <a:pt x="31" y="125"/>
                  </a:lnTo>
                  <a:lnTo>
                    <a:pt x="34" y="124"/>
                  </a:lnTo>
                  <a:lnTo>
                    <a:pt x="36" y="116"/>
                  </a:lnTo>
                  <a:lnTo>
                    <a:pt x="26" y="110"/>
                  </a:lnTo>
                  <a:lnTo>
                    <a:pt x="21" y="97"/>
                  </a:lnTo>
                  <a:lnTo>
                    <a:pt x="44" y="108"/>
                  </a:lnTo>
                  <a:lnTo>
                    <a:pt x="53" y="120"/>
                  </a:lnTo>
                  <a:lnTo>
                    <a:pt x="70" y="116"/>
                  </a:lnTo>
                  <a:lnTo>
                    <a:pt x="63" y="111"/>
                  </a:lnTo>
                  <a:lnTo>
                    <a:pt x="68" y="108"/>
                  </a:lnTo>
                  <a:lnTo>
                    <a:pt x="69" y="100"/>
                  </a:lnTo>
                  <a:lnTo>
                    <a:pt x="50" y="103"/>
                  </a:lnTo>
                  <a:lnTo>
                    <a:pt x="41" y="92"/>
                  </a:lnTo>
                  <a:lnTo>
                    <a:pt x="42" y="88"/>
                  </a:lnTo>
                  <a:lnTo>
                    <a:pt x="53" y="86"/>
                  </a:lnTo>
                  <a:lnTo>
                    <a:pt x="44" y="78"/>
                  </a:lnTo>
                  <a:lnTo>
                    <a:pt x="37" y="65"/>
                  </a:lnTo>
                  <a:lnTo>
                    <a:pt x="38" y="67"/>
                  </a:lnTo>
                  <a:lnTo>
                    <a:pt x="52" y="73"/>
                  </a:lnTo>
                  <a:lnTo>
                    <a:pt x="54" y="71"/>
                  </a:lnTo>
                  <a:lnTo>
                    <a:pt x="47" y="59"/>
                  </a:lnTo>
                  <a:lnTo>
                    <a:pt x="58" y="63"/>
                  </a:lnTo>
                  <a:lnTo>
                    <a:pt x="50" y="51"/>
                  </a:lnTo>
                  <a:lnTo>
                    <a:pt x="58" y="47"/>
                  </a:lnTo>
                  <a:lnTo>
                    <a:pt x="77" y="57"/>
                  </a:lnTo>
                  <a:lnTo>
                    <a:pt x="77" y="73"/>
                  </a:lnTo>
                  <a:lnTo>
                    <a:pt x="80" y="74"/>
                  </a:lnTo>
                  <a:lnTo>
                    <a:pt x="87" y="77"/>
                  </a:lnTo>
                  <a:lnTo>
                    <a:pt x="93" y="70"/>
                  </a:lnTo>
                  <a:lnTo>
                    <a:pt x="102" y="79"/>
                  </a:lnTo>
                  <a:lnTo>
                    <a:pt x="104" y="93"/>
                  </a:lnTo>
                  <a:lnTo>
                    <a:pt x="108" y="81"/>
                  </a:lnTo>
                  <a:lnTo>
                    <a:pt x="113" y="93"/>
                  </a:lnTo>
                  <a:lnTo>
                    <a:pt x="119" y="79"/>
                  </a:lnTo>
                  <a:lnTo>
                    <a:pt x="112" y="66"/>
                  </a:lnTo>
                  <a:lnTo>
                    <a:pt x="113" y="60"/>
                  </a:lnTo>
                  <a:lnTo>
                    <a:pt x="97" y="51"/>
                  </a:lnTo>
                  <a:lnTo>
                    <a:pt x="89" y="44"/>
                  </a:lnTo>
                  <a:lnTo>
                    <a:pt x="95" y="33"/>
                  </a:lnTo>
                  <a:lnTo>
                    <a:pt x="103" y="40"/>
                  </a:lnTo>
                  <a:lnTo>
                    <a:pt x="108" y="40"/>
                  </a:lnTo>
                  <a:lnTo>
                    <a:pt x="112" y="38"/>
                  </a:lnTo>
                  <a:lnTo>
                    <a:pt x="103" y="29"/>
                  </a:lnTo>
                  <a:lnTo>
                    <a:pt x="101" y="24"/>
                  </a:lnTo>
                  <a:lnTo>
                    <a:pt x="95" y="24"/>
                  </a:lnTo>
                  <a:lnTo>
                    <a:pt x="85" y="30"/>
                  </a:lnTo>
                  <a:lnTo>
                    <a:pt x="76" y="27"/>
                  </a:lnTo>
                  <a:lnTo>
                    <a:pt x="76" y="25"/>
                  </a:lnTo>
                  <a:lnTo>
                    <a:pt x="80" y="18"/>
                  </a:lnTo>
                  <a:lnTo>
                    <a:pt x="77" y="9"/>
                  </a:lnTo>
                  <a:lnTo>
                    <a:pt x="87" y="11"/>
                  </a:lnTo>
                  <a:lnTo>
                    <a:pt x="87" y="6"/>
                  </a:lnTo>
                  <a:lnTo>
                    <a:pt x="97" y="16"/>
                  </a:lnTo>
                  <a:lnTo>
                    <a:pt x="103" y="13"/>
                  </a:lnTo>
                  <a:lnTo>
                    <a:pt x="109" y="17"/>
                  </a:lnTo>
                  <a:lnTo>
                    <a:pt x="114" y="14"/>
                  </a:lnTo>
                  <a:lnTo>
                    <a:pt x="124" y="33"/>
                  </a:lnTo>
                  <a:lnTo>
                    <a:pt x="139" y="36"/>
                  </a:lnTo>
                  <a:lnTo>
                    <a:pt x="145" y="47"/>
                  </a:lnTo>
                  <a:lnTo>
                    <a:pt x="155" y="60"/>
                  </a:lnTo>
                  <a:lnTo>
                    <a:pt x="166" y="63"/>
                  </a:lnTo>
                  <a:lnTo>
                    <a:pt x="173" y="71"/>
                  </a:lnTo>
                  <a:lnTo>
                    <a:pt x="163" y="78"/>
                  </a:lnTo>
                  <a:lnTo>
                    <a:pt x="174" y="86"/>
                  </a:lnTo>
                  <a:lnTo>
                    <a:pt x="176" y="100"/>
                  </a:lnTo>
                  <a:lnTo>
                    <a:pt x="171" y="104"/>
                  </a:lnTo>
                  <a:lnTo>
                    <a:pt x="170" y="109"/>
                  </a:lnTo>
                  <a:lnTo>
                    <a:pt x="166" y="114"/>
                  </a:lnTo>
                  <a:lnTo>
                    <a:pt x="152" y="106"/>
                  </a:lnTo>
                  <a:lnTo>
                    <a:pt x="156" y="117"/>
                  </a:lnTo>
                  <a:lnTo>
                    <a:pt x="170" y="124"/>
                  </a:lnTo>
                  <a:lnTo>
                    <a:pt x="168" y="133"/>
                  </a:lnTo>
                  <a:lnTo>
                    <a:pt x="174" y="126"/>
                  </a:lnTo>
                  <a:lnTo>
                    <a:pt x="177" y="140"/>
                  </a:lnTo>
                  <a:lnTo>
                    <a:pt x="172" y="146"/>
                  </a:lnTo>
                  <a:lnTo>
                    <a:pt x="181" y="149"/>
                  </a:lnTo>
                  <a:lnTo>
                    <a:pt x="182" y="157"/>
                  </a:lnTo>
                  <a:lnTo>
                    <a:pt x="182" y="175"/>
                  </a:lnTo>
                  <a:lnTo>
                    <a:pt x="189" y="162"/>
                  </a:lnTo>
                  <a:lnTo>
                    <a:pt x="189" y="152"/>
                  </a:lnTo>
                  <a:lnTo>
                    <a:pt x="202" y="151"/>
                  </a:lnTo>
                  <a:lnTo>
                    <a:pt x="202" y="127"/>
                  </a:lnTo>
                  <a:lnTo>
                    <a:pt x="206" y="116"/>
                  </a:lnTo>
                  <a:lnTo>
                    <a:pt x="215" y="117"/>
                  </a:lnTo>
                  <a:lnTo>
                    <a:pt x="217" y="127"/>
                  </a:lnTo>
                  <a:lnTo>
                    <a:pt x="222" y="137"/>
                  </a:lnTo>
                  <a:lnTo>
                    <a:pt x="229" y="127"/>
                  </a:lnTo>
                  <a:lnTo>
                    <a:pt x="232" y="113"/>
                  </a:lnTo>
                  <a:lnTo>
                    <a:pt x="233" y="97"/>
                  </a:lnTo>
                  <a:lnTo>
                    <a:pt x="229" y="72"/>
                  </a:lnTo>
                  <a:lnTo>
                    <a:pt x="227" y="59"/>
                  </a:lnTo>
                  <a:lnTo>
                    <a:pt x="233" y="56"/>
                  </a:lnTo>
                  <a:lnTo>
                    <a:pt x="240" y="59"/>
                  </a:lnTo>
                  <a:lnTo>
                    <a:pt x="256" y="76"/>
                  </a:lnTo>
                  <a:lnTo>
                    <a:pt x="265" y="95"/>
                  </a:lnTo>
                  <a:lnTo>
                    <a:pt x="269" y="106"/>
                  </a:lnTo>
                  <a:lnTo>
                    <a:pt x="275" y="106"/>
                  </a:lnTo>
                  <a:lnTo>
                    <a:pt x="281" y="104"/>
                  </a:lnTo>
                  <a:lnTo>
                    <a:pt x="284" y="88"/>
                  </a:lnTo>
                  <a:lnTo>
                    <a:pt x="283" y="76"/>
                  </a:lnTo>
                  <a:lnTo>
                    <a:pt x="280" y="66"/>
                  </a:lnTo>
                  <a:lnTo>
                    <a:pt x="292" y="61"/>
                  </a:lnTo>
                  <a:lnTo>
                    <a:pt x="299" y="65"/>
                  </a:lnTo>
                  <a:lnTo>
                    <a:pt x="305" y="54"/>
                  </a:lnTo>
                  <a:lnTo>
                    <a:pt x="318" y="45"/>
                  </a:lnTo>
                  <a:lnTo>
                    <a:pt x="318" y="55"/>
                  </a:lnTo>
                  <a:lnTo>
                    <a:pt x="321" y="55"/>
                  </a:lnTo>
                  <a:lnTo>
                    <a:pt x="323" y="61"/>
                  </a:lnTo>
                  <a:lnTo>
                    <a:pt x="331" y="63"/>
                  </a:lnTo>
                  <a:lnTo>
                    <a:pt x="333" y="77"/>
                  </a:lnTo>
                  <a:lnTo>
                    <a:pt x="340" y="84"/>
                  </a:lnTo>
                  <a:lnTo>
                    <a:pt x="346" y="95"/>
                  </a:lnTo>
                  <a:lnTo>
                    <a:pt x="349" y="111"/>
                  </a:lnTo>
                  <a:lnTo>
                    <a:pt x="353" y="117"/>
                  </a:lnTo>
                  <a:lnTo>
                    <a:pt x="355" y="103"/>
                  </a:lnTo>
                  <a:lnTo>
                    <a:pt x="355" y="89"/>
                  </a:lnTo>
                  <a:lnTo>
                    <a:pt x="353" y="81"/>
                  </a:lnTo>
                  <a:lnTo>
                    <a:pt x="344" y="60"/>
                  </a:lnTo>
                  <a:lnTo>
                    <a:pt x="344" y="50"/>
                  </a:lnTo>
                  <a:lnTo>
                    <a:pt x="349" y="47"/>
                  </a:lnTo>
                  <a:lnTo>
                    <a:pt x="360" y="50"/>
                  </a:lnTo>
                  <a:lnTo>
                    <a:pt x="370" y="59"/>
                  </a:lnTo>
                  <a:lnTo>
                    <a:pt x="377" y="72"/>
                  </a:lnTo>
                  <a:lnTo>
                    <a:pt x="387" y="70"/>
                  </a:lnTo>
                  <a:lnTo>
                    <a:pt x="392" y="65"/>
                  </a:lnTo>
                  <a:lnTo>
                    <a:pt x="397" y="55"/>
                  </a:lnTo>
                  <a:lnTo>
                    <a:pt x="397" y="49"/>
                  </a:lnTo>
                  <a:lnTo>
                    <a:pt x="410" y="46"/>
                  </a:lnTo>
                  <a:lnTo>
                    <a:pt x="412" y="56"/>
                  </a:lnTo>
                  <a:lnTo>
                    <a:pt x="424" y="57"/>
                  </a:lnTo>
                  <a:lnTo>
                    <a:pt x="432" y="51"/>
                  </a:lnTo>
                  <a:lnTo>
                    <a:pt x="444" y="50"/>
                  </a:lnTo>
                  <a:lnTo>
                    <a:pt x="444" y="28"/>
                  </a:lnTo>
                  <a:lnTo>
                    <a:pt x="441" y="16"/>
                  </a:lnTo>
                  <a:lnTo>
                    <a:pt x="437" y="7"/>
                  </a:lnTo>
                  <a:lnTo>
                    <a:pt x="448" y="8"/>
                  </a:lnTo>
                  <a:lnTo>
                    <a:pt x="456" y="0"/>
                  </a:lnTo>
                  <a:lnTo>
                    <a:pt x="464" y="1"/>
                  </a:lnTo>
                  <a:lnTo>
                    <a:pt x="468" y="13"/>
                  </a:lnTo>
                  <a:lnTo>
                    <a:pt x="480" y="19"/>
                  </a:lnTo>
                  <a:lnTo>
                    <a:pt x="482" y="31"/>
                  </a:lnTo>
                  <a:lnTo>
                    <a:pt x="479" y="36"/>
                  </a:lnTo>
                  <a:lnTo>
                    <a:pt x="495" y="49"/>
                  </a:lnTo>
                  <a:lnTo>
                    <a:pt x="501" y="49"/>
                  </a:lnTo>
                  <a:lnTo>
                    <a:pt x="504" y="44"/>
                  </a:lnTo>
                  <a:lnTo>
                    <a:pt x="502" y="36"/>
                  </a:lnTo>
                  <a:lnTo>
                    <a:pt x="518" y="36"/>
                  </a:lnTo>
                  <a:lnTo>
                    <a:pt x="523" y="23"/>
                  </a:lnTo>
                  <a:lnTo>
                    <a:pt x="530" y="20"/>
                  </a:lnTo>
                  <a:lnTo>
                    <a:pt x="543" y="19"/>
                  </a:lnTo>
                  <a:lnTo>
                    <a:pt x="547" y="23"/>
                  </a:lnTo>
                  <a:lnTo>
                    <a:pt x="532" y="30"/>
                  </a:lnTo>
                  <a:lnTo>
                    <a:pt x="515" y="59"/>
                  </a:lnTo>
                  <a:lnTo>
                    <a:pt x="518" y="67"/>
                  </a:lnTo>
                  <a:lnTo>
                    <a:pt x="523" y="72"/>
                  </a:lnTo>
                  <a:lnTo>
                    <a:pt x="538" y="63"/>
                  </a:lnTo>
                  <a:lnTo>
                    <a:pt x="542" y="82"/>
                  </a:lnTo>
                  <a:lnTo>
                    <a:pt x="536" y="99"/>
                  </a:lnTo>
                  <a:lnTo>
                    <a:pt x="536" y="109"/>
                  </a:lnTo>
                  <a:lnTo>
                    <a:pt x="560" y="106"/>
                  </a:lnTo>
                  <a:lnTo>
                    <a:pt x="559" y="115"/>
                  </a:lnTo>
                  <a:lnTo>
                    <a:pt x="560" y="124"/>
                  </a:lnTo>
                  <a:lnTo>
                    <a:pt x="576" y="129"/>
                  </a:lnTo>
                  <a:lnTo>
                    <a:pt x="577" y="115"/>
                  </a:lnTo>
                  <a:lnTo>
                    <a:pt x="582" y="120"/>
                  </a:lnTo>
                  <a:lnTo>
                    <a:pt x="593" y="147"/>
                  </a:lnTo>
                  <a:lnTo>
                    <a:pt x="592" y="159"/>
                  </a:lnTo>
                  <a:lnTo>
                    <a:pt x="586" y="165"/>
                  </a:lnTo>
                  <a:lnTo>
                    <a:pt x="592" y="180"/>
                  </a:lnTo>
                  <a:lnTo>
                    <a:pt x="600" y="179"/>
                  </a:lnTo>
                  <a:lnTo>
                    <a:pt x="603" y="174"/>
                  </a:lnTo>
                  <a:lnTo>
                    <a:pt x="603" y="189"/>
                  </a:lnTo>
                  <a:lnTo>
                    <a:pt x="600" y="202"/>
                  </a:lnTo>
                  <a:lnTo>
                    <a:pt x="591" y="206"/>
                  </a:lnTo>
                  <a:lnTo>
                    <a:pt x="591" y="217"/>
                  </a:lnTo>
                  <a:lnTo>
                    <a:pt x="587" y="219"/>
                  </a:lnTo>
                  <a:lnTo>
                    <a:pt x="580" y="229"/>
                  </a:lnTo>
                  <a:lnTo>
                    <a:pt x="560" y="234"/>
                  </a:lnTo>
                  <a:lnTo>
                    <a:pt x="560" y="244"/>
                  </a:lnTo>
                  <a:lnTo>
                    <a:pt x="550" y="243"/>
                  </a:lnTo>
                  <a:lnTo>
                    <a:pt x="553" y="246"/>
                  </a:lnTo>
                  <a:lnTo>
                    <a:pt x="548" y="253"/>
                  </a:lnTo>
                  <a:lnTo>
                    <a:pt x="555" y="254"/>
                  </a:lnTo>
                  <a:lnTo>
                    <a:pt x="565" y="246"/>
                  </a:lnTo>
                  <a:lnTo>
                    <a:pt x="555" y="270"/>
                  </a:lnTo>
                  <a:lnTo>
                    <a:pt x="545" y="282"/>
                  </a:lnTo>
                  <a:lnTo>
                    <a:pt x="532" y="287"/>
                  </a:lnTo>
                  <a:lnTo>
                    <a:pt x="528" y="299"/>
                  </a:lnTo>
                  <a:lnTo>
                    <a:pt x="516" y="292"/>
                  </a:lnTo>
                  <a:lnTo>
                    <a:pt x="516" y="285"/>
                  </a:lnTo>
                  <a:lnTo>
                    <a:pt x="510" y="278"/>
                  </a:lnTo>
                  <a:lnTo>
                    <a:pt x="504" y="277"/>
                  </a:lnTo>
                  <a:lnTo>
                    <a:pt x="501" y="291"/>
                  </a:lnTo>
                  <a:lnTo>
                    <a:pt x="488" y="300"/>
                  </a:lnTo>
                  <a:lnTo>
                    <a:pt x="483" y="309"/>
                  </a:lnTo>
                  <a:lnTo>
                    <a:pt x="467" y="325"/>
                  </a:lnTo>
                  <a:lnTo>
                    <a:pt x="450" y="337"/>
                  </a:lnTo>
                  <a:lnTo>
                    <a:pt x="437" y="345"/>
                  </a:lnTo>
                  <a:lnTo>
                    <a:pt x="423" y="343"/>
                  </a:lnTo>
                  <a:lnTo>
                    <a:pt x="413" y="347"/>
                  </a:lnTo>
                  <a:lnTo>
                    <a:pt x="410" y="341"/>
                  </a:lnTo>
                  <a:lnTo>
                    <a:pt x="404" y="346"/>
                  </a:lnTo>
                  <a:lnTo>
                    <a:pt x="401" y="351"/>
                  </a:lnTo>
                  <a:lnTo>
                    <a:pt x="401" y="359"/>
                  </a:lnTo>
                  <a:lnTo>
                    <a:pt x="385" y="364"/>
                  </a:lnTo>
                  <a:lnTo>
                    <a:pt x="356" y="394"/>
                  </a:lnTo>
                  <a:lnTo>
                    <a:pt x="332" y="402"/>
                  </a:lnTo>
                  <a:lnTo>
                    <a:pt x="324" y="409"/>
                  </a:lnTo>
                  <a:lnTo>
                    <a:pt x="310" y="404"/>
                  </a:lnTo>
                  <a:lnTo>
                    <a:pt x="302" y="407"/>
                  </a:lnTo>
                  <a:lnTo>
                    <a:pt x="291" y="399"/>
                  </a:lnTo>
                  <a:lnTo>
                    <a:pt x="279" y="396"/>
                  </a:lnTo>
                  <a:lnTo>
                    <a:pt x="260" y="388"/>
                  </a:lnTo>
                  <a:lnTo>
                    <a:pt x="251" y="38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237" name="Google Shape;2237;p5">
              <a:extLst>
                <a:ext uri="{FF2B5EF4-FFF2-40B4-BE49-F238E27FC236}">
                  <a16:creationId xmlns:a16="http://schemas.microsoft.com/office/drawing/2014/main" id="{4E3CE998-2B65-4C4F-ABFC-C1175117AC24}"/>
                </a:ext>
              </a:extLst>
            </p:cNvPr>
            <p:cNvGrpSpPr/>
            <p:nvPr/>
          </p:nvGrpSpPr>
          <p:grpSpPr>
            <a:xfrm>
              <a:off x="4945908" y="1268759"/>
              <a:ext cx="287341" cy="296863"/>
              <a:chOff x="3202" y="1036"/>
              <a:chExt cx="181" cy="187"/>
            </a:xfrm>
            <a:grpFill/>
          </p:grpSpPr>
          <p:sp>
            <p:nvSpPr>
              <p:cNvPr id="2238" name="Google Shape;2238;p5">
                <a:extLst>
                  <a:ext uri="{FF2B5EF4-FFF2-40B4-BE49-F238E27FC236}">
                    <a16:creationId xmlns:a16="http://schemas.microsoft.com/office/drawing/2014/main" id="{12525A04-DF67-8D51-B3AA-A04FC6EC4694}"/>
                  </a:ext>
                </a:extLst>
              </p:cNvPr>
              <p:cNvSpPr/>
              <p:nvPr/>
            </p:nvSpPr>
            <p:spPr>
              <a:xfrm>
                <a:off x="3202" y="1036"/>
                <a:ext cx="118" cy="187"/>
              </a:xfrm>
              <a:custGeom>
                <a:avLst/>
                <a:gdLst/>
                <a:ahLst/>
                <a:cxnLst/>
                <a:rect l="l" t="t" r="r" b="b"/>
                <a:pathLst>
                  <a:path w="591" h="937" extrusionOk="0">
                    <a:moveTo>
                      <a:pt x="290" y="22"/>
                    </a:moveTo>
                    <a:lnTo>
                      <a:pt x="289" y="29"/>
                    </a:lnTo>
                    <a:lnTo>
                      <a:pt x="294" y="43"/>
                    </a:lnTo>
                    <a:lnTo>
                      <a:pt x="279" y="45"/>
                    </a:lnTo>
                    <a:lnTo>
                      <a:pt x="278" y="57"/>
                    </a:lnTo>
                    <a:lnTo>
                      <a:pt x="278" y="68"/>
                    </a:lnTo>
                    <a:lnTo>
                      <a:pt x="274" y="79"/>
                    </a:lnTo>
                    <a:lnTo>
                      <a:pt x="274" y="96"/>
                    </a:lnTo>
                    <a:lnTo>
                      <a:pt x="279" y="96"/>
                    </a:lnTo>
                    <a:lnTo>
                      <a:pt x="279" y="109"/>
                    </a:lnTo>
                    <a:lnTo>
                      <a:pt x="280" y="133"/>
                    </a:lnTo>
                    <a:lnTo>
                      <a:pt x="283" y="140"/>
                    </a:lnTo>
                    <a:lnTo>
                      <a:pt x="283" y="182"/>
                    </a:lnTo>
                    <a:lnTo>
                      <a:pt x="285" y="195"/>
                    </a:lnTo>
                    <a:lnTo>
                      <a:pt x="288" y="226"/>
                    </a:lnTo>
                    <a:lnTo>
                      <a:pt x="291" y="233"/>
                    </a:lnTo>
                    <a:lnTo>
                      <a:pt x="293" y="258"/>
                    </a:lnTo>
                    <a:lnTo>
                      <a:pt x="318" y="325"/>
                    </a:lnTo>
                    <a:lnTo>
                      <a:pt x="317" y="329"/>
                    </a:lnTo>
                    <a:lnTo>
                      <a:pt x="308" y="327"/>
                    </a:lnTo>
                    <a:lnTo>
                      <a:pt x="296" y="312"/>
                    </a:lnTo>
                    <a:lnTo>
                      <a:pt x="283" y="274"/>
                    </a:lnTo>
                    <a:lnTo>
                      <a:pt x="272" y="254"/>
                    </a:lnTo>
                    <a:lnTo>
                      <a:pt x="264" y="255"/>
                    </a:lnTo>
                    <a:lnTo>
                      <a:pt x="263" y="262"/>
                    </a:lnTo>
                    <a:lnTo>
                      <a:pt x="261" y="263"/>
                    </a:lnTo>
                    <a:lnTo>
                      <a:pt x="259" y="258"/>
                    </a:lnTo>
                    <a:lnTo>
                      <a:pt x="264" y="244"/>
                    </a:lnTo>
                    <a:lnTo>
                      <a:pt x="264" y="217"/>
                    </a:lnTo>
                    <a:lnTo>
                      <a:pt x="259" y="197"/>
                    </a:lnTo>
                    <a:lnTo>
                      <a:pt x="258" y="178"/>
                    </a:lnTo>
                    <a:lnTo>
                      <a:pt x="253" y="151"/>
                    </a:lnTo>
                    <a:lnTo>
                      <a:pt x="252" y="125"/>
                    </a:lnTo>
                    <a:lnTo>
                      <a:pt x="246" y="104"/>
                    </a:lnTo>
                    <a:lnTo>
                      <a:pt x="240" y="96"/>
                    </a:lnTo>
                    <a:lnTo>
                      <a:pt x="238" y="87"/>
                    </a:lnTo>
                    <a:lnTo>
                      <a:pt x="224" y="81"/>
                    </a:lnTo>
                    <a:lnTo>
                      <a:pt x="208" y="69"/>
                    </a:lnTo>
                    <a:lnTo>
                      <a:pt x="199" y="86"/>
                    </a:lnTo>
                    <a:lnTo>
                      <a:pt x="197" y="102"/>
                    </a:lnTo>
                    <a:lnTo>
                      <a:pt x="188" y="114"/>
                    </a:lnTo>
                    <a:lnTo>
                      <a:pt x="187" y="120"/>
                    </a:lnTo>
                    <a:lnTo>
                      <a:pt x="177" y="133"/>
                    </a:lnTo>
                    <a:lnTo>
                      <a:pt x="173" y="146"/>
                    </a:lnTo>
                    <a:lnTo>
                      <a:pt x="176" y="157"/>
                    </a:lnTo>
                    <a:lnTo>
                      <a:pt x="176" y="171"/>
                    </a:lnTo>
                    <a:lnTo>
                      <a:pt x="184" y="215"/>
                    </a:lnTo>
                    <a:lnTo>
                      <a:pt x="189" y="232"/>
                    </a:lnTo>
                    <a:lnTo>
                      <a:pt x="195" y="242"/>
                    </a:lnTo>
                    <a:lnTo>
                      <a:pt x="188" y="241"/>
                    </a:lnTo>
                    <a:lnTo>
                      <a:pt x="176" y="222"/>
                    </a:lnTo>
                    <a:lnTo>
                      <a:pt x="168" y="205"/>
                    </a:lnTo>
                    <a:lnTo>
                      <a:pt x="164" y="183"/>
                    </a:lnTo>
                    <a:lnTo>
                      <a:pt x="152" y="167"/>
                    </a:lnTo>
                    <a:lnTo>
                      <a:pt x="151" y="179"/>
                    </a:lnTo>
                    <a:lnTo>
                      <a:pt x="145" y="192"/>
                    </a:lnTo>
                    <a:lnTo>
                      <a:pt x="140" y="183"/>
                    </a:lnTo>
                    <a:lnTo>
                      <a:pt x="143" y="171"/>
                    </a:lnTo>
                    <a:lnTo>
                      <a:pt x="139" y="158"/>
                    </a:lnTo>
                    <a:lnTo>
                      <a:pt x="148" y="152"/>
                    </a:lnTo>
                    <a:lnTo>
                      <a:pt x="152" y="138"/>
                    </a:lnTo>
                    <a:lnTo>
                      <a:pt x="134" y="136"/>
                    </a:lnTo>
                    <a:lnTo>
                      <a:pt x="106" y="150"/>
                    </a:lnTo>
                    <a:lnTo>
                      <a:pt x="94" y="145"/>
                    </a:lnTo>
                    <a:lnTo>
                      <a:pt x="97" y="135"/>
                    </a:lnTo>
                    <a:lnTo>
                      <a:pt x="113" y="128"/>
                    </a:lnTo>
                    <a:lnTo>
                      <a:pt x="125" y="112"/>
                    </a:lnTo>
                    <a:lnTo>
                      <a:pt x="129" y="102"/>
                    </a:lnTo>
                    <a:lnTo>
                      <a:pt x="143" y="102"/>
                    </a:lnTo>
                    <a:lnTo>
                      <a:pt x="146" y="96"/>
                    </a:lnTo>
                    <a:lnTo>
                      <a:pt x="152" y="104"/>
                    </a:lnTo>
                    <a:lnTo>
                      <a:pt x="170" y="96"/>
                    </a:lnTo>
                    <a:lnTo>
                      <a:pt x="175" y="86"/>
                    </a:lnTo>
                    <a:lnTo>
                      <a:pt x="175" y="76"/>
                    </a:lnTo>
                    <a:lnTo>
                      <a:pt x="170" y="54"/>
                    </a:lnTo>
                    <a:lnTo>
                      <a:pt x="160" y="53"/>
                    </a:lnTo>
                    <a:lnTo>
                      <a:pt x="141" y="58"/>
                    </a:lnTo>
                    <a:lnTo>
                      <a:pt x="122" y="75"/>
                    </a:lnTo>
                    <a:lnTo>
                      <a:pt x="100" y="82"/>
                    </a:lnTo>
                    <a:lnTo>
                      <a:pt x="98" y="77"/>
                    </a:lnTo>
                    <a:lnTo>
                      <a:pt x="91" y="74"/>
                    </a:lnTo>
                    <a:lnTo>
                      <a:pt x="91" y="63"/>
                    </a:lnTo>
                    <a:lnTo>
                      <a:pt x="89" y="54"/>
                    </a:lnTo>
                    <a:lnTo>
                      <a:pt x="80" y="58"/>
                    </a:lnTo>
                    <a:lnTo>
                      <a:pt x="85" y="103"/>
                    </a:lnTo>
                    <a:lnTo>
                      <a:pt x="81" y="104"/>
                    </a:lnTo>
                    <a:lnTo>
                      <a:pt x="78" y="97"/>
                    </a:lnTo>
                    <a:lnTo>
                      <a:pt x="74" y="104"/>
                    </a:lnTo>
                    <a:lnTo>
                      <a:pt x="53" y="58"/>
                    </a:lnTo>
                    <a:lnTo>
                      <a:pt x="43" y="66"/>
                    </a:lnTo>
                    <a:lnTo>
                      <a:pt x="46" y="77"/>
                    </a:lnTo>
                    <a:lnTo>
                      <a:pt x="41" y="86"/>
                    </a:lnTo>
                    <a:lnTo>
                      <a:pt x="30" y="77"/>
                    </a:lnTo>
                    <a:lnTo>
                      <a:pt x="26" y="81"/>
                    </a:lnTo>
                    <a:lnTo>
                      <a:pt x="25" y="91"/>
                    </a:lnTo>
                    <a:lnTo>
                      <a:pt x="35" y="115"/>
                    </a:lnTo>
                    <a:lnTo>
                      <a:pt x="33" y="122"/>
                    </a:lnTo>
                    <a:lnTo>
                      <a:pt x="21" y="119"/>
                    </a:lnTo>
                    <a:lnTo>
                      <a:pt x="12" y="99"/>
                    </a:lnTo>
                    <a:lnTo>
                      <a:pt x="6" y="98"/>
                    </a:lnTo>
                    <a:lnTo>
                      <a:pt x="6" y="107"/>
                    </a:lnTo>
                    <a:lnTo>
                      <a:pt x="8" y="118"/>
                    </a:lnTo>
                    <a:lnTo>
                      <a:pt x="19" y="140"/>
                    </a:lnTo>
                    <a:lnTo>
                      <a:pt x="15" y="152"/>
                    </a:lnTo>
                    <a:lnTo>
                      <a:pt x="8" y="146"/>
                    </a:lnTo>
                    <a:lnTo>
                      <a:pt x="0" y="150"/>
                    </a:lnTo>
                    <a:lnTo>
                      <a:pt x="1" y="158"/>
                    </a:lnTo>
                    <a:lnTo>
                      <a:pt x="6" y="163"/>
                    </a:lnTo>
                    <a:lnTo>
                      <a:pt x="8" y="176"/>
                    </a:lnTo>
                    <a:lnTo>
                      <a:pt x="8" y="201"/>
                    </a:lnTo>
                    <a:lnTo>
                      <a:pt x="9" y="215"/>
                    </a:lnTo>
                    <a:lnTo>
                      <a:pt x="15" y="206"/>
                    </a:lnTo>
                    <a:lnTo>
                      <a:pt x="16" y="217"/>
                    </a:lnTo>
                    <a:lnTo>
                      <a:pt x="17" y="236"/>
                    </a:lnTo>
                    <a:lnTo>
                      <a:pt x="17" y="220"/>
                    </a:lnTo>
                    <a:lnTo>
                      <a:pt x="24" y="236"/>
                    </a:lnTo>
                    <a:lnTo>
                      <a:pt x="25" y="248"/>
                    </a:lnTo>
                    <a:lnTo>
                      <a:pt x="27" y="254"/>
                    </a:lnTo>
                    <a:lnTo>
                      <a:pt x="27" y="271"/>
                    </a:lnTo>
                    <a:lnTo>
                      <a:pt x="33" y="276"/>
                    </a:lnTo>
                    <a:lnTo>
                      <a:pt x="43" y="270"/>
                    </a:lnTo>
                    <a:lnTo>
                      <a:pt x="53" y="244"/>
                    </a:lnTo>
                    <a:lnTo>
                      <a:pt x="38" y="225"/>
                    </a:lnTo>
                    <a:lnTo>
                      <a:pt x="55" y="228"/>
                    </a:lnTo>
                    <a:lnTo>
                      <a:pt x="60" y="238"/>
                    </a:lnTo>
                    <a:lnTo>
                      <a:pt x="62" y="233"/>
                    </a:lnTo>
                    <a:lnTo>
                      <a:pt x="66" y="226"/>
                    </a:lnTo>
                    <a:lnTo>
                      <a:pt x="74" y="224"/>
                    </a:lnTo>
                    <a:lnTo>
                      <a:pt x="71" y="238"/>
                    </a:lnTo>
                    <a:lnTo>
                      <a:pt x="73" y="246"/>
                    </a:lnTo>
                    <a:lnTo>
                      <a:pt x="65" y="253"/>
                    </a:lnTo>
                    <a:lnTo>
                      <a:pt x="63" y="264"/>
                    </a:lnTo>
                    <a:lnTo>
                      <a:pt x="65" y="274"/>
                    </a:lnTo>
                    <a:lnTo>
                      <a:pt x="57" y="279"/>
                    </a:lnTo>
                    <a:lnTo>
                      <a:pt x="54" y="291"/>
                    </a:lnTo>
                    <a:lnTo>
                      <a:pt x="70" y="301"/>
                    </a:lnTo>
                    <a:lnTo>
                      <a:pt x="71" y="313"/>
                    </a:lnTo>
                    <a:lnTo>
                      <a:pt x="80" y="318"/>
                    </a:lnTo>
                    <a:lnTo>
                      <a:pt x="91" y="312"/>
                    </a:lnTo>
                    <a:lnTo>
                      <a:pt x="96" y="325"/>
                    </a:lnTo>
                    <a:lnTo>
                      <a:pt x="94" y="335"/>
                    </a:lnTo>
                    <a:lnTo>
                      <a:pt x="55" y="325"/>
                    </a:lnTo>
                    <a:lnTo>
                      <a:pt x="49" y="314"/>
                    </a:lnTo>
                    <a:lnTo>
                      <a:pt x="37" y="316"/>
                    </a:lnTo>
                    <a:lnTo>
                      <a:pt x="43" y="327"/>
                    </a:lnTo>
                    <a:lnTo>
                      <a:pt x="62" y="348"/>
                    </a:lnTo>
                    <a:lnTo>
                      <a:pt x="71" y="351"/>
                    </a:lnTo>
                    <a:lnTo>
                      <a:pt x="68" y="359"/>
                    </a:lnTo>
                    <a:lnTo>
                      <a:pt x="59" y="360"/>
                    </a:lnTo>
                    <a:lnTo>
                      <a:pt x="54" y="381"/>
                    </a:lnTo>
                    <a:lnTo>
                      <a:pt x="68" y="392"/>
                    </a:lnTo>
                    <a:lnTo>
                      <a:pt x="66" y="400"/>
                    </a:lnTo>
                    <a:lnTo>
                      <a:pt x="73" y="407"/>
                    </a:lnTo>
                    <a:lnTo>
                      <a:pt x="75" y="414"/>
                    </a:lnTo>
                    <a:lnTo>
                      <a:pt x="111" y="435"/>
                    </a:lnTo>
                    <a:lnTo>
                      <a:pt x="128" y="435"/>
                    </a:lnTo>
                    <a:lnTo>
                      <a:pt x="138" y="427"/>
                    </a:lnTo>
                    <a:lnTo>
                      <a:pt x="137" y="441"/>
                    </a:lnTo>
                    <a:lnTo>
                      <a:pt x="127" y="447"/>
                    </a:lnTo>
                    <a:lnTo>
                      <a:pt x="100" y="450"/>
                    </a:lnTo>
                    <a:lnTo>
                      <a:pt x="97" y="457"/>
                    </a:lnTo>
                    <a:lnTo>
                      <a:pt x="106" y="469"/>
                    </a:lnTo>
                    <a:lnTo>
                      <a:pt x="108" y="481"/>
                    </a:lnTo>
                    <a:lnTo>
                      <a:pt x="121" y="486"/>
                    </a:lnTo>
                    <a:lnTo>
                      <a:pt x="128" y="483"/>
                    </a:lnTo>
                    <a:lnTo>
                      <a:pt x="130" y="501"/>
                    </a:lnTo>
                    <a:lnTo>
                      <a:pt x="124" y="509"/>
                    </a:lnTo>
                    <a:lnTo>
                      <a:pt x="129" y="522"/>
                    </a:lnTo>
                    <a:lnTo>
                      <a:pt x="132" y="517"/>
                    </a:lnTo>
                    <a:lnTo>
                      <a:pt x="148" y="526"/>
                    </a:lnTo>
                    <a:lnTo>
                      <a:pt x="152" y="518"/>
                    </a:lnTo>
                    <a:lnTo>
                      <a:pt x="156" y="527"/>
                    </a:lnTo>
                    <a:lnTo>
                      <a:pt x="160" y="522"/>
                    </a:lnTo>
                    <a:lnTo>
                      <a:pt x="173" y="527"/>
                    </a:lnTo>
                    <a:lnTo>
                      <a:pt x="177" y="516"/>
                    </a:lnTo>
                    <a:lnTo>
                      <a:pt x="191" y="516"/>
                    </a:lnTo>
                    <a:lnTo>
                      <a:pt x="193" y="501"/>
                    </a:lnTo>
                    <a:lnTo>
                      <a:pt x="192" y="495"/>
                    </a:lnTo>
                    <a:lnTo>
                      <a:pt x="198" y="479"/>
                    </a:lnTo>
                    <a:lnTo>
                      <a:pt x="208" y="477"/>
                    </a:lnTo>
                    <a:lnTo>
                      <a:pt x="215" y="483"/>
                    </a:lnTo>
                    <a:lnTo>
                      <a:pt x="221" y="478"/>
                    </a:lnTo>
                    <a:lnTo>
                      <a:pt x="218" y="466"/>
                    </a:lnTo>
                    <a:lnTo>
                      <a:pt x="213" y="458"/>
                    </a:lnTo>
                    <a:lnTo>
                      <a:pt x="205" y="457"/>
                    </a:lnTo>
                    <a:lnTo>
                      <a:pt x="210" y="443"/>
                    </a:lnTo>
                    <a:lnTo>
                      <a:pt x="211" y="414"/>
                    </a:lnTo>
                    <a:lnTo>
                      <a:pt x="214" y="396"/>
                    </a:lnTo>
                    <a:lnTo>
                      <a:pt x="218" y="386"/>
                    </a:lnTo>
                    <a:lnTo>
                      <a:pt x="224" y="381"/>
                    </a:lnTo>
                    <a:lnTo>
                      <a:pt x="230" y="382"/>
                    </a:lnTo>
                    <a:lnTo>
                      <a:pt x="231" y="394"/>
                    </a:lnTo>
                    <a:lnTo>
                      <a:pt x="230" y="404"/>
                    </a:lnTo>
                    <a:lnTo>
                      <a:pt x="235" y="416"/>
                    </a:lnTo>
                    <a:lnTo>
                      <a:pt x="241" y="416"/>
                    </a:lnTo>
                    <a:lnTo>
                      <a:pt x="250" y="399"/>
                    </a:lnTo>
                    <a:lnTo>
                      <a:pt x="250" y="388"/>
                    </a:lnTo>
                    <a:lnTo>
                      <a:pt x="252" y="368"/>
                    </a:lnTo>
                    <a:lnTo>
                      <a:pt x="261" y="353"/>
                    </a:lnTo>
                    <a:lnTo>
                      <a:pt x="266" y="366"/>
                    </a:lnTo>
                    <a:lnTo>
                      <a:pt x="267" y="382"/>
                    </a:lnTo>
                    <a:lnTo>
                      <a:pt x="253" y="421"/>
                    </a:lnTo>
                    <a:lnTo>
                      <a:pt x="257" y="446"/>
                    </a:lnTo>
                    <a:lnTo>
                      <a:pt x="264" y="452"/>
                    </a:lnTo>
                    <a:lnTo>
                      <a:pt x="270" y="462"/>
                    </a:lnTo>
                    <a:lnTo>
                      <a:pt x="296" y="450"/>
                    </a:lnTo>
                    <a:lnTo>
                      <a:pt x="299" y="439"/>
                    </a:lnTo>
                    <a:lnTo>
                      <a:pt x="307" y="435"/>
                    </a:lnTo>
                    <a:lnTo>
                      <a:pt x="313" y="424"/>
                    </a:lnTo>
                    <a:lnTo>
                      <a:pt x="315" y="409"/>
                    </a:lnTo>
                    <a:lnTo>
                      <a:pt x="313" y="396"/>
                    </a:lnTo>
                    <a:lnTo>
                      <a:pt x="322" y="389"/>
                    </a:lnTo>
                    <a:lnTo>
                      <a:pt x="326" y="381"/>
                    </a:lnTo>
                    <a:lnTo>
                      <a:pt x="329" y="383"/>
                    </a:lnTo>
                    <a:lnTo>
                      <a:pt x="331" y="398"/>
                    </a:lnTo>
                    <a:lnTo>
                      <a:pt x="336" y="400"/>
                    </a:lnTo>
                    <a:lnTo>
                      <a:pt x="327" y="419"/>
                    </a:lnTo>
                    <a:lnTo>
                      <a:pt x="320" y="425"/>
                    </a:lnTo>
                    <a:lnTo>
                      <a:pt x="318" y="437"/>
                    </a:lnTo>
                    <a:lnTo>
                      <a:pt x="315" y="443"/>
                    </a:lnTo>
                    <a:lnTo>
                      <a:pt x="313" y="453"/>
                    </a:lnTo>
                    <a:lnTo>
                      <a:pt x="316" y="462"/>
                    </a:lnTo>
                    <a:lnTo>
                      <a:pt x="322" y="464"/>
                    </a:lnTo>
                    <a:lnTo>
                      <a:pt x="326" y="453"/>
                    </a:lnTo>
                    <a:lnTo>
                      <a:pt x="334" y="470"/>
                    </a:lnTo>
                    <a:lnTo>
                      <a:pt x="342" y="474"/>
                    </a:lnTo>
                    <a:lnTo>
                      <a:pt x="364" y="461"/>
                    </a:lnTo>
                    <a:lnTo>
                      <a:pt x="367" y="467"/>
                    </a:lnTo>
                    <a:lnTo>
                      <a:pt x="363" y="473"/>
                    </a:lnTo>
                    <a:lnTo>
                      <a:pt x="350" y="474"/>
                    </a:lnTo>
                    <a:lnTo>
                      <a:pt x="347" y="481"/>
                    </a:lnTo>
                    <a:lnTo>
                      <a:pt x="336" y="485"/>
                    </a:lnTo>
                    <a:lnTo>
                      <a:pt x="334" y="491"/>
                    </a:lnTo>
                    <a:lnTo>
                      <a:pt x="316" y="491"/>
                    </a:lnTo>
                    <a:lnTo>
                      <a:pt x="306" y="483"/>
                    </a:lnTo>
                    <a:lnTo>
                      <a:pt x="284" y="485"/>
                    </a:lnTo>
                    <a:lnTo>
                      <a:pt x="268" y="500"/>
                    </a:lnTo>
                    <a:lnTo>
                      <a:pt x="275" y="516"/>
                    </a:lnTo>
                    <a:lnTo>
                      <a:pt x="272" y="524"/>
                    </a:lnTo>
                    <a:lnTo>
                      <a:pt x="264" y="516"/>
                    </a:lnTo>
                    <a:lnTo>
                      <a:pt x="257" y="516"/>
                    </a:lnTo>
                    <a:lnTo>
                      <a:pt x="253" y="526"/>
                    </a:lnTo>
                    <a:lnTo>
                      <a:pt x="247" y="528"/>
                    </a:lnTo>
                    <a:lnTo>
                      <a:pt x="243" y="538"/>
                    </a:lnTo>
                    <a:lnTo>
                      <a:pt x="240" y="540"/>
                    </a:lnTo>
                    <a:lnTo>
                      <a:pt x="240" y="556"/>
                    </a:lnTo>
                    <a:lnTo>
                      <a:pt x="230" y="559"/>
                    </a:lnTo>
                    <a:lnTo>
                      <a:pt x="224" y="555"/>
                    </a:lnTo>
                    <a:lnTo>
                      <a:pt x="193" y="563"/>
                    </a:lnTo>
                    <a:lnTo>
                      <a:pt x="192" y="570"/>
                    </a:lnTo>
                    <a:lnTo>
                      <a:pt x="198" y="581"/>
                    </a:lnTo>
                    <a:lnTo>
                      <a:pt x="194" y="590"/>
                    </a:lnTo>
                    <a:lnTo>
                      <a:pt x="187" y="586"/>
                    </a:lnTo>
                    <a:lnTo>
                      <a:pt x="183" y="572"/>
                    </a:lnTo>
                    <a:lnTo>
                      <a:pt x="178" y="565"/>
                    </a:lnTo>
                    <a:lnTo>
                      <a:pt x="167" y="569"/>
                    </a:lnTo>
                    <a:lnTo>
                      <a:pt x="164" y="575"/>
                    </a:lnTo>
                    <a:lnTo>
                      <a:pt x="165" y="609"/>
                    </a:lnTo>
                    <a:lnTo>
                      <a:pt x="172" y="635"/>
                    </a:lnTo>
                    <a:lnTo>
                      <a:pt x="170" y="642"/>
                    </a:lnTo>
                    <a:lnTo>
                      <a:pt x="170" y="649"/>
                    </a:lnTo>
                    <a:lnTo>
                      <a:pt x="176" y="652"/>
                    </a:lnTo>
                    <a:lnTo>
                      <a:pt x="186" y="652"/>
                    </a:lnTo>
                    <a:lnTo>
                      <a:pt x="195" y="640"/>
                    </a:lnTo>
                    <a:lnTo>
                      <a:pt x="200" y="646"/>
                    </a:lnTo>
                    <a:lnTo>
                      <a:pt x="208" y="646"/>
                    </a:lnTo>
                    <a:lnTo>
                      <a:pt x="216" y="645"/>
                    </a:lnTo>
                    <a:lnTo>
                      <a:pt x="216" y="639"/>
                    </a:lnTo>
                    <a:lnTo>
                      <a:pt x="221" y="637"/>
                    </a:lnTo>
                    <a:lnTo>
                      <a:pt x="223" y="646"/>
                    </a:lnTo>
                    <a:lnTo>
                      <a:pt x="229" y="645"/>
                    </a:lnTo>
                    <a:lnTo>
                      <a:pt x="231" y="636"/>
                    </a:lnTo>
                    <a:lnTo>
                      <a:pt x="235" y="641"/>
                    </a:lnTo>
                    <a:lnTo>
                      <a:pt x="251" y="636"/>
                    </a:lnTo>
                    <a:lnTo>
                      <a:pt x="261" y="624"/>
                    </a:lnTo>
                    <a:lnTo>
                      <a:pt x="267" y="622"/>
                    </a:lnTo>
                    <a:lnTo>
                      <a:pt x="277" y="623"/>
                    </a:lnTo>
                    <a:lnTo>
                      <a:pt x="281" y="629"/>
                    </a:lnTo>
                    <a:lnTo>
                      <a:pt x="306" y="622"/>
                    </a:lnTo>
                    <a:lnTo>
                      <a:pt x="315" y="624"/>
                    </a:lnTo>
                    <a:lnTo>
                      <a:pt x="327" y="617"/>
                    </a:lnTo>
                    <a:lnTo>
                      <a:pt x="329" y="606"/>
                    </a:lnTo>
                    <a:lnTo>
                      <a:pt x="339" y="603"/>
                    </a:lnTo>
                    <a:lnTo>
                      <a:pt x="340" y="613"/>
                    </a:lnTo>
                    <a:lnTo>
                      <a:pt x="336" y="612"/>
                    </a:lnTo>
                    <a:lnTo>
                      <a:pt x="340" y="619"/>
                    </a:lnTo>
                    <a:lnTo>
                      <a:pt x="343" y="634"/>
                    </a:lnTo>
                    <a:lnTo>
                      <a:pt x="338" y="637"/>
                    </a:lnTo>
                    <a:lnTo>
                      <a:pt x="323" y="633"/>
                    </a:lnTo>
                    <a:lnTo>
                      <a:pt x="316" y="639"/>
                    </a:lnTo>
                    <a:lnTo>
                      <a:pt x="311" y="629"/>
                    </a:lnTo>
                    <a:lnTo>
                      <a:pt x="308" y="641"/>
                    </a:lnTo>
                    <a:lnTo>
                      <a:pt x="296" y="641"/>
                    </a:lnTo>
                    <a:lnTo>
                      <a:pt x="296" y="647"/>
                    </a:lnTo>
                    <a:lnTo>
                      <a:pt x="286" y="652"/>
                    </a:lnTo>
                    <a:lnTo>
                      <a:pt x="281" y="649"/>
                    </a:lnTo>
                    <a:lnTo>
                      <a:pt x="270" y="651"/>
                    </a:lnTo>
                    <a:lnTo>
                      <a:pt x="237" y="668"/>
                    </a:lnTo>
                    <a:lnTo>
                      <a:pt x="229" y="668"/>
                    </a:lnTo>
                    <a:lnTo>
                      <a:pt x="231" y="676"/>
                    </a:lnTo>
                    <a:lnTo>
                      <a:pt x="240" y="684"/>
                    </a:lnTo>
                    <a:lnTo>
                      <a:pt x="286" y="694"/>
                    </a:lnTo>
                    <a:lnTo>
                      <a:pt x="293" y="706"/>
                    </a:lnTo>
                    <a:lnTo>
                      <a:pt x="291" y="714"/>
                    </a:lnTo>
                    <a:lnTo>
                      <a:pt x="261" y="705"/>
                    </a:lnTo>
                    <a:lnTo>
                      <a:pt x="258" y="701"/>
                    </a:lnTo>
                    <a:lnTo>
                      <a:pt x="246" y="705"/>
                    </a:lnTo>
                    <a:lnTo>
                      <a:pt x="236" y="699"/>
                    </a:lnTo>
                    <a:lnTo>
                      <a:pt x="225" y="700"/>
                    </a:lnTo>
                    <a:lnTo>
                      <a:pt x="225" y="708"/>
                    </a:lnTo>
                    <a:lnTo>
                      <a:pt x="223" y="715"/>
                    </a:lnTo>
                    <a:lnTo>
                      <a:pt x="215" y="716"/>
                    </a:lnTo>
                    <a:lnTo>
                      <a:pt x="211" y="694"/>
                    </a:lnTo>
                    <a:lnTo>
                      <a:pt x="198" y="690"/>
                    </a:lnTo>
                    <a:lnTo>
                      <a:pt x="183" y="706"/>
                    </a:lnTo>
                    <a:lnTo>
                      <a:pt x="188" y="722"/>
                    </a:lnTo>
                    <a:lnTo>
                      <a:pt x="183" y="738"/>
                    </a:lnTo>
                    <a:lnTo>
                      <a:pt x="191" y="753"/>
                    </a:lnTo>
                    <a:lnTo>
                      <a:pt x="195" y="771"/>
                    </a:lnTo>
                    <a:lnTo>
                      <a:pt x="199" y="774"/>
                    </a:lnTo>
                    <a:lnTo>
                      <a:pt x="205" y="792"/>
                    </a:lnTo>
                    <a:lnTo>
                      <a:pt x="236" y="807"/>
                    </a:lnTo>
                    <a:lnTo>
                      <a:pt x="241" y="806"/>
                    </a:lnTo>
                    <a:lnTo>
                      <a:pt x="248" y="817"/>
                    </a:lnTo>
                    <a:lnTo>
                      <a:pt x="248" y="829"/>
                    </a:lnTo>
                    <a:lnTo>
                      <a:pt x="254" y="833"/>
                    </a:lnTo>
                    <a:lnTo>
                      <a:pt x="270" y="834"/>
                    </a:lnTo>
                    <a:lnTo>
                      <a:pt x="278" y="830"/>
                    </a:lnTo>
                    <a:lnTo>
                      <a:pt x="283" y="833"/>
                    </a:lnTo>
                    <a:lnTo>
                      <a:pt x="288" y="829"/>
                    </a:lnTo>
                    <a:lnTo>
                      <a:pt x="300" y="828"/>
                    </a:lnTo>
                    <a:lnTo>
                      <a:pt x="306" y="835"/>
                    </a:lnTo>
                    <a:lnTo>
                      <a:pt x="312" y="834"/>
                    </a:lnTo>
                    <a:lnTo>
                      <a:pt x="312" y="841"/>
                    </a:lnTo>
                    <a:lnTo>
                      <a:pt x="304" y="856"/>
                    </a:lnTo>
                    <a:lnTo>
                      <a:pt x="302" y="848"/>
                    </a:lnTo>
                    <a:lnTo>
                      <a:pt x="288" y="849"/>
                    </a:lnTo>
                    <a:lnTo>
                      <a:pt x="270" y="859"/>
                    </a:lnTo>
                    <a:lnTo>
                      <a:pt x="270" y="868"/>
                    </a:lnTo>
                    <a:lnTo>
                      <a:pt x="308" y="904"/>
                    </a:lnTo>
                    <a:lnTo>
                      <a:pt x="311" y="911"/>
                    </a:lnTo>
                    <a:lnTo>
                      <a:pt x="311" y="936"/>
                    </a:lnTo>
                    <a:lnTo>
                      <a:pt x="316" y="935"/>
                    </a:lnTo>
                    <a:lnTo>
                      <a:pt x="323" y="922"/>
                    </a:lnTo>
                    <a:lnTo>
                      <a:pt x="323" y="930"/>
                    </a:lnTo>
                    <a:lnTo>
                      <a:pt x="329" y="937"/>
                    </a:lnTo>
                    <a:lnTo>
                      <a:pt x="338" y="936"/>
                    </a:lnTo>
                    <a:lnTo>
                      <a:pt x="349" y="925"/>
                    </a:lnTo>
                    <a:lnTo>
                      <a:pt x="350" y="910"/>
                    </a:lnTo>
                    <a:lnTo>
                      <a:pt x="354" y="908"/>
                    </a:lnTo>
                    <a:lnTo>
                      <a:pt x="353" y="900"/>
                    </a:lnTo>
                    <a:lnTo>
                      <a:pt x="348" y="888"/>
                    </a:lnTo>
                    <a:lnTo>
                      <a:pt x="351" y="878"/>
                    </a:lnTo>
                    <a:lnTo>
                      <a:pt x="349" y="873"/>
                    </a:lnTo>
                    <a:lnTo>
                      <a:pt x="351" y="866"/>
                    </a:lnTo>
                    <a:lnTo>
                      <a:pt x="363" y="855"/>
                    </a:lnTo>
                    <a:lnTo>
                      <a:pt x="367" y="840"/>
                    </a:lnTo>
                    <a:lnTo>
                      <a:pt x="365" y="839"/>
                    </a:lnTo>
                    <a:lnTo>
                      <a:pt x="369" y="832"/>
                    </a:lnTo>
                    <a:lnTo>
                      <a:pt x="364" y="822"/>
                    </a:lnTo>
                    <a:lnTo>
                      <a:pt x="370" y="802"/>
                    </a:lnTo>
                    <a:lnTo>
                      <a:pt x="367" y="792"/>
                    </a:lnTo>
                    <a:lnTo>
                      <a:pt x="367" y="771"/>
                    </a:lnTo>
                    <a:lnTo>
                      <a:pt x="370" y="762"/>
                    </a:lnTo>
                    <a:lnTo>
                      <a:pt x="381" y="742"/>
                    </a:lnTo>
                    <a:lnTo>
                      <a:pt x="392" y="741"/>
                    </a:lnTo>
                    <a:lnTo>
                      <a:pt x="387" y="728"/>
                    </a:lnTo>
                    <a:lnTo>
                      <a:pt x="380" y="731"/>
                    </a:lnTo>
                    <a:lnTo>
                      <a:pt x="379" y="722"/>
                    </a:lnTo>
                    <a:lnTo>
                      <a:pt x="406" y="710"/>
                    </a:lnTo>
                    <a:lnTo>
                      <a:pt x="413" y="715"/>
                    </a:lnTo>
                    <a:lnTo>
                      <a:pt x="417" y="714"/>
                    </a:lnTo>
                    <a:lnTo>
                      <a:pt x="417" y="704"/>
                    </a:lnTo>
                    <a:lnTo>
                      <a:pt x="420" y="698"/>
                    </a:lnTo>
                    <a:lnTo>
                      <a:pt x="420" y="688"/>
                    </a:lnTo>
                    <a:lnTo>
                      <a:pt x="423" y="680"/>
                    </a:lnTo>
                    <a:lnTo>
                      <a:pt x="425" y="669"/>
                    </a:lnTo>
                    <a:lnTo>
                      <a:pt x="425" y="661"/>
                    </a:lnTo>
                    <a:lnTo>
                      <a:pt x="423" y="662"/>
                    </a:lnTo>
                    <a:lnTo>
                      <a:pt x="424" y="646"/>
                    </a:lnTo>
                    <a:lnTo>
                      <a:pt x="429" y="626"/>
                    </a:lnTo>
                    <a:lnTo>
                      <a:pt x="426" y="620"/>
                    </a:lnTo>
                    <a:lnTo>
                      <a:pt x="425" y="607"/>
                    </a:lnTo>
                    <a:lnTo>
                      <a:pt x="426" y="588"/>
                    </a:lnTo>
                    <a:lnTo>
                      <a:pt x="425" y="583"/>
                    </a:lnTo>
                    <a:lnTo>
                      <a:pt x="425" y="576"/>
                    </a:lnTo>
                    <a:lnTo>
                      <a:pt x="440" y="570"/>
                    </a:lnTo>
                    <a:lnTo>
                      <a:pt x="451" y="577"/>
                    </a:lnTo>
                    <a:lnTo>
                      <a:pt x="455" y="575"/>
                    </a:lnTo>
                    <a:lnTo>
                      <a:pt x="456" y="563"/>
                    </a:lnTo>
                    <a:lnTo>
                      <a:pt x="455" y="552"/>
                    </a:lnTo>
                    <a:lnTo>
                      <a:pt x="455" y="529"/>
                    </a:lnTo>
                    <a:lnTo>
                      <a:pt x="460" y="522"/>
                    </a:lnTo>
                    <a:lnTo>
                      <a:pt x="457" y="511"/>
                    </a:lnTo>
                    <a:lnTo>
                      <a:pt x="461" y="510"/>
                    </a:lnTo>
                    <a:lnTo>
                      <a:pt x="458" y="502"/>
                    </a:lnTo>
                    <a:lnTo>
                      <a:pt x="460" y="491"/>
                    </a:lnTo>
                    <a:lnTo>
                      <a:pt x="460" y="477"/>
                    </a:lnTo>
                    <a:lnTo>
                      <a:pt x="457" y="464"/>
                    </a:lnTo>
                    <a:lnTo>
                      <a:pt x="473" y="462"/>
                    </a:lnTo>
                    <a:lnTo>
                      <a:pt x="477" y="453"/>
                    </a:lnTo>
                    <a:lnTo>
                      <a:pt x="485" y="453"/>
                    </a:lnTo>
                    <a:lnTo>
                      <a:pt x="489" y="432"/>
                    </a:lnTo>
                    <a:lnTo>
                      <a:pt x="485" y="424"/>
                    </a:lnTo>
                    <a:lnTo>
                      <a:pt x="498" y="420"/>
                    </a:lnTo>
                    <a:lnTo>
                      <a:pt x="508" y="423"/>
                    </a:lnTo>
                    <a:lnTo>
                      <a:pt x="521" y="404"/>
                    </a:lnTo>
                    <a:lnTo>
                      <a:pt x="536" y="404"/>
                    </a:lnTo>
                    <a:lnTo>
                      <a:pt x="552" y="392"/>
                    </a:lnTo>
                    <a:lnTo>
                      <a:pt x="570" y="399"/>
                    </a:lnTo>
                    <a:lnTo>
                      <a:pt x="581" y="398"/>
                    </a:lnTo>
                    <a:lnTo>
                      <a:pt x="585" y="392"/>
                    </a:lnTo>
                    <a:lnTo>
                      <a:pt x="591" y="371"/>
                    </a:lnTo>
                    <a:lnTo>
                      <a:pt x="589" y="354"/>
                    </a:lnTo>
                    <a:lnTo>
                      <a:pt x="590" y="345"/>
                    </a:lnTo>
                    <a:lnTo>
                      <a:pt x="586" y="341"/>
                    </a:lnTo>
                    <a:lnTo>
                      <a:pt x="570" y="341"/>
                    </a:lnTo>
                    <a:lnTo>
                      <a:pt x="531" y="327"/>
                    </a:lnTo>
                    <a:lnTo>
                      <a:pt x="525" y="314"/>
                    </a:lnTo>
                    <a:lnTo>
                      <a:pt x="503" y="305"/>
                    </a:lnTo>
                    <a:lnTo>
                      <a:pt x="495" y="283"/>
                    </a:lnTo>
                    <a:lnTo>
                      <a:pt x="492" y="267"/>
                    </a:lnTo>
                    <a:lnTo>
                      <a:pt x="484" y="264"/>
                    </a:lnTo>
                    <a:lnTo>
                      <a:pt x="477" y="254"/>
                    </a:lnTo>
                    <a:lnTo>
                      <a:pt x="444" y="252"/>
                    </a:lnTo>
                    <a:lnTo>
                      <a:pt x="441" y="231"/>
                    </a:lnTo>
                    <a:lnTo>
                      <a:pt x="445" y="217"/>
                    </a:lnTo>
                    <a:lnTo>
                      <a:pt x="445" y="210"/>
                    </a:lnTo>
                    <a:lnTo>
                      <a:pt x="447" y="204"/>
                    </a:lnTo>
                    <a:lnTo>
                      <a:pt x="449" y="192"/>
                    </a:lnTo>
                    <a:lnTo>
                      <a:pt x="440" y="172"/>
                    </a:lnTo>
                    <a:lnTo>
                      <a:pt x="435" y="150"/>
                    </a:lnTo>
                    <a:lnTo>
                      <a:pt x="426" y="133"/>
                    </a:lnTo>
                    <a:lnTo>
                      <a:pt x="417" y="133"/>
                    </a:lnTo>
                    <a:lnTo>
                      <a:pt x="413" y="123"/>
                    </a:lnTo>
                    <a:lnTo>
                      <a:pt x="408" y="128"/>
                    </a:lnTo>
                    <a:lnTo>
                      <a:pt x="401" y="145"/>
                    </a:lnTo>
                    <a:lnTo>
                      <a:pt x="401" y="157"/>
                    </a:lnTo>
                    <a:lnTo>
                      <a:pt x="404" y="167"/>
                    </a:lnTo>
                    <a:lnTo>
                      <a:pt x="391" y="181"/>
                    </a:lnTo>
                    <a:lnTo>
                      <a:pt x="379" y="204"/>
                    </a:lnTo>
                    <a:lnTo>
                      <a:pt x="377" y="195"/>
                    </a:lnTo>
                    <a:lnTo>
                      <a:pt x="382" y="188"/>
                    </a:lnTo>
                    <a:lnTo>
                      <a:pt x="386" y="171"/>
                    </a:lnTo>
                    <a:lnTo>
                      <a:pt x="382" y="155"/>
                    </a:lnTo>
                    <a:lnTo>
                      <a:pt x="379" y="150"/>
                    </a:lnTo>
                    <a:lnTo>
                      <a:pt x="376" y="152"/>
                    </a:lnTo>
                    <a:lnTo>
                      <a:pt x="379" y="144"/>
                    </a:lnTo>
                    <a:lnTo>
                      <a:pt x="385" y="136"/>
                    </a:lnTo>
                    <a:lnTo>
                      <a:pt x="390" y="106"/>
                    </a:lnTo>
                    <a:lnTo>
                      <a:pt x="394" y="101"/>
                    </a:lnTo>
                    <a:lnTo>
                      <a:pt x="397" y="81"/>
                    </a:lnTo>
                    <a:lnTo>
                      <a:pt x="385" y="60"/>
                    </a:lnTo>
                    <a:lnTo>
                      <a:pt x="350" y="22"/>
                    </a:lnTo>
                    <a:lnTo>
                      <a:pt x="337" y="29"/>
                    </a:lnTo>
                    <a:lnTo>
                      <a:pt x="339" y="39"/>
                    </a:lnTo>
                    <a:lnTo>
                      <a:pt x="339" y="47"/>
                    </a:lnTo>
                    <a:lnTo>
                      <a:pt x="329" y="41"/>
                    </a:lnTo>
                    <a:lnTo>
                      <a:pt x="324" y="43"/>
                    </a:lnTo>
                    <a:lnTo>
                      <a:pt x="324" y="14"/>
                    </a:lnTo>
                    <a:lnTo>
                      <a:pt x="323" y="0"/>
                    </a:lnTo>
                    <a:lnTo>
                      <a:pt x="293" y="0"/>
                    </a:lnTo>
                    <a:lnTo>
                      <a:pt x="293" y="0"/>
                    </a:lnTo>
                    <a:lnTo>
                      <a:pt x="290" y="2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39" name="Google Shape;2239;p5">
                <a:extLst>
                  <a:ext uri="{FF2B5EF4-FFF2-40B4-BE49-F238E27FC236}">
                    <a16:creationId xmlns:a16="http://schemas.microsoft.com/office/drawing/2014/main" id="{0A45AB76-0FA4-E34E-97F7-1108B83DAF85}"/>
                  </a:ext>
                </a:extLst>
              </p:cNvPr>
              <p:cNvSpPr/>
              <p:nvPr/>
            </p:nvSpPr>
            <p:spPr>
              <a:xfrm>
                <a:off x="3306" y="1118"/>
                <a:ext cx="25" cy="23"/>
              </a:xfrm>
              <a:custGeom>
                <a:avLst/>
                <a:gdLst/>
                <a:ahLst/>
                <a:cxnLst/>
                <a:rect l="l" t="t" r="r" b="b"/>
                <a:pathLst>
                  <a:path w="126" h="117" extrusionOk="0">
                    <a:moveTo>
                      <a:pt x="52" y="117"/>
                    </a:moveTo>
                    <a:lnTo>
                      <a:pt x="54" y="111"/>
                    </a:lnTo>
                    <a:lnTo>
                      <a:pt x="65" y="112"/>
                    </a:lnTo>
                    <a:lnTo>
                      <a:pt x="81" y="99"/>
                    </a:lnTo>
                    <a:lnTo>
                      <a:pt x="105" y="97"/>
                    </a:lnTo>
                    <a:lnTo>
                      <a:pt x="107" y="86"/>
                    </a:lnTo>
                    <a:lnTo>
                      <a:pt x="106" y="81"/>
                    </a:lnTo>
                    <a:lnTo>
                      <a:pt x="111" y="52"/>
                    </a:lnTo>
                    <a:lnTo>
                      <a:pt x="126" y="37"/>
                    </a:lnTo>
                    <a:lnTo>
                      <a:pt x="111" y="22"/>
                    </a:lnTo>
                    <a:lnTo>
                      <a:pt x="107" y="14"/>
                    </a:lnTo>
                    <a:lnTo>
                      <a:pt x="106" y="8"/>
                    </a:lnTo>
                    <a:lnTo>
                      <a:pt x="67" y="13"/>
                    </a:lnTo>
                    <a:lnTo>
                      <a:pt x="62" y="13"/>
                    </a:lnTo>
                    <a:lnTo>
                      <a:pt x="67" y="10"/>
                    </a:lnTo>
                    <a:lnTo>
                      <a:pt x="69" y="0"/>
                    </a:lnTo>
                    <a:lnTo>
                      <a:pt x="65" y="3"/>
                    </a:lnTo>
                    <a:lnTo>
                      <a:pt x="51" y="4"/>
                    </a:lnTo>
                    <a:lnTo>
                      <a:pt x="44" y="20"/>
                    </a:lnTo>
                    <a:lnTo>
                      <a:pt x="38" y="26"/>
                    </a:lnTo>
                    <a:lnTo>
                      <a:pt x="32" y="22"/>
                    </a:lnTo>
                    <a:lnTo>
                      <a:pt x="27" y="30"/>
                    </a:lnTo>
                    <a:lnTo>
                      <a:pt x="0" y="40"/>
                    </a:lnTo>
                    <a:lnTo>
                      <a:pt x="11" y="52"/>
                    </a:lnTo>
                    <a:lnTo>
                      <a:pt x="25" y="54"/>
                    </a:lnTo>
                    <a:lnTo>
                      <a:pt x="25" y="65"/>
                    </a:lnTo>
                    <a:lnTo>
                      <a:pt x="24" y="73"/>
                    </a:lnTo>
                    <a:lnTo>
                      <a:pt x="26" y="87"/>
                    </a:lnTo>
                    <a:lnTo>
                      <a:pt x="31" y="99"/>
                    </a:lnTo>
                    <a:lnTo>
                      <a:pt x="33" y="106"/>
                    </a:lnTo>
                    <a:lnTo>
                      <a:pt x="38" y="114"/>
                    </a:lnTo>
                    <a:lnTo>
                      <a:pt x="52" y="11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40" name="Google Shape;2240;p5">
                <a:extLst>
                  <a:ext uri="{FF2B5EF4-FFF2-40B4-BE49-F238E27FC236}">
                    <a16:creationId xmlns:a16="http://schemas.microsoft.com/office/drawing/2014/main" id="{BE974A88-E6DE-ED09-4836-47D62B120EDF}"/>
                  </a:ext>
                </a:extLst>
              </p:cNvPr>
              <p:cNvSpPr/>
              <p:nvPr/>
            </p:nvSpPr>
            <p:spPr>
              <a:xfrm>
                <a:off x="3340" y="1146"/>
                <a:ext cx="1" cy="1"/>
              </a:xfrm>
              <a:custGeom>
                <a:avLst/>
                <a:gdLst/>
                <a:ahLst/>
                <a:cxnLst/>
                <a:rect l="l" t="t" r="r" b="b"/>
                <a:pathLst>
                  <a:path w="1" h="2" extrusionOk="0">
                    <a:moveTo>
                      <a:pt x="0" y="0"/>
                    </a:moveTo>
                    <a:lnTo>
                      <a:pt x="0" y="2"/>
                    </a:lnTo>
                    <a:lnTo>
                      <a:pt x="1" y="2"/>
                    </a:lnTo>
                    <a:lnTo>
                      <a:pt x="0"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41" name="Google Shape;2241;p5">
                <a:extLst>
                  <a:ext uri="{FF2B5EF4-FFF2-40B4-BE49-F238E27FC236}">
                    <a16:creationId xmlns:a16="http://schemas.microsoft.com/office/drawing/2014/main" id="{A5514A0F-F28A-811D-F149-DED1440BEF80}"/>
                  </a:ext>
                </a:extLst>
              </p:cNvPr>
              <p:cNvSpPr/>
              <p:nvPr/>
            </p:nvSpPr>
            <p:spPr>
              <a:xfrm>
                <a:off x="3340" y="1147"/>
                <a:ext cx="1" cy="1"/>
              </a:xfrm>
              <a:custGeom>
                <a:avLst/>
                <a:gdLst/>
                <a:ahLst/>
                <a:cxnLst/>
                <a:rect l="l" t="t" r="r" b="b"/>
                <a:pathLst>
                  <a:path w="120000" h="1" extrusionOk="0">
                    <a:moveTo>
                      <a:pt x="0" y="0"/>
                    </a:moveTo>
                    <a:lnTo>
                      <a:pt x="0" y="0"/>
                    </a:lnTo>
                    <a:lnTo>
                      <a:pt x="0" y="1"/>
                    </a:lnTo>
                    <a:lnTo>
                      <a:pt x="0"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42" name="Google Shape;2242;p5">
                <a:extLst>
                  <a:ext uri="{FF2B5EF4-FFF2-40B4-BE49-F238E27FC236}">
                    <a16:creationId xmlns:a16="http://schemas.microsoft.com/office/drawing/2014/main" id="{7041EF98-49AB-042F-8FA4-C8969B498A5E}"/>
                  </a:ext>
                </a:extLst>
              </p:cNvPr>
              <p:cNvSpPr/>
              <p:nvPr/>
            </p:nvSpPr>
            <p:spPr>
              <a:xfrm>
                <a:off x="3313" y="1136"/>
                <a:ext cx="45" cy="54"/>
              </a:xfrm>
              <a:custGeom>
                <a:avLst/>
                <a:gdLst/>
                <a:ahLst/>
                <a:cxnLst/>
                <a:rect l="l" t="t" r="r" b="b"/>
                <a:pathLst>
                  <a:path w="222" h="268" extrusionOk="0">
                    <a:moveTo>
                      <a:pt x="207" y="140"/>
                    </a:moveTo>
                    <a:lnTo>
                      <a:pt x="206" y="133"/>
                    </a:lnTo>
                    <a:lnTo>
                      <a:pt x="201" y="133"/>
                    </a:lnTo>
                    <a:lnTo>
                      <a:pt x="201" y="128"/>
                    </a:lnTo>
                    <a:lnTo>
                      <a:pt x="196" y="117"/>
                    </a:lnTo>
                    <a:lnTo>
                      <a:pt x="190" y="116"/>
                    </a:lnTo>
                    <a:lnTo>
                      <a:pt x="184" y="106"/>
                    </a:lnTo>
                    <a:lnTo>
                      <a:pt x="180" y="107"/>
                    </a:lnTo>
                    <a:lnTo>
                      <a:pt x="178" y="114"/>
                    </a:lnTo>
                    <a:lnTo>
                      <a:pt x="162" y="124"/>
                    </a:lnTo>
                    <a:lnTo>
                      <a:pt x="150" y="116"/>
                    </a:lnTo>
                    <a:lnTo>
                      <a:pt x="145" y="108"/>
                    </a:lnTo>
                    <a:lnTo>
                      <a:pt x="139" y="106"/>
                    </a:lnTo>
                    <a:lnTo>
                      <a:pt x="131" y="90"/>
                    </a:lnTo>
                    <a:lnTo>
                      <a:pt x="124" y="86"/>
                    </a:lnTo>
                    <a:lnTo>
                      <a:pt x="120" y="75"/>
                    </a:lnTo>
                    <a:lnTo>
                      <a:pt x="120" y="64"/>
                    </a:lnTo>
                    <a:lnTo>
                      <a:pt x="125" y="51"/>
                    </a:lnTo>
                    <a:lnTo>
                      <a:pt x="134" y="53"/>
                    </a:lnTo>
                    <a:lnTo>
                      <a:pt x="134" y="43"/>
                    </a:lnTo>
                    <a:lnTo>
                      <a:pt x="137" y="37"/>
                    </a:lnTo>
                    <a:lnTo>
                      <a:pt x="128" y="19"/>
                    </a:lnTo>
                    <a:lnTo>
                      <a:pt x="119" y="25"/>
                    </a:lnTo>
                    <a:lnTo>
                      <a:pt x="114" y="15"/>
                    </a:lnTo>
                    <a:lnTo>
                      <a:pt x="114" y="6"/>
                    </a:lnTo>
                    <a:lnTo>
                      <a:pt x="112" y="0"/>
                    </a:lnTo>
                    <a:lnTo>
                      <a:pt x="110" y="0"/>
                    </a:lnTo>
                    <a:lnTo>
                      <a:pt x="106" y="15"/>
                    </a:lnTo>
                    <a:lnTo>
                      <a:pt x="93" y="17"/>
                    </a:lnTo>
                    <a:lnTo>
                      <a:pt x="87" y="26"/>
                    </a:lnTo>
                    <a:lnTo>
                      <a:pt x="66" y="28"/>
                    </a:lnTo>
                    <a:lnTo>
                      <a:pt x="50" y="23"/>
                    </a:lnTo>
                    <a:lnTo>
                      <a:pt x="28" y="32"/>
                    </a:lnTo>
                    <a:lnTo>
                      <a:pt x="2" y="51"/>
                    </a:lnTo>
                    <a:lnTo>
                      <a:pt x="2" y="59"/>
                    </a:lnTo>
                    <a:lnTo>
                      <a:pt x="0" y="62"/>
                    </a:lnTo>
                    <a:lnTo>
                      <a:pt x="6" y="66"/>
                    </a:lnTo>
                    <a:lnTo>
                      <a:pt x="11" y="75"/>
                    </a:lnTo>
                    <a:lnTo>
                      <a:pt x="16" y="75"/>
                    </a:lnTo>
                    <a:lnTo>
                      <a:pt x="16" y="86"/>
                    </a:lnTo>
                    <a:lnTo>
                      <a:pt x="39" y="101"/>
                    </a:lnTo>
                    <a:lnTo>
                      <a:pt x="35" y="108"/>
                    </a:lnTo>
                    <a:lnTo>
                      <a:pt x="34" y="119"/>
                    </a:lnTo>
                    <a:lnTo>
                      <a:pt x="27" y="134"/>
                    </a:lnTo>
                    <a:lnTo>
                      <a:pt x="27" y="140"/>
                    </a:lnTo>
                    <a:lnTo>
                      <a:pt x="21" y="150"/>
                    </a:lnTo>
                    <a:lnTo>
                      <a:pt x="22" y="156"/>
                    </a:lnTo>
                    <a:lnTo>
                      <a:pt x="21" y="165"/>
                    </a:lnTo>
                    <a:lnTo>
                      <a:pt x="20" y="166"/>
                    </a:lnTo>
                    <a:lnTo>
                      <a:pt x="21" y="172"/>
                    </a:lnTo>
                    <a:lnTo>
                      <a:pt x="20" y="177"/>
                    </a:lnTo>
                    <a:lnTo>
                      <a:pt x="5" y="187"/>
                    </a:lnTo>
                    <a:lnTo>
                      <a:pt x="5" y="192"/>
                    </a:lnTo>
                    <a:lnTo>
                      <a:pt x="4" y="195"/>
                    </a:lnTo>
                    <a:lnTo>
                      <a:pt x="0" y="198"/>
                    </a:lnTo>
                    <a:lnTo>
                      <a:pt x="1" y="205"/>
                    </a:lnTo>
                    <a:lnTo>
                      <a:pt x="0" y="214"/>
                    </a:lnTo>
                    <a:lnTo>
                      <a:pt x="8" y="222"/>
                    </a:lnTo>
                    <a:lnTo>
                      <a:pt x="17" y="216"/>
                    </a:lnTo>
                    <a:lnTo>
                      <a:pt x="26" y="222"/>
                    </a:lnTo>
                    <a:lnTo>
                      <a:pt x="32" y="215"/>
                    </a:lnTo>
                    <a:lnTo>
                      <a:pt x="66" y="214"/>
                    </a:lnTo>
                    <a:lnTo>
                      <a:pt x="67" y="210"/>
                    </a:lnTo>
                    <a:lnTo>
                      <a:pt x="77" y="208"/>
                    </a:lnTo>
                    <a:lnTo>
                      <a:pt x="80" y="198"/>
                    </a:lnTo>
                    <a:lnTo>
                      <a:pt x="87" y="189"/>
                    </a:lnTo>
                    <a:lnTo>
                      <a:pt x="97" y="191"/>
                    </a:lnTo>
                    <a:lnTo>
                      <a:pt x="98" y="193"/>
                    </a:lnTo>
                    <a:lnTo>
                      <a:pt x="94" y="200"/>
                    </a:lnTo>
                    <a:lnTo>
                      <a:pt x="96" y="205"/>
                    </a:lnTo>
                    <a:lnTo>
                      <a:pt x="98" y="209"/>
                    </a:lnTo>
                    <a:lnTo>
                      <a:pt x="103" y="195"/>
                    </a:lnTo>
                    <a:lnTo>
                      <a:pt x="110" y="195"/>
                    </a:lnTo>
                    <a:lnTo>
                      <a:pt x="107" y="205"/>
                    </a:lnTo>
                    <a:lnTo>
                      <a:pt x="107" y="210"/>
                    </a:lnTo>
                    <a:lnTo>
                      <a:pt x="99" y="214"/>
                    </a:lnTo>
                    <a:lnTo>
                      <a:pt x="94" y="222"/>
                    </a:lnTo>
                    <a:lnTo>
                      <a:pt x="97" y="235"/>
                    </a:lnTo>
                    <a:lnTo>
                      <a:pt x="96" y="240"/>
                    </a:lnTo>
                    <a:lnTo>
                      <a:pt x="85" y="253"/>
                    </a:lnTo>
                    <a:lnTo>
                      <a:pt x="91" y="265"/>
                    </a:lnTo>
                    <a:lnTo>
                      <a:pt x="99" y="259"/>
                    </a:lnTo>
                    <a:lnTo>
                      <a:pt x="101" y="268"/>
                    </a:lnTo>
                    <a:lnTo>
                      <a:pt x="110" y="259"/>
                    </a:lnTo>
                    <a:lnTo>
                      <a:pt x="109" y="252"/>
                    </a:lnTo>
                    <a:lnTo>
                      <a:pt x="112" y="248"/>
                    </a:lnTo>
                    <a:lnTo>
                      <a:pt x="125" y="238"/>
                    </a:lnTo>
                    <a:lnTo>
                      <a:pt x="125" y="232"/>
                    </a:lnTo>
                    <a:lnTo>
                      <a:pt x="126" y="232"/>
                    </a:lnTo>
                    <a:lnTo>
                      <a:pt x="129" y="237"/>
                    </a:lnTo>
                    <a:lnTo>
                      <a:pt x="133" y="240"/>
                    </a:lnTo>
                    <a:lnTo>
                      <a:pt x="142" y="235"/>
                    </a:lnTo>
                    <a:lnTo>
                      <a:pt x="144" y="229"/>
                    </a:lnTo>
                    <a:lnTo>
                      <a:pt x="146" y="225"/>
                    </a:lnTo>
                    <a:lnTo>
                      <a:pt x="151" y="226"/>
                    </a:lnTo>
                    <a:lnTo>
                      <a:pt x="151" y="216"/>
                    </a:lnTo>
                    <a:lnTo>
                      <a:pt x="160" y="213"/>
                    </a:lnTo>
                    <a:lnTo>
                      <a:pt x="166" y="202"/>
                    </a:lnTo>
                    <a:lnTo>
                      <a:pt x="166" y="193"/>
                    </a:lnTo>
                    <a:lnTo>
                      <a:pt x="169" y="184"/>
                    </a:lnTo>
                    <a:lnTo>
                      <a:pt x="179" y="175"/>
                    </a:lnTo>
                    <a:lnTo>
                      <a:pt x="180" y="165"/>
                    </a:lnTo>
                    <a:lnTo>
                      <a:pt x="204" y="152"/>
                    </a:lnTo>
                    <a:lnTo>
                      <a:pt x="222" y="152"/>
                    </a:lnTo>
                    <a:lnTo>
                      <a:pt x="222" y="148"/>
                    </a:lnTo>
                    <a:lnTo>
                      <a:pt x="221" y="145"/>
                    </a:lnTo>
                    <a:lnTo>
                      <a:pt x="207" y="14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43" name="Google Shape;2243;p5">
                <a:extLst>
                  <a:ext uri="{FF2B5EF4-FFF2-40B4-BE49-F238E27FC236}">
                    <a16:creationId xmlns:a16="http://schemas.microsoft.com/office/drawing/2014/main" id="{A037EFB3-0226-4EFE-FB4D-6FA66BAC0E7A}"/>
                  </a:ext>
                </a:extLst>
              </p:cNvPr>
              <p:cNvSpPr/>
              <p:nvPr/>
            </p:nvSpPr>
            <p:spPr>
              <a:xfrm>
                <a:off x="3284" y="1036"/>
                <a:ext cx="99" cy="52"/>
              </a:xfrm>
              <a:custGeom>
                <a:avLst/>
                <a:gdLst/>
                <a:ahLst/>
                <a:cxnLst/>
                <a:rect l="l" t="t" r="r" b="b"/>
                <a:pathLst>
                  <a:path w="496" h="260" extrusionOk="0">
                    <a:moveTo>
                      <a:pt x="32" y="12"/>
                    </a:moveTo>
                    <a:lnTo>
                      <a:pt x="30" y="17"/>
                    </a:lnTo>
                    <a:lnTo>
                      <a:pt x="20" y="11"/>
                    </a:lnTo>
                    <a:lnTo>
                      <a:pt x="18" y="12"/>
                    </a:lnTo>
                    <a:lnTo>
                      <a:pt x="23" y="18"/>
                    </a:lnTo>
                    <a:lnTo>
                      <a:pt x="23" y="22"/>
                    </a:lnTo>
                    <a:lnTo>
                      <a:pt x="13" y="22"/>
                    </a:lnTo>
                    <a:lnTo>
                      <a:pt x="0" y="36"/>
                    </a:lnTo>
                    <a:lnTo>
                      <a:pt x="2" y="41"/>
                    </a:lnTo>
                    <a:lnTo>
                      <a:pt x="9" y="43"/>
                    </a:lnTo>
                    <a:lnTo>
                      <a:pt x="8" y="54"/>
                    </a:lnTo>
                    <a:lnTo>
                      <a:pt x="15" y="61"/>
                    </a:lnTo>
                    <a:lnTo>
                      <a:pt x="15" y="68"/>
                    </a:lnTo>
                    <a:lnTo>
                      <a:pt x="21" y="80"/>
                    </a:lnTo>
                    <a:lnTo>
                      <a:pt x="23" y="72"/>
                    </a:lnTo>
                    <a:lnTo>
                      <a:pt x="29" y="68"/>
                    </a:lnTo>
                    <a:lnTo>
                      <a:pt x="27" y="72"/>
                    </a:lnTo>
                    <a:lnTo>
                      <a:pt x="29" y="76"/>
                    </a:lnTo>
                    <a:lnTo>
                      <a:pt x="32" y="77"/>
                    </a:lnTo>
                    <a:lnTo>
                      <a:pt x="29" y="85"/>
                    </a:lnTo>
                    <a:lnTo>
                      <a:pt x="36" y="91"/>
                    </a:lnTo>
                    <a:lnTo>
                      <a:pt x="67" y="88"/>
                    </a:lnTo>
                    <a:lnTo>
                      <a:pt x="70" y="91"/>
                    </a:lnTo>
                    <a:lnTo>
                      <a:pt x="70" y="97"/>
                    </a:lnTo>
                    <a:lnTo>
                      <a:pt x="75" y="98"/>
                    </a:lnTo>
                    <a:lnTo>
                      <a:pt x="85" y="90"/>
                    </a:lnTo>
                    <a:lnTo>
                      <a:pt x="85" y="86"/>
                    </a:lnTo>
                    <a:lnTo>
                      <a:pt x="102" y="86"/>
                    </a:lnTo>
                    <a:lnTo>
                      <a:pt x="107" y="79"/>
                    </a:lnTo>
                    <a:lnTo>
                      <a:pt x="121" y="79"/>
                    </a:lnTo>
                    <a:lnTo>
                      <a:pt x="122" y="74"/>
                    </a:lnTo>
                    <a:lnTo>
                      <a:pt x="142" y="76"/>
                    </a:lnTo>
                    <a:lnTo>
                      <a:pt x="144" y="69"/>
                    </a:lnTo>
                    <a:lnTo>
                      <a:pt x="187" y="70"/>
                    </a:lnTo>
                    <a:lnTo>
                      <a:pt x="192" y="63"/>
                    </a:lnTo>
                    <a:lnTo>
                      <a:pt x="202" y="66"/>
                    </a:lnTo>
                    <a:lnTo>
                      <a:pt x="207" y="60"/>
                    </a:lnTo>
                    <a:lnTo>
                      <a:pt x="207" y="71"/>
                    </a:lnTo>
                    <a:lnTo>
                      <a:pt x="199" y="76"/>
                    </a:lnTo>
                    <a:lnTo>
                      <a:pt x="211" y="77"/>
                    </a:lnTo>
                    <a:lnTo>
                      <a:pt x="209" y="81"/>
                    </a:lnTo>
                    <a:lnTo>
                      <a:pt x="209" y="88"/>
                    </a:lnTo>
                    <a:lnTo>
                      <a:pt x="201" y="91"/>
                    </a:lnTo>
                    <a:lnTo>
                      <a:pt x="201" y="95"/>
                    </a:lnTo>
                    <a:lnTo>
                      <a:pt x="202" y="96"/>
                    </a:lnTo>
                    <a:lnTo>
                      <a:pt x="201" y="99"/>
                    </a:lnTo>
                    <a:lnTo>
                      <a:pt x="156" y="98"/>
                    </a:lnTo>
                    <a:lnTo>
                      <a:pt x="153" y="106"/>
                    </a:lnTo>
                    <a:lnTo>
                      <a:pt x="149" y="104"/>
                    </a:lnTo>
                    <a:lnTo>
                      <a:pt x="149" y="98"/>
                    </a:lnTo>
                    <a:lnTo>
                      <a:pt x="133" y="106"/>
                    </a:lnTo>
                    <a:lnTo>
                      <a:pt x="136" y="112"/>
                    </a:lnTo>
                    <a:lnTo>
                      <a:pt x="132" y="118"/>
                    </a:lnTo>
                    <a:lnTo>
                      <a:pt x="145" y="123"/>
                    </a:lnTo>
                    <a:lnTo>
                      <a:pt x="147" y="128"/>
                    </a:lnTo>
                    <a:lnTo>
                      <a:pt x="156" y="127"/>
                    </a:lnTo>
                    <a:lnTo>
                      <a:pt x="158" y="130"/>
                    </a:lnTo>
                    <a:lnTo>
                      <a:pt x="158" y="135"/>
                    </a:lnTo>
                    <a:lnTo>
                      <a:pt x="161" y="140"/>
                    </a:lnTo>
                    <a:lnTo>
                      <a:pt x="153" y="144"/>
                    </a:lnTo>
                    <a:lnTo>
                      <a:pt x="144" y="135"/>
                    </a:lnTo>
                    <a:lnTo>
                      <a:pt x="118" y="138"/>
                    </a:lnTo>
                    <a:lnTo>
                      <a:pt x="117" y="131"/>
                    </a:lnTo>
                    <a:lnTo>
                      <a:pt x="112" y="130"/>
                    </a:lnTo>
                    <a:lnTo>
                      <a:pt x="112" y="124"/>
                    </a:lnTo>
                    <a:lnTo>
                      <a:pt x="98" y="119"/>
                    </a:lnTo>
                    <a:lnTo>
                      <a:pt x="85" y="128"/>
                    </a:lnTo>
                    <a:lnTo>
                      <a:pt x="84" y="131"/>
                    </a:lnTo>
                    <a:lnTo>
                      <a:pt x="86" y="138"/>
                    </a:lnTo>
                    <a:lnTo>
                      <a:pt x="94" y="145"/>
                    </a:lnTo>
                    <a:lnTo>
                      <a:pt x="96" y="154"/>
                    </a:lnTo>
                    <a:lnTo>
                      <a:pt x="106" y="158"/>
                    </a:lnTo>
                    <a:lnTo>
                      <a:pt x="115" y="172"/>
                    </a:lnTo>
                    <a:lnTo>
                      <a:pt x="139" y="174"/>
                    </a:lnTo>
                    <a:lnTo>
                      <a:pt x="142" y="183"/>
                    </a:lnTo>
                    <a:lnTo>
                      <a:pt x="142" y="194"/>
                    </a:lnTo>
                    <a:lnTo>
                      <a:pt x="150" y="203"/>
                    </a:lnTo>
                    <a:lnTo>
                      <a:pt x="160" y="199"/>
                    </a:lnTo>
                    <a:lnTo>
                      <a:pt x="161" y="199"/>
                    </a:lnTo>
                    <a:lnTo>
                      <a:pt x="161" y="194"/>
                    </a:lnTo>
                    <a:lnTo>
                      <a:pt x="175" y="188"/>
                    </a:lnTo>
                    <a:lnTo>
                      <a:pt x="181" y="195"/>
                    </a:lnTo>
                    <a:lnTo>
                      <a:pt x="182" y="183"/>
                    </a:lnTo>
                    <a:lnTo>
                      <a:pt x="186" y="183"/>
                    </a:lnTo>
                    <a:lnTo>
                      <a:pt x="187" y="190"/>
                    </a:lnTo>
                    <a:lnTo>
                      <a:pt x="203" y="199"/>
                    </a:lnTo>
                    <a:lnTo>
                      <a:pt x="218" y="187"/>
                    </a:lnTo>
                    <a:lnTo>
                      <a:pt x="241" y="195"/>
                    </a:lnTo>
                    <a:lnTo>
                      <a:pt x="246" y="192"/>
                    </a:lnTo>
                    <a:lnTo>
                      <a:pt x="249" y="187"/>
                    </a:lnTo>
                    <a:lnTo>
                      <a:pt x="250" y="188"/>
                    </a:lnTo>
                    <a:lnTo>
                      <a:pt x="249" y="198"/>
                    </a:lnTo>
                    <a:lnTo>
                      <a:pt x="244" y="206"/>
                    </a:lnTo>
                    <a:lnTo>
                      <a:pt x="246" y="224"/>
                    </a:lnTo>
                    <a:lnTo>
                      <a:pt x="254" y="232"/>
                    </a:lnTo>
                    <a:lnTo>
                      <a:pt x="257" y="228"/>
                    </a:lnTo>
                    <a:lnTo>
                      <a:pt x="255" y="236"/>
                    </a:lnTo>
                    <a:lnTo>
                      <a:pt x="263" y="243"/>
                    </a:lnTo>
                    <a:lnTo>
                      <a:pt x="261" y="246"/>
                    </a:lnTo>
                    <a:lnTo>
                      <a:pt x="262" y="249"/>
                    </a:lnTo>
                    <a:lnTo>
                      <a:pt x="278" y="253"/>
                    </a:lnTo>
                    <a:lnTo>
                      <a:pt x="279" y="259"/>
                    </a:lnTo>
                    <a:lnTo>
                      <a:pt x="283" y="260"/>
                    </a:lnTo>
                    <a:lnTo>
                      <a:pt x="287" y="254"/>
                    </a:lnTo>
                    <a:lnTo>
                      <a:pt x="287" y="259"/>
                    </a:lnTo>
                    <a:lnTo>
                      <a:pt x="315" y="255"/>
                    </a:lnTo>
                    <a:lnTo>
                      <a:pt x="328" y="247"/>
                    </a:lnTo>
                    <a:lnTo>
                      <a:pt x="332" y="236"/>
                    </a:lnTo>
                    <a:lnTo>
                      <a:pt x="333" y="221"/>
                    </a:lnTo>
                    <a:lnTo>
                      <a:pt x="337" y="217"/>
                    </a:lnTo>
                    <a:lnTo>
                      <a:pt x="354" y="211"/>
                    </a:lnTo>
                    <a:lnTo>
                      <a:pt x="367" y="199"/>
                    </a:lnTo>
                    <a:lnTo>
                      <a:pt x="376" y="204"/>
                    </a:lnTo>
                    <a:lnTo>
                      <a:pt x="376" y="209"/>
                    </a:lnTo>
                    <a:lnTo>
                      <a:pt x="379" y="211"/>
                    </a:lnTo>
                    <a:lnTo>
                      <a:pt x="385" y="204"/>
                    </a:lnTo>
                    <a:lnTo>
                      <a:pt x="391" y="208"/>
                    </a:lnTo>
                    <a:lnTo>
                      <a:pt x="405" y="194"/>
                    </a:lnTo>
                    <a:lnTo>
                      <a:pt x="414" y="188"/>
                    </a:lnTo>
                    <a:lnTo>
                      <a:pt x="413" y="182"/>
                    </a:lnTo>
                    <a:lnTo>
                      <a:pt x="418" y="174"/>
                    </a:lnTo>
                    <a:lnTo>
                      <a:pt x="417" y="166"/>
                    </a:lnTo>
                    <a:lnTo>
                      <a:pt x="424" y="163"/>
                    </a:lnTo>
                    <a:lnTo>
                      <a:pt x="425" y="156"/>
                    </a:lnTo>
                    <a:lnTo>
                      <a:pt x="425" y="150"/>
                    </a:lnTo>
                    <a:lnTo>
                      <a:pt x="428" y="150"/>
                    </a:lnTo>
                    <a:lnTo>
                      <a:pt x="427" y="142"/>
                    </a:lnTo>
                    <a:lnTo>
                      <a:pt x="422" y="140"/>
                    </a:lnTo>
                    <a:lnTo>
                      <a:pt x="421" y="124"/>
                    </a:lnTo>
                    <a:lnTo>
                      <a:pt x="433" y="114"/>
                    </a:lnTo>
                    <a:lnTo>
                      <a:pt x="434" y="109"/>
                    </a:lnTo>
                    <a:lnTo>
                      <a:pt x="443" y="112"/>
                    </a:lnTo>
                    <a:lnTo>
                      <a:pt x="448" y="98"/>
                    </a:lnTo>
                    <a:lnTo>
                      <a:pt x="455" y="99"/>
                    </a:lnTo>
                    <a:lnTo>
                      <a:pt x="459" y="87"/>
                    </a:lnTo>
                    <a:lnTo>
                      <a:pt x="465" y="86"/>
                    </a:lnTo>
                    <a:lnTo>
                      <a:pt x="462" y="84"/>
                    </a:lnTo>
                    <a:lnTo>
                      <a:pt x="462" y="79"/>
                    </a:lnTo>
                    <a:lnTo>
                      <a:pt x="472" y="66"/>
                    </a:lnTo>
                    <a:lnTo>
                      <a:pt x="473" y="60"/>
                    </a:lnTo>
                    <a:lnTo>
                      <a:pt x="491" y="57"/>
                    </a:lnTo>
                    <a:lnTo>
                      <a:pt x="494" y="44"/>
                    </a:lnTo>
                    <a:lnTo>
                      <a:pt x="496" y="37"/>
                    </a:lnTo>
                    <a:lnTo>
                      <a:pt x="487" y="28"/>
                    </a:lnTo>
                    <a:lnTo>
                      <a:pt x="488" y="26"/>
                    </a:lnTo>
                    <a:lnTo>
                      <a:pt x="487" y="21"/>
                    </a:lnTo>
                    <a:lnTo>
                      <a:pt x="492" y="11"/>
                    </a:lnTo>
                    <a:lnTo>
                      <a:pt x="491" y="4"/>
                    </a:lnTo>
                    <a:lnTo>
                      <a:pt x="492" y="0"/>
                    </a:lnTo>
                    <a:lnTo>
                      <a:pt x="235" y="0"/>
                    </a:lnTo>
                    <a:lnTo>
                      <a:pt x="235" y="4"/>
                    </a:lnTo>
                    <a:lnTo>
                      <a:pt x="230" y="2"/>
                    </a:lnTo>
                    <a:lnTo>
                      <a:pt x="228" y="11"/>
                    </a:lnTo>
                    <a:lnTo>
                      <a:pt x="222" y="5"/>
                    </a:lnTo>
                    <a:lnTo>
                      <a:pt x="219" y="0"/>
                    </a:lnTo>
                    <a:lnTo>
                      <a:pt x="67" y="0"/>
                    </a:lnTo>
                    <a:lnTo>
                      <a:pt x="67" y="0"/>
                    </a:lnTo>
                    <a:lnTo>
                      <a:pt x="66" y="0"/>
                    </a:lnTo>
                    <a:lnTo>
                      <a:pt x="35" y="0"/>
                    </a:lnTo>
                    <a:lnTo>
                      <a:pt x="31" y="6"/>
                    </a:lnTo>
                    <a:lnTo>
                      <a:pt x="32" y="1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244" name="Google Shape;2244;p5">
              <a:extLst>
                <a:ext uri="{FF2B5EF4-FFF2-40B4-BE49-F238E27FC236}">
                  <a16:creationId xmlns:a16="http://schemas.microsoft.com/office/drawing/2014/main" id="{E5B6BAAC-C031-43E1-01A7-C754990CF6E9}"/>
                </a:ext>
              </a:extLst>
            </p:cNvPr>
            <p:cNvSpPr/>
            <p:nvPr/>
          </p:nvSpPr>
          <p:spPr>
            <a:xfrm>
              <a:off x="3993356" y="2386359"/>
              <a:ext cx="6350" cy="6350"/>
            </a:xfrm>
            <a:custGeom>
              <a:avLst/>
              <a:gdLst/>
              <a:ahLst/>
              <a:cxnLst/>
              <a:rect l="l" t="t" r="r" b="b"/>
              <a:pathLst>
                <a:path w="19" h="22" extrusionOk="0">
                  <a:moveTo>
                    <a:pt x="3" y="0"/>
                  </a:moveTo>
                  <a:lnTo>
                    <a:pt x="3" y="22"/>
                  </a:lnTo>
                  <a:lnTo>
                    <a:pt x="2" y="0"/>
                  </a:lnTo>
                  <a:lnTo>
                    <a:pt x="0" y="10"/>
                  </a:lnTo>
                  <a:lnTo>
                    <a:pt x="0" y="13"/>
                  </a:lnTo>
                  <a:lnTo>
                    <a:pt x="1" y="15"/>
                  </a:lnTo>
                  <a:lnTo>
                    <a:pt x="13" y="13"/>
                  </a:lnTo>
                  <a:lnTo>
                    <a:pt x="19" y="10"/>
                  </a:lnTo>
                  <a:lnTo>
                    <a:pt x="19" y="6"/>
                  </a:lnTo>
                  <a:lnTo>
                    <a:pt x="8" y="0"/>
                  </a:lnTo>
                  <a:lnTo>
                    <a:pt x="3"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45" name="Google Shape;2245;p5">
              <a:extLst>
                <a:ext uri="{FF2B5EF4-FFF2-40B4-BE49-F238E27FC236}">
                  <a16:creationId xmlns:a16="http://schemas.microsoft.com/office/drawing/2014/main" id="{8B8CD5C9-ECC5-26D8-BCF9-B07FA10C9749}"/>
                </a:ext>
              </a:extLst>
            </p:cNvPr>
            <p:cNvSpPr/>
            <p:nvPr/>
          </p:nvSpPr>
          <p:spPr>
            <a:xfrm>
              <a:off x="4331493" y="1810097"/>
              <a:ext cx="46038" cy="44450"/>
            </a:xfrm>
            <a:custGeom>
              <a:avLst/>
              <a:gdLst/>
              <a:ahLst/>
              <a:cxnLst/>
              <a:rect l="l" t="t" r="r" b="b"/>
              <a:pathLst>
                <a:path w="141" h="140" extrusionOk="0">
                  <a:moveTo>
                    <a:pt x="82" y="27"/>
                  </a:moveTo>
                  <a:lnTo>
                    <a:pt x="96" y="46"/>
                  </a:lnTo>
                  <a:lnTo>
                    <a:pt x="118" y="55"/>
                  </a:lnTo>
                  <a:lnTo>
                    <a:pt x="128" y="70"/>
                  </a:lnTo>
                  <a:lnTo>
                    <a:pt x="137" y="68"/>
                  </a:lnTo>
                  <a:lnTo>
                    <a:pt x="141" y="90"/>
                  </a:lnTo>
                  <a:lnTo>
                    <a:pt x="130" y="87"/>
                  </a:lnTo>
                  <a:lnTo>
                    <a:pt x="123" y="82"/>
                  </a:lnTo>
                  <a:lnTo>
                    <a:pt x="107" y="81"/>
                  </a:lnTo>
                  <a:lnTo>
                    <a:pt x="97" y="92"/>
                  </a:lnTo>
                  <a:lnTo>
                    <a:pt x="110" y="101"/>
                  </a:lnTo>
                  <a:lnTo>
                    <a:pt x="118" y="112"/>
                  </a:lnTo>
                  <a:lnTo>
                    <a:pt x="129" y="113"/>
                  </a:lnTo>
                  <a:lnTo>
                    <a:pt x="128" y="138"/>
                  </a:lnTo>
                  <a:lnTo>
                    <a:pt x="121" y="140"/>
                  </a:lnTo>
                  <a:lnTo>
                    <a:pt x="110" y="133"/>
                  </a:lnTo>
                  <a:lnTo>
                    <a:pt x="110" y="122"/>
                  </a:lnTo>
                  <a:lnTo>
                    <a:pt x="97" y="128"/>
                  </a:lnTo>
                  <a:lnTo>
                    <a:pt x="75" y="98"/>
                  </a:lnTo>
                  <a:lnTo>
                    <a:pt x="31" y="76"/>
                  </a:lnTo>
                  <a:lnTo>
                    <a:pt x="24" y="62"/>
                  </a:lnTo>
                  <a:lnTo>
                    <a:pt x="10" y="50"/>
                  </a:lnTo>
                  <a:lnTo>
                    <a:pt x="8" y="39"/>
                  </a:lnTo>
                  <a:lnTo>
                    <a:pt x="4" y="33"/>
                  </a:lnTo>
                  <a:lnTo>
                    <a:pt x="4" y="26"/>
                  </a:lnTo>
                  <a:lnTo>
                    <a:pt x="1" y="11"/>
                  </a:lnTo>
                  <a:lnTo>
                    <a:pt x="0" y="7"/>
                  </a:lnTo>
                  <a:lnTo>
                    <a:pt x="15" y="0"/>
                  </a:lnTo>
                  <a:lnTo>
                    <a:pt x="49" y="9"/>
                  </a:lnTo>
                  <a:lnTo>
                    <a:pt x="58" y="5"/>
                  </a:lnTo>
                  <a:lnTo>
                    <a:pt x="75" y="15"/>
                  </a:lnTo>
                  <a:lnTo>
                    <a:pt x="82" y="2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46" name="Google Shape;2246;p5">
              <a:extLst>
                <a:ext uri="{FF2B5EF4-FFF2-40B4-BE49-F238E27FC236}">
                  <a16:creationId xmlns:a16="http://schemas.microsoft.com/office/drawing/2014/main" id="{5DD4A503-F82D-8451-DC8B-0E5DE7B7A24F}"/>
                </a:ext>
              </a:extLst>
            </p:cNvPr>
            <p:cNvSpPr/>
            <p:nvPr/>
          </p:nvSpPr>
          <p:spPr>
            <a:xfrm>
              <a:off x="4271168" y="1913284"/>
              <a:ext cx="46038" cy="31750"/>
            </a:xfrm>
            <a:custGeom>
              <a:avLst/>
              <a:gdLst/>
              <a:ahLst/>
              <a:cxnLst/>
              <a:rect l="l" t="t" r="r" b="b"/>
              <a:pathLst>
                <a:path w="146" h="102" extrusionOk="0">
                  <a:moveTo>
                    <a:pt x="144" y="31"/>
                  </a:moveTo>
                  <a:lnTo>
                    <a:pt x="144" y="51"/>
                  </a:lnTo>
                  <a:lnTo>
                    <a:pt x="146" y="69"/>
                  </a:lnTo>
                  <a:lnTo>
                    <a:pt x="134" y="78"/>
                  </a:lnTo>
                  <a:lnTo>
                    <a:pt x="123" y="79"/>
                  </a:lnTo>
                  <a:lnTo>
                    <a:pt x="116" y="76"/>
                  </a:lnTo>
                  <a:lnTo>
                    <a:pt x="112" y="86"/>
                  </a:lnTo>
                  <a:lnTo>
                    <a:pt x="94" y="80"/>
                  </a:lnTo>
                  <a:lnTo>
                    <a:pt x="76" y="87"/>
                  </a:lnTo>
                  <a:lnTo>
                    <a:pt x="32" y="98"/>
                  </a:lnTo>
                  <a:lnTo>
                    <a:pt x="10" y="102"/>
                  </a:lnTo>
                  <a:lnTo>
                    <a:pt x="0" y="100"/>
                  </a:lnTo>
                  <a:lnTo>
                    <a:pt x="1" y="82"/>
                  </a:lnTo>
                  <a:lnTo>
                    <a:pt x="4" y="70"/>
                  </a:lnTo>
                  <a:lnTo>
                    <a:pt x="25" y="58"/>
                  </a:lnTo>
                  <a:lnTo>
                    <a:pt x="46" y="39"/>
                  </a:lnTo>
                  <a:lnTo>
                    <a:pt x="51" y="33"/>
                  </a:lnTo>
                  <a:lnTo>
                    <a:pt x="91" y="22"/>
                  </a:lnTo>
                  <a:lnTo>
                    <a:pt x="105" y="9"/>
                  </a:lnTo>
                  <a:lnTo>
                    <a:pt x="118" y="0"/>
                  </a:lnTo>
                  <a:lnTo>
                    <a:pt x="123" y="8"/>
                  </a:lnTo>
                  <a:lnTo>
                    <a:pt x="140" y="22"/>
                  </a:lnTo>
                  <a:lnTo>
                    <a:pt x="144" y="3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47" name="Google Shape;2247;p5">
              <a:extLst>
                <a:ext uri="{FF2B5EF4-FFF2-40B4-BE49-F238E27FC236}">
                  <a16:creationId xmlns:a16="http://schemas.microsoft.com/office/drawing/2014/main" id="{3C2D1FB3-5AC1-7F26-8093-56BFC875025A}"/>
                </a:ext>
              </a:extLst>
            </p:cNvPr>
            <p:cNvSpPr/>
            <p:nvPr/>
          </p:nvSpPr>
          <p:spPr>
            <a:xfrm>
              <a:off x="3994943" y="2381597"/>
              <a:ext cx="14288" cy="4763"/>
            </a:xfrm>
            <a:custGeom>
              <a:avLst/>
              <a:gdLst/>
              <a:ahLst/>
              <a:cxnLst/>
              <a:rect l="l" t="t" r="r" b="b"/>
              <a:pathLst>
                <a:path w="44" h="15" extrusionOk="0">
                  <a:moveTo>
                    <a:pt x="44" y="4"/>
                  </a:moveTo>
                  <a:lnTo>
                    <a:pt x="41" y="6"/>
                  </a:lnTo>
                  <a:lnTo>
                    <a:pt x="14" y="0"/>
                  </a:lnTo>
                  <a:lnTo>
                    <a:pt x="5" y="0"/>
                  </a:lnTo>
                  <a:lnTo>
                    <a:pt x="0" y="3"/>
                  </a:lnTo>
                  <a:lnTo>
                    <a:pt x="1" y="9"/>
                  </a:lnTo>
                  <a:lnTo>
                    <a:pt x="6" y="15"/>
                  </a:lnTo>
                  <a:lnTo>
                    <a:pt x="15" y="15"/>
                  </a:lnTo>
                  <a:lnTo>
                    <a:pt x="25" y="15"/>
                  </a:lnTo>
                  <a:lnTo>
                    <a:pt x="25" y="10"/>
                  </a:lnTo>
                  <a:lnTo>
                    <a:pt x="27" y="6"/>
                  </a:lnTo>
                  <a:lnTo>
                    <a:pt x="41" y="7"/>
                  </a:lnTo>
                  <a:lnTo>
                    <a:pt x="44" y="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48" name="Google Shape;2248;p5">
              <a:extLst>
                <a:ext uri="{FF2B5EF4-FFF2-40B4-BE49-F238E27FC236}">
                  <a16:creationId xmlns:a16="http://schemas.microsoft.com/office/drawing/2014/main" id="{34D03299-03B4-C843-46AD-BC768F86C6BD}"/>
                </a:ext>
              </a:extLst>
            </p:cNvPr>
            <p:cNvSpPr/>
            <p:nvPr/>
          </p:nvSpPr>
          <p:spPr>
            <a:xfrm>
              <a:off x="3490118" y="1268759"/>
              <a:ext cx="963613" cy="1114425"/>
            </a:xfrm>
            <a:custGeom>
              <a:avLst/>
              <a:gdLst/>
              <a:ahLst/>
              <a:cxnLst/>
              <a:rect l="l" t="t" r="r" b="b"/>
              <a:pathLst>
                <a:path w="3035" h="3510" extrusionOk="0">
                  <a:moveTo>
                    <a:pt x="430" y="18"/>
                  </a:moveTo>
                  <a:lnTo>
                    <a:pt x="443" y="28"/>
                  </a:lnTo>
                  <a:lnTo>
                    <a:pt x="454" y="26"/>
                  </a:lnTo>
                  <a:lnTo>
                    <a:pt x="467" y="50"/>
                  </a:lnTo>
                  <a:lnTo>
                    <a:pt x="458" y="63"/>
                  </a:lnTo>
                  <a:lnTo>
                    <a:pt x="442" y="66"/>
                  </a:lnTo>
                  <a:lnTo>
                    <a:pt x="427" y="63"/>
                  </a:lnTo>
                  <a:lnTo>
                    <a:pt x="420" y="93"/>
                  </a:lnTo>
                  <a:lnTo>
                    <a:pt x="430" y="101"/>
                  </a:lnTo>
                  <a:lnTo>
                    <a:pt x="438" y="117"/>
                  </a:lnTo>
                  <a:lnTo>
                    <a:pt x="442" y="131"/>
                  </a:lnTo>
                  <a:lnTo>
                    <a:pt x="442" y="147"/>
                  </a:lnTo>
                  <a:lnTo>
                    <a:pt x="443" y="157"/>
                  </a:lnTo>
                  <a:lnTo>
                    <a:pt x="424" y="183"/>
                  </a:lnTo>
                  <a:lnTo>
                    <a:pt x="416" y="204"/>
                  </a:lnTo>
                  <a:lnTo>
                    <a:pt x="406" y="212"/>
                  </a:lnTo>
                  <a:lnTo>
                    <a:pt x="382" y="255"/>
                  </a:lnTo>
                  <a:lnTo>
                    <a:pt x="377" y="276"/>
                  </a:lnTo>
                  <a:lnTo>
                    <a:pt x="368" y="283"/>
                  </a:lnTo>
                  <a:lnTo>
                    <a:pt x="363" y="278"/>
                  </a:lnTo>
                  <a:lnTo>
                    <a:pt x="351" y="278"/>
                  </a:lnTo>
                  <a:lnTo>
                    <a:pt x="334" y="269"/>
                  </a:lnTo>
                  <a:lnTo>
                    <a:pt x="322" y="278"/>
                  </a:lnTo>
                  <a:lnTo>
                    <a:pt x="311" y="258"/>
                  </a:lnTo>
                  <a:lnTo>
                    <a:pt x="275" y="274"/>
                  </a:lnTo>
                  <a:lnTo>
                    <a:pt x="274" y="284"/>
                  </a:lnTo>
                  <a:lnTo>
                    <a:pt x="263" y="278"/>
                  </a:lnTo>
                  <a:lnTo>
                    <a:pt x="231" y="285"/>
                  </a:lnTo>
                  <a:lnTo>
                    <a:pt x="204" y="305"/>
                  </a:lnTo>
                  <a:lnTo>
                    <a:pt x="195" y="314"/>
                  </a:lnTo>
                  <a:lnTo>
                    <a:pt x="201" y="325"/>
                  </a:lnTo>
                  <a:lnTo>
                    <a:pt x="217" y="330"/>
                  </a:lnTo>
                  <a:lnTo>
                    <a:pt x="216" y="343"/>
                  </a:lnTo>
                  <a:lnTo>
                    <a:pt x="199" y="337"/>
                  </a:lnTo>
                  <a:lnTo>
                    <a:pt x="191" y="341"/>
                  </a:lnTo>
                  <a:lnTo>
                    <a:pt x="189" y="350"/>
                  </a:lnTo>
                  <a:lnTo>
                    <a:pt x="183" y="355"/>
                  </a:lnTo>
                  <a:lnTo>
                    <a:pt x="153" y="357"/>
                  </a:lnTo>
                  <a:lnTo>
                    <a:pt x="140" y="370"/>
                  </a:lnTo>
                  <a:lnTo>
                    <a:pt x="114" y="378"/>
                  </a:lnTo>
                  <a:lnTo>
                    <a:pt x="106" y="411"/>
                  </a:lnTo>
                  <a:lnTo>
                    <a:pt x="87" y="402"/>
                  </a:lnTo>
                  <a:lnTo>
                    <a:pt x="65" y="409"/>
                  </a:lnTo>
                  <a:lnTo>
                    <a:pt x="56" y="423"/>
                  </a:lnTo>
                  <a:lnTo>
                    <a:pt x="32" y="432"/>
                  </a:lnTo>
                  <a:lnTo>
                    <a:pt x="18" y="443"/>
                  </a:lnTo>
                  <a:lnTo>
                    <a:pt x="15" y="458"/>
                  </a:lnTo>
                  <a:lnTo>
                    <a:pt x="16" y="464"/>
                  </a:lnTo>
                  <a:lnTo>
                    <a:pt x="5" y="485"/>
                  </a:lnTo>
                  <a:lnTo>
                    <a:pt x="6" y="494"/>
                  </a:lnTo>
                  <a:lnTo>
                    <a:pt x="26" y="499"/>
                  </a:lnTo>
                  <a:lnTo>
                    <a:pt x="13" y="504"/>
                  </a:lnTo>
                  <a:lnTo>
                    <a:pt x="13" y="510"/>
                  </a:lnTo>
                  <a:lnTo>
                    <a:pt x="10" y="526"/>
                  </a:lnTo>
                  <a:lnTo>
                    <a:pt x="0" y="529"/>
                  </a:lnTo>
                  <a:lnTo>
                    <a:pt x="4" y="540"/>
                  </a:lnTo>
                  <a:lnTo>
                    <a:pt x="18" y="555"/>
                  </a:lnTo>
                  <a:lnTo>
                    <a:pt x="33" y="563"/>
                  </a:lnTo>
                  <a:lnTo>
                    <a:pt x="37" y="572"/>
                  </a:lnTo>
                  <a:lnTo>
                    <a:pt x="37" y="586"/>
                  </a:lnTo>
                  <a:lnTo>
                    <a:pt x="39" y="591"/>
                  </a:lnTo>
                  <a:lnTo>
                    <a:pt x="58" y="601"/>
                  </a:lnTo>
                  <a:lnTo>
                    <a:pt x="65" y="598"/>
                  </a:lnTo>
                  <a:lnTo>
                    <a:pt x="76" y="607"/>
                  </a:lnTo>
                  <a:lnTo>
                    <a:pt x="91" y="608"/>
                  </a:lnTo>
                  <a:lnTo>
                    <a:pt x="87" y="620"/>
                  </a:lnTo>
                  <a:lnTo>
                    <a:pt x="92" y="634"/>
                  </a:lnTo>
                  <a:lnTo>
                    <a:pt x="114" y="630"/>
                  </a:lnTo>
                  <a:lnTo>
                    <a:pt x="155" y="614"/>
                  </a:lnTo>
                  <a:lnTo>
                    <a:pt x="134" y="641"/>
                  </a:lnTo>
                  <a:lnTo>
                    <a:pt x="128" y="660"/>
                  </a:lnTo>
                  <a:lnTo>
                    <a:pt x="160" y="660"/>
                  </a:lnTo>
                  <a:lnTo>
                    <a:pt x="180" y="649"/>
                  </a:lnTo>
                  <a:lnTo>
                    <a:pt x="180" y="657"/>
                  </a:lnTo>
                  <a:lnTo>
                    <a:pt x="153" y="678"/>
                  </a:lnTo>
                  <a:lnTo>
                    <a:pt x="158" y="693"/>
                  </a:lnTo>
                  <a:lnTo>
                    <a:pt x="196" y="709"/>
                  </a:lnTo>
                  <a:lnTo>
                    <a:pt x="214" y="711"/>
                  </a:lnTo>
                  <a:lnTo>
                    <a:pt x="236" y="700"/>
                  </a:lnTo>
                  <a:lnTo>
                    <a:pt x="237" y="685"/>
                  </a:lnTo>
                  <a:lnTo>
                    <a:pt x="230" y="663"/>
                  </a:lnTo>
                  <a:lnTo>
                    <a:pt x="239" y="660"/>
                  </a:lnTo>
                  <a:lnTo>
                    <a:pt x="253" y="678"/>
                  </a:lnTo>
                  <a:lnTo>
                    <a:pt x="258" y="694"/>
                  </a:lnTo>
                  <a:lnTo>
                    <a:pt x="289" y="694"/>
                  </a:lnTo>
                  <a:lnTo>
                    <a:pt x="314" y="688"/>
                  </a:lnTo>
                  <a:lnTo>
                    <a:pt x="329" y="663"/>
                  </a:lnTo>
                  <a:lnTo>
                    <a:pt x="345" y="649"/>
                  </a:lnTo>
                  <a:lnTo>
                    <a:pt x="356" y="646"/>
                  </a:lnTo>
                  <a:lnTo>
                    <a:pt x="354" y="658"/>
                  </a:lnTo>
                  <a:lnTo>
                    <a:pt x="340" y="666"/>
                  </a:lnTo>
                  <a:lnTo>
                    <a:pt x="345" y="673"/>
                  </a:lnTo>
                  <a:lnTo>
                    <a:pt x="352" y="671"/>
                  </a:lnTo>
                  <a:lnTo>
                    <a:pt x="360" y="658"/>
                  </a:lnTo>
                  <a:lnTo>
                    <a:pt x="375" y="655"/>
                  </a:lnTo>
                  <a:lnTo>
                    <a:pt x="379" y="665"/>
                  </a:lnTo>
                  <a:lnTo>
                    <a:pt x="381" y="678"/>
                  </a:lnTo>
                  <a:lnTo>
                    <a:pt x="393" y="688"/>
                  </a:lnTo>
                  <a:lnTo>
                    <a:pt x="389" y="706"/>
                  </a:lnTo>
                  <a:lnTo>
                    <a:pt x="381" y="716"/>
                  </a:lnTo>
                  <a:lnTo>
                    <a:pt x="365" y="714"/>
                  </a:lnTo>
                  <a:lnTo>
                    <a:pt x="356" y="725"/>
                  </a:lnTo>
                  <a:lnTo>
                    <a:pt x="359" y="736"/>
                  </a:lnTo>
                  <a:lnTo>
                    <a:pt x="365" y="747"/>
                  </a:lnTo>
                  <a:lnTo>
                    <a:pt x="395" y="763"/>
                  </a:lnTo>
                  <a:lnTo>
                    <a:pt x="398" y="769"/>
                  </a:lnTo>
                  <a:lnTo>
                    <a:pt x="397" y="776"/>
                  </a:lnTo>
                  <a:lnTo>
                    <a:pt x="391" y="785"/>
                  </a:lnTo>
                  <a:lnTo>
                    <a:pt x="373" y="791"/>
                  </a:lnTo>
                  <a:lnTo>
                    <a:pt x="370" y="802"/>
                  </a:lnTo>
                  <a:lnTo>
                    <a:pt x="360" y="803"/>
                  </a:lnTo>
                  <a:lnTo>
                    <a:pt x="346" y="796"/>
                  </a:lnTo>
                  <a:lnTo>
                    <a:pt x="289" y="781"/>
                  </a:lnTo>
                  <a:lnTo>
                    <a:pt x="258" y="789"/>
                  </a:lnTo>
                  <a:lnTo>
                    <a:pt x="203" y="776"/>
                  </a:lnTo>
                  <a:lnTo>
                    <a:pt x="146" y="774"/>
                  </a:lnTo>
                  <a:lnTo>
                    <a:pt x="117" y="787"/>
                  </a:lnTo>
                  <a:lnTo>
                    <a:pt x="119" y="797"/>
                  </a:lnTo>
                  <a:lnTo>
                    <a:pt x="106" y="800"/>
                  </a:lnTo>
                  <a:lnTo>
                    <a:pt x="88" y="829"/>
                  </a:lnTo>
                  <a:lnTo>
                    <a:pt x="81" y="840"/>
                  </a:lnTo>
                  <a:lnTo>
                    <a:pt x="87" y="838"/>
                  </a:lnTo>
                  <a:lnTo>
                    <a:pt x="110" y="851"/>
                  </a:lnTo>
                  <a:lnTo>
                    <a:pt x="114" y="860"/>
                  </a:lnTo>
                  <a:lnTo>
                    <a:pt x="113" y="872"/>
                  </a:lnTo>
                  <a:lnTo>
                    <a:pt x="129" y="884"/>
                  </a:lnTo>
                  <a:lnTo>
                    <a:pt x="149" y="881"/>
                  </a:lnTo>
                  <a:lnTo>
                    <a:pt x="173" y="828"/>
                  </a:lnTo>
                  <a:lnTo>
                    <a:pt x="179" y="833"/>
                  </a:lnTo>
                  <a:lnTo>
                    <a:pt x="160" y="870"/>
                  </a:lnTo>
                  <a:lnTo>
                    <a:pt x="166" y="894"/>
                  </a:lnTo>
                  <a:lnTo>
                    <a:pt x="203" y="910"/>
                  </a:lnTo>
                  <a:lnTo>
                    <a:pt x="233" y="915"/>
                  </a:lnTo>
                  <a:lnTo>
                    <a:pt x="262" y="909"/>
                  </a:lnTo>
                  <a:lnTo>
                    <a:pt x="260" y="924"/>
                  </a:lnTo>
                  <a:lnTo>
                    <a:pt x="243" y="937"/>
                  </a:lnTo>
                  <a:lnTo>
                    <a:pt x="222" y="937"/>
                  </a:lnTo>
                  <a:lnTo>
                    <a:pt x="185" y="976"/>
                  </a:lnTo>
                  <a:lnTo>
                    <a:pt x="198" y="996"/>
                  </a:lnTo>
                  <a:lnTo>
                    <a:pt x="214" y="1012"/>
                  </a:lnTo>
                  <a:lnTo>
                    <a:pt x="225" y="1031"/>
                  </a:lnTo>
                  <a:lnTo>
                    <a:pt x="262" y="1061"/>
                  </a:lnTo>
                  <a:lnTo>
                    <a:pt x="292" y="1070"/>
                  </a:lnTo>
                  <a:lnTo>
                    <a:pt x="309" y="1081"/>
                  </a:lnTo>
                  <a:lnTo>
                    <a:pt x="336" y="1087"/>
                  </a:lnTo>
                  <a:lnTo>
                    <a:pt x="362" y="1099"/>
                  </a:lnTo>
                  <a:lnTo>
                    <a:pt x="329" y="1048"/>
                  </a:lnTo>
                  <a:lnTo>
                    <a:pt x="313" y="1037"/>
                  </a:lnTo>
                  <a:lnTo>
                    <a:pt x="328" y="1016"/>
                  </a:lnTo>
                  <a:lnTo>
                    <a:pt x="340" y="1016"/>
                  </a:lnTo>
                  <a:lnTo>
                    <a:pt x="357" y="1043"/>
                  </a:lnTo>
                  <a:lnTo>
                    <a:pt x="368" y="1044"/>
                  </a:lnTo>
                  <a:lnTo>
                    <a:pt x="372" y="1024"/>
                  </a:lnTo>
                  <a:lnTo>
                    <a:pt x="382" y="1005"/>
                  </a:lnTo>
                  <a:lnTo>
                    <a:pt x="410" y="1015"/>
                  </a:lnTo>
                  <a:lnTo>
                    <a:pt x="404" y="1028"/>
                  </a:lnTo>
                  <a:lnTo>
                    <a:pt x="402" y="1054"/>
                  </a:lnTo>
                  <a:lnTo>
                    <a:pt x="419" y="1071"/>
                  </a:lnTo>
                  <a:lnTo>
                    <a:pt x="430" y="1062"/>
                  </a:lnTo>
                  <a:lnTo>
                    <a:pt x="440" y="1042"/>
                  </a:lnTo>
                  <a:lnTo>
                    <a:pt x="453" y="1034"/>
                  </a:lnTo>
                  <a:lnTo>
                    <a:pt x="462" y="1038"/>
                  </a:lnTo>
                  <a:lnTo>
                    <a:pt x="465" y="1023"/>
                  </a:lnTo>
                  <a:lnTo>
                    <a:pt x="476" y="1010"/>
                  </a:lnTo>
                  <a:lnTo>
                    <a:pt x="491" y="1001"/>
                  </a:lnTo>
                  <a:lnTo>
                    <a:pt x="491" y="1021"/>
                  </a:lnTo>
                  <a:lnTo>
                    <a:pt x="502" y="1039"/>
                  </a:lnTo>
                  <a:lnTo>
                    <a:pt x="521" y="1022"/>
                  </a:lnTo>
                  <a:lnTo>
                    <a:pt x="534" y="992"/>
                  </a:lnTo>
                  <a:lnTo>
                    <a:pt x="554" y="997"/>
                  </a:lnTo>
                  <a:lnTo>
                    <a:pt x="562" y="1018"/>
                  </a:lnTo>
                  <a:lnTo>
                    <a:pt x="575" y="1024"/>
                  </a:lnTo>
                  <a:lnTo>
                    <a:pt x="581" y="1019"/>
                  </a:lnTo>
                  <a:lnTo>
                    <a:pt x="593" y="1021"/>
                  </a:lnTo>
                  <a:lnTo>
                    <a:pt x="657" y="1040"/>
                  </a:lnTo>
                  <a:lnTo>
                    <a:pt x="663" y="1060"/>
                  </a:lnTo>
                  <a:lnTo>
                    <a:pt x="671" y="1066"/>
                  </a:lnTo>
                  <a:lnTo>
                    <a:pt x="672" y="1075"/>
                  </a:lnTo>
                  <a:lnTo>
                    <a:pt x="672" y="1054"/>
                  </a:lnTo>
                  <a:lnTo>
                    <a:pt x="673" y="1054"/>
                  </a:lnTo>
                  <a:lnTo>
                    <a:pt x="698" y="1075"/>
                  </a:lnTo>
                  <a:lnTo>
                    <a:pt x="715" y="1085"/>
                  </a:lnTo>
                  <a:lnTo>
                    <a:pt x="723" y="1082"/>
                  </a:lnTo>
                  <a:lnTo>
                    <a:pt x="727" y="1092"/>
                  </a:lnTo>
                  <a:lnTo>
                    <a:pt x="725" y="1118"/>
                  </a:lnTo>
                  <a:lnTo>
                    <a:pt x="737" y="1115"/>
                  </a:lnTo>
                  <a:lnTo>
                    <a:pt x="750" y="1099"/>
                  </a:lnTo>
                  <a:lnTo>
                    <a:pt x="758" y="1121"/>
                  </a:lnTo>
                  <a:lnTo>
                    <a:pt x="763" y="1123"/>
                  </a:lnTo>
                  <a:lnTo>
                    <a:pt x="771" y="1132"/>
                  </a:lnTo>
                  <a:lnTo>
                    <a:pt x="787" y="1128"/>
                  </a:lnTo>
                  <a:lnTo>
                    <a:pt x="791" y="1140"/>
                  </a:lnTo>
                  <a:lnTo>
                    <a:pt x="798" y="1153"/>
                  </a:lnTo>
                  <a:lnTo>
                    <a:pt x="800" y="1166"/>
                  </a:lnTo>
                  <a:lnTo>
                    <a:pt x="803" y="1169"/>
                  </a:lnTo>
                  <a:lnTo>
                    <a:pt x="802" y="1180"/>
                  </a:lnTo>
                  <a:lnTo>
                    <a:pt x="792" y="1199"/>
                  </a:lnTo>
                  <a:lnTo>
                    <a:pt x="789" y="1212"/>
                  </a:lnTo>
                  <a:lnTo>
                    <a:pt x="800" y="1200"/>
                  </a:lnTo>
                  <a:lnTo>
                    <a:pt x="802" y="1215"/>
                  </a:lnTo>
                  <a:lnTo>
                    <a:pt x="801" y="1221"/>
                  </a:lnTo>
                  <a:lnTo>
                    <a:pt x="812" y="1241"/>
                  </a:lnTo>
                  <a:lnTo>
                    <a:pt x="814" y="1261"/>
                  </a:lnTo>
                  <a:lnTo>
                    <a:pt x="823" y="1275"/>
                  </a:lnTo>
                  <a:lnTo>
                    <a:pt x="877" y="1314"/>
                  </a:lnTo>
                  <a:lnTo>
                    <a:pt x="878" y="1322"/>
                  </a:lnTo>
                  <a:lnTo>
                    <a:pt x="871" y="1329"/>
                  </a:lnTo>
                  <a:lnTo>
                    <a:pt x="867" y="1336"/>
                  </a:lnTo>
                  <a:lnTo>
                    <a:pt x="872" y="1349"/>
                  </a:lnTo>
                  <a:lnTo>
                    <a:pt x="886" y="1352"/>
                  </a:lnTo>
                  <a:lnTo>
                    <a:pt x="914" y="1392"/>
                  </a:lnTo>
                  <a:lnTo>
                    <a:pt x="906" y="1397"/>
                  </a:lnTo>
                  <a:lnTo>
                    <a:pt x="882" y="1404"/>
                  </a:lnTo>
                  <a:lnTo>
                    <a:pt x="900" y="1409"/>
                  </a:lnTo>
                  <a:lnTo>
                    <a:pt x="913" y="1406"/>
                  </a:lnTo>
                  <a:lnTo>
                    <a:pt x="915" y="1422"/>
                  </a:lnTo>
                  <a:lnTo>
                    <a:pt x="892" y="1422"/>
                  </a:lnTo>
                  <a:lnTo>
                    <a:pt x="915" y="1433"/>
                  </a:lnTo>
                  <a:lnTo>
                    <a:pt x="918" y="1440"/>
                  </a:lnTo>
                  <a:lnTo>
                    <a:pt x="914" y="1457"/>
                  </a:lnTo>
                  <a:lnTo>
                    <a:pt x="911" y="1483"/>
                  </a:lnTo>
                  <a:lnTo>
                    <a:pt x="922" y="1480"/>
                  </a:lnTo>
                  <a:lnTo>
                    <a:pt x="930" y="1489"/>
                  </a:lnTo>
                  <a:lnTo>
                    <a:pt x="921" y="1501"/>
                  </a:lnTo>
                  <a:lnTo>
                    <a:pt x="941" y="1521"/>
                  </a:lnTo>
                  <a:lnTo>
                    <a:pt x="937" y="1542"/>
                  </a:lnTo>
                  <a:lnTo>
                    <a:pt x="938" y="1549"/>
                  </a:lnTo>
                  <a:lnTo>
                    <a:pt x="929" y="1544"/>
                  </a:lnTo>
                  <a:lnTo>
                    <a:pt x="927" y="1555"/>
                  </a:lnTo>
                  <a:lnTo>
                    <a:pt x="929" y="1564"/>
                  </a:lnTo>
                  <a:lnTo>
                    <a:pt x="952" y="1581"/>
                  </a:lnTo>
                  <a:lnTo>
                    <a:pt x="954" y="1587"/>
                  </a:lnTo>
                  <a:lnTo>
                    <a:pt x="956" y="1597"/>
                  </a:lnTo>
                  <a:lnTo>
                    <a:pt x="949" y="1618"/>
                  </a:lnTo>
                  <a:lnTo>
                    <a:pt x="958" y="1616"/>
                  </a:lnTo>
                  <a:lnTo>
                    <a:pt x="975" y="1607"/>
                  </a:lnTo>
                  <a:lnTo>
                    <a:pt x="967" y="1615"/>
                  </a:lnTo>
                  <a:lnTo>
                    <a:pt x="963" y="1624"/>
                  </a:lnTo>
                  <a:lnTo>
                    <a:pt x="960" y="1636"/>
                  </a:lnTo>
                  <a:lnTo>
                    <a:pt x="972" y="1646"/>
                  </a:lnTo>
                  <a:lnTo>
                    <a:pt x="962" y="1652"/>
                  </a:lnTo>
                  <a:lnTo>
                    <a:pt x="957" y="1666"/>
                  </a:lnTo>
                  <a:lnTo>
                    <a:pt x="947" y="1673"/>
                  </a:lnTo>
                  <a:lnTo>
                    <a:pt x="980" y="1683"/>
                  </a:lnTo>
                  <a:lnTo>
                    <a:pt x="999" y="1693"/>
                  </a:lnTo>
                  <a:lnTo>
                    <a:pt x="1006" y="1710"/>
                  </a:lnTo>
                  <a:lnTo>
                    <a:pt x="1005" y="1728"/>
                  </a:lnTo>
                  <a:lnTo>
                    <a:pt x="1000" y="1733"/>
                  </a:lnTo>
                  <a:lnTo>
                    <a:pt x="999" y="1748"/>
                  </a:lnTo>
                  <a:lnTo>
                    <a:pt x="1000" y="1765"/>
                  </a:lnTo>
                  <a:lnTo>
                    <a:pt x="1001" y="1781"/>
                  </a:lnTo>
                  <a:lnTo>
                    <a:pt x="992" y="1785"/>
                  </a:lnTo>
                  <a:lnTo>
                    <a:pt x="996" y="1801"/>
                  </a:lnTo>
                  <a:lnTo>
                    <a:pt x="990" y="1808"/>
                  </a:lnTo>
                  <a:lnTo>
                    <a:pt x="986" y="1825"/>
                  </a:lnTo>
                  <a:lnTo>
                    <a:pt x="981" y="1834"/>
                  </a:lnTo>
                  <a:lnTo>
                    <a:pt x="967" y="1854"/>
                  </a:lnTo>
                  <a:lnTo>
                    <a:pt x="953" y="1860"/>
                  </a:lnTo>
                  <a:lnTo>
                    <a:pt x="969" y="1878"/>
                  </a:lnTo>
                  <a:lnTo>
                    <a:pt x="992" y="1869"/>
                  </a:lnTo>
                  <a:lnTo>
                    <a:pt x="968" y="1898"/>
                  </a:lnTo>
                  <a:lnTo>
                    <a:pt x="951" y="1906"/>
                  </a:lnTo>
                  <a:lnTo>
                    <a:pt x="941" y="1921"/>
                  </a:lnTo>
                  <a:lnTo>
                    <a:pt x="946" y="1937"/>
                  </a:lnTo>
                  <a:lnTo>
                    <a:pt x="963" y="1968"/>
                  </a:lnTo>
                  <a:lnTo>
                    <a:pt x="973" y="1954"/>
                  </a:lnTo>
                  <a:lnTo>
                    <a:pt x="988" y="1970"/>
                  </a:lnTo>
                  <a:lnTo>
                    <a:pt x="1007" y="1976"/>
                  </a:lnTo>
                  <a:lnTo>
                    <a:pt x="1037" y="1960"/>
                  </a:lnTo>
                  <a:lnTo>
                    <a:pt x="1038" y="1943"/>
                  </a:lnTo>
                  <a:lnTo>
                    <a:pt x="1028" y="1931"/>
                  </a:lnTo>
                  <a:lnTo>
                    <a:pt x="1032" y="1919"/>
                  </a:lnTo>
                  <a:lnTo>
                    <a:pt x="1039" y="1926"/>
                  </a:lnTo>
                  <a:lnTo>
                    <a:pt x="1046" y="1917"/>
                  </a:lnTo>
                  <a:lnTo>
                    <a:pt x="1044" y="1908"/>
                  </a:lnTo>
                  <a:lnTo>
                    <a:pt x="1061" y="1895"/>
                  </a:lnTo>
                  <a:lnTo>
                    <a:pt x="1062" y="1865"/>
                  </a:lnTo>
                  <a:lnTo>
                    <a:pt x="1069" y="1882"/>
                  </a:lnTo>
                  <a:lnTo>
                    <a:pt x="1078" y="1899"/>
                  </a:lnTo>
                  <a:lnTo>
                    <a:pt x="1096" y="1883"/>
                  </a:lnTo>
                  <a:lnTo>
                    <a:pt x="1087" y="1904"/>
                  </a:lnTo>
                  <a:lnTo>
                    <a:pt x="1086" y="1919"/>
                  </a:lnTo>
                  <a:lnTo>
                    <a:pt x="1105" y="1926"/>
                  </a:lnTo>
                  <a:lnTo>
                    <a:pt x="1104" y="1930"/>
                  </a:lnTo>
                  <a:lnTo>
                    <a:pt x="1114" y="1930"/>
                  </a:lnTo>
                  <a:lnTo>
                    <a:pt x="1155" y="1924"/>
                  </a:lnTo>
                  <a:lnTo>
                    <a:pt x="1141" y="1941"/>
                  </a:lnTo>
                  <a:lnTo>
                    <a:pt x="1104" y="1953"/>
                  </a:lnTo>
                  <a:lnTo>
                    <a:pt x="1092" y="1969"/>
                  </a:lnTo>
                  <a:lnTo>
                    <a:pt x="1120" y="1973"/>
                  </a:lnTo>
                  <a:lnTo>
                    <a:pt x="1152" y="1962"/>
                  </a:lnTo>
                  <a:lnTo>
                    <a:pt x="1132" y="1975"/>
                  </a:lnTo>
                  <a:lnTo>
                    <a:pt x="1128" y="1994"/>
                  </a:lnTo>
                  <a:lnTo>
                    <a:pt x="1118" y="2011"/>
                  </a:lnTo>
                  <a:lnTo>
                    <a:pt x="1164" y="1981"/>
                  </a:lnTo>
                  <a:lnTo>
                    <a:pt x="1136" y="2017"/>
                  </a:lnTo>
                  <a:lnTo>
                    <a:pt x="1180" y="2012"/>
                  </a:lnTo>
                  <a:lnTo>
                    <a:pt x="1175" y="2025"/>
                  </a:lnTo>
                  <a:lnTo>
                    <a:pt x="1183" y="2033"/>
                  </a:lnTo>
                  <a:lnTo>
                    <a:pt x="1180" y="2041"/>
                  </a:lnTo>
                  <a:lnTo>
                    <a:pt x="1152" y="2029"/>
                  </a:lnTo>
                  <a:lnTo>
                    <a:pt x="1167" y="2045"/>
                  </a:lnTo>
                  <a:lnTo>
                    <a:pt x="1199" y="2059"/>
                  </a:lnTo>
                  <a:lnTo>
                    <a:pt x="1212" y="2075"/>
                  </a:lnTo>
                  <a:lnTo>
                    <a:pt x="1218" y="2091"/>
                  </a:lnTo>
                  <a:lnTo>
                    <a:pt x="1196" y="2082"/>
                  </a:lnTo>
                  <a:lnTo>
                    <a:pt x="1212" y="2092"/>
                  </a:lnTo>
                  <a:lnTo>
                    <a:pt x="1212" y="2100"/>
                  </a:lnTo>
                  <a:lnTo>
                    <a:pt x="1200" y="2103"/>
                  </a:lnTo>
                  <a:lnTo>
                    <a:pt x="1204" y="2111"/>
                  </a:lnTo>
                  <a:lnTo>
                    <a:pt x="1188" y="2105"/>
                  </a:lnTo>
                  <a:lnTo>
                    <a:pt x="1190" y="2121"/>
                  </a:lnTo>
                  <a:lnTo>
                    <a:pt x="1199" y="2132"/>
                  </a:lnTo>
                  <a:lnTo>
                    <a:pt x="1218" y="2124"/>
                  </a:lnTo>
                  <a:lnTo>
                    <a:pt x="1223" y="2136"/>
                  </a:lnTo>
                  <a:lnTo>
                    <a:pt x="1221" y="2148"/>
                  </a:lnTo>
                  <a:lnTo>
                    <a:pt x="1191" y="2142"/>
                  </a:lnTo>
                  <a:lnTo>
                    <a:pt x="1164" y="2131"/>
                  </a:lnTo>
                  <a:lnTo>
                    <a:pt x="1124" y="2094"/>
                  </a:lnTo>
                  <a:lnTo>
                    <a:pt x="1102" y="2080"/>
                  </a:lnTo>
                  <a:lnTo>
                    <a:pt x="1039" y="2071"/>
                  </a:lnTo>
                  <a:lnTo>
                    <a:pt x="1023" y="2073"/>
                  </a:lnTo>
                  <a:lnTo>
                    <a:pt x="1010" y="2091"/>
                  </a:lnTo>
                  <a:lnTo>
                    <a:pt x="1042" y="2138"/>
                  </a:lnTo>
                  <a:lnTo>
                    <a:pt x="1070" y="2147"/>
                  </a:lnTo>
                  <a:lnTo>
                    <a:pt x="1102" y="2162"/>
                  </a:lnTo>
                  <a:lnTo>
                    <a:pt x="1125" y="2190"/>
                  </a:lnTo>
                  <a:lnTo>
                    <a:pt x="1174" y="2201"/>
                  </a:lnTo>
                  <a:lnTo>
                    <a:pt x="1183" y="2194"/>
                  </a:lnTo>
                  <a:lnTo>
                    <a:pt x="1198" y="2196"/>
                  </a:lnTo>
                  <a:lnTo>
                    <a:pt x="1204" y="2202"/>
                  </a:lnTo>
                  <a:lnTo>
                    <a:pt x="1234" y="2200"/>
                  </a:lnTo>
                  <a:lnTo>
                    <a:pt x="1232" y="2216"/>
                  </a:lnTo>
                  <a:lnTo>
                    <a:pt x="1238" y="2232"/>
                  </a:lnTo>
                  <a:lnTo>
                    <a:pt x="1221" y="2238"/>
                  </a:lnTo>
                  <a:lnTo>
                    <a:pt x="1225" y="2255"/>
                  </a:lnTo>
                  <a:lnTo>
                    <a:pt x="1211" y="2261"/>
                  </a:lnTo>
                  <a:lnTo>
                    <a:pt x="1215" y="2276"/>
                  </a:lnTo>
                  <a:lnTo>
                    <a:pt x="1217" y="2281"/>
                  </a:lnTo>
                  <a:lnTo>
                    <a:pt x="1204" y="2288"/>
                  </a:lnTo>
                  <a:lnTo>
                    <a:pt x="1202" y="2313"/>
                  </a:lnTo>
                  <a:lnTo>
                    <a:pt x="1217" y="2324"/>
                  </a:lnTo>
                  <a:lnTo>
                    <a:pt x="1234" y="2312"/>
                  </a:lnTo>
                  <a:lnTo>
                    <a:pt x="1242" y="2326"/>
                  </a:lnTo>
                  <a:lnTo>
                    <a:pt x="1226" y="2337"/>
                  </a:lnTo>
                  <a:lnTo>
                    <a:pt x="1234" y="2349"/>
                  </a:lnTo>
                  <a:lnTo>
                    <a:pt x="1221" y="2350"/>
                  </a:lnTo>
                  <a:lnTo>
                    <a:pt x="1215" y="2337"/>
                  </a:lnTo>
                  <a:lnTo>
                    <a:pt x="1201" y="2334"/>
                  </a:lnTo>
                  <a:lnTo>
                    <a:pt x="1194" y="2341"/>
                  </a:lnTo>
                  <a:lnTo>
                    <a:pt x="1193" y="2356"/>
                  </a:lnTo>
                  <a:lnTo>
                    <a:pt x="1193" y="2371"/>
                  </a:lnTo>
                  <a:lnTo>
                    <a:pt x="1199" y="2378"/>
                  </a:lnTo>
                  <a:lnTo>
                    <a:pt x="1188" y="2392"/>
                  </a:lnTo>
                  <a:lnTo>
                    <a:pt x="1191" y="2398"/>
                  </a:lnTo>
                  <a:lnTo>
                    <a:pt x="1204" y="2395"/>
                  </a:lnTo>
                  <a:lnTo>
                    <a:pt x="1199" y="2404"/>
                  </a:lnTo>
                  <a:lnTo>
                    <a:pt x="1193" y="2421"/>
                  </a:lnTo>
                  <a:lnTo>
                    <a:pt x="1171" y="2428"/>
                  </a:lnTo>
                  <a:lnTo>
                    <a:pt x="1155" y="2421"/>
                  </a:lnTo>
                  <a:lnTo>
                    <a:pt x="1140" y="2420"/>
                  </a:lnTo>
                  <a:lnTo>
                    <a:pt x="1118" y="2426"/>
                  </a:lnTo>
                  <a:lnTo>
                    <a:pt x="1114" y="2436"/>
                  </a:lnTo>
                  <a:lnTo>
                    <a:pt x="1098" y="2452"/>
                  </a:lnTo>
                  <a:lnTo>
                    <a:pt x="1102" y="2462"/>
                  </a:lnTo>
                  <a:lnTo>
                    <a:pt x="1099" y="2463"/>
                  </a:lnTo>
                  <a:lnTo>
                    <a:pt x="1103" y="2474"/>
                  </a:lnTo>
                  <a:lnTo>
                    <a:pt x="1115" y="2468"/>
                  </a:lnTo>
                  <a:lnTo>
                    <a:pt x="1128" y="2476"/>
                  </a:lnTo>
                  <a:lnTo>
                    <a:pt x="1182" y="2459"/>
                  </a:lnTo>
                  <a:lnTo>
                    <a:pt x="1172" y="2442"/>
                  </a:lnTo>
                  <a:lnTo>
                    <a:pt x="1191" y="2443"/>
                  </a:lnTo>
                  <a:lnTo>
                    <a:pt x="1194" y="2447"/>
                  </a:lnTo>
                  <a:lnTo>
                    <a:pt x="1189" y="2458"/>
                  </a:lnTo>
                  <a:lnTo>
                    <a:pt x="1174" y="2466"/>
                  </a:lnTo>
                  <a:lnTo>
                    <a:pt x="1198" y="2479"/>
                  </a:lnTo>
                  <a:lnTo>
                    <a:pt x="1184" y="2476"/>
                  </a:lnTo>
                  <a:lnTo>
                    <a:pt x="1188" y="2485"/>
                  </a:lnTo>
                  <a:lnTo>
                    <a:pt x="1205" y="2493"/>
                  </a:lnTo>
                  <a:lnTo>
                    <a:pt x="1199" y="2498"/>
                  </a:lnTo>
                  <a:lnTo>
                    <a:pt x="1188" y="2493"/>
                  </a:lnTo>
                  <a:lnTo>
                    <a:pt x="1171" y="2500"/>
                  </a:lnTo>
                  <a:lnTo>
                    <a:pt x="1155" y="2502"/>
                  </a:lnTo>
                  <a:lnTo>
                    <a:pt x="1114" y="2481"/>
                  </a:lnTo>
                  <a:lnTo>
                    <a:pt x="1101" y="2487"/>
                  </a:lnTo>
                  <a:lnTo>
                    <a:pt x="1101" y="2492"/>
                  </a:lnTo>
                  <a:lnTo>
                    <a:pt x="1078" y="2485"/>
                  </a:lnTo>
                  <a:lnTo>
                    <a:pt x="1071" y="2491"/>
                  </a:lnTo>
                  <a:lnTo>
                    <a:pt x="1088" y="2491"/>
                  </a:lnTo>
                  <a:lnTo>
                    <a:pt x="1104" y="2508"/>
                  </a:lnTo>
                  <a:lnTo>
                    <a:pt x="1098" y="2513"/>
                  </a:lnTo>
                  <a:lnTo>
                    <a:pt x="1081" y="2503"/>
                  </a:lnTo>
                  <a:lnTo>
                    <a:pt x="1091" y="2516"/>
                  </a:lnTo>
                  <a:lnTo>
                    <a:pt x="1078" y="2516"/>
                  </a:lnTo>
                  <a:lnTo>
                    <a:pt x="1064" y="2525"/>
                  </a:lnTo>
                  <a:lnTo>
                    <a:pt x="1066" y="2539"/>
                  </a:lnTo>
                  <a:lnTo>
                    <a:pt x="1065" y="2555"/>
                  </a:lnTo>
                  <a:lnTo>
                    <a:pt x="1067" y="2556"/>
                  </a:lnTo>
                  <a:lnTo>
                    <a:pt x="1056" y="2570"/>
                  </a:lnTo>
                  <a:lnTo>
                    <a:pt x="1067" y="2578"/>
                  </a:lnTo>
                  <a:lnTo>
                    <a:pt x="1072" y="2575"/>
                  </a:lnTo>
                  <a:lnTo>
                    <a:pt x="1051" y="2590"/>
                  </a:lnTo>
                  <a:lnTo>
                    <a:pt x="1055" y="2600"/>
                  </a:lnTo>
                  <a:lnTo>
                    <a:pt x="1049" y="2605"/>
                  </a:lnTo>
                  <a:lnTo>
                    <a:pt x="1044" y="2615"/>
                  </a:lnTo>
                  <a:lnTo>
                    <a:pt x="1043" y="2640"/>
                  </a:lnTo>
                  <a:lnTo>
                    <a:pt x="1061" y="2653"/>
                  </a:lnTo>
                  <a:lnTo>
                    <a:pt x="1059" y="2667"/>
                  </a:lnTo>
                  <a:lnTo>
                    <a:pt x="1074" y="2664"/>
                  </a:lnTo>
                  <a:lnTo>
                    <a:pt x="1091" y="2665"/>
                  </a:lnTo>
                  <a:lnTo>
                    <a:pt x="1089" y="2685"/>
                  </a:lnTo>
                  <a:lnTo>
                    <a:pt x="1082" y="2690"/>
                  </a:lnTo>
                  <a:lnTo>
                    <a:pt x="1071" y="2705"/>
                  </a:lnTo>
                  <a:lnTo>
                    <a:pt x="1085" y="2719"/>
                  </a:lnTo>
                  <a:lnTo>
                    <a:pt x="1065" y="2716"/>
                  </a:lnTo>
                  <a:lnTo>
                    <a:pt x="1060" y="2728"/>
                  </a:lnTo>
                  <a:lnTo>
                    <a:pt x="1061" y="2742"/>
                  </a:lnTo>
                  <a:lnTo>
                    <a:pt x="1064" y="2750"/>
                  </a:lnTo>
                  <a:lnTo>
                    <a:pt x="1076" y="2750"/>
                  </a:lnTo>
                  <a:lnTo>
                    <a:pt x="1065" y="2764"/>
                  </a:lnTo>
                  <a:lnTo>
                    <a:pt x="1072" y="2767"/>
                  </a:lnTo>
                  <a:lnTo>
                    <a:pt x="1086" y="2767"/>
                  </a:lnTo>
                  <a:lnTo>
                    <a:pt x="1097" y="2764"/>
                  </a:lnTo>
                  <a:lnTo>
                    <a:pt x="1071" y="2787"/>
                  </a:lnTo>
                  <a:lnTo>
                    <a:pt x="1071" y="2797"/>
                  </a:lnTo>
                  <a:lnTo>
                    <a:pt x="1085" y="2802"/>
                  </a:lnTo>
                  <a:lnTo>
                    <a:pt x="1086" y="2810"/>
                  </a:lnTo>
                  <a:lnTo>
                    <a:pt x="1102" y="2802"/>
                  </a:lnTo>
                  <a:lnTo>
                    <a:pt x="1096" y="2805"/>
                  </a:lnTo>
                  <a:lnTo>
                    <a:pt x="1089" y="2815"/>
                  </a:lnTo>
                  <a:lnTo>
                    <a:pt x="1092" y="2823"/>
                  </a:lnTo>
                  <a:lnTo>
                    <a:pt x="1086" y="2834"/>
                  </a:lnTo>
                  <a:lnTo>
                    <a:pt x="1099" y="2830"/>
                  </a:lnTo>
                  <a:lnTo>
                    <a:pt x="1108" y="2825"/>
                  </a:lnTo>
                  <a:lnTo>
                    <a:pt x="1110" y="2856"/>
                  </a:lnTo>
                  <a:lnTo>
                    <a:pt x="1125" y="2855"/>
                  </a:lnTo>
                  <a:lnTo>
                    <a:pt x="1125" y="2864"/>
                  </a:lnTo>
                  <a:lnTo>
                    <a:pt x="1137" y="2864"/>
                  </a:lnTo>
                  <a:lnTo>
                    <a:pt x="1120" y="2882"/>
                  </a:lnTo>
                  <a:lnTo>
                    <a:pt x="1125" y="2895"/>
                  </a:lnTo>
                  <a:lnTo>
                    <a:pt x="1135" y="2880"/>
                  </a:lnTo>
                  <a:lnTo>
                    <a:pt x="1137" y="2896"/>
                  </a:lnTo>
                  <a:lnTo>
                    <a:pt x="1134" y="2900"/>
                  </a:lnTo>
                  <a:lnTo>
                    <a:pt x="1131" y="2916"/>
                  </a:lnTo>
                  <a:lnTo>
                    <a:pt x="1140" y="2920"/>
                  </a:lnTo>
                  <a:lnTo>
                    <a:pt x="1141" y="2932"/>
                  </a:lnTo>
                  <a:lnTo>
                    <a:pt x="1144" y="2945"/>
                  </a:lnTo>
                  <a:lnTo>
                    <a:pt x="1151" y="2937"/>
                  </a:lnTo>
                  <a:lnTo>
                    <a:pt x="1151" y="2941"/>
                  </a:lnTo>
                  <a:lnTo>
                    <a:pt x="1157" y="2943"/>
                  </a:lnTo>
                  <a:lnTo>
                    <a:pt x="1145" y="2957"/>
                  </a:lnTo>
                  <a:lnTo>
                    <a:pt x="1142" y="2965"/>
                  </a:lnTo>
                  <a:lnTo>
                    <a:pt x="1142" y="2979"/>
                  </a:lnTo>
                  <a:lnTo>
                    <a:pt x="1141" y="2990"/>
                  </a:lnTo>
                  <a:lnTo>
                    <a:pt x="1141" y="3002"/>
                  </a:lnTo>
                  <a:lnTo>
                    <a:pt x="1145" y="3017"/>
                  </a:lnTo>
                  <a:lnTo>
                    <a:pt x="1151" y="3013"/>
                  </a:lnTo>
                  <a:lnTo>
                    <a:pt x="1164" y="3013"/>
                  </a:lnTo>
                  <a:lnTo>
                    <a:pt x="1175" y="2990"/>
                  </a:lnTo>
                  <a:lnTo>
                    <a:pt x="1190" y="2961"/>
                  </a:lnTo>
                  <a:lnTo>
                    <a:pt x="1198" y="2965"/>
                  </a:lnTo>
                  <a:lnTo>
                    <a:pt x="1211" y="2960"/>
                  </a:lnTo>
                  <a:lnTo>
                    <a:pt x="1218" y="2944"/>
                  </a:lnTo>
                  <a:lnTo>
                    <a:pt x="1237" y="2954"/>
                  </a:lnTo>
                  <a:lnTo>
                    <a:pt x="1248" y="2952"/>
                  </a:lnTo>
                  <a:lnTo>
                    <a:pt x="1255" y="2968"/>
                  </a:lnTo>
                  <a:lnTo>
                    <a:pt x="1226" y="2960"/>
                  </a:lnTo>
                  <a:lnTo>
                    <a:pt x="1216" y="2970"/>
                  </a:lnTo>
                  <a:lnTo>
                    <a:pt x="1215" y="2977"/>
                  </a:lnTo>
                  <a:lnTo>
                    <a:pt x="1228" y="2988"/>
                  </a:lnTo>
                  <a:lnTo>
                    <a:pt x="1247" y="2988"/>
                  </a:lnTo>
                  <a:lnTo>
                    <a:pt x="1218" y="3000"/>
                  </a:lnTo>
                  <a:lnTo>
                    <a:pt x="1206" y="3002"/>
                  </a:lnTo>
                  <a:lnTo>
                    <a:pt x="1202" y="3018"/>
                  </a:lnTo>
                  <a:lnTo>
                    <a:pt x="1191" y="3025"/>
                  </a:lnTo>
                  <a:lnTo>
                    <a:pt x="1175" y="3027"/>
                  </a:lnTo>
                  <a:lnTo>
                    <a:pt x="1173" y="3036"/>
                  </a:lnTo>
                  <a:lnTo>
                    <a:pt x="1179" y="3057"/>
                  </a:lnTo>
                  <a:lnTo>
                    <a:pt x="1177" y="3082"/>
                  </a:lnTo>
                  <a:lnTo>
                    <a:pt x="1187" y="3078"/>
                  </a:lnTo>
                  <a:lnTo>
                    <a:pt x="1177" y="3093"/>
                  </a:lnTo>
                  <a:lnTo>
                    <a:pt x="1187" y="3110"/>
                  </a:lnTo>
                  <a:lnTo>
                    <a:pt x="1190" y="3119"/>
                  </a:lnTo>
                  <a:lnTo>
                    <a:pt x="1195" y="3116"/>
                  </a:lnTo>
                  <a:lnTo>
                    <a:pt x="1198" y="3136"/>
                  </a:lnTo>
                  <a:lnTo>
                    <a:pt x="1212" y="3160"/>
                  </a:lnTo>
                  <a:lnTo>
                    <a:pt x="1217" y="3162"/>
                  </a:lnTo>
                  <a:lnTo>
                    <a:pt x="1217" y="3165"/>
                  </a:lnTo>
                  <a:lnTo>
                    <a:pt x="1218" y="3170"/>
                  </a:lnTo>
                  <a:lnTo>
                    <a:pt x="1234" y="3173"/>
                  </a:lnTo>
                  <a:lnTo>
                    <a:pt x="1236" y="3186"/>
                  </a:lnTo>
                  <a:lnTo>
                    <a:pt x="1241" y="3195"/>
                  </a:lnTo>
                  <a:lnTo>
                    <a:pt x="1242" y="3203"/>
                  </a:lnTo>
                  <a:lnTo>
                    <a:pt x="1249" y="3196"/>
                  </a:lnTo>
                  <a:lnTo>
                    <a:pt x="1254" y="3195"/>
                  </a:lnTo>
                  <a:lnTo>
                    <a:pt x="1247" y="3212"/>
                  </a:lnTo>
                  <a:lnTo>
                    <a:pt x="1247" y="3226"/>
                  </a:lnTo>
                  <a:lnTo>
                    <a:pt x="1250" y="3232"/>
                  </a:lnTo>
                  <a:lnTo>
                    <a:pt x="1260" y="3233"/>
                  </a:lnTo>
                  <a:lnTo>
                    <a:pt x="1269" y="3238"/>
                  </a:lnTo>
                  <a:lnTo>
                    <a:pt x="1265" y="3246"/>
                  </a:lnTo>
                  <a:lnTo>
                    <a:pt x="1265" y="3255"/>
                  </a:lnTo>
                  <a:lnTo>
                    <a:pt x="1276" y="3260"/>
                  </a:lnTo>
                  <a:lnTo>
                    <a:pt x="1285" y="3260"/>
                  </a:lnTo>
                  <a:lnTo>
                    <a:pt x="1275" y="3265"/>
                  </a:lnTo>
                  <a:lnTo>
                    <a:pt x="1279" y="3272"/>
                  </a:lnTo>
                  <a:lnTo>
                    <a:pt x="1288" y="3270"/>
                  </a:lnTo>
                  <a:lnTo>
                    <a:pt x="1281" y="3275"/>
                  </a:lnTo>
                  <a:lnTo>
                    <a:pt x="1273" y="3277"/>
                  </a:lnTo>
                  <a:lnTo>
                    <a:pt x="1276" y="3282"/>
                  </a:lnTo>
                  <a:lnTo>
                    <a:pt x="1277" y="3288"/>
                  </a:lnTo>
                  <a:lnTo>
                    <a:pt x="1291" y="3286"/>
                  </a:lnTo>
                  <a:lnTo>
                    <a:pt x="1308" y="3272"/>
                  </a:lnTo>
                  <a:lnTo>
                    <a:pt x="1313" y="3276"/>
                  </a:lnTo>
                  <a:lnTo>
                    <a:pt x="1314" y="3283"/>
                  </a:lnTo>
                  <a:lnTo>
                    <a:pt x="1300" y="3292"/>
                  </a:lnTo>
                  <a:lnTo>
                    <a:pt x="1291" y="3298"/>
                  </a:lnTo>
                  <a:lnTo>
                    <a:pt x="1293" y="3304"/>
                  </a:lnTo>
                  <a:lnTo>
                    <a:pt x="1300" y="3313"/>
                  </a:lnTo>
                  <a:lnTo>
                    <a:pt x="1308" y="3319"/>
                  </a:lnTo>
                  <a:lnTo>
                    <a:pt x="1308" y="3324"/>
                  </a:lnTo>
                  <a:lnTo>
                    <a:pt x="1316" y="3325"/>
                  </a:lnTo>
                  <a:lnTo>
                    <a:pt x="1311" y="3332"/>
                  </a:lnTo>
                  <a:lnTo>
                    <a:pt x="1297" y="3339"/>
                  </a:lnTo>
                  <a:lnTo>
                    <a:pt x="1300" y="3343"/>
                  </a:lnTo>
                  <a:lnTo>
                    <a:pt x="1312" y="3350"/>
                  </a:lnTo>
                  <a:lnTo>
                    <a:pt x="1320" y="3347"/>
                  </a:lnTo>
                  <a:lnTo>
                    <a:pt x="1338" y="3337"/>
                  </a:lnTo>
                  <a:lnTo>
                    <a:pt x="1344" y="3337"/>
                  </a:lnTo>
                  <a:lnTo>
                    <a:pt x="1355" y="3342"/>
                  </a:lnTo>
                  <a:lnTo>
                    <a:pt x="1311" y="3358"/>
                  </a:lnTo>
                  <a:lnTo>
                    <a:pt x="1314" y="3361"/>
                  </a:lnTo>
                  <a:lnTo>
                    <a:pt x="1322" y="3358"/>
                  </a:lnTo>
                  <a:lnTo>
                    <a:pt x="1334" y="3358"/>
                  </a:lnTo>
                  <a:lnTo>
                    <a:pt x="1336" y="3361"/>
                  </a:lnTo>
                  <a:lnTo>
                    <a:pt x="1335" y="3364"/>
                  </a:lnTo>
                  <a:lnTo>
                    <a:pt x="1334" y="3373"/>
                  </a:lnTo>
                  <a:lnTo>
                    <a:pt x="1340" y="3378"/>
                  </a:lnTo>
                  <a:lnTo>
                    <a:pt x="1344" y="3379"/>
                  </a:lnTo>
                  <a:lnTo>
                    <a:pt x="1356" y="3374"/>
                  </a:lnTo>
                  <a:lnTo>
                    <a:pt x="1360" y="3379"/>
                  </a:lnTo>
                  <a:lnTo>
                    <a:pt x="1362" y="3386"/>
                  </a:lnTo>
                  <a:lnTo>
                    <a:pt x="1363" y="3388"/>
                  </a:lnTo>
                  <a:lnTo>
                    <a:pt x="1373" y="3390"/>
                  </a:lnTo>
                  <a:lnTo>
                    <a:pt x="1382" y="3395"/>
                  </a:lnTo>
                  <a:lnTo>
                    <a:pt x="1386" y="3394"/>
                  </a:lnTo>
                  <a:lnTo>
                    <a:pt x="1389" y="3397"/>
                  </a:lnTo>
                  <a:lnTo>
                    <a:pt x="1388" y="3400"/>
                  </a:lnTo>
                  <a:lnTo>
                    <a:pt x="1373" y="3411"/>
                  </a:lnTo>
                  <a:lnTo>
                    <a:pt x="1363" y="3416"/>
                  </a:lnTo>
                  <a:lnTo>
                    <a:pt x="1359" y="3422"/>
                  </a:lnTo>
                  <a:lnTo>
                    <a:pt x="1370" y="3420"/>
                  </a:lnTo>
                  <a:lnTo>
                    <a:pt x="1377" y="3421"/>
                  </a:lnTo>
                  <a:lnTo>
                    <a:pt x="1400" y="3420"/>
                  </a:lnTo>
                  <a:lnTo>
                    <a:pt x="1397" y="3410"/>
                  </a:lnTo>
                  <a:lnTo>
                    <a:pt x="1397" y="3407"/>
                  </a:lnTo>
                  <a:lnTo>
                    <a:pt x="1399" y="3406"/>
                  </a:lnTo>
                  <a:lnTo>
                    <a:pt x="1410" y="3410"/>
                  </a:lnTo>
                  <a:lnTo>
                    <a:pt x="1419" y="3407"/>
                  </a:lnTo>
                  <a:lnTo>
                    <a:pt x="1442" y="3410"/>
                  </a:lnTo>
                  <a:lnTo>
                    <a:pt x="1462" y="3397"/>
                  </a:lnTo>
                  <a:lnTo>
                    <a:pt x="1464" y="3401"/>
                  </a:lnTo>
                  <a:lnTo>
                    <a:pt x="1480" y="3394"/>
                  </a:lnTo>
                  <a:lnTo>
                    <a:pt x="1478" y="3401"/>
                  </a:lnTo>
                  <a:lnTo>
                    <a:pt x="1476" y="3407"/>
                  </a:lnTo>
                  <a:lnTo>
                    <a:pt x="1483" y="3410"/>
                  </a:lnTo>
                  <a:lnTo>
                    <a:pt x="1499" y="3404"/>
                  </a:lnTo>
                  <a:lnTo>
                    <a:pt x="1495" y="3409"/>
                  </a:lnTo>
                  <a:lnTo>
                    <a:pt x="1470" y="3422"/>
                  </a:lnTo>
                  <a:lnTo>
                    <a:pt x="1478" y="3422"/>
                  </a:lnTo>
                  <a:lnTo>
                    <a:pt x="1465" y="3431"/>
                  </a:lnTo>
                  <a:lnTo>
                    <a:pt x="1470" y="3433"/>
                  </a:lnTo>
                  <a:lnTo>
                    <a:pt x="1474" y="3432"/>
                  </a:lnTo>
                  <a:lnTo>
                    <a:pt x="1483" y="3426"/>
                  </a:lnTo>
                  <a:lnTo>
                    <a:pt x="1491" y="3427"/>
                  </a:lnTo>
                  <a:lnTo>
                    <a:pt x="1501" y="3418"/>
                  </a:lnTo>
                  <a:lnTo>
                    <a:pt x="1508" y="3407"/>
                  </a:lnTo>
                  <a:lnTo>
                    <a:pt x="1512" y="3410"/>
                  </a:lnTo>
                  <a:lnTo>
                    <a:pt x="1508" y="3421"/>
                  </a:lnTo>
                  <a:lnTo>
                    <a:pt x="1496" y="3429"/>
                  </a:lnTo>
                  <a:lnTo>
                    <a:pt x="1491" y="3437"/>
                  </a:lnTo>
                  <a:lnTo>
                    <a:pt x="1495" y="3442"/>
                  </a:lnTo>
                  <a:lnTo>
                    <a:pt x="1497" y="3450"/>
                  </a:lnTo>
                  <a:lnTo>
                    <a:pt x="1500" y="3455"/>
                  </a:lnTo>
                  <a:lnTo>
                    <a:pt x="1502" y="3461"/>
                  </a:lnTo>
                  <a:lnTo>
                    <a:pt x="1506" y="3455"/>
                  </a:lnTo>
                  <a:lnTo>
                    <a:pt x="1511" y="3444"/>
                  </a:lnTo>
                  <a:lnTo>
                    <a:pt x="1516" y="3440"/>
                  </a:lnTo>
                  <a:lnTo>
                    <a:pt x="1521" y="3440"/>
                  </a:lnTo>
                  <a:lnTo>
                    <a:pt x="1519" y="3448"/>
                  </a:lnTo>
                  <a:lnTo>
                    <a:pt x="1516" y="3461"/>
                  </a:lnTo>
                  <a:lnTo>
                    <a:pt x="1518" y="3465"/>
                  </a:lnTo>
                  <a:lnTo>
                    <a:pt x="1528" y="3461"/>
                  </a:lnTo>
                  <a:lnTo>
                    <a:pt x="1537" y="3452"/>
                  </a:lnTo>
                  <a:lnTo>
                    <a:pt x="1537" y="3458"/>
                  </a:lnTo>
                  <a:lnTo>
                    <a:pt x="1534" y="3474"/>
                  </a:lnTo>
                  <a:lnTo>
                    <a:pt x="1529" y="3477"/>
                  </a:lnTo>
                  <a:lnTo>
                    <a:pt x="1522" y="3487"/>
                  </a:lnTo>
                  <a:lnTo>
                    <a:pt x="1522" y="3493"/>
                  </a:lnTo>
                  <a:lnTo>
                    <a:pt x="1524" y="3493"/>
                  </a:lnTo>
                  <a:lnTo>
                    <a:pt x="1527" y="3501"/>
                  </a:lnTo>
                  <a:lnTo>
                    <a:pt x="1530" y="3502"/>
                  </a:lnTo>
                  <a:lnTo>
                    <a:pt x="1542" y="3501"/>
                  </a:lnTo>
                  <a:lnTo>
                    <a:pt x="1550" y="3510"/>
                  </a:lnTo>
                  <a:lnTo>
                    <a:pt x="1564" y="3507"/>
                  </a:lnTo>
                  <a:lnTo>
                    <a:pt x="1577" y="3492"/>
                  </a:lnTo>
                  <a:lnTo>
                    <a:pt x="1583" y="3482"/>
                  </a:lnTo>
                  <a:lnTo>
                    <a:pt x="1583" y="3487"/>
                  </a:lnTo>
                  <a:lnTo>
                    <a:pt x="1586" y="3497"/>
                  </a:lnTo>
                  <a:lnTo>
                    <a:pt x="1618" y="3499"/>
                  </a:lnTo>
                  <a:lnTo>
                    <a:pt x="1636" y="3498"/>
                  </a:lnTo>
                  <a:lnTo>
                    <a:pt x="1636" y="3497"/>
                  </a:lnTo>
                  <a:lnTo>
                    <a:pt x="1634" y="3490"/>
                  </a:lnTo>
                  <a:lnTo>
                    <a:pt x="1635" y="3485"/>
                  </a:lnTo>
                  <a:lnTo>
                    <a:pt x="1632" y="3476"/>
                  </a:lnTo>
                  <a:lnTo>
                    <a:pt x="1629" y="3467"/>
                  </a:lnTo>
                  <a:lnTo>
                    <a:pt x="1624" y="3466"/>
                  </a:lnTo>
                  <a:lnTo>
                    <a:pt x="1605" y="3454"/>
                  </a:lnTo>
                  <a:lnTo>
                    <a:pt x="1624" y="3458"/>
                  </a:lnTo>
                  <a:lnTo>
                    <a:pt x="1632" y="3458"/>
                  </a:lnTo>
                  <a:lnTo>
                    <a:pt x="1636" y="3453"/>
                  </a:lnTo>
                  <a:lnTo>
                    <a:pt x="1645" y="3454"/>
                  </a:lnTo>
                  <a:lnTo>
                    <a:pt x="1650" y="3449"/>
                  </a:lnTo>
                  <a:lnTo>
                    <a:pt x="1648" y="3432"/>
                  </a:lnTo>
                  <a:lnTo>
                    <a:pt x="1650" y="3420"/>
                  </a:lnTo>
                  <a:lnTo>
                    <a:pt x="1651" y="3412"/>
                  </a:lnTo>
                  <a:lnTo>
                    <a:pt x="1656" y="3405"/>
                  </a:lnTo>
                  <a:lnTo>
                    <a:pt x="1661" y="3379"/>
                  </a:lnTo>
                  <a:lnTo>
                    <a:pt x="1661" y="3373"/>
                  </a:lnTo>
                  <a:lnTo>
                    <a:pt x="1658" y="3372"/>
                  </a:lnTo>
                  <a:lnTo>
                    <a:pt x="1661" y="3367"/>
                  </a:lnTo>
                  <a:lnTo>
                    <a:pt x="1669" y="3358"/>
                  </a:lnTo>
                  <a:lnTo>
                    <a:pt x="1674" y="3348"/>
                  </a:lnTo>
                  <a:lnTo>
                    <a:pt x="1669" y="3348"/>
                  </a:lnTo>
                  <a:lnTo>
                    <a:pt x="1672" y="3340"/>
                  </a:lnTo>
                  <a:lnTo>
                    <a:pt x="1684" y="3318"/>
                  </a:lnTo>
                  <a:lnTo>
                    <a:pt x="1690" y="3311"/>
                  </a:lnTo>
                  <a:lnTo>
                    <a:pt x="1687" y="3305"/>
                  </a:lnTo>
                  <a:lnTo>
                    <a:pt x="1690" y="3296"/>
                  </a:lnTo>
                  <a:lnTo>
                    <a:pt x="1689" y="3287"/>
                  </a:lnTo>
                  <a:lnTo>
                    <a:pt x="1682" y="3282"/>
                  </a:lnTo>
                  <a:lnTo>
                    <a:pt x="1679" y="3239"/>
                  </a:lnTo>
                  <a:lnTo>
                    <a:pt x="1673" y="3235"/>
                  </a:lnTo>
                  <a:lnTo>
                    <a:pt x="1674" y="3230"/>
                  </a:lnTo>
                  <a:lnTo>
                    <a:pt x="1669" y="3216"/>
                  </a:lnTo>
                  <a:lnTo>
                    <a:pt x="1651" y="3210"/>
                  </a:lnTo>
                  <a:lnTo>
                    <a:pt x="1667" y="3205"/>
                  </a:lnTo>
                  <a:lnTo>
                    <a:pt x="1669" y="3201"/>
                  </a:lnTo>
                  <a:lnTo>
                    <a:pt x="1669" y="3195"/>
                  </a:lnTo>
                  <a:lnTo>
                    <a:pt x="1673" y="3191"/>
                  </a:lnTo>
                  <a:lnTo>
                    <a:pt x="1680" y="3190"/>
                  </a:lnTo>
                  <a:lnTo>
                    <a:pt x="1684" y="3192"/>
                  </a:lnTo>
                  <a:lnTo>
                    <a:pt x="1691" y="3192"/>
                  </a:lnTo>
                  <a:lnTo>
                    <a:pt x="1711" y="3189"/>
                  </a:lnTo>
                  <a:lnTo>
                    <a:pt x="1715" y="3180"/>
                  </a:lnTo>
                  <a:lnTo>
                    <a:pt x="1723" y="3179"/>
                  </a:lnTo>
                  <a:lnTo>
                    <a:pt x="1723" y="3169"/>
                  </a:lnTo>
                  <a:lnTo>
                    <a:pt x="1714" y="3170"/>
                  </a:lnTo>
                  <a:lnTo>
                    <a:pt x="1700" y="3160"/>
                  </a:lnTo>
                  <a:lnTo>
                    <a:pt x="1689" y="3152"/>
                  </a:lnTo>
                  <a:lnTo>
                    <a:pt x="1696" y="3152"/>
                  </a:lnTo>
                  <a:lnTo>
                    <a:pt x="1702" y="3158"/>
                  </a:lnTo>
                  <a:lnTo>
                    <a:pt x="1709" y="3160"/>
                  </a:lnTo>
                  <a:lnTo>
                    <a:pt x="1729" y="3162"/>
                  </a:lnTo>
                  <a:lnTo>
                    <a:pt x="1729" y="3156"/>
                  </a:lnTo>
                  <a:lnTo>
                    <a:pt x="1716" y="3154"/>
                  </a:lnTo>
                  <a:lnTo>
                    <a:pt x="1714" y="3146"/>
                  </a:lnTo>
                  <a:lnTo>
                    <a:pt x="1720" y="3144"/>
                  </a:lnTo>
                  <a:lnTo>
                    <a:pt x="1722" y="3140"/>
                  </a:lnTo>
                  <a:lnTo>
                    <a:pt x="1716" y="3133"/>
                  </a:lnTo>
                  <a:lnTo>
                    <a:pt x="1717" y="3130"/>
                  </a:lnTo>
                  <a:lnTo>
                    <a:pt x="1728" y="3138"/>
                  </a:lnTo>
                  <a:lnTo>
                    <a:pt x="1739" y="3141"/>
                  </a:lnTo>
                  <a:lnTo>
                    <a:pt x="1737" y="3131"/>
                  </a:lnTo>
                  <a:lnTo>
                    <a:pt x="1745" y="3130"/>
                  </a:lnTo>
                  <a:lnTo>
                    <a:pt x="1742" y="3124"/>
                  </a:lnTo>
                  <a:lnTo>
                    <a:pt x="1741" y="3117"/>
                  </a:lnTo>
                  <a:lnTo>
                    <a:pt x="1748" y="3121"/>
                  </a:lnTo>
                  <a:lnTo>
                    <a:pt x="1755" y="3119"/>
                  </a:lnTo>
                  <a:lnTo>
                    <a:pt x="1757" y="3115"/>
                  </a:lnTo>
                  <a:lnTo>
                    <a:pt x="1758" y="3103"/>
                  </a:lnTo>
                  <a:lnTo>
                    <a:pt x="1764" y="3101"/>
                  </a:lnTo>
                  <a:lnTo>
                    <a:pt x="1764" y="3090"/>
                  </a:lnTo>
                  <a:lnTo>
                    <a:pt x="1760" y="3085"/>
                  </a:lnTo>
                  <a:lnTo>
                    <a:pt x="1727" y="3077"/>
                  </a:lnTo>
                  <a:lnTo>
                    <a:pt x="1728" y="3071"/>
                  </a:lnTo>
                  <a:lnTo>
                    <a:pt x="1759" y="3079"/>
                  </a:lnTo>
                  <a:lnTo>
                    <a:pt x="1774" y="3077"/>
                  </a:lnTo>
                  <a:lnTo>
                    <a:pt x="1763" y="3045"/>
                  </a:lnTo>
                  <a:lnTo>
                    <a:pt x="1768" y="3041"/>
                  </a:lnTo>
                  <a:lnTo>
                    <a:pt x="1770" y="3036"/>
                  </a:lnTo>
                  <a:lnTo>
                    <a:pt x="1764" y="3027"/>
                  </a:lnTo>
                  <a:lnTo>
                    <a:pt x="1726" y="3022"/>
                  </a:lnTo>
                  <a:lnTo>
                    <a:pt x="1722" y="3008"/>
                  </a:lnTo>
                  <a:lnTo>
                    <a:pt x="1732" y="3011"/>
                  </a:lnTo>
                  <a:lnTo>
                    <a:pt x="1755" y="2997"/>
                  </a:lnTo>
                  <a:lnTo>
                    <a:pt x="1772" y="2997"/>
                  </a:lnTo>
                  <a:lnTo>
                    <a:pt x="1784" y="3002"/>
                  </a:lnTo>
                  <a:lnTo>
                    <a:pt x="1786" y="2998"/>
                  </a:lnTo>
                  <a:lnTo>
                    <a:pt x="1777" y="2995"/>
                  </a:lnTo>
                  <a:lnTo>
                    <a:pt x="1770" y="2987"/>
                  </a:lnTo>
                  <a:lnTo>
                    <a:pt x="1766" y="2966"/>
                  </a:lnTo>
                  <a:lnTo>
                    <a:pt x="1758" y="2958"/>
                  </a:lnTo>
                  <a:lnTo>
                    <a:pt x="1753" y="2943"/>
                  </a:lnTo>
                  <a:lnTo>
                    <a:pt x="1747" y="2938"/>
                  </a:lnTo>
                  <a:lnTo>
                    <a:pt x="1744" y="2928"/>
                  </a:lnTo>
                  <a:lnTo>
                    <a:pt x="1733" y="2931"/>
                  </a:lnTo>
                  <a:lnTo>
                    <a:pt x="1743" y="2906"/>
                  </a:lnTo>
                  <a:lnTo>
                    <a:pt x="1749" y="2912"/>
                  </a:lnTo>
                  <a:lnTo>
                    <a:pt x="1760" y="2911"/>
                  </a:lnTo>
                  <a:lnTo>
                    <a:pt x="1768" y="2916"/>
                  </a:lnTo>
                  <a:lnTo>
                    <a:pt x="1768" y="2905"/>
                  </a:lnTo>
                  <a:lnTo>
                    <a:pt x="1776" y="2907"/>
                  </a:lnTo>
                  <a:lnTo>
                    <a:pt x="1782" y="2915"/>
                  </a:lnTo>
                  <a:lnTo>
                    <a:pt x="1786" y="2909"/>
                  </a:lnTo>
                  <a:lnTo>
                    <a:pt x="1793" y="2917"/>
                  </a:lnTo>
                  <a:lnTo>
                    <a:pt x="1801" y="2909"/>
                  </a:lnTo>
                  <a:lnTo>
                    <a:pt x="1801" y="2901"/>
                  </a:lnTo>
                  <a:lnTo>
                    <a:pt x="1813" y="2885"/>
                  </a:lnTo>
                  <a:lnTo>
                    <a:pt x="1808" y="2877"/>
                  </a:lnTo>
                  <a:lnTo>
                    <a:pt x="1809" y="2871"/>
                  </a:lnTo>
                  <a:lnTo>
                    <a:pt x="1807" y="2863"/>
                  </a:lnTo>
                  <a:lnTo>
                    <a:pt x="1793" y="2855"/>
                  </a:lnTo>
                  <a:lnTo>
                    <a:pt x="1801" y="2852"/>
                  </a:lnTo>
                  <a:lnTo>
                    <a:pt x="1804" y="2848"/>
                  </a:lnTo>
                  <a:lnTo>
                    <a:pt x="1812" y="2852"/>
                  </a:lnTo>
                  <a:lnTo>
                    <a:pt x="1819" y="2832"/>
                  </a:lnTo>
                  <a:lnTo>
                    <a:pt x="1827" y="2836"/>
                  </a:lnTo>
                  <a:lnTo>
                    <a:pt x="1829" y="2845"/>
                  </a:lnTo>
                  <a:lnTo>
                    <a:pt x="1836" y="2846"/>
                  </a:lnTo>
                  <a:lnTo>
                    <a:pt x="1841" y="2830"/>
                  </a:lnTo>
                  <a:lnTo>
                    <a:pt x="1851" y="2839"/>
                  </a:lnTo>
                  <a:lnTo>
                    <a:pt x="1854" y="2845"/>
                  </a:lnTo>
                  <a:lnTo>
                    <a:pt x="1862" y="2842"/>
                  </a:lnTo>
                  <a:lnTo>
                    <a:pt x="1878" y="2841"/>
                  </a:lnTo>
                  <a:lnTo>
                    <a:pt x="1871" y="2831"/>
                  </a:lnTo>
                  <a:lnTo>
                    <a:pt x="1886" y="2831"/>
                  </a:lnTo>
                  <a:lnTo>
                    <a:pt x="1898" y="2837"/>
                  </a:lnTo>
                  <a:lnTo>
                    <a:pt x="1899" y="2828"/>
                  </a:lnTo>
                  <a:lnTo>
                    <a:pt x="1904" y="2828"/>
                  </a:lnTo>
                  <a:lnTo>
                    <a:pt x="1901" y="2818"/>
                  </a:lnTo>
                  <a:lnTo>
                    <a:pt x="1904" y="2815"/>
                  </a:lnTo>
                  <a:lnTo>
                    <a:pt x="1900" y="2812"/>
                  </a:lnTo>
                  <a:lnTo>
                    <a:pt x="1895" y="2812"/>
                  </a:lnTo>
                  <a:lnTo>
                    <a:pt x="1888" y="2803"/>
                  </a:lnTo>
                  <a:lnTo>
                    <a:pt x="1890" y="2788"/>
                  </a:lnTo>
                  <a:lnTo>
                    <a:pt x="1900" y="2801"/>
                  </a:lnTo>
                  <a:lnTo>
                    <a:pt x="1901" y="2792"/>
                  </a:lnTo>
                  <a:lnTo>
                    <a:pt x="1906" y="2796"/>
                  </a:lnTo>
                  <a:lnTo>
                    <a:pt x="1911" y="2796"/>
                  </a:lnTo>
                  <a:lnTo>
                    <a:pt x="1914" y="2782"/>
                  </a:lnTo>
                  <a:lnTo>
                    <a:pt x="1904" y="2774"/>
                  </a:lnTo>
                  <a:lnTo>
                    <a:pt x="1916" y="2767"/>
                  </a:lnTo>
                  <a:lnTo>
                    <a:pt x="1914" y="2761"/>
                  </a:lnTo>
                  <a:lnTo>
                    <a:pt x="1919" y="2755"/>
                  </a:lnTo>
                  <a:lnTo>
                    <a:pt x="1925" y="2756"/>
                  </a:lnTo>
                  <a:lnTo>
                    <a:pt x="1911" y="2745"/>
                  </a:lnTo>
                  <a:lnTo>
                    <a:pt x="1910" y="2739"/>
                  </a:lnTo>
                  <a:lnTo>
                    <a:pt x="1919" y="2744"/>
                  </a:lnTo>
                  <a:lnTo>
                    <a:pt x="1922" y="2731"/>
                  </a:lnTo>
                  <a:lnTo>
                    <a:pt x="1933" y="2746"/>
                  </a:lnTo>
                  <a:lnTo>
                    <a:pt x="1941" y="2744"/>
                  </a:lnTo>
                  <a:lnTo>
                    <a:pt x="1947" y="2746"/>
                  </a:lnTo>
                  <a:lnTo>
                    <a:pt x="1960" y="2745"/>
                  </a:lnTo>
                  <a:lnTo>
                    <a:pt x="1936" y="2765"/>
                  </a:lnTo>
                  <a:lnTo>
                    <a:pt x="1935" y="2777"/>
                  </a:lnTo>
                  <a:lnTo>
                    <a:pt x="1925" y="2787"/>
                  </a:lnTo>
                  <a:lnTo>
                    <a:pt x="1927" y="2793"/>
                  </a:lnTo>
                  <a:lnTo>
                    <a:pt x="1927" y="2797"/>
                  </a:lnTo>
                  <a:lnTo>
                    <a:pt x="1930" y="2799"/>
                  </a:lnTo>
                  <a:lnTo>
                    <a:pt x="1936" y="2799"/>
                  </a:lnTo>
                  <a:lnTo>
                    <a:pt x="1943" y="2803"/>
                  </a:lnTo>
                  <a:lnTo>
                    <a:pt x="1954" y="2812"/>
                  </a:lnTo>
                  <a:lnTo>
                    <a:pt x="1956" y="2804"/>
                  </a:lnTo>
                  <a:lnTo>
                    <a:pt x="1947" y="2796"/>
                  </a:lnTo>
                  <a:lnTo>
                    <a:pt x="1957" y="2801"/>
                  </a:lnTo>
                  <a:lnTo>
                    <a:pt x="1956" y="2788"/>
                  </a:lnTo>
                  <a:lnTo>
                    <a:pt x="1957" y="2775"/>
                  </a:lnTo>
                  <a:lnTo>
                    <a:pt x="1967" y="2785"/>
                  </a:lnTo>
                  <a:lnTo>
                    <a:pt x="1973" y="2802"/>
                  </a:lnTo>
                  <a:lnTo>
                    <a:pt x="1983" y="2801"/>
                  </a:lnTo>
                  <a:lnTo>
                    <a:pt x="1987" y="2810"/>
                  </a:lnTo>
                  <a:lnTo>
                    <a:pt x="1992" y="2794"/>
                  </a:lnTo>
                  <a:lnTo>
                    <a:pt x="1997" y="2782"/>
                  </a:lnTo>
                  <a:lnTo>
                    <a:pt x="2005" y="2781"/>
                  </a:lnTo>
                  <a:lnTo>
                    <a:pt x="2002" y="2797"/>
                  </a:lnTo>
                  <a:lnTo>
                    <a:pt x="2007" y="2793"/>
                  </a:lnTo>
                  <a:lnTo>
                    <a:pt x="2012" y="2797"/>
                  </a:lnTo>
                  <a:lnTo>
                    <a:pt x="2014" y="2793"/>
                  </a:lnTo>
                  <a:lnTo>
                    <a:pt x="2022" y="2801"/>
                  </a:lnTo>
                  <a:lnTo>
                    <a:pt x="2023" y="2788"/>
                  </a:lnTo>
                  <a:lnTo>
                    <a:pt x="2028" y="2774"/>
                  </a:lnTo>
                  <a:lnTo>
                    <a:pt x="2038" y="2778"/>
                  </a:lnTo>
                  <a:lnTo>
                    <a:pt x="2038" y="2767"/>
                  </a:lnTo>
                  <a:lnTo>
                    <a:pt x="2042" y="2758"/>
                  </a:lnTo>
                  <a:lnTo>
                    <a:pt x="2034" y="2746"/>
                  </a:lnTo>
                  <a:lnTo>
                    <a:pt x="2030" y="2740"/>
                  </a:lnTo>
                  <a:lnTo>
                    <a:pt x="2033" y="2731"/>
                  </a:lnTo>
                  <a:lnTo>
                    <a:pt x="2044" y="2744"/>
                  </a:lnTo>
                  <a:lnTo>
                    <a:pt x="2065" y="2753"/>
                  </a:lnTo>
                  <a:lnTo>
                    <a:pt x="2072" y="2753"/>
                  </a:lnTo>
                  <a:lnTo>
                    <a:pt x="2065" y="2740"/>
                  </a:lnTo>
                  <a:lnTo>
                    <a:pt x="2073" y="2728"/>
                  </a:lnTo>
                  <a:lnTo>
                    <a:pt x="2076" y="2740"/>
                  </a:lnTo>
                  <a:lnTo>
                    <a:pt x="2081" y="2744"/>
                  </a:lnTo>
                  <a:lnTo>
                    <a:pt x="2086" y="2739"/>
                  </a:lnTo>
                  <a:lnTo>
                    <a:pt x="2093" y="2739"/>
                  </a:lnTo>
                  <a:lnTo>
                    <a:pt x="2097" y="2734"/>
                  </a:lnTo>
                  <a:lnTo>
                    <a:pt x="2098" y="2724"/>
                  </a:lnTo>
                  <a:lnTo>
                    <a:pt x="2102" y="2717"/>
                  </a:lnTo>
                  <a:lnTo>
                    <a:pt x="2105" y="2700"/>
                  </a:lnTo>
                  <a:lnTo>
                    <a:pt x="2110" y="2685"/>
                  </a:lnTo>
                  <a:lnTo>
                    <a:pt x="2114" y="2700"/>
                  </a:lnTo>
                  <a:lnTo>
                    <a:pt x="2118" y="2690"/>
                  </a:lnTo>
                  <a:lnTo>
                    <a:pt x="2120" y="2702"/>
                  </a:lnTo>
                  <a:lnTo>
                    <a:pt x="2123" y="2691"/>
                  </a:lnTo>
                  <a:lnTo>
                    <a:pt x="2126" y="2683"/>
                  </a:lnTo>
                  <a:lnTo>
                    <a:pt x="2126" y="2679"/>
                  </a:lnTo>
                  <a:lnTo>
                    <a:pt x="2131" y="2680"/>
                  </a:lnTo>
                  <a:lnTo>
                    <a:pt x="2130" y="2672"/>
                  </a:lnTo>
                  <a:lnTo>
                    <a:pt x="2137" y="2678"/>
                  </a:lnTo>
                  <a:lnTo>
                    <a:pt x="2132" y="2664"/>
                  </a:lnTo>
                  <a:lnTo>
                    <a:pt x="2134" y="2660"/>
                  </a:lnTo>
                  <a:lnTo>
                    <a:pt x="2140" y="2656"/>
                  </a:lnTo>
                  <a:lnTo>
                    <a:pt x="2142" y="2649"/>
                  </a:lnTo>
                  <a:lnTo>
                    <a:pt x="2156" y="2642"/>
                  </a:lnTo>
                  <a:lnTo>
                    <a:pt x="2158" y="2619"/>
                  </a:lnTo>
                  <a:lnTo>
                    <a:pt x="2161" y="2615"/>
                  </a:lnTo>
                  <a:lnTo>
                    <a:pt x="2159" y="2604"/>
                  </a:lnTo>
                  <a:lnTo>
                    <a:pt x="2156" y="2599"/>
                  </a:lnTo>
                  <a:lnTo>
                    <a:pt x="2164" y="2599"/>
                  </a:lnTo>
                  <a:lnTo>
                    <a:pt x="2163" y="2590"/>
                  </a:lnTo>
                  <a:lnTo>
                    <a:pt x="2168" y="2573"/>
                  </a:lnTo>
                  <a:lnTo>
                    <a:pt x="2175" y="2571"/>
                  </a:lnTo>
                  <a:lnTo>
                    <a:pt x="2177" y="2560"/>
                  </a:lnTo>
                  <a:lnTo>
                    <a:pt x="2174" y="2551"/>
                  </a:lnTo>
                  <a:lnTo>
                    <a:pt x="2184" y="2555"/>
                  </a:lnTo>
                  <a:lnTo>
                    <a:pt x="2196" y="2547"/>
                  </a:lnTo>
                  <a:lnTo>
                    <a:pt x="2209" y="2534"/>
                  </a:lnTo>
                  <a:lnTo>
                    <a:pt x="2207" y="2528"/>
                  </a:lnTo>
                  <a:lnTo>
                    <a:pt x="2215" y="2519"/>
                  </a:lnTo>
                  <a:lnTo>
                    <a:pt x="2220" y="2528"/>
                  </a:lnTo>
                  <a:lnTo>
                    <a:pt x="2226" y="2522"/>
                  </a:lnTo>
                  <a:lnTo>
                    <a:pt x="2229" y="2525"/>
                  </a:lnTo>
                  <a:lnTo>
                    <a:pt x="2231" y="2518"/>
                  </a:lnTo>
                  <a:lnTo>
                    <a:pt x="2234" y="2514"/>
                  </a:lnTo>
                  <a:lnTo>
                    <a:pt x="2233" y="2501"/>
                  </a:lnTo>
                  <a:lnTo>
                    <a:pt x="2242" y="2498"/>
                  </a:lnTo>
                  <a:lnTo>
                    <a:pt x="2237" y="2489"/>
                  </a:lnTo>
                  <a:lnTo>
                    <a:pt x="2217" y="2477"/>
                  </a:lnTo>
                  <a:lnTo>
                    <a:pt x="2225" y="2475"/>
                  </a:lnTo>
                  <a:lnTo>
                    <a:pt x="2216" y="2454"/>
                  </a:lnTo>
                  <a:lnTo>
                    <a:pt x="2202" y="2436"/>
                  </a:lnTo>
                  <a:lnTo>
                    <a:pt x="2201" y="2428"/>
                  </a:lnTo>
                  <a:lnTo>
                    <a:pt x="2214" y="2427"/>
                  </a:lnTo>
                  <a:lnTo>
                    <a:pt x="2211" y="2415"/>
                  </a:lnTo>
                  <a:lnTo>
                    <a:pt x="2221" y="2425"/>
                  </a:lnTo>
                  <a:lnTo>
                    <a:pt x="2221" y="2438"/>
                  </a:lnTo>
                  <a:lnTo>
                    <a:pt x="2223" y="2448"/>
                  </a:lnTo>
                  <a:lnTo>
                    <a:pt x="2229" y="2436"/>
                  </a:lnTo>
                  <a:lnTo>
                    <a:pt x="2232" y="2439"/>
                  </a:lnTo>
                  <a:lnTo>
                    <a:pt x="2233" y="2449"/>
                  </a:lnTo>
                  <a:lnTo>
                    <a:pt x="2239" y="2458"/>
                  </a:lnTo>
                  <a:lnTo>
                    <a:pt x="2241" y="2465"/>
                  </a:lnTo>
                  <a:lnTo>
                    <a:pt x="2260" y="2471"/>
                  </a:lnTo>
                  <a:lnTo>
                    <a:pt x="2256" y="2480"/>
                  </a:lnTo>
                  <a:lnTo>
                    <a:pt x="2248" y="2476"/>
                  </a:lnTo>
                  <a:lnTo>
                    <a:pt x="2250" y="2489"/>
                  </a:lnTo>
                  <a:lnTo>
                    <a:pt x="2261" y="2495"/>
                  </a:lnTo>
                  <a:lnTo>
                    <a:pt x="2260" y="2501"/>
                  </a:lnTo>
                  <a:lnTo>
                    <a:pt x="2270" y="2493"/>
                  </a:lnTo>
                  <a:lnTo>
                    <a:pt x="2280" y="2493"/>
                  </a:lnTo>
                  <a:lnTo>
                    <a:pt x="2297" y="2501"/>
                  </a:lnTo>
                  <a:lnTo>
                    <a:pt x="2288" y="2490"/>
                  </a:lnTo>
                  <a:lnTo>
                    <a:pt x="2291" y="2486"/>
                  </a:lnTo>
                  <a:lnTo>
                    <a:pt x="2290" y="2481"/>
                  </a:lnTo>
                  <a:lnTo>
                    <a:pt x="2295" y="2481"/>
                  </a:lnTo>
                  <a:lnTo>
                    <a:pt x="2296" y="2485"/>
                  </a:lnTo>
                  <a:lnTo>
                    <a:pt x="2314" y="2497"/>
                  </a:lnTo>
                  <a:lnTo>
                    <a:pt x="2324" y="2497"/>
                  </a:lnTo>
                  <a:lnTo>
                    <a:pt x="2322" y="2486"/>
                  </a:lnTo>
                  <a:lnTo>
                    <a:pt x="2311" y="2481"/>
                  </a:lnTo>
                  <a:lnTo>
                    <a:pt x="2311" y="2468"/>
                  </a:lnTo>
                  <a:lnTo>
                    <a:pt x="2317" y="2473"/>
                  </a:lnTo>
                  <a:lnTo>
                    <a:pt x="2330" y="2474"/>
                  </a:lnTo>
                  <a:lnTo>
                    <a:pt x="2330" y="2484"/>
                  </a:lnTo>
                  <a:lnTo>
                    <a:pt x="2339" y="2493"/>
                  </a:lnTo>
                  <a:lnTo>
                    <a:pt x="2346" y="2484"/>
                  </a:lnTo>
                  <a:lnTo>
                    <a:pt x="2338" y="2475"/>
                  </a:lnTo>
                  <a:lnTo>
                    <a:pt x="2341" y="2469"/>
                  </a:lnTo>
                  <a:lnTo>
                    <a:pt x="2351" y="2474"/>
                  </a:lnTo>
                  <a:lnTo>
                    <a:pt x="2349" y="2460"/>
                  </a:lnTo>
                  <a:lnTo>
                    <a:pt x="2350" y="2452"/>
                  </a:lnTo>
                  <a:lnTo>
                    <a:pt x="2357" y="2448"/>
                  </a:lnTo>
                  <a:lnTo>
                    <a:pt x="2360" y="2448"/>
                  </a:lnTo>
                  <a:lnTo>
                    <a:pt x="2366" y="2460"/>
                  </a:lnTo>
                  <a:lnTo>
                    <a:pt x="2378" y="2473"/>
                  </a:lnTo>
                  <a:lnTo>
                    <a:pt x="2381" y="2471"/>
                  </a:lnTo>
                  <a:lnTo>
                    <a:pt x="2384" y="2466"/>
                  </a:lnTo>
                  <a:lnTo>
                    <a:pt x="2387" y="2459"/>
                  </a:lnTo>
                  <a:lnTo>
                    <a:pt x="2395" y="2465"/>
                  </a:lnTo>
                  <a:lnTo>
                    <a:pt x="2398" y="2454"/>
                  </a:lnTo>
                  <a:lnTo>
                    <a:pt x="2424" y="2450"/>
                  </a:lnTo>
                  <a:lnTo>
                    <a:pt x="2435" y="2441"/>
                  </a:lnTo>
                  <a:lnTo>
                    <a:pt x="2443" y="2446"/>
                  </a:lnTo>
                  <a:lnTo>
                    <a:pt x="2443" y="2436"/>
                  </a:lnTo>
                  <a:lnTo>
                    <a:pt x="2452" y="2441"/>
                  </a:lnTo>
                  <a:lnTo>
                    <a:pt x="2458" y="2438"/>
                  </a:lnTo>
                  <a:lnTo>
                    <a:pt x="2460" y="2426"/>
                  </a:lnTo>
                  <a:lnTo>
                    <a:pt x="2468" y="2430"/>
                  </a:lnTo>
                  <a:lnTo>
                    <a:pt x="2473" y="2439"/>
                  </a:lnTo>
                  <a:lnTo>
                    <a:pt x="2478" y="2438"/>
                  </a:lnTo>
                  <a:lnTo>
                    <a:pt x="2476" y="2428"/>
                  </a:lnTo>
                  <a:lnTo>
                    <a:pt x="2483" y="2426"/>
                  </a:lnTo>
                  <a:lnTo>
                    <a:pt x="2489" y="2425"/>
                  </a:lnTo>
                  <a:lnTo>
                    <a:pt x="2494" y="2431"/>
                  </a:lnTo>
                  <a:lnTo>
                    <a:pt x="2499" y="2428"/>
                  </a:lnTo>
                  <a:lnTo>
                    <a:pt x="2499" y="2422"/>
                  </a:lnTo>
                  <a:lnTo>
                    <a:pt x="2501" y="2420"/>
                  </a:lnTo>
                  <a:lnTo>
                    <a:pt x="2510" y="2419"/>
                  </a:lnTo>
                  <a:lnTo>
                    <a:pt x="2514" y="2423"/>
                  </a:lnTo>
                  <a:lnTo>
                    <a:pt x="2517" y="2411"/>
                  </a:lnTo>
                  <a:lnTo>
                    <a:pt x="2521" y="2407"/>
                  </a:lnTo>
                  <a:lnTo>
                    <a:pt x="2533" y="2404"/>
                  </a:lnTo>
                  <a:lnTo>
                    <a:pt x="2537" y="2411"/>
                  </a:lnTo>
                  <a:lnTo>
                    <a:pt x="2539" y="2406"/>
                  </a:lnTo>
                  <a:lnTo>
                    <a:pt x="2554" y="2406"/>
                  </a:lnTo>
                  <a:lnTo>
                    <a:pt x="2551" y="2400"/>
                  </a:lnTo>
                  <a:lnTo>
                    <a:pt x="2555" y="2393"/>
                  </a:lnTo>
                  <a:lnTo>
                    <a:pt x="2573" y="2389"/>
                  </a:lnTo>
                  <a:lnTo>
                    <a:pt x="2577" y="2383"/>
                  </a:lnTo>
                  <a:lnTo>
                    <a:pt x="2577" y="2378"/>
                  </a:lnTo>
                  <a:lnTo>
                    <a:pt x="2586" y="2378"/>
                  </a:lnTo>
                  <a:lnTo>
                    <a:pt x="2591" y="2363"/>
                  </a:lnTo>
                  <a:lnTo>
                    <a:pt x="2600" y="2363"/>
                  </a:lnTo>
                  <a:lnTo>
                    <a:pt x="2593" y="2360"/>
                  </a:lnTo>
                  <a:lnTo>
                    <a:pt x="2591" y="2353"/>
                  </a:lnTo>
                  <a:lnTo>
                    <a:pt x="2591" y="2345"/>
                  </a:lnTo>
                  <a:lnTo>
                    <a:pt x="2608" y="2353"/>
                  </a:lnTo>
                  <a:lnTo>
                    <a:pt x="2607" y="2342"/>
                  </a:lnTo>
                  <a:lnTo>
                    <a:pt x="2613" y="2340"/>
                  </a:lnTo>
                  <a:lnTo>
                    <a:pt x="2623" y="2345"/>
                  </a:lnTo>
                  <a:lnTo>
                    <a:pt x="2620" y="2337"/>
                  </a:lnTo>
                  <a:lnTo>
                    <a:pt x="2621" y="2334"/>
                  </a:lnTo>
                  <a:lnTo>
                    <a:pt x="2621" y="2329"/>
                  </a:lnTo>
                  <a:lnTo>
                    <a:pt x="2608" y="2324"/>
                  </a:lnTo>
                  <a:lnTo>
                    <a:pt x="2619" y="2314"/>
                  </a:lnTo>
                  <a:lnTo>
                    <a:pt x="2627" y="2318"/>
                  </a:lnTo>
                  <a:lnTo>
                    <a:pt x="2635" y="2324"/>
                  </a:lnTo>
                  <a:lnTo>
                    <a:pt x="2639" y="2320"/>
                  </a:lnTo>
                  <a:lnTo>
                    <a:pt x="2634" y="2319"/>
                  </a:lnTo>
                  <a:lnTo>
                    <a:pt x="2635" y="2314"/>
                  </a:lnTo>
                  <a:lnTo>
                    <a:pt x="2646" y="2310"/>
                  </a:lnTo>
                  <a:lnTo>
                    <a:pt x="2646" y="2301"/>
                  </a:lnTo>
                  <a:lnTo>
                    <a:pt x="2661" y="2296"/>
                  </a:lnTo>
                  <a:lnTo>
                    <a:pt x="2658" y="2288"/>
                  </a:lnTo>
                  <a:lnTo>
                    <a:pt x="2673" y="2294"/>
                  </a:lnTo>
                  <a:lnTo>
                    <a:pt x="2666" y="2283"/>
                  </a:lnTo>
                  <a:lnTo>
                    <a:pt x="2674" y="2286"/>
                  </a:lnTo>
                  <a:lnTo>
                    <a:pt x="2669" y="2276"/>
                  </a:lnTo>
                  <a:lnTo>
                    <a:pt x="2661" y="2272"/>
                  </a:lnTo>
                  <a:lnTo>
                    <a:pt x="2666" y="2267"/>
                  </a:lnTo>
                  <a:lnTo>
                    <a:pt x="2675" y="2269"/>
                  </a:lnTo>
                  <a:lnTo>
                    <a:pt x="2679" y="2264"/>
                  </a:lnTo>
                  <a:lnTo>
                    <a:pt x="2684" y="2271"/>
                  </a:lnTo>
                  <a:lnTo>
                    <a:pt x="2693" y="2276"/>
                  </a:lnTo>
                  <a:lnTo>
                    <a:pt x="2698" y="2265"/>
                  </a:lnTo>
                  <a:lnTo>
                    <a:pt x="2693" y="2260"/>
                  </a:lnTo>
                  <a:lnTo>
                    <a:pt x="2698" y="2259"/>
                  </a:lnTo>
                  <a:lnTo>
                    <a:pt x="2686" y="2245"/>
                  </a:lnTo>
                  <a:lnTo>
                    <a:pt x="2699" y="2239"/>
                  </a:lnTo>
                  <a:lnTo>
                    <a:pt x="2717" y="2236"/>
                  </a:lnTo>
                  <a:lnTo>
                    <a:pt x="2720" y="2226"/>
                  </a:lnTo>
                  <a:lnTo>
                    <a:pt x="2736" y="2236"/>
                  </a:lnTo>
                  <a:lnTo>
                    <a:pt x="2732" y="2229"/>
                  </a:lnTo>
                  <a:lnTo>
                    <a:pt x="2726" y="2228"/>
                  </a:lnTo>
                  <a:lnTo>
                    <a:pt x="2722" y="2223"/>
                  </a:lnTo>
                  <a:lnTo>
                    <a:pt x="2728" y="2222"/>
                  </a:lnTo>
                  <a:lnTo>
                    <a:pt x="2729" y="2212"/>
                  </a:lnTo>
                  <a:lnTo>
                    <a:pt x="2738" y="2216"/>
                  </a:lnTo>
                  <a:lnTo>
                    <a:pt x="2744" y="2208"/>
                  </a:lnTo>
                  <a:lnTo>
                    <a:pt x="2750" y="2212"/>
                  </a:lnTo>
                  <a:lnTo>
                    <a:pt x="2758" y="2212"/>
                  </a:lnTo>
                  <a:lnTo>
                    <a:pt x="2763" y="2205"/>
                  </a:lnTo>
                  <a:lnTo>
                    <a:pt x="2769" y="2212"/>
                  </a:lnTo>
                  <a:lnTo>
                    <a:pt x="2781" y="2193"/>
                  </a:lnTo>
                  <a:lnTo>
                    <a:pt x="2786" y="2178"/>
                  </a:lnTo>
                  <a:lnTo>
                    <a:pt x="2783" y="2178"/>
                  </a:lnTo>
                  <a:lnTo>
                    <a:pt x="2760" y="2190"/>
                  </a:lnTo>
                  <a:lnTo>
                    <a:pt x="2744" y="2191"/>
                  </a:lnTo>
                  <a:lnTo>
                    <a:pt x="2693" y="2184"/>
                  </a:lnTo>
                  <a:lnTo>
                    <a:pt x="2634" y="2154"/>
                  </a:lnTo>
                  <a:lnTo>
                    <a:pt x="2627" y="2157"/>
                  </a:lnTo>
                  <a:lnTo>
                    <a:pt x="2627" y="2145"/>
                  </a:lnTo>
                  <a:lnTo>
                    <a:pt x="2618" y="2148"/>
                  </a:lnTo>
                  <a:lnTo>
                    <a:pt x="2607" y="2154"/>
                  </a:lnTo>
                  <a:lnTo>
                    <a:pt x="2602" y="2142"/>
                  </a:lnTo>
                  <a:lnTo>
                    <a:pt x="2564" y="2161"/>
                  </a:lnTo>
                  <a:lnTo>
                    <a:pt x="2549" y="2173"/>
                  </a:lnTo>
                  <a:lnTo>
                    <a:pt x="2529" y="2164"/>
                  </a:lnTo>
                  <a:lnTo>
                    <a:pt x="2507" y="2174"/>
                  </a:lnTo>
                  <a:lnTo>
                    <a:pt x="2497" y="2201"/>
                  </a:lnTo>
                  <a:lnTo>
                    <a:pt x="2463" y="2200"/>
                  </a:lnTo>
                  <a:lnTo>
                    <a:pt x="2427" y="2195"/>
                  </a:lnTo>
                  <a:lnTo>
                    <a:pt x="2446" y="2179"/>
                  </a:lnTo>
                  <a:lnTo>
                    <a:pt x="2463" y="2186"/>
                  </a:lnTo>
                  <a:lnTo>
                    <a:pt x="2479" y="2180"/>
                  </a:lnTo>
                  <a:lnTo>
                    <a:pt x="2508" y="2156"/>
                  </a:lnTo>
                  <a:lnTo>
                    <a:pt x="2528" y="2154"/>
                  </a:lnTo>
                  <a:lnTo>
                    <a:pt x="2541" y="2147"/>
                  </a:lnTo>
                  <a:lnTo>
                    <a:pt x="2534" y="2135"/>
                  </a:lnTo>
                  <a:lnTo>
                    <a:pt x="2518" y="2132"/>
                  </a:lnTo>
                  <a:lnTo>
                    <a:pt x="2465" y="2141"/>
                  </a:lnTo>
                  <a:lnTo>
                    <a:pt x="2437" y="2138"/>
                  </a:lnTo>
                  <a:lnTo>
                    <a:pt x="2425" y="2127"/>
                  </a:lnTo>
                  <a:lnTo>
                    <a:pt x="2409" y="2126"/>
                  </a:lnTo>
                  <a:lnTo>
                    <a:pt x="2441" y="2111"/>
                  </a:lnTo>
                  <a:lnTo>
                    <a:pt x="2449" y="2099"/>
                  </a:lnTo>
                  <a:lnTo>
                    <a:pt x="2458" y="2073"/>
                  </a:lnTo>
                  <a:lnTo>
                    <a:pt x="2444" y="2055"/>
                  </a:lnTo>
                  <a:lnTo>
                    <a:pt x="2448" y="2046"/>
                  </a:lnTo>
                  <a:lnTo>
                    <a:pt x="2465" y="2044"/>
                  </a:lnTo>
                  <a:lnTo>
                    <a:pt x="2476" y="2050"/>
                  </a:lnTo>
                  <a:lnTo>
                    <a:pt x="2478" y="2029"/>
                  </a:lnTo>
                  <a:lnTo>
                    <a:pt x="2494" y="2045"/>
                  </a:lnTo>
                  <a:lnTo>
                    <a:pt x="2535" y="2045"/>
                  </a:lnTo>
                  <a:lnTo>
                    <a:pt x="2571" y="2024"/>
                  </a:lnTo>
                  <a:lnTo>
                    <a:pt x="2584" y="2008"/>
                  </a:lnTo>
                  <a:lnTo>
                    <a:pt x="2578" y="1991"/>
                  </a:lnTo>
                  <a:lnTo>
                    <a:pt x="2594" y="2001"/>
                  </a:lnTo>
                  <a:lnTo>
                    <a:pt x="2592" y="1975"/>
                  </a:lnTo>
                  <a:lnTo>
                    <a:pt x="2577" y="1959"/>
                  </a:lnTo>
                  <a:lnTo>
                    <a:pt x="2553" y="1955"/>
                  </a:lnTo>
                  <a:lnTo>
                    <a:pt x="2535" y="1960"/>
                  </a:lnTo>
                  <a:lnTo>
                    <a:pt x="2516" y="1949"/>
                  </a:lnTo>
                  <a:lnTo>
                    <a:pt x="2499" y="1958"/>
                  </a:lnTo>
                  <a:lnTo>
                    <a:pt x="2501" y="1944"/>
                  </a:lnTo>
                  <a:lnTo>
                    <a:pt x="2490" y="1938"/>
                  </a:lnTo>
                  <a:lnTo>
                    <a:pt x="2471" y="1931"/>
                  </a:lnTo>
                  <a:lnTo>
                    <a:pt x="2487" y="1927"/>
                  </a:lnTo>
                  <a:lnTo>
                    <a:pt x="2483" y="1912"/>
                  </a:lnTo>
                  <a:lnTo>
                    <a:pt x="2480" y="1898"/>
                  </a:lnTo>
                  <a:lnTo>
                    <a:pt x="2505" y="1915"/>
                  </a:lnTo>
                  <a:lnTo>
                    <a:pt x="2521" y="1938"/>
                  </a:lnTo>
                  <a:lnTo>
                    <a:pt x="2538" y="1942"/>
                  </a:lnTo>
                  <a:lnTo>
                    <a:pt x="2550" y="1932"/>
                  </a:lnTo>
                  <a:lnTo>
                    <a:pt x="2565" y="1941"/>
                  </a:lnTo>
                  <a:lnTo>
                    <a:pt x="2583" y="1944"/>
                  </a:lnTo>
                  <a:lnTo>
                    <a:pt x="2604" y="1964"/>
                  </a:lnTo>
                  <a:lnTo>
                    <a:pt x="2620" y="1984"/>
                  </a:lnTo>
                  <a:lnTo>
                    <a:pt x="2640" y="1982"/>
                  </a:lnTo>
                  <a:lnTo>
                    <a:pt x="2646" y="1990"/>
                  </a:lnTo>
                  <a:lnTo>
                    <a:pt x="2651" y="2008"/>
                  </a:lnTo>
                  <a:lnTo>
                    <a:pt x="2667" y="2027"/>
                  </a:lnTo>
                  <a:lnTo>
                    <a:pt x="2669" y="2049"/>
                  </a:lnTo>
                  <a:lnTo>
                    <a:pt x="2675" y="2082"/>
                  </a:lnTo>
                  <a:lnTo>
                    <a:pt x="2689" y="2107"/>
                  </a:lnTo>
                  <a:lnTo>
                    <a:pt x="2710" y="2124"/>
                  </a:lnTo>
                  <a:lnTo>
                    <a:pt x="2734" y="2134"/>
                  </a:lnTo>
                  <a:lnTo>
                    <a:pt x="2755" y="2130"/>
                  </a:lnTo>
                  <a:lnTo>
                    <a:pt x="2756" y="2087"/>
                  </a:lnTo>
                  <a:lnTo>
                    <a:pt x="2759" y="2068"/>
                  </a:lnTo>
                  <a:lnTo>
                    <a:pt x="2765" y="2070"/>
                  </a:lnTo>
                  <a:lnTo>
                    <a:pt x="2768" y="2099"/>
                  </a:lnTo>
                  <a:lnTo>
                    <a:pt x="2772" y="2123"/>
                  </a:lnTo>
                  <a:lnTo>
                    <a:pt x="2788" y="2119"/>
                  </a:lnTo>
                  <a:lnTo>
                    <a:pt x="2796" y="2132"/>
                  </a:lnTo>
                  <a:lnTo>
                    <a:pt x="2811" y="2126"/>
                  </a:lnTo>
                  <a:lnTo>
                    <a:pt x="2812" y="2108"/>
                  </a:lnTo>
                  <a:lnTo>
                    <a:pt x="2803" y="2104"/>
                  </a:lnTo>
                  <a:lnTo>
                    <a:pt x="2804" y="2087"/>
                  </a:lnTo>
                  <a:lnTo>
                    <a:pt x="2797" y="2070"/>
                  </a:lnTo>
                  <a:lnTo>
                    <a:pt x="2802" y="2064"/>
                  </a:lnTo>
                  <a:lnTo>
                    <a:pt x="2799" y="2045"/>
                  </a:lnTo>
                  <a:lnTo>
                    <a:pt x="2802" y="2038"/>
                  </a:lnTo>
                  <a:lnTo>
                    <a:pt x="2797" y="2027"/>
                  </a:lnTo>
                  <a:lnTo>
                    <a:pt x="2785" y="2029"/>
                  </a:lnTo>
                  <a:lnTo>
                    <a:pt x="2798" y="2021"/>
                  </a:lnTo>
                  <a:lnTo>
                    <a:pt x="2799" y="2003"/>
                  </a:lnTo>
                  <a:lnTo>
                    <a:pt x="2797" y="1991"/>
                  </a:lnTo>
                  <a:lnTo>
                    <a:pt x="2801" y="1984"/>
                  </a:lnTo>
                  <a:lnTo>
                    <a:pt x="2802" y="1955"/>
                  </a:lnTo>
                  <a:lnTo>
                    <a:pt x="2795" y="1952"/>
                  </a:lnTo>
                  <a:lnTo>
                    <a:pt x="2781" y="1965"/>
                  </a:lnTo>
                  <a:lnTo>
                    <a:pt x="2774" y="1963"/>
                  </a:lnTo>
                  <a:lnTo>
                    <a:pt x="2766" y="1989"/>
                  </a:lnTo>
                  <a:lnTo>
                    <a:pt x="2759" y="1991"/>
                  </a:lnTo>
                  <a:lnTo>
                    <a:pt x="2759" y="1962"/>
                  </a:lnTo>
                  <a:lnTo>
                    <a:pt x="2781" y="1930"/>
                  </a:lnTo>
                  <a:lnTo>
                    <a:pt x="2786" y="1915"/>
                  </a:lnTo>
                  <a:lnTo>
                    <a:pt x="2776" y="1915"/>
                  </a:lnTo>
                  <a:lnTo>
                    <a:pt x="2769" y="1922"/>
                  </a:lnTo>
                  <a:lnTo>
                    <a:pt x="2760" y="1936"/>
                  </a:lnTo>
                  <a:lnTo>
                    <a:pt x="2754" y="1939"/>
                  </a:lnTo>
                  <a:lnTo>
                    <a:pt x="2761" y="1920"/>
                  </a:lnTo>
                  <a:lnTo>
                    <a:pt x="2763" y="1905"/>
                  </a:lnTo>
                  <a:lnTo>
                    <a:pt x="2742" y="1920"/>
                  </a:lnTo>
                  <a:lnTo>
                    <a:pt x="2732" y="1936"/>
                  </a:lnTo>
                  <a:lnTo>
                    <a:pt x="2726" y="1939"/>
                  </a:lnTo>
                  <a:lnTo>
                    <a:pt x="2734" y="1919"/>
                  </a:lnTo>
                  <a:lnTo>
                    <a:pt x="2747" y="1904"/>
                  </a:lnTo>
                  <a:lnTo>
                    <a:pt x="2749" y="1894"/>
                  </a:lnTo>
                  <a:lnTo>
                    <a:pt x="2758" y="1882"/>
                  </a:lnTo>
                  <a:lnTo>
                    <a:pt x="2723" y="1867"/>
                  </a:lnTo>
                  <a:lnTo>
                    <a:pt x="2720" y="1855"/>
                  </a:lnTo>
                  <a:lnTo>
                    <a:pt x="2691" y="1844"/>
                  </a:lnTo>
                  <a:lnTo>
                    <a:pt x="2689" y="1834"/>
                  </a:lnTo>
                  <a:lnTo>
                    <a:pt x="2680" y="1822"/>
                  </a:lnTo>
                  <a:lnTo>
                    <a:pt x="2643" y="1792"/>
                  </a:lnTo>
                  <a:lnTo>
                    <a:pt x="2632" y="1790"/>
                  </a:lnTo>
                  <a:lnTo>
                    <a:pt x="2616" y="1799"/>
                  </a:lnTo>
                  <a:lnTo>
                    <a:pt x="2609" y="1813"/>
                  </a:lnTo>
                  <a:lnTo>
                    <a:pt x="2605" y="1834"/>
                  </a:lnTo>
                  <a:lnTo>
                    <a:pt x="2597" y="1850"/>
                  </a:lnTo>
                  <a:lnTo>
                    <a:pt x="2597" y="1835"/>
                  </a:lnTo>
                  <a:lnTo>
                    <a:pt x="2602" y="1819"/>
                  </a:lnTo>
                  <a:lnTo>
                    <a:pt x="2605" y="1801"/>
                  </a:lnTo>
                  <a:lnTo>
                    <a:pt x="2593" y="1797"/>
                  </a:lnTo>
                  <a:lnTo>
                    <a:pt x="2594" y="1790"/>
                  </a:lnTo>
                  <a:lnTo>
                    <a:pt x="2621" y="1785"/>
                  </a:lnTo>
                  <a:lnTo>
                    <a:pt x="2637" y="1779"/>
                  </a:lnTo>
                  <a:lnTo>
                    <a:pt x="2637" y="1764"/>
                  </a:lnTo>
                  <a:lnTo>
                    <a:pt x="2634" y="1743"/>
                  </a:lnTo>
                  <a:lnTo>
                    <a:pt x="2599" y="1721"/>
                  </a:lnTo>
                  <a:lnTo>
                    <a:pt x="2583" y="1725"/>
                  </a:lnTo>
                  <a:lnTo>
                    <a:pt x="2564" y="1739"/>
                  </a:lnTo>
                  <a:lnTo>
                    <a:pt x="2549" y="1755"/>
                  </a:lnTo>
                  <a:lnTo>
                    <a:pt x="2546" y="1755"/>
                  </a:lnTo>
                  <a:lnTo>
                    <a:pt x="2546" y="1736"/>
                  </a:lnTo>
                  <a:lnTo>
                    <a:pt x="2526" y="1741"/>
                  </a:lnTo>
                  <a:lnTo>
                    <a:pt x="2533" y="1732"/>
                  </a:lnTo>
                  <a:lnTo>
                    <a:pt x="2540" y="1729"/>
                  </a:lnTo>
                  <a:lnTo>
                    <a:pt x="2530" y="1720"/>
                  </a:lnTo>
                  <a:lnTo>
                    <a:pt x="2561" y="1723"/>
                  </a:lnTo>
                  <a:lnTo>
                    <a:pt x="2580" y="1717"/>
                  </a:lnTo>
                  <a:lnTo>
                    <a:pt x="2593" y="1706"/>
                  </a:lnTo>
                  <a:lnTo>
                    <a:pt x="2612" y="1701"/>
                  </a:lnTo>
                  <a:lnTo>
                    <a:pt x="2624" y="1678"/>
                  </a:lnTo>
                  <a:lnTo>
                    <a:pt x="2613" y="1672"/>
                  </a:lnTo>
                  <a:lnTo>
                    <a:pt x="2592" y="1669"/>
                  </a:lnTo>
                  <a:lnTo>
                    <a:pt x="2580" y="1657"/>
                  </a:lnTo>
                  <a:lnTo>
                    <a:pt x="2564" y="1648"/>
                  </a:lnTo>
                  <a:lnTo>
                    <a:pt x="2539" y="1655"/>
                  </a:lnTo>
                  <a:lnTo>
                    <a:pt x="2526" y="1666"/>
                  </a:lnTo>
                  <a:lnTo>
                    <a:pt x="2517" y="1656"/>
                  </a:lnTo>
                  <a:lnTo>
                    <a:pt x="2534" y="1648"/>
                  </a:lnTo>
                  <a:lnTo>
                    <a:pt x="2544" y="1639"/>
                  </a:lnTo>
                  <a:lnTo>
                    <a:pt x="2521" y="1627"/>
                  </a:lnTo>
                  <a:lnTo>
                    <a:pt x="2543" y="1623"/>
                  </a:lnTo>
                  <a:lnTo>
                    <a:pt x="2557" y="1639"/>
                  </a:lnTo>
                  <a:lnTo>
                    <a:pt x="2577" y="1640"/>
                  </a:lnTo>
                  <a:lnTo>
                    <a:pt x="2598" y="1619"/>
                  </a:lnTo>
                  <a:lnTo>
                    <a:pt x="2605" y="1607"/>
                  </a:lnTo>
                  <a:lnTo>
                    <a:pt x="2634" y="1592"/>
                  </a:lnTo>
                  <a:lnTo>
                    <a:pt x="2630" y="1582"/>
                  </a:lnTo>
                  <a:lnTo>
                    <a:pt x="2625" y="1561"/>
                  </a:lnTo>
                  <a:lnTo>
                    <a:pt x="2643" y="1575"/>
                  </a:lnTo>
                  <a:lnTo>
                    <a:pt x="2655" y="1577"/>
                  </a:lnTo>
                  <a:lnTo>
                    <a:pt x="2658" y="1540"/>
                  </a:lnTo>
                  <a:lnTo>
                    <a:pt x="2668" y="1535"/>
                  </a:lnTo>
                  <a:lnTo>
                    <a:pt x="2677" y="1537"/>
                  </a:lnTo>
                  <a:lnTo>
                    <a:pt x="2680" y="1564"/>
                  </a:lnTo>
                  <a:lnTo>
                    <a:pt x="2696" y="1587"/>
                  </a:lnTo>
                  <a:lnTo>
                    <a:pt x="2732" y="1620"/>
                  </a:lnTo>
                  <a:lnTo>
                    <a:pt x="2766" y="1636"/>
                  </a:lnTo>
                  <a:lnTo>
                    <a:pt x="2780" y="1635"/>
                  </a:lnTo>
                  <a:lnTo>
                    <a:pt x="2786" y="1619"/>
                  </a:lnTo>
                  <a:lnTo>
                    <a:pt x="2802" y="1612"/>
                  </a:lnTo>
                  <a:lnTo>
                    <a:pt x="2820" y="1591"/>
                  </a:lnTo>
                  <a:lnTo>
                    <a:pt x="2840" y="1598"/>
                  </a:lnTo>
                  <a:lnTo>
                    <a:pt x="2863" y="1597"/>
                  </a:lnTo>
                  <a:lnTo>
                    <a:pt x="2872" y="1588"/>
                  </a:lnTo>
                  <a:lnTo>
                    <a:pt x="2869" y="1577"/>
                  </a:lnTo>
                  <a:lnTo>
                    <a:pt x="2871" y="1546"/>
                  </a:lnTo>
                  <a:lnTo>
                    <a:pt x="2878" y="1530"/>
                  </a:lnTo>
                  <a:lnTo>
                    <a:pt x="2879" y="1522"/>
                  </a:lnTo>
                  <a:lnTo>
                    <a:pt x="2867" y="1514"/>
                  </a:lnTo>
                  <a:lnTo>
                    <a:pt x="2835" y="1503"/>
                  </a:lnTo>
                  <a:lnTo>
                    <a:pt x="2819" y="1496"/>
                  </a:lnTo>
                  <a:lnTo>
                    <a:pt x="2808" y="1484"/>
                  </a:lnTo>
                  <a:lnTo>
                    <a:pt x="2785" y="1490"/>
                  </a:lnTo>
                  <a:lnTo>
                    <a:pt x="2766" y="1484"/>
                  </a:lnTo>
                  <a:lnTo>
                    <a:pt x="2768" y="1475"/>
                  </a:lnTo>
                  <a:lnTo>
                    <a:pt x="2774" y="1474"/>
                  </a:lnTo>
                  <a:lnTo>
                    <a:pt x="2771" y="1460"/>
                  </a:lnTo>
                  <a:lnTo>
                    <a:pt x="2782" y="1448"/>
                  </a:lnTo>
                  <a:lnTo>
                    <a:pt x="2781" y="1436"/>
                  </a:lnTo>
                  <a:lnTo>
                    <a:pt x="2761" y="1433"/>
                  </a:lnTo>
                  <a:lnTo>
                    <a:pt x="2792" y="1420"/>
                  </a:lnTo>
                  <a:lnTo>
                    <a:pt x="2791" y="1404"/>
                  </a:lnTo>
                  <a:lnTo>
                    <a:pt x="2786" y="1383"/>
                  </a:lnTo>
                  <a:lnTo>
                    <a:pt x="2797" y="1387"/>
                  </a:lnTo>
                  <a:lnTo>
                    <a:pt x="2806" y="1398"/>
                  </a:lnTo>
                  <a:lnTo>
                    <a:pt x="2833" y="1395"/>
                  </a:lnTo>
                  <a:lnTo>
                    <a:pt x="2852" y="1400"/>
                  </a:lnTo>
                  <a:lnTo>
                    <a:pt x="2868" y="1398"/>
                  </a:lnTo>
                  <a:lnTo>
                    <a:pt x="2881" y="1404"/>
                  </a:lnTo>
                  <a:lnTo>
                    <a:pt x="2887" y="1425"/>
                  </a:lnTo>
                  <a:lnTo>
                    <a:pt x="2897" y="1440"/>
                  </a:lnTo>
                  <a:lnTo>
                    <a:pt x="2922" y="1446"/>
                  </a:lnTo>
                  <a:lnTo>
                    <a:pt x="2949" y="1408"/>
                  </a:lnTo>
                  <a:lnTo>
                    <a:pt x="2946" y="1392"/>
                  </a:lnTo>
                  <a:lnTo>
                    <a:pt x="2935" y="1379"/>
                  </a:lnTo>
                  <a:lnTo>
                    <a:pt x="2927" y="1358"/>
                  </a:lnTo>
                  <a:lnTo>
                    <a:pt x="2905" y="1371"/>
                  </a:lnTo>
                  <a:lnTo>
                    <a:pt x="2890" y="1361"/>
                  </a:lnTo>
                  <a:lnTo>
                    <a:pt x="2862" y="1356"/>
                  </a:lnTo>
                  <a:lnTo>
                    <a:pt x="2844" y="1358"/>
                  </a:lnTo>
                  <a:lnTo>
                    <a:pt x="2842" y="1355"/>
                  </a:lnTo>
                  <a:lnTo>
                    <a:pt x="2855" y="1350"/>
                  </a:lnTo>
                  <a:lnTo>
                    <a:pt x="2857" y="1334"/>
                  </a:lnTo>
                  <a:lnTo>
                    <a:pt x="2856" y="1318"/>
                  </a:lnTo>
                  <a:lnTo>
                    <a:pt x="2858" y="1298"/>
                  </a:lnTo>
                  <a:lnTo>
                    <a:pt x="2860" y="1284"/>
                  </a:lnTo>
                  <a:lnTo>
                    <a:pt x="2852" y="1276"/>
                  </a:lnTo>
                  <a:lnTo>
                    <a:pt x="2840" y="1274"/>
                  </a:lnTo>
                  <a:lnTo>
                    <a:pt x="2825" y="1285"/>
                  </a:lnTo>
                  <a:lnTo>
                    <a:pt x="2812" y="1288"/>
                  </a:lnTo>
                  <a:lnTo>
                    <a:pt x="2826" y="1269"/>
                  </a:lnTo>
                  <a:lnTo>
                    <a:pt x="2852" y="1258"/>
                  </a:lnTo>
                  <a:lnTo>
                    <a:pt x="2866" y="1260"/>
                  </a:lnTo>
                  <a:lnTo>
                    <a:pt x="2863" y="1243"/>
                  </a:lnTo>
                  <a:lnTo>
                    <a:pt x="2833" y="1215"/>
                  </a:lnTo>
                  <a:lnTo>
                    <a:pt x="2818" y="1196"/>
                  </a:lnTo>
                  <a:lnTo>
                    <a:pt x="2796" y="1195"/>
                  </a:lnTo>
                  <a:lnTo>
                    <a:pt x="2782" y="1184"/>
                  </a:lnTo>
                  <a:lnTo>
                    <a:pt x="2817" y="1187"/>
                  </a:lnTo>
                  <a:lnTo>
                    <a:pt x="2797" y="1166"/>
                  </a:lnTo>
                  <a:lnTo>
                    <a:pt x="2889" y="1216"/>
                  </a:lnTo>
                  <a:lnTo>
                    <a:pt x="2898" y="1231"/>
                  </a:lnTo>
                  <a:lnTo>
                    <a:pt x="2900" y="1252"/>
                  </a:lnTo>
                  <a:lnTo>
                    <a:pt x="2914" y="1260"/>
                  </a:lnTo>
                  <a:lnTo>
                    <a:pt x="2922" y="1257"/>
                  </a:lnTo>
                  <a:lnTo>
                    <a:pt x="2930" y="1225"/>
                  </a:lnTo>
                  <a:lnTo>
                    <a:pt x="2930" y="1194"/>
                  </a:lnTo>
                  <a:lnTo>
                    <a:pt x="2925" y="1160"/>
                  </a:lnTo>
                  <a:lnTo>
                    <a:pt x="2925" y="1130"/>
                  </a:lnTo>
                  <a:lnTo>
                    <a:pt x="2910" y="1105"/>
                  </a:lnTo>
                  <a:lnTo>
                    <a:pt x="2897" y="1090"/>
                  </a:lnTo>
                  <a:lnTo>
                    <a:pt x="2883" y="1093"/>
                  </a:lnTo>
                  <a:lnTo>
                    <a:pt x="2873" y="1090"/>
                  </a:lnTo>
                  <a:lnTo>
                    <a:pt x="2862" y="1081"/>
                  </a:lnTo>
                  <a:lnTo>
                    <a:pt x="2842" y="1078"/>
                  </a:lnTo>
                  <a:lnTo>
                    <a:pt x="2842" y="1070"/>
                  </a:lnTo>
                  <a:lnTo>
                    <a:pt x="2868" y="1070"/>
                  </a:lnTo>
                  <a:lnTo>
                    <a:pt x="2885" y="1066"/>
                  </a:lnTo>
                  <a:lnTo>
                    <a:pt x="2898" y="1059"/>
                  </a:lnTo>
                  <a:lnTo>
                    <a:pt x="2911" y="1056"/>
                  </a:lnTo>
                  <a:lnTo>
                    <a:pt x="2912" y="1045"/>
                  </a:lnTo>
                  <a:lnTo>
                    <a:pt x="2904" y="1019"/>
                  </a:lnTo>
                  <a:lnTo>
                    <a:pt x="2889" y="1016"/>
                  </a:lnTo>
                  <a:lnTo>
                    <a:pt x="2869" y="1021"/>
                  </a:lnTo>
                  <a:lnTo>
                    <a:pt x="2844" y="1001"/>
                  </a:lnTo>
                  <a:lnTo>
                    <a:pt x="2866" y="1034"/>
                  </a:lnTo>
                  <a:lnTo>
                    <a:pt x="2854" y="1033"/>
                  </a:lnTo>
                  <a:lnTo>
                    <a:pt x="2841" y="1016"/>
                  </a:lnTo>
                  <a:lnTo>
                    <a:pt x="2833" y="1010"/>
                  </a:lnTo>
                  <a:lnTo>
                    <a:pt x="2839" y="1029"/>
                  </a:lnTo>
                  <a:lnTo>
                    <a:pt x="2824" y="1024"/>
                  </a:lnTo>
                  <a:lnTo>
                    <a:pt x="2820" y="1016"/>
                  </a:lnTo>
                  <a:lnTo>
                    <a:pt x="2808" y="1015"/>
                  </a:lnTo>
                  <a:lnTo>
                    <a:pt x="2809" y="1004"/>
                  </a:lnTo>
                  <a:lnTo>
                    <a:pt x="2809" y="990"/>
                  </a:lnTo>
                  <a:lnTo>
                    <a:pt x="2811" y="985"/>
                  </a:lnTo>
                  <a:lnTo>
                    <a:pt x="2808" y="973"/>
                  </a:lnTo>
                  <a:lnTo>
                    <a:pt x="2775" y="976"/>
                  </a:lnTo>
                  <a:lnTo>
                    <a:pt x="2759" y="968"/>
                  </a:lnTo>
                  <a:lnTo>
                    <a:pt x="2766" y="962"/>
                  </a:lnTo>
                  <a:lnTo>
                    <a:pt x="2801" y="968"/>
                  </a:lnTo>
                  <a:lnTo>
                    <a:pt x="2792" y="961"/>
                  </a:lnTo>
                  <a:lnTo>
                    <a:pt x="2799" y="951"/>
                  </a:lnTo>
                  <a:lnTo>
                    <a:pt x="2783" y="947"/>
                  </a:lnTo>
                  <a:lnTo>
                    <a:pt x="2779" y="934"/>
                  </a:lnTo>
                  <a:lnTo>
                    <a:pt x="2771" y="931"/>
                  </a:lnTo>
                  <a:lnTo>
                    <a:pt x="2763" y="946"/>
                  </a:lnTo>
                  <a:lnTo>
                    <a:pt x="2763" y="931"/>
                  </a:lnTo>
                  <a:lnTo>
                    <a:pt x="2753" y="906"/>
                  </a:lnTo>
                  <a:lnTo>
                    <a:pt x="2766" y="897"/>
                  </a:lnTo>
                  <a:lnTo>
                    <a:pt x="2768" y="884"/>
                  </a:lnTo>
                  <a:lnTo>
                    <a:pt x="2785" y="881"/>
                  </a:lnTo>
                  <a:lnTo>
                    <a:pt x="2797" y="898"/>
                  </a:lnTo>
                  <a:lnTo>
                    <a:pt x="2806" y="916"/>
                  </a:lnTo>
                  <a:lnTo>
                    <a:pt x="2823" y="903"/>
                  </a:lnTo>
                  <a:lnTo>
                    <a:pt x="2831" y="888"/>
                  </a:lnTo>
                  <a:lnTo>
                    <a:pt x="2855" y="881"/>
                  </a:lnTo>
                  <a:lnTo>
                    <a:pt x="2809" y="868"/>
                  </a:lnTo>
                  <a:lnTo>
                    <a:pt x="2815" y="862"/>
                  </a:lnTo>
                  <a:lnTo>
                    <a:pt x="2852" y="866"/>
                  </a:lnTo>
                  <a:lnTo>
                    <a:pt x="2863" y="859"/>
                  </a:lnTo>
                  <a:lnTo>
                    <a:pt x="2860" y="855"/>
                  </a:lnTo>
                  <a:lnTo>
                    <a:pt x="2807" y="841"/>
                  </a:lnTo>
                  <a:lnTo>
                    <a:pt x="2874" y="844"/>
                  </a:lnTo>
                  <a:lnTo>
                    <a:pt x="2915" y="854"/>
                  </a:lnTo>
                  <a:lnTo>
                    <a:pt x="2943" y="870"/>
                  </a:lnTo>
                  <a:lnTo>
                    <a:pt x="2985" y="884"/>
                  </a:lnTo>
                  <a:lnTo>
                    <a:pt x="2997" y="865"/>
                  </a:lnTo>
                  <a:lnTo>
                    <a:pt x="2997" y="856"/>
                  </a:lnTo>
                  <a:lnTo>
                    <a:pt x="3000" y="845"/>
                  </a:lnTo>
                  <a:lnTo>
                    <a:pt x="3000" y="833"/>
                  </a:lnTo>
                  <a:lnTo>
                    <a:pt x="3000" y="805"/>
                  </a:lnTo>
                  <a:lnTo>
                    <a:pt x="2995" y="757"/>
                  </a:lnTo>
                  <a:lnTo>
                    <a:pt x="2992" y="754"/>
                  </a:lnTo>
                  <a:lnTo>
                    <a:pt x="2986" y="758"/>
                  </a:lnTo>
                  <a:lnTo>
                    <a:pt x="2963" y="741"/>
                  </a:lnTo>
                  <a:lnTo>
                    <a:pt x="2954" y="752"/>
                  </a:lnTo>
                  <a:lnTo>
                    <a:pt x="2955" y="773"/>
                  </a:lnTo>
                  <a:lnTo>
                    <a:pt x="2949" y="775"/>
                  </a:lnTo>
                  <a:lnTo>
                    <a:pt x="2936" y="771"/>
                  </a:lnTo>
                  <a:lnTo>
                    <a:pt x="2935" y="754"/>
                  </a:lnTo>
                  <a:lnTo>
                    <a:pt x="2915" y="738"/>
                  </a:lnTo>
                  <a:lnTo>
                    <a:pt x="2868" y="733"/>
                  </a:lnTo>
                  <a:lnTo>
                    <a:pt x="2889" y="730"/>
                  </a:lnTo>
                  <a:lnTo>
                    <a:pt x="2887" y="720"/>
                  </a:lnTo>
                  <a:lnTo>
                    <a:pt x="2863" y="709"/>
                  </a:lnTo>
                  <a:lnTo>
                    <a:pt x="2873" y="706"/>
                  </a:lnTo>
                  <a:lnTo>
                    <a:pt x="2873" y="695"/>
                  </a:lnTo>
                  <a:lnTo>
                    <a:pt x="2889" y="696"/>
                  </a:lnTo>
                  <a:lnTo>
                    <a:pt x="2862" y="676"/>
                  </a:lnTo>
                  <a:lnTo>
                    <a:pt x="2858" y="667"/>
                  </a:lnTo>
                  <a:lnTo>
                    <a:pt x="2868" y="650"/>
                  </a:lnTo>
                  <a:lnTo>
                    <a:pt x="2884" y="657"/>
                  </a:lnTo>
                  <a:lnTo>
                    <a:pt x="2910" y="657"/>
                  </a:lnTo>
                  <a:lnTo>
                    <a:pt x="2941" y="689"/>
                  </a:lnTo>
                  <a:lnTo>
                    <a:pt x="2955" y="680"/>
                  </a:lnTo>
                  <a:lnTo>
                    <a:pt x="2953" y="660"/>
                  </a:lnTo>
                  <a:lnTo>
                    <a:pt x="2943" y="646"/>
                  </a:lnTo>
                  <a:lnTo>
                    <a:pt x="2884" y="618"/>
                  </a:lnTo>
                  <a:lnTo>
                    <a:pt x="2869" y="607"/>
                  </a:lnTo>
                  <a:lnTo>
                    <a:pt x="2867" y="592"/>
                  </a:lnTo>
                  <a:lnTo>
                    <a:pt x="2857" y="585"/>
                  </a:lnTo>
                  <a:lnTo>
                    <a:pt x="2846" y="593"/>
                  </a:lnTo>
                  <a:lnTo>
                    <a:pt x="2820" y="663"/>
                  </a:lnTo>
                  <a:lnTo>
                    <a:pt x="2807" y="666"/>
                  </a:lnTo>
                  <a:lnTo>
                    <a:pt x="2798" y="646"/>
                  </a:lnTo>
                  <a:lnTo>
                    <a:pt x="2808" y="619"/>
                  </a:lnTo>
                  <a:lnTo>
                    <a:pt x="2811" y="594"/>
                  </a:lnTo>
                  <a:lnTo>
                    <a:pt x="2813" y="579"/>
                  </a:lnTo>
                  <a:lnTo>
                    <a:pt x="2826" y="561"/>
                  </a:lnTo>
                  <a:lnTo>
                    <a:pt x="2829" y="550"/>
                  </a:lnTo>
                  <a:lnTo>
                    <a:pt x="2824" y="537"/>
                  </a:lnTo>
                  <a:lnTo>
                    <a:pt x="2829" y="505"/>
                  </a:lnTo>
                  <a:lnTo>
                    <a:pt x="2831" y="472"/>
                  </a:lnTo>
                  <a:lnTo>
                    <a:pt x="2844" y="425"/>
                  </a:lnTo>
                  <a:lnTo>
                    <a:pt x="2849" y="411"/>
                  </a:lnTo>
                  <a:lnTo>
                    <a:pt x="2833" y="413"/>
                  </a:lnTo>
                  <a:lnTo>
                    <a:pt x="2829" y="404"/>
                  </a:lnTo>
                  <a:lnTo>
                    <a:pt x="2841" y="403"/>
                  </a:lnTo>
                  <a:lnTo>
                    <a:pt x="2842" y="391"/>
                  </a:lnTo>
                  <a:lnTo>
                    <a:pt x="2842" y="376"/>
                  </a:lnTo>
                  <a:lnTo>
                    <a:pt x="2839" y="366"/>
                  </a:lnTo>
                  <a:lnTo>
                    <a:pt x="2842" y="359"/>
                  </a:lnTo>
                  <a:lnTo>
                    <a:pt x="2852" y="362"/>
                  </a:lnTo>
                  <a:lnTo>
                    <a:pt x="2872" y="345"/>
                  </a:lnTo>
                  <a:lnTo>
                    <a:pt x="2890" y="353"/>
                  </a:lnTo>
                  <a:lnTo>
                    <a:pt x="2908" y="333"/>
                  </a:lnTo>
                  <a:lnTo>
                    <a:pt x="2908" y="314"/>
                  </a:lnTo>
                  <a:lnTo>
                    <a:pt x="2904" y="297"/>
                  </a:lnTo>
                  <a:lnTo>
                    <a:pt x="2904" y="270"/>
                  </a:lnTo>
                  <a:lnTo>
                    <a:pt x="2908" y="274"/>
                  </a:lnTo>
                  <a:lnTo>
                    <a:pt x="2919" y="265"/>
                  </a:lnTo>
                  <a:lnTo>
                    <a:pt x="2920" y="273"/>
                  </a:lnTo>
                  <a:lnTo>
                    <a:pt x="2924" y="270"/>
                  </a:lnTo>
                  <a:lnTo>
                    <a:pt x="2924" y="248"/>
                  </a:lnTo>
                  <a:lnTo>
                    <a:pt x="2931" y="232"/>
                  </a:lnTo>
                  <a:lnTo>
                    <a:pt x="2941" y="228"/>
                  </a:lnTo>
                  <a:lnTo>
                    <a:pt x="2941" y="248"/>
                  </a:lnTo>
                  <a:lnTo>
                    <a:pt x="2944" y="240"/>
                  </a:lnTo>
                  <a:lnTo>
                    <a:pt x="2951" y="215"/>
                  </a:lnTo>
                  <a:lnTo>
                    <a:pt x="2924" y="211"/>
                  </a:lnTo>
                  <a:lnTo>
                    <a:pt x="2920" y="235"/>
                  </a:lnTo>
                  <a:lnTo>
                    <a:pt x="2910" y="260"/>
                  </a:lnTo>
                  <a:lnTo>
                    <a:pt x="2909" y="237"/>
                  </a:lnTo>
                  <a:lnTo>
                    <a:pt x="2919" y="211"/>
                  </a:lnTo>
                  <a:lnTo>
                    <a:pt x="2921" y="182"/>
                  </a:lnTo>
                  <a:lnTo>
                    <a:pt x="2916" y="173"/>
                  </a:lnTo>
                  <a:lnTo>
                    <a:pt x="2921" y="154"/>
                  </a:lnTo>
                  <a:lnTo>
                    <a:pt x="2925" y="104"/>
                  </a:lnTo>
                  <a:lnTo>
                    <a:pt x="2936" y="81"/>
                  </a:lnTo>
                  <a:lnTo>
                    <a:pt x="2944" y="74"/>
                  </a:lnTo>
                  <a:lnTo>
                    <a:pt x="2979" y="86"/>
                  </a:lnTo>
                  <a:lnTo>
                    <a:pt x="3005" y="77"/>
                  </a:lnTo>
                  <a:lnTo>
                    <a:pt x="3018" y="54"/>
                  </a:lnTo>
                  <a:lnTo>
                    <a:pt x="3021" y="39"/>
                  </a:lnTo>
                  <a:lnTo>
                    <a:pt x="3030" y="21"/>
                  </a:lnTo>
                  <a:lnTo>
                    <a:pt x="3033" y="5"/>
                  </a:lnTo>
                  <a:lnTo>
                    <a:pt x="3035" y="0"/>
                  </a:lnTo>
                  <a:lnTo>
                    <a:pt x="2920" y="0"/>
                  </a:lnTo>
                  <a:lnTo>
                    <a:pt x="2901" y="25"/>
                  </a:lnTo>
                  <a:lnTo>
                    <a:pt x="2894" y="47"/>
                  </a:lnTo>
                  <a:lnTo>
                    <a:pt x="2894" y="63"/>
                  </a:lnTo>
                  <a:lnTo>
                    <a:pt x="2906" y="65"/>
                  </a:lnTo>
                  <a:lnTo>
                    <a:pt x="2887" y="79"/>
                  </a:lnTo>
                  <a:lnTo>
                    <a:pt x="2877" y="52"/>
                  </a:lnTo>
                  <a:lnTo>
                    <a:pt x="2868" y="48"/>
                  </a:lnTo>
                  <a:lnTo>
                    <a:pt x="2877" y="20"/>
                  </a:lnTo>
                  <a:lnTo>
                    <a:pt x="2877" y="7"/>
                  </a:lnTo>
                  <a:lnTo>
                    <a:pt x="2874" y="0"/>
                  </a:lnTo>
                  <a:lnTo>
                    <a:pt x="451" y="0"/>
                  </a:lnTo>
                  <a:lnTo>
                    <a:pt x="430" y="1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49" name="Google Shape;2249;p5">
              <a:extLst>
                <a:ext uri="{FF2B5EF4-FFF2-40B4-BE49-F238E27FC236}">
                  <a16:creationId xmlns:a16="http://schemas.microsoft.com/office/drawing/2014/main" id="{14B8252B-1930-E103-2CD0-CAEF1B82B443}"/>
                </a:ext>
              </a:extLst>
            </p:cNvPr>
            <p:cNvSpPr/>
            <p:nvPr/>
          </p:nvSpPr>
          <p:spPr>
            <a:xfrm>
              <a:off x="3804443" y="1951384"/>
              <a:ext cx="52388" cy="52388"/>
            </a:xfrm>
            <a:custGeom>
              <a:avLst/>
              <a:gdLst/>
              <a:ahLst/>
              <a:cxnLst/>
              <a:rect l="l" t="t" r="r" b="b"/>
              <a:pathLst>
                <a:path w="163" h="166" extrusionOk="0">
                  <a:moveTo>
                    <a:pt x="29" y="0"/>
                  </a:moveTo>
                  <a:lnTo>
                    <a:pt x="49" y="10"/>
                  </a:lnTo>
                  <a:lnTo>
                    <a:pt x="67" y="13"/>
                  </a:lnTo>
                  <a:lnTo>
                    <a:pt x="92" y="25"/>
                  </a:lnTo>
                  <a:lnTo>
                    <a:pt x="128" y="80"/>
                  </a:lnTo>
                  <a:lnTo>
                    <a:pt x="150" y="86"/>
                  </a:lnTo>
                  <a:lnTo>
                    <a:pt x="163" y="99"/>
                  </a:lnTo>
                  <a:lnTo>
                    <a:pt x="163" y="116"/>
                  </a:lnTo>
                  <a:lnTo>
                    <a:pt x="161" y="126"/>
                  </a:lnTo>
                  <a:lnTo>
                    <a:pt x="146" y="143"/>
                  </a:lnTo>
                  <a:lnTo>
                    <a:pt x="87" y="162"/>
                  </a:lnTo>
                  <a:lnTo>
                    <a:pt x="70" y="166"/>
                  </a:lnTo>
                  <a:lnTo>
                    <a:pt x="60" y="165"/>
                  </a:lnTo>
                  <a:lnTo>
                    <a:pt x="40" y="150"/>
                  </a:lnTo>
                  <a:lnTo>
                    <a:pt x="40" y="142"/>
                  </a:lnTo>
                  <a:lnTo>
                    <a:pt x="53" y="139"/>
                  </a:lnTo>
                  <a:lnTo>
                    <a:pt x="66" y="143"/>
                  </a:lnTo>
                  <a:lnTo>
                    <a:pt x="77" y="139"/>
                  </a:lnTo>
                  <a:lnTo>
                    <a:pt x="77" y="130"/>
                  </a:lnTo>
                  <a:lnTo>
                    <a:pt x="69" y="138"/>
                  </a:lnTo>
                  <a:lnTo>
                    <a:pt x="67" y="130"/>
                  </a:lnTo>
                  <a:lnTo>
                    <a:pt x="55" y="129"/>
                  </a:lnTo>
                  <a:lnTo>
                    <a:pt x="55" y="117"/>
                  </a:lnTo>
                  <a:lnTo>
                    <a:pt x="45" y="126"/>
                  </a:lnTo>
                  <a:lnTo>
                    <a:pt x="22" y="126"/>
                  </a:lnTo>
                  <a:lnTo>
                    <a:pt x="2" y="117"/>
                  </a:lnTo>
                  <a:lnTo>
                    <a:pt x="1" y="103"/>
                  </a:lnTo>
                  <a:lnTo>
                    <a:pt x="11" y="100"/>
                  </a:lnTo>
                  <a:lnTo>
                    <a:pt x="28" y="106"/>
                  </a:lnTo>
                  <a:lnTo>
                    <a:pt x="16" y="91"/>
                  </a:lnTo>
                  <a:lnTo>
                    <a:pt x="0" y="79"/>
                  </a:lnTo>
                  <a:lnTo>
                    <a:pt x="5" y="72"/>
                  </a:lnTo>
                  <a:lnTo>
                    <a:pt x="34" y="69"/>
                  </a:lnTo>
                  <a:lnTo>
                    <a:pt x="19" y="58"/>
                  </a:lnTo>
                  <a:lnTo>
                    <a:pt x="7" y="35"/>
                  </a:lnTo>
                  <a:lnTo>
                    <a:pt x="7" y="15"/>
                  </a:lnTo>
                  <a:lnTo>
                    <a:pt x="29"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50" name="Google Shape;2250;p5">
              <a:extLst>
                <a:ext uri="{FF2B5EF4-FFF2-40B4-BE49-F238E27FC236}">
                  <a16:creationId xmlns:a16="http://schemas.microsoft.com/office/drawing/2014/main" id="{7ED5ACF1-3968-4AF7-B55E-34FAF827289E}"/>
                </a:ext>
              </a:extLst>
            </p:cNvPr>
            <p:cNvSpPr/>
            <p:nvPr/>
          </p:nvSpPr>
          <p:spPr>
            <a:xfrm>
              <a:off x="3559968" y="1500534"/>
              <a:ext cx="52388" cy="19050"/>
            </a:xfrm>
            <a:custGeom>
              <a:avLst/>
              <a:gdLst/>
              <a:ahLst/>
              <a:cxnLst/>
              <a:rect l="l" t="t" r="r" b="b"/>
              <a:pathLst>
                <a:path w="167" h="61" extrusionOk="0">
                  <a:moveTo>
                    <a:pt x="0" y="35"/>
                  </a:moveTo>
                  <a:lnTo>
                    <a:pt x="0" y="30"/>
                  </a:lnTo>
                  <a:lnTo>
                    <a:pt x="17" y="20"/>
                  </a:lnTo>
                  <a:lnTo>
                    <a:pt x="31" y="5"/>
                  </a:lnTo>
                  <a:lnTo>
                    <a:pt x="94" y="0"/>
                  </a:lnTo>
                  <a:lnTo>
                    <a:pt x="119" y="6"/>
                  </a:lnTo>
                  <a:lnTo>
                    <a:pt x="131" y="14"/>
                  </a:lnTo>
                  <a:lnTo>
                    <a:pt x="137" y="25"/>
                  </a:lnTo>
                  <a:lnTo>
                    <a:pt x="165" y="38"/>
                  </a:lnTo>
                  <a:lnTo>
                    <a:pt x="167" y="44"/>
                  </a:lnTo>
                  <a:lnTo>
                    <a:pt x="153" y="55"/>
                  </a:lnTo>
                  <a:lnTo>
                    <a:pt x="124" y="61"/>
                  </a:lnTo>
                  <a:lnTo>
                    <a:pt x="67" y="43"/>
                  </a:lnTo>
                  <a:lnTo>
                    <a:pt x="47" y="48"/>
                  </a:lnTo>
                  <a:lnTo>
                    <a:pt x="30" y="46"/>
                  </a:lnTo>
                  <a:lnTo>
                    <a:pt x="0" y="3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251" name="Google Shape;2251;p5">
              <a:extLst>
                <a:ext uri="{FF2B5EF4-FFF2-40B4-BE49-F238E27FC236}">
                  <a16:creationId xmlns:a16="http://schemas.microsoft.com/office/drawing/2014/main" id="{E7131D4E-1666-EF1F-D78A-EFE60B02C969}"/>
                </a:ext>
              </a:extLst>
            </p:cNvPr>
            <p:cNvGrpSpPr/>
            <p:nvPr/>
          </p:nvGrpSpPr>
          <p:grpSpPr>
            <a:xfrm>
              <a:off x="3344103" y="3475439"/>
              <a:ext cx="808049" cy="1365266"/>
              <a:chOff x="1624" y="2350"/>
              <a:chExt cx="509" cy="860"/>
            </a:xfrm>
            <a:grpFill/>
          </p:grpSpPr>
          <p:sp>
            <p:nvSpPr>
              <p:cNvPr id="2252" name="Google Shape;2252;p5">
                <a:extLst>
                  <a:ext uri="{FF2B5EF4-FFF2-40B4-BE49-F238E27FC236}">
                    <a16:creationId xmlns:a16="http://schemas.microsoft.com/office/drawing/2014/main" id="{8F1F54CD-8559-CA7D-DCCC-E4E1A104B768}"/>
                  </a:ext>
                </a:extLst>
              </p:cNvPr>
              <p:cNvSpPr/>
              <p:nvPr/>
            </p:nvSpPr>
            <p:spPr>
              <a:xfrm>
                <a:off x="1709" y="3154"/>
                <a:ext cx="23" cy="27"/>
              </a:xfrm>
              <a:custGeom>
                <a:avLst/>
                <a:gdLst/>
                <a:ahLst/>
                <a:cxnLst/>
                <a:rect l="l" t="t" r="r" b="b"/>
                <a:pathLst>
                  <a:path w="115" h="134" extrusionOk="0">
                    <a:moveTo>
                      <a:pt x="2" y="17"/>
                    </a:moveTo>
                    <a:lnTo>
                      <a:pt x="4" y="17"/>
                    </a:lnTo>
                    <a:lnTo>
                      <a:pt x="5" y="13"/>
                    </a:lnTo>
                    <a:lnTo>
                      <a:pt x="7" y="12"/>
                    </a:lnTo>
                    <a:lnTo>
                      <a:pt x="12" y="16"/>
                    </a:lnTo>
                    <a:lnTo>
                      <a:pt x="17" y="17"/>
                    </a:lnTo>
                    <a:lnTo>
                      <a:pt x="22" y="12"/>
                    </a:lnTo>
                    <a:lnTo>
                      <a:pt x="28" y="10"/>
                    </a:lnTo>
                    <a:lnTo>
                      <a:pt x="32" y="13"/>
                    </a:lnTo>
                    <a:lnTo>
                      <a:pt x="33" y="23"/>
                    </a:lnTo>
                    <a:lnTo>
                      <a:pt x="36" y="27"/>
                    </a:lnTo>
                    <a:lnTo>
                      <a:pt x="41" y="23"/>
                    </a:lnTo>
                    <a:lnTo>
                      <a:pt x="44" y="11"/>
                    </a:lnTo>
                    <a:lnTo>
                      <a:pt x="41" y="7"/>
                    </a:lnTo>
                    <a:lnTo>
                      <a:pt x="41" y="0"/>
                    </a:lnTo>
                    <a:lnTo>
                      <a:pt x="43" y="1"/>
                    </a:lnTo>
                    <a:lnTo>
                      <a:pt x="50" y="6"/>
                    </a:lnTo>
                    <a:lnTo>
                      <a:pt x="53" y="15"/>
                    </a:lnTo>
                    <a:lnTo>
                      <a:pt x="54" y="27"/>
                    </a:lnTo>
                    <a:lnTo>
                      <a:pt x="43" y="39"/>
                    </a:lnTo>
                    <a:lnTo>
                      <a:pt x="37" y="55"/>
                    </a:lnTo>
                    <a:lnTo>
                      <a:pt x="45" y="60"/>
                    </a:lnTo>
                    <a:lnTo>
                      <a:pt x="52" y="66"/>
                    </a:lnTo>
                    <a:lnTo>
                      <a:pt x="53" y="72"/>
                    </a:lnTo>
                    <a:lnTo>
                      <a:pt x="63" y="80"/>
                    </a:lnTo>
                    <a:lnTo>
                      <a:pt x="80" y="61"/>
                    </a:lnTo>
                    <a:lnTo>
                      <a:pt x="87" y="61"/>
                    </a:lnTo>
                    <a:lnTo>
                      <a:pt x="100" y="64"/>
                    </a:lnTo>
                    <a:lnTo>
                      <a:pt x="112" y="63"/>
                    </a:lnTo>
                    <a:lnTo>
                      <a:pt x="115" y="70"/>
                    </a:lnTo>
                    <a:lnTo>
                      <a:pt x="115" y="79"/>
                    </a:lnTo>
                    <a:lnTo>
                      <a:pt x="92" y="97"/>
                    </a:lnTo>
                    <a:lnTo>
                      <a:pt x="85" y="102"/>
                    </a:lnTo>
                    <a:lnTo>
                      <a:pt x="77" y="99"/>
                    </a:lnTo>
                    <a:lnTo>
                      <a:pt x="74" y="101"/>
                    </a:lnTo>
                    <a:lnTo>
                      <a:pt x="74" y="107"/>
                    </a:lnTo>
                    <a:lnTo>
                      <a:pt x="71" y="109"/>
                    </a:lnTo>
                    <a:lnTo>
                      <a:pt x="66" y="107"/>
                    </a:lnTo>
                    <a:lnTo>
                      <a:pt x="60" y="110"/>
                    </a:lnTo>
                    <a:lnTo>
                      <a:pt x="63" y="117"/>
                    </a:lnTo>
                    <a:lnTo>
                      <a:pt x="59" y="120"/>
                    </a:lnTo>
                    <a:lnTo>
                      <a:pt x="59" y="128"/>
                    </a:lnTo>
                    <a:lnTo>
                      <a:pt x="61" y="134"/>
                    </a:lnTo>
                    <a:lnTo>
                      <a:pt x="53" y="131"/>
                    </a:lnTo>
                    <a:lnTo>
                      <a:pt x="28" y="108"/>
                    </a:lnTo>
                    <a:lnTo>
                      <a:pt x="26" y="106"/>
                    </a:lnTo>
                    <a:lnTo>
                      <a:pt x="34" y="104"/>
                    </a:lnTo>
                    <a:lnTo>
                      <a:pt x="43" y="108"/>
                    </a:lnTo>
                    <a:lnTo>
                      <a:pt x="49" y="106"/>
                    </a:lnTo>
                    <a:lnTo>
                      <a:pt x="49" y="99"/>
                    </a:lnTo>
                    <a:lnTo>
                      <a:pt x="44" y="95"/>
                    </a:lnTo>
                    <a:lnTo>
                      <a:pt x="39" y="83"/>
                    </a:lnTo>
                    <a:lnTo>
                      <a:pt x="37" y="88"/>
                    </a:lnTo>
                    <a:lnTo>
                      <a:pt x="33" y="93"/>
                    </a:lnTo>
                    <a:lnTo>
                      <a:pt x="17" y="92"/>
                    </a:lnTo>
                    <a:lnTo>
                      <a:pt x="20" y="86"/>
                    </a:lnTo>
                    <a:lnTo>
                      <a:pt x="20" y="81"/>
                    </a:lnTo>
                    <a:lnTo>
                      <a:pt x="10" y="77"/>
                    </a:lnTo>
                    <a:lnTo>
                      <a:pt x="7" y="74"/>
                    </a:lnTo>
                    <a:lnTo>
                      <a:pt x="7" y="66"/>
                    </a:lnTo>
                    <a:lnTo>
                      <a:pt x="6" y="65"/>
                    </a:lnTo>
                    <a:lnTo>
                      <a:pt x="0" y="66"/>
                    </a:lnTo>
                    <a:lnTo>
                      <a:pt x="1" y="60"/>
                    </a:lnTo>
                    <a:lnTo>
                      <a:pt x="1" y="50"/>
                    </a:lnTo>
                    <a:lnTo>
                      <a:pt x="2" y="40"/>
                    </a:lnTo>
                    <a:lnTo>
                      <a:pt x="1" y="31"/>
                    </a:lnTo>
                    <a:lnTo>
                      <a:pt x="2" y="1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53" name="Google Shape;2253;p5">
                <a:extLst>
                  <a:ext uri="{FF2B5EF4-FFF2-40B4-BE49-F238E27FC236}">
                    <a16:creationId xmlns:a16="http://schemas.microsoft.com/office/drawing/2014/main" id="{E04F3FE6-D741-A085-B1DF-F03B966431DE}"/>
                  </a:ext>
                </a:extLst>
              </p:cNvPr>
              <p:cNvSpPr/>
              <p:nvPr/>
            </p:nvSpPr>
            <p:spPr>
              <a:xfrm>
                <a:off x="1712" y="2353"/>
                <a:ext cx="148" cy="126"/>
              </a:xfrm>
              <a:custGeom>
                <a:avLst/>
                <a:gdLst/>
                <a:ahLst/>
                <a:cxnLst/>
                <a:rect l="l" t="t" r="r" b="b"/>
                <a:pathLst>
                  <a:path w="743" h="631" extrusionOk="0">
                    <a:moveTo>
                      <a:pt x="109" y="21"/>
                    </a:moveTo>
                    <a:lnTo>
                      <a:pt x="99" y="29"/>
                    </a:lnTo>
                    <a:lnTo>
                      <a:pt x="88" y="31"/>
                    </a:lnTo>
                    <a:lnTo>
                      <a:pt x="82" y="35"/>
                    </a:lnTo>
                    <a:lnTo>
                      <a:pt x="82" y="39"/>
                    </a:lnTo>
                    <a:lnTo>
                      <a:pt x="84" y="47"/>
                    </a:lnTo>
                    <a:lnTo>
                      <a:pt x="87" y="56"/>
                    </a:lnTo>
                    <a:lnTo>
                      <a:pt x="94" y="66"/>
                    </a:lnTo>
                    <a:lnTo>
                      <a:pt x="95" y="69"/>
                    </a:lnTo>
                    <a:lnTo>
                      <a:pt x="93" y="72"/>
                    </a:lnTo>
                    <a:lnTo>
                      <a:pt x="93" y="73"/>
                    </a:lnTo>
                    <a:lnTo>
                      <a:pt x="97" y="77"/>
                    </a:lnTo>
                    <a:lnTo>
                      <a:pt x="97" y="83"/>
                    </a:lnTo>
                    <a:lnTo>
                      <a:pt x="93" y="95"/>
                    </a:lnTo>
                    <a:lnTo>
                      <a:pt x="78" y="109"/>
                    </a:lnTo>
                    <a:lnTo>
                      <a:pt x="76" y="111"/>
                    </a:lnTo>
                    <a:lnTo>
                      <a:pt x="73" y="118"/>
                    </a:lnTo>
                    <a:lnTo>
                      <a:pt x="73" y="133"/>
                    </a:lnTo>
                    <a:lnTo>
                      <a:pt x="74" y="140"/>
                    </a:lnTo>
                    <a:lnTo>
                      <a:pt x="78" y="145"/>
                    </a:lnTo>
                    <a:lnTo>
                      <a:pt x="87" y="152"/>
                    </a:lnTo>
                    <a:lnTo>
                      <a:pt x="93" y="165"/>
                    </a:lnTo>
                    <a:lnTo>
                      <a:pt x="95" y="174"/>
                    </a:lnTo>
                    <a:lnTo>
                      <a:pt x="98" y="176"/>
                    </a:lnTo>
                    <a:lnTo>
                      <a:pt x="105" y="176"/>
                    </a:lnTo>
                    <a:lnTo>
                      <a:pt x="113" y="174"/>
                    </a:lnTo>
                    <a:lnTo>
                      <a:pt x="119" y="169"/>
                    </a:lnTo>
                    <a:lnTo>
                      <a:pt x="125" y="161"/>
                    </a:lnTo>
                    <a:lnTo>
                      <a:pt x="126" y="159"/>
                    </a:lnTo>
                    <a:lnTo>
                      <a:pt x="126" y="148"/>
                    </a:lnTo>
                    <a:lnTo>
                      <a:pt x="125" y="134"/>
                    </a:lnTo>
                    <a:lnTo>
                      <a:pt x="115" y="117"/>
                    </a:lnTo>
                    <a:lnTo>
                      <a:pt x="109" y="110"/>
                    </a:lnTo>
                    <a:lnTo>
                      <a:pt x="104" y="101"/>
                    </a:lnTo>
                    <a:lnTo>
                      <a:pt x="104" y="77"/>
                    </a:lnTo>
                    <a:lnTo>
                      <a:pt x="108" y="74"/>
                    </a:lnTo>
                    <a:lnTo>
                      <a:pt x="110" y="70"/>
                    </a:lnTo>
                    <a:lnTo>
                      <a:pt x="111" y="68"/>
                    </a:lnTo>
                    <a:lnTo>
                      <a:pt x="120" y="66"/>
                    </a:lnTo>
                    <a:lnTo>
                      <a:pt x="140" y="53"/>
                    </a:lnTo>
                    <a:lnTo>
                      <a:pt x="173" y="43"/>
                    </a:lnTo>
                    <a:lnTo>
                      <a:pt x="196" y="42"/>
                    </a:lnTo>
                    <a:lnTo>
                      <a:pt x="196" y="36"/>
                    </a:lnTo>
                    <a:lnTo>
                      <a:pt x="195" y="32"/>
                    </a:lnTo>
                    <a:lnTo>
                      <a:pt x="190" y="30"/>
                    </a:lnTo>
                    <a:lnTo>
                      <a:pt x="174" y="29"/>
                    </a:lnTo>
                    <a:lnTo>
                      <a:pt x="172" y="27"/>
                    </a:lnTo>
                    <a:lnTo>
                      <a:pt x="169" y="27"/>
                    </a:lnTo>
                    <a:lnTo>
                      <a:pt x="168" y="25"/>
                    </a:lnTo>
                    <a:lnTo>
                      <a:pt x="169" y="18"/>
                    </a:lnTo>
                    <a:lnTo>
                      <a:pt x="175" y="5"/>
                    </a:lnTo>
                    <a:lnTo>
                      <a:pt x="181" y="0"/>
                    </a:lnTo>
                    <a:lnTo>
                      <a:pt x="186" y="0"/>
                    </a:lnTo>
                    <a:lnTo>
                      <a:pt x="191" y="2"/>
                    </a:lnTo>
                    <a:lnTo>
                      <a:pt x="192" y="4"/>
                    </a:lnTo>
                    <a:lnTo>
                      <a:pt x="201" y="29"/>
                    </a:lnTo>
                    <a:lnTo>
                      <a:pt x="201" y="29"/>
                    </a:lnTo>
                    <a:lnTo>
                      <a:pt x="207" y="40"/>
                    </a:lnTo>
                    <a:lnTo>
                      <a:pt x="223" y="42"/>
                    </a:lnTo>
                    <a:lnTo>
                      <a:pt x="243" y="46"/>
                    </a:lnTo>
                    <a:lnTo>
                      <a:pt x="246" y="46"/>
                    </a:lnTo>
                    <a:lnTo>
                      <a:pt x="260" y="50"/>
                    </a:lnTo>
                    <a:lnTo>
                      <a:pt x="271" y="56"/>
                    </a:lnTo>
                    <a:lnTo>
                      <a:pt x="276" y="61"/>
                    </a:lnTo>
                    <a:lnTo>
                      <a:pt x="280" y="77"/>
                    </a:lnTo>
                    <a:lnTo>
                      <a:pt x="285" y="88"/>
                    </a:lnTo>
                    <a:lnTo>
                      <a:pt x="286" y="90"/>
                    </a:lnTo>
                    <a:lnTo>
                      <a:pt x="292" y="95"/>
                    </a:lnTo>
                    <a:lnTo>
                      <a:pt x="303" y="95"/>
                    </a:lnTo>
                    <a:lnTo>
                      <a:pt x="329" y="90"/>
                    </a:lnTo>
                    <a:lnTo>
                      <a:pt x="340" y="91"/>
                    </a:lnTo>
                    <a:lnTo>
                      <a:pt x="366" y="88"/>
                    </a:lnTo>
                    <a:lnTo>
                      <a:pt x="395" y="88"/>
                    </a:lnTo>
                    <a:lnTo>
                      <a:pt x="398" y="89"/>
                    </a:lnTo>
                    <a:lnTo>
                      <a:pt x="401" y="91"/>
                    </a:lnTo>
                    <a:lnTo>
                      <a:pt x="405" y="97"/>
                    </a:lnTo>
                    <a:lnTo>
                      <a:pt x="405" y="101"/>
                    </a:lnTo>
                    <a:lnTo>
                      <a:pt x="411" y="106"/>
                    </a:lnTo>
                    <a:lnTo>
                      <a:pt x="422" y="112"/>
                    </a:lnTo>
                    <a:lnTo>
                      <a:pt x="432" y="115"/>
                    </a:lnTo>
                    <a:lnTo>
                      <a:pt x="450" y="115"/>
                    </a:lnTo>
                    <a:lnTo>
                      <a:pt x="476" y="110"/>
                    </a:lnTo>
                    <a:lnTo>
                      <a:pt x="484" y="106"/>
                    </a:lnTo>
                    <a:lnTo>
                      <a:pt x="495" y="99"/>
                    </a:lnTo>
                    <a:lnTo>
                      <a:pt x="512" y="99"/>
                    </a:lnTo>
                    <a:lnTo>
                      <a:pt x="523" y="96"/>
                    </a:lnTo>
                    <a:lnTo>
                      <a:pt x="527" y="94"/>
                    </a:lnTo>
                    <a:lnTo>
                      <a:pt x="525" y="91"/>
                    </a:lnTo>
                    <a:lnTo>
                      <a:pt x="506" y="90"/>
                    </a:lnTo>
                    <a:lnTo>
                      <a:pt x="499" y="88"/>
                    </a:lnTo>
                    <a:lnTo>
                      <a:pt x="499" y="88"/>
                    </a:lnTo>
                    <a:lnTo>
                      <a:pt x="506" y="84"/>
                    </a:lnTo>
                    <a:lnTo>
                      <a:pt x="520" y="83"/>
                    </a:lnTo>
                    <a:lnTo>
                      <a:pt x="608" y="83"/>
                    </a:lnTo>
                    <a:lnTo>
                      <a:pt x="620" y="86"/>
                    </a:lnTo>
                    <a:lnTo>
                      <a:pt x="621" y="86"/>
                    </a:lnTo>
                    <a:lnTo>
                      <a:pt x="619" y="88"/>
                    </a:lnTo>
                    <a:lnTo>
                      <a:pt x="606" y="90"/>
                    </a:lnTo>
                    <a:lnTo>
                      <a:pt x="605" y="93"/>
                    </a:lnTo>
                    <a:lnTo>
                      <a:pt x="600" y="95"/>
                    </a:lnTo>
                    <a:lnTo>
                      <a:pt x="587" y="93"/>
                    </a:lnTo>
                    <a:lnTo>
                      <a:pt x="573" y="95"/>
                    </a:lnTo>
                    <a:lnTo>
                      <a:pt x="570" y="99"/>
                    </a:lnTo>
                    <a:lnTo>
                      <a:pt x="571" y="102"/>
                    </a:lnTo>
                    <a:lnTo>
                      <a:pt x="579" y="106"/>
                    </a:lnTo>
                    <a:lnTo>
                      <a:pt x="583" y="107"/>
                    </a:lnTo>
                    <a:lnTo>
                      <a:pt x="590" y="111"/>
                    </a:lnTo>
                    <a:lnTo>
                      <a:pt x="593" y="117"/>
                    </a:lnTo>
                    <a:lnTo>
                      <a:pt x="599" y="122"/>
                    </a:lnTo>
                    <a:lnTo>
                      <a:pt x="600" y="129"/>
                    </a:lnTo>
                    <a:lnTo>
                      <a:pt x="604" y="134"/>
                    </a:lnTo>
                    <a:lnTo>
                      <a:pt x="621" y="132"/>
                    </a:lnTo>
                    <a:lnTo>
                      <a:pt x="638" y="136"/>
                    </a:lnTo>
                    <a:lnTo>
                      <a:pt x="663" y="150"/>
                    </a:lnTo>
                    <a:lnTo>
                      <a:pt x="670" y="152"/>
                    </a:lnTo>
                    <a:lnTo>
                      <a:pt x="678" y="159"/>
                    </a:lnTo>
                    <a:lnTo>
                      <a:pt x="686" y="172"/>
                    </a:lnTo>
                    <a:lnTo>
                      <a:pt x="687" y="177"/>
                    </a:lnTo>
                    <a:lnTo>
                      <a:pt x="689" y="193"/>
                    </a:lnTo>
                    <a:lnTo>
                      <a:pt x="689" y="197"/>
                    </a:lnTo>
                    <a:lnTo>
                      <a:pt x="686" y="199"/>
                    </a:lnTo>
                    <a:lnTo>
                      <a:pt x="676" y="203"/>
                    </a:lnTo>
                    <a:lnTo>
                      <a:pt x="676" y="206"/>
                    </a:lnTo>
                    <a:lnTo>
                      <a:pt x="679" y="207"/>
                    </a:lnTo>
                    <a:lnTo>
                      <a:pt x="689" y="208"/>
                    </a:lnTo>
                    <a:lnTo>
                      <a:pt x="695" y="211"/>
                    </a:lnTo>
                    <a:lnTo>
                      <a:pt x="701" y="211"/>
                    </a:lnTo>
                    <a:lnTo>
                      <a:pt x="705" y="209"/>
                    </a:lnTo>
                    <a:lnTo>
                      <a:pt x="712" y="202"/>
                    </a:lnTo>
                    <a:lnTo>
                      <a:pt x="721" y="201"/>
                    </a:lnTo>
                    <a:lnTo>
                      <a:pt x="727" y="203"/>
                    </a:lnTo>
                    <a:lnTo>
                      <a:pt x="737" y="209"/>
                    </a:lnTo>
                    <a:lnTo>
                      <a:pt x="741" y="214"/>
                    </a:lnTo>
                    <a:lnTo>
                      <a:pt x="743" y="217"/>
                    </a:lnTo>
                    <a:lnTo>
                      <a:pt x="743" y="225"/>
                    </a:lnTo>
                    <a:lnTo>
                      <a:pt x="739" y="228"/>
                    </a:lnTo>
                    <a:lnTo>
                      <a:pt x="734" y="228"/>
                    </a:lnTo>
                    <a:lnTo>
                      <a:pt x="728" y="231"/>
                    </a:lnTo>
                    <a:lnTo>
                      <a:pt x="724" y="234"/>
                    </a:lnTo>
                    <a:lnTo>
                      <a:pt x="708" y="241"/>
                    </a:lnTo>
                    <a:lnTo>
                      <a:pt x="705" y="245"/>
                    </a:lnTo>
                    <a:lnTo>
                      <a:pt x="702" y="247"/>
                    </a:lnTo>
                    <a:lnTo>
                      <a:pt x="691" y="250"/>
                    </a:lnTo>
                    <a:lnTo>
                      <a:pt x="689" y="252"/>
                    </a:lnTo>
                    <a:lnTo>
                      <a:pt x="686" y="258"/>
                    </a:lnTo>
                    <a:lnTo>
                      <a:pt x="686" y="267"/>
                    </a:lnTo>
                    <a:lnTo>
                      <a:pt x="689" y="279"/>
                    </a:lnTo>
                    <a:lnTo>
                      <a:pt x="694" y="281"/>
                    </a:lnTo>
                    <a:lnTo>
                      <a:pt x="700" y="279"/>
                    </a:lnTo>
                    <a:lnTo>
                      <a:pt x="702" y="279"/>
                    </a:lnTo>
                    <a:lnTo>
                      <a:pt x="707" y="284"/>
                    </a:lnTo>
                    <a:lnTo>
                      <a:pt x="702" y="290"/>
                    </a:lnTo>
                    <a:lnTo>
                      <a:pt x="691" y="298"/>
                    </a:lnTo>
                    <a:lnTo>
                      <a:pt x="674" y="304"/>
                    </a:lnTo>
                    <a:lnTo>
                      <a:pt x="673" y="306"/>
                    </a:lnTo>
                    <a:lnTo>
                      <a:pt x="673" y="321"/>
                    </a:lnTo>
                    <a:lnTo>
                      <a:pt x="669" y="327"/>
                    </a:lnTo>
                    <a:lnTo>
                      <a:pt x="663" y="336"/>
                    </a:lnTo>
                    <a:lnTo>
                      <a:pt x="662" y="337"/>
                    </a:lnTo>
                    <a:lnTo>
                      <a:pt x="662" y="341"/>
                    </a:lnTo>
                    <a:lnTo>
                      <a:pt x="662" y="343"/>
                    </a:lnTo>
                    <a:lnTo>
                      <a:pt x="674" y="359"/>
                    </a:lnTo>
                    <a:lnTo>
                      <a:pt x="685" y="370"/>
                    </a:lnTo>
                    <a:lnTo>
                      <a:pt x="689" y="378"/>
                    </a:lnTo>
                    <a:lnTo>
                      <a:pt x="695" y="384"/>
                    </a:lnTo>
                    <a:lnTo>
                      <a:pt x="699" y="386"/>
                    </a:lnTo>
                    <a:lnTo>
                      <a:pt x="699" y="389"/>
                    </a:lnTo>
                    <a:lnTo>
                      <a:pt x="699" y="401"/>
                    </a:lnTo>
                    <a:lnTo>
                      <a:pt x="687" y="414"/>
                    </a:lnTo>
                    <a:lnTo>
                      <a:pt x="680" y="421"/>
                    </a:lnTo>
                    <a:lnTo>
                      <a:pt x="676" y="423"/>
                    </a:lnTo>
                    <a:lnTo>
                      <a:pt x="660" y="424"/>
                    </a:lnTo>
                    <a:lnTo>
                      <a:pt x="654" y="428"/>
                    </a:lnTo>
                    <a:lnTo>
                      <a:pt x="646" y="432"/>
                    </a:lnTo>
                    <a:lnTo>
                      <a:pt x="640" y="440"/>
                    </a:lnTo>
                    <a:lnTo>
                      <a:pt x="635" y="443"/>
                    </a:lnTo>
                    <a:lnTo>
                      <a:pt x="606" y="445"/>
                    </a:lnTo>
                    <a:lnTo>
                      <a:pt x="590" y="449"/>
                    </a:lnTo>
                    <a:lnTo>
                      <a:pt x="572" y="455"/>
                    </a:lnTo>
                    <a:lnTo>
                      <a:pt x="568" y="459"/>
                    </a:lnTo>
                    <a:lnTo>
                      <a:pt x="567" y="460"/>
                    </a:lnTo>
                    <a:lnTo>
                      <a:pt x="542" y="459"/>
                    </a:lnTo>
                    <a:lnTo>
                      <a:pt x="524" y="454"/>
                    </a:lnTo>
                    <a:lnTo>
                      <a:pt x="503" y="441"/>
                    </a:lnTo>
                    <a:lnTo>
                      <a:pt x="481" y="439"/>
                    </a:lnTo>
                    <a:lnTo>
                      <a:pt x="474" y="437"/>
                    </a:lnTo>
                    <a:lnTo>
                      <a:pt x="470" y="437"/>
                    </a:lnTo>
                    <a:lnTo>
                      <a:pt x="469" y="437"/>
                    </a:lnTo>
                    <a:lnTo>
                      <a:pt x="470" y="446"/>
                    </a:lnTo>
                    <a:lnTo>
                      <a:pt x="474" y="455"/>
                    </a:lnTo>
                    <a:lnTo>
                      <a:pt x="485" y="460"/>
                    </a:lnTo>
                    <a:lnTo>
                      <a:pt x="497" y="467"/>
                    </a:lnTo>
                    <a:lnTo>
                      <a:pt x="499" y="470"/>
                    </a:lnTo>
                    <a:lnTo>
                      <a:pt x="498" y="482"/>
                    </a:lnTo>
                    <a:lnTo>
                      <a:pt x="495" y="495"/>
                    </a:lnTo>
                    <a:lnTo>
                      <a:pt x="495" y="502"/>
                    </a:lnTo>
                    <a:lnTo>
                      <a:pt x="496" y="507"/>
                    </a:lnTo>
                    <a:lnTo>
                      <a:pt x="501" y="524"/>
                    </a:lnTo>
                    <a:lnTo>
                      <a:pt x="502" y="532"/>
                    </a:lnTo>
                    <a:lnTo>
                      <a:pt x="503" y="538"/>
                    </a:lnTo>
                    <a:lnTo>
                      <a:pt x="518" y="541"/>
                    </a:lnTo>
                    <a:lnTo>
                      <a:pt x="522" y="542"/>
                    </a:lnTo>
                    <a:lnTo>
                      <a:pt x="546" y="541"/>
                    </a:lnTo>
                    <a:lnTo>
                      <a:pt x="546" y="550"/>
                    </a:lnTo>
                    <a:lnTo>
                      <a:pt x="546" y="551"/>
                    </a:lnTo>
                    <a:lnTo>
                      <a:pt x="544" y="554"/>
                    </a:lnTo>
                    <a:lnTo>
                      <a:pt x="533" y="556"/>
                    </a:lnTo>
                    <a:lnTo>
                      <a:pt x="525" y="559"/>
                    </a:lnTo>
                    <a:lnTo>
                      <a:pt x="524" y="562"/>
                    </a:lnTo>
                    <a:lnTo>
                      <a:pt x="518" y="565"/>
                    </a:lnTo>
                    <a:lnTo>
                      <a:pt x="511" y="565"/>
                    </a:lnTo>
                    <a:lnTo>
                      <a:pt x="506" y="573"/>
                    </a:lnTo>
                    <a:lnTo>
                      <a:pt x="499" y="588"/>
                    </a:lnTo>
                    <a:lnTo>
                      <a:pt x="496" y="591"/>
                    </a:lnTo>
                    <a:lnTo>
                      <a:pt x="491" y="593"/>
                    </a:lnTo>
                    <a:lnTo>
                      <a:pt x="486" y="593"/>
                    </a:lnTo>
                    <a:lnTo>
                      <a:pt x="480" y="596"/>
                    </a:lnTo>
                    <a:lnTo>
                      <a:pt x="477" y="597"/>
                    </a:lnTo>
                    <a:lnTo>
                      <a:pt x="475" y="602"/>
                    </a:lnTo>
                    <a:lnTo>
                      <a:pt x="466" y="602"/>
                    </a:lnTo>
                    <a:lnTo>
                      <a:pt x="454" y="607"/>
                    </a:lnTo>
                    <a:lnTo>
                      <a:pt x="452" y="607"/>
                    </a:lnTo>
                    <a:lnTo>
                      <a:pt x="444" y="611"/>
                    </a:lnTo>
                    <a:lnTo>
                      <a:pt x="436" y="615"/>
                    </a:lnTo>
                    <a:lnTo>
                      <a:pt x="431" y="618"/>
                    </a:lnTo>
                    <a:lnTo>
                      <a:pt x="423" y="626"/>
                    </a:lnTo>
                    <a:lnTo>
                      <a:pt x="421" y="627"/>
                    </a:lnTo>
                    <a:lnTo>
                      <a:pt x="402" y="631"/>
                    </a:lnTo>
                    <a:lnTo>
                      <a:pt x="385" y="631"/>
                    </a:lnTo>
                    <a:lnTo>
                      <a:pt x="383" y="629"/>
                    </a:lnTo>
                    <a:lnTo>
                      <a:pt x="380" y="629"/>
                    </a:lnTo>
                    <a:lnTo>
                      <a:pt x="368" y="621"/>
                    </a:lnTo>
                    <a:lnTo>
                      <a:pt x="364" y="617"/>
                    </a:lnTo>
                    <a:lnTo>
                      <a:pt x="361" y="612"/>
                    </a:lnTo>
                    <a:lnTo>
                      <a:pt x="358" y="607"/>
                    </a:lnTo>
                    <a:lnTo>
                      <a:pt x="353" y="600"/>
                    </a:lnTo>
                    <a:lnTo>
                      <a:pt x="348" y="591"/>
                    </a:lnTo>
                    <a:lnTo>
                      <a:pt x="346" y="580"/>
                    </a:lnTo>
                    <a:lnTo>
                      <a:pt x="330" y="543"/>
                    </a:lnTo>
                    <a:lnTo>
                      <a:pt x="321" y="532"/>
                    </a:lnTo>
                    <a:lnTo>
                      <a:pt x="304" y="519"/>
                    </a:lnTo>
                    <a:lnTo>
                      <a:pt x="304" y="515"/>
                    </a:lnTo>
                    <a:lnTo>
                      <a:pt x="316" y="504"/>
                    </a:lnTo>
                    <a:lnTo>
                      <a:pt x="321" y="497"/>
                    </a:lnTo>
                    <a:lnTo>
                      <a:pt x="324" y="495"/>
                    </a:lnTo>
                    <a:lnTo>
                      <a:pt x="328" y="492"/>
                    </a:lnTo>
                    <a:lnTo>
                      <a:pt x="330" y="491"/>
                    </a:lnTo>
                    <a:lnTo>
                      <a:pt x="331" y="488"/>
                    </a:lnTo>
                    <a:lnTo>
                      <a:pt x="330" y="481"/>
                    </a:lnTo>
                    <a:lnTo>
                      <a:pt x="328" y="476"/>
                    </a:lnTo>
                    <a:lnTo>
                      <a:pt x="323" y="467"/>
                    </a:lnTo>
                    <a:lnTo>
                      <a:pt x="315" y="459"/>
                    </a:lnTo>
                    <a:lnTo>
                      <a:pt x="308" y="454"/>
                    </a:lnTo>
                    <a:lnTo>
                      <a:pt x="307" y="451"/>
                    </a:lnTo>
                    <a:lnTo>
                      <a:pt x="305" y="441"/>
                    </a:lnTo>
                    <a:lnTo>
                      <a:pt x="303" y="435"/>
                    </a:lnTo>
                    <a:lnTo>
                      <a:pt x="303" y="427"/>
                    </a:lnTo>
                    <a:lnTo>
                      <a:pt x="299" y="419"/>
                    </a:lnTo>
                    <a:lnTo>
                      <a:pt x="299" y="407"/>
                    </a:lnTo>
                    <a:lnTo>
                      <a:pt x="303" y="401"/>
                    </a:lnTo>
                    <a:lnTo>
                      <a:pt x="305" y="391"/>
                    </a:lnTo>
                    <a:lnTo>
                      <a:pt x="305" y="380"/>
                    </a:lnTo>
                    <a:lnTo>
                      <a:pt x="314" y="370"/>
                    </a:lnTo>
                    <a:lnTo>
                      <a:pt x="314" y="357"/>
                    </a:lnTo>
                    <a:lnTo>
                      <a:pt x="316" y="352"/>
                    </a:lnTo>
                    <a:lnTo>
                      <a:pt x="323" y="346"/>
                    </a:lnTo>
                    <a:lnTo>
                      <a:pt x="323" y="341"/>
                    </a:lnTo>
                    <a:lnTo>
                      <a:pt x="320" y="332"/>
                    </a:lnTo>
                    <a:lnTo>
                      <a:pt x="318" y="330"/>
                    </a:lnTo>
                    <a:lnTo>
                      <a:pt x="314" y="330"/>
                    </a:lnTo>
                    <a:lnTo>
                      <a:pt x="304" y="330"/>
                    </a:lnTo>
                    <a:lnTo>
                      <a:pt x="285" y="338"/>
                    </a:lnTo>
                    <a:lnTo>
                      <a:pt x="273" y="341"/>
                    </a:lnTo>
                    <a:lnTo>
                      <a:pt x="266" y="341"/>
                    </a:lnTo>
                    <a:lnTo>
                      <a:pt x="257" y="338"/>
                    </a:lnTo>
                    <a:lnTo>
                      <a:pt x="253" y="337"/>
                    </a:lnTo>
                    <a:lnTo>
                      <a:pt x="248" y="335"/>
                    </a:lnTo>
                    <a:lnTo>
                      <a:pt x="242" y="333"/>
                    </a:lnTo>
                    <a:lnTo>
                      <a:pt x="234" y="336"/>
                    </a:lnTo>
                    <a:lnTo>
                      <a:pt x="232" y="338"/>
                    </a:lnTo>
                    <a:lnTo>
                      <a:pt x="226" y="338"/>
                    </a:lnTo>
                    <a:lnTo>
                      <a:pt x="217" y="338"/>
                    </a:lnTo>
                    <a:lnTo>
                      <a:pt x="213" y="336"/>
                    </a:lnTo>
                    <a:lnTo>
                      <a:pt x="212" y="336"/>
                    </a:lnTo>
                    <a:lnTo>
                      <a:pt x="184" y="295"/>
                    </a:lnTo>
                    <a:lnTo>
                      <a:pt x="183" y="293"/>
                    </a:lnTo>
                    <a:lnTo>
                      <a:pt x="180" y="290"/>
                    </a:lnTo>
                    <a:lnTo>
                      <a:pt x="169" y="289"/>
                    </a:lnTo>
                    <a:lnTo>
                      <a:pt x="163" y="285"/>
                    </a:lnTo>
                    <a:lnTo>
                      <a:pt x="151" y="281"/>
                    </a:lnTo>
                    <a:lnTo>
                      <a:pt x="133" y="282"/>
                    </a:lnTo>
                    <a:lnTo>
                      <a:pt x="115" y="287"/>
                    </a:lnTo>
                    <a:lnTo>
                      <a:pt x="105" y="288"/>
                    </a:lnTo>
                    <a:lnTo>
                      <a:pt x="90" y="287"/>
                    </a:lnTo>
                    <a:lnTo>
                      <a:pt x="73" y="279"/>
                    </a:lnTo>
                    <a:lnTo>
                      <a:pt x="70" y="272"/>
                    </a:lnTo>
                    <a:lnTo>
                      <a:pt x="66" y="271"/>
                    </a:lnTo>
                    <a:lnTo>
                      <a:pt x="54" y="265"/>
                    </a:lnTo>
                    <a:lnTo>
                      <a:pt x="52" y="262"/>
                    </a:lnTo>
                    <a:lnTo>
                      <a:pt x="52" y="229"/>
                    </a:lnTo>
                    <a:lnTo>
                      <a:pt x="50" y="220"/>
                    </a:lnTo>
                    <a:lnTo>
                      <a:pt x="47" y="214"/>
                    </a:lnTo>
                    <a:lnTo>
                      <a:pt x="43" y="211"/>
                    </a:lnTo>
                    <a:lnTo>
                      <a:pt x="41" y="208"/>
                    </a:lnTo>
                    <a:lnTo>
                      <a:pt x="34" y="199"/>
                    </a:lnTo>
                    <a:lnTo>
                      <a:pt x="31" y="196"/>
                    </a:lnTo>
                    <a:lnTo>
                      <a:pt x="28" y="176"/>
                    </a:lnTo>
                    <a:lnTo>
                      <a:pt x="25" y="170"/>
                    </a:lnTo>
                    <a:lnTo>
                      <a:pt x="24" y="168"/>
                    </a:lnTo>
                    <a:lnTo>
                      <a:pt x="0" y="169"/>
                    </a:lnTo>
                    <a:lnTo>
                      <a:pt x="6" y="155"/>
                    </a:lnTo>
                    <a:lnTo>
                      <a:pt x="14" y="140"/>
                    </a:lnTo>
                    <a:lnTo>
                      <a:pt x="27" y="95"/>
                    </a:lnTo>
                    <a:lnTo>
                      <a:pt x="40" y="73"/>
                    </a:lnTo>
                    <a:lnTo>
                      <a:pt x="65" y="50"/>
                    </a:lnTo>
                    <a:lnTo>
                      <a:pt x="68" y="45"/>
                    </a:lnTo>
                    <a:lnTo>
                      <a:pt x="73" y="35"/>
                    </a:lnTo>
                    <a:lnTo>
                      <a:pt x="79" y="29"/>
                    </a:lnTo>
                    <a:lnTo>
                      <a:pt x="94" y="23"/>
                    </a:lnTo>
                    <a:lnTo>
                      <a:pt x="109" y="2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54" name="Google Shape;2254;p5">
                <a:extLst>
                  <a:ext uri="{FF2B5EF4-FFF2-40B4-BE49-F238E27FC236}">
                    <a16:creationId xmlns:a16="http://schemas.microsoft.com/office/drawing/2014/main" id="{63510F49-FC6F-2784-F0B2-DFB667C46C63}"/>
                  </a:ext>
                </a:extLst>
              </p:cNvPr>
              <p:cNvSpPr/>
              <p:nvPr/>
            </p:nvSpPr>
            <p:spPr>
              <a:xfrm>
                <a:off x="1629" y="2473"/>
                <a:ext cx="62" cy="69"/>
              </a:xfrm>
              <a:custGeom>
                <a:avLst/>
                <a:gdLst/>
                <a:ahLst/>
                <a:cxnLst/>
                <a:rect l="l" t="t" r="r" b="b"/>
                <a:pathLst>
                  <a:path w="311" h="345" extrusionOk="0">
                    <a:moveTo>
                      <a:pt x="109" y="0"/>
                    </a:moveTo>
                    <a:lnTo>
                      <a:pt x="112" y="2"/>
                    </a:lnTo>
                    <a:lnTo>
                      <a:pt x="115" y="5"/>
                    </a:lnTo>
                    <a:lnTo>
                      <a:pt x="147" y="18"/>
                    </a:lnTo>
                    <a:lnTo>
                      <a:pt x="177" y="33"/>
                    </a:lnTo>
                    <a:lnTo>
                      <a:pt x="189" y="41"/>
                    </a:lnTo>
                    <a:lnTo>
                      <a:pt x="191" y="46"/>
                    </a:lnTo>
                    <a:lnTo>
                      <a:pt x="194" y="57"/>
                    </a:lnTo>
                    <a:lnTo>
                      <a:pt x="196" y="61"/>
                    </a:lnTo>
                    <a:lnTo>
                      <a:pt x="209" y="62"/>
                    </a:lnTo>
                    <a:lnTo>
                      <a:pt x="217" y="60"/>
                    </a:lnTo>
                    <a:lnTo>
                      <a:pt x="222" y="60"/>
                    </a:lnTo>
                    <a:lnTo>
                      <a:pt x="243" y="62"/>
                    </a:lnTo>
                    <a:lnTo>
                      <a:pt x="253" y="62"/>
                    </a:lnTo>
                    <a:lnTo>
                      <a:pt x="254" y="60"/>
                    </a:lnTo>
                    <a:lnTo>
                      <a:pt x="259" y="54"/>
                    </a:lnTo>
                    <a:lnTo>
                      <a:pt x="264" y="54"/>
                    </a:lnTo>
                    <a:lnTo>
                      <a:pt x="271" y="56"/>
                    </a:lnTo>
                    <a:lnTo>
                      <a:pt x="277" y="62"/>
                    </a:lnTo>
                    <a:lnTo>
                      <a:pt x="284" y="65"/>
                    </a:lnTo>
                    <a:lnTo>
                      <a:pt x="298" y="76"/>
                    </a:lnTo>
                    <a:lnTo>
                      <a:pt x="304" y="76"/>
                    </a:lnTo>
                    <a:lnTo>
                      <a:pt x="302" y="78"/>
                    </a:lnTo>
                    <a:lnTo>
                      <a:pt x="291" y="78"/>
                    </a:lnTo>
                    <a:lnTo>
                      <a:pt x="290" y="87"/>
                    </a:lnTo>
                    <a:lnTo>
                      <a:pt x="295" y="89"/>
                    </a:lnTo>
                    <a:lnTo>
                      <a:pt x="297" y="92"/>
                    </a:lnTo>
                    <a:lnTo>
                      <a:pt x="302" y="103"/>
                    </a:lnTo>
                    <a:lnTo>
                      <a:pt x="303" y="108"/>
                    </a:lnTo>
                    <a:lnTo>
                      <a:pt x="311" y="125"/>
                    </a:lnTo>
                    <a:lnTo>
                      <a:pt x="311" y="126"/>
                    </a:lnTo>
                    <a:lnTo>
                      <a:pt x="302" y="126"/>
                    </a:lnTo>
                    <a:lnTo>
                      <a:pt x="295" y="141"/>
                    </a:lnTo>
                    <a:lnTo>
                      <a:pt x="280" y="165"/>
                    </a:lnTo>
                    <a:lnTo>
                      <a:pt x="268" y="180"/>
                    </a:lnTo>
                    <a:lnTo>
                      <a:pt x="260" y="186"/>
                    </a:lnTo>
                    <a:lnTo>
                      <a:pt x="250" y="195"/>
                    </a:lnTo>
                    <a:lnTo>
                      <a:pt x="241" y="207"/>
                    </a:lnTo>
                    <a:lnTo>
                      <a:pt x="232" y="213"/>
                    </a:lnTo>
                    <a:lnTo>
                      <a:pt x="216" y="221"/>
                    </a:lnTo>
                    <a:lnTo>
                      <a:pt x="180" y="232"/>
                    </a:lnTo>
                    <a:lnTo>
                      <a:pt x="162" y="239"/>
                    </a:lnTo>
                    <a:lnTo>
                      <a:pt x="155" y="244"/>
                    </a:lnTo>
                    <a:lnTo>
                      <a:pt x="152" y="247"/>
                    </a:lnTo>
                    <a:lnTo>
                      <a:pt x="147" y="256"/>
                    </a:lnTo>
                    <a:lnTo>
                      <a:pt x="146" y="266"/>
                    </a:lnTo>
                    <a:lnTo>
                      <a:pt x="142" y="269"/>
                    </a:lnTo>
                    <a:lnTo>
                      <a:pt x="140" y="269"/>
                    </a:lnTo>
                    <a:lnTo>
                      <a:pt x="136" y="265"/>
                    </a:lnTo>
                    <a:lnTo>
                      <a:pt x="134" y="265"/>
                    </a:lnTo>
                    <a:lnTo>
                      <a:pt x="134" y="266"/>
                    </a:lnTo>
                    <a:lnTo>
                      <a:pt x="120" y="286"/>
                    </a:lnTo>
                    <a:lnTo>
                      <a:pt x="118" y="299"/>
                    </a:lnTo>
                    <a:lnTo>
                      <a:pt x="118" y="320"/>
                    </a:lnTo>
                    <a:lnTo>
                      <a:pt x="115" y="328"/>
                    </a:lnTo>
                    <a:lnTo>
                      <a:pt x="114" y="329"/>
                    </a:lnTo>
                    <a:lnTo>
                      <a:pt x="104" y="333"/>
                    </a:lnTo>
                    <a:lnTo>
                      <a:pt x="97" y="340"/>
                    </a:lnTo>
                    <a:lnTo>
                      <a:pt x="86" y="345"/>
                    </a:lnTo>
                    <a:lnTo>
                      <a:pt x="78" y="344"/>
                    </a:lnTo>
                    <a:lnTo>
                      <a:pt x="73" y="336"/>
                    </a:lnTo>
                    <a:lnTo>
                      <a:pt x="71" y="330"/>
                    </a:lnTo>
                    <a:lnTo>
                      <a:pt x="66" y="321"/>
                    </a:lnTo>
                    <a:lnTo>
                      <a:pt x="60" y="321"/>
                    </a:lnTo>
                    <a:lnTo>
                      <a:pt x="50" y="321"/>
                    </a:lnTo>
                    <a:lnTo>
                      <a:pt x="46" y="318"/>
                    </a:lnTo>
                    <a:lnTo>
                      <a:pt x="43" y="314"/>
                    </a:lnTo>
                    <a:lnTo>
                      <a:pt x="33" y="314"/>
                    </a:lnTo>
                    <a:lnTo>
                      <a:pt x="26" y="319"/>
                    </a:lnTo>
                    <a:lnTo>
                      <a:pt x="21" y="320"/>
                    </a:lnTo>
                    <a:lnTo>
                      <a:pt x="18" y="318"/>
                    </a:lnTo>
                    <a:lnTo>
                      <a:pt x="17" y="304"/>
                    </a:lnTo>
                    <a:lnTo>
                      <a:pt x="15" y="299"/>
                    </a:lnTo>
                    <a:lnTo>
                      <a:pt x="15" y="297"/>
                    </a:lnTo>
                    <a:lnTo>
                      <a:pt x="18" y="292"/>
                    </a:lnTo>
                    <a:lnTo>
                      <a:pt x="28" y="290"/>
                    </a:lnTo>
                    <a:lnTo>
                      <a:pt x="33" y="285"/>
                    </a:lnTo>
                    <a:lnTo>
                      <a:pt x="32" y="276"/>
                    </a:lnTo>
                    <a:lnTo>
                      <a:pt x="30" y="274"/>
                    </a:lnTo>
                    <a:lnTo>
                      <a:pt x="28" y="264"/>
                    </a:lnTo>
                    <a:lnTo>
                      <a:pt x="27" y="264"/>
                    </a:lnTo>
                    <a:lnTo>
                      <a:pt x="27" y="261"/>
                    </a:lnTo>
                    <a:lnTo>
                      <a:pt x="30" y="258"/>
                    </a:lnTo>
                    <a:lnTo>
                      <a:pt x="40" y="254"/>
                    </a:lnTo>
                    <a:lnTo>
                      <a:pt x="46" y="250"/>
                    </a:lnTo>
                    <a:lnTo>
                      <a:pt x="53" y="243"/>
                    </a:lnTo>
                    <a:lnTo>
                      <a:pt x="55" y="237"/>
                    </a:lnTo>
                    <a:lnTo>
                      <a:pt x="59" y="213"/>
                    </a:lnTo>
                    <a:lnTo>
                      <a:pt x="56" y="207"/>
                    </a:lnTo>
                    <a:lnTo>
                      <a:pt x="53" y="205"/>
                    </a:lnTo>
                    <a:lnTo>
                      <a:pt x="51" y="191"/>
                    </a:lnTo>
                    <a:lnTo>
                      <a:pt x="45" y="197"/>
                    </a:lnTo>
                    <a:lnTo>
                      <a:pt x="37" y="210"/>
                    </a:lnTo>
                    <a:lnTo>
                      <a:pt x="30" y="217"/>
                    </a:lnTo>
                    <a:lnTo>
                      <a:pt x="26" y="215"/>
                    </a:lnTo>
                    <a:lnTo>
                      <a:pt x="21" y="210"/>
                    </a:lnTo>
                    <a:lnTo>
                      <a:pt x="11" y="206"/>
                    </a:lnTo>
                    <a:lnTo>
                      <a:pt x="2" y="199"/>
                    </a:lnTo>
                    <a:lnTo>
                      <a:pt x="0" y="173"/>
                    </a:lnTo>
                    <a:lnTo>
                      <a:pt x="0" y="164"/>
                    </a:lnTo>
                    <a:lnTo>
                      <a:pt x="2" y="156"/>
                    </a:lnTo>
                    <a:lnTo>
                      <a:pt x="1" y="130"/>
                    </a:lnTo>
                    <a:lnTo>
                      <a:pt x="3" y="126"/>
                    </a:lnTo>
                    <a:lnTo>
                      <a:pt x="17" y="120"/>
                    </a:lnTo>
                    <a:lnTo>
                      <a:pt x="24" y="111"/>
                    </a:lnTo>
                    <a:lnTo>
                      <a:pt x="26" y="97"/>
                    </a:lnTo>
                    <a:lnTo>
                      <a:pt x="28" y="89"/>
                    </a:lnTo>
                    <a:lnTo>
                      <a:pt x="40" y="72"/>
                    </a:lnTo>
                    <a:lnTo>
                      <a:pt x="44" y="66"/>
                    </a:lnTo>
                    <a:lnTo>
                      <a:pt x="44" y="60"/>
                    </a:lnTo>
                    <a:lnTo>
                      <a:pt x="42" y="46"/>
                    </a:lnTo>
                    <a:lnTo>
                      <a:pt x="42" y="33"/>
                    </a:lnTo>
                    <a:lnTo>
                      <a:pt x="46" y="27"/>
                    </a:lnTo>
                    <a:lnTo>
                      <a:pt x="66" y="27"/>
                    </a:lnTo>
                    <a:lnTo>
                      <a:pt x="67" y="27"/>
                    </a:lnTo>
                    <a:lnTo>
                      <a:pt x="71" y="24"/>
                    </a:lnTo>
                    <a:lnTo>
                      <a:pt x="82" y="13"/>
                    </a:lnTo>
                    <a:lnTo>
                      <a:pt x="88" y="9"/>
                    </a:lnTo>
                    <a:lnTo>
                      <a:pt x="97" y="8"/>
                    </a:lnTo>
                    <a:lnTo>
                      <a:pt x="103" y="7"/>
                    </a:lnTo>
                    <a:lnTo>
                      <a:pt x="108" y="2"/>
                    </a:lnTo>
                    <a:lnTo>
                      <a:pt x="109"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55" name="Google Shape;2255;p5">
                <a:extLst>
                  <a:ext uri="{FF2B5EF4-FFF2-40B4-BE49-F238E27FC236}">
                    <a16:creationId xmlns:a16="http://schemas.microsoft.com/office/drawing/2014/main" id="{744C4C44-1399-015E-748F-FD3B7F34E411}"/>
                  </a:ext>
                </a:extLst>
              </p:cNvPr>
              <p:cNvSpPr/>
              <p:nvPr/>
            </p:nvSpPr>
            <p:spPr>
              <a:xfrm>
                <a:off x="1828" y="2701"/>
                <a:ext cx="92" cy="98"/>
              </a:xfrm>
              <a:custGeom>
                <a:avLst/>
                <a:gdLst/>
                <a:ahLst/>
                <a:cxnLst/>
                <a:rect l="l" t="t" r="r" b="b"/>
                <a:pathLst>
                  <a:path w="459" h="491" extrusionOk="0">
                    <a:moveTo>
                      <a:pt x="0" y="179"/>
                    </a:moveTo>
                    <a:lnTo>
                      <a:pt x="8" y="164"/>
                    </a:lnTo>
                    <a:lnTo>
                      <a:pt x="19" y="124"/>
                    </a:lnTo>
                    <a:lnTo>
                      <a:pt x="19" y="117"/>
                    </a:lnTo>
                    <a:lnTo>
                      <a:pt x="18" y="113"/>
                    </a:lnTo>
                    <a:lnTo>
                      <a:pt x="18" y="87"/>
                    </a:lnTo>
                    <a:lnTo>
                      <a:pt x="18" y="84"/>
                    </a:lnTo>
                    <a:lnTo>
                      <a:pt x="29" y="66"/>
                    </a:lnTo>
                    <a:lnTo>
                      <a:pt x="40" y="50"/>
                    </a:lnTo>
                    <a:lnTo>
                      <a:pt x="43" y="35"/>
                    </a:lnTo>
                    <a:lnTo>
                      <a:pt x="45" y="29"/>
                    </a:lnTo>
                    <a:lnTo>
                      <a:pt x="64" y="25"/>
                    </a:lnTo>
                    <a:lnTo>
                      <a:pt x="118" y="8"/>
                    </a:lnTo>
                    <a:lnTo>
                      <a:pt x="121" y="8"/>
                    </a:lnTo>
                    <a:lnTo>
                      <a:pt x="152" y="0"/>
                    </a:lnTo>
                    <a:lnTo>
                      <a:pt x="156" y="0"/>
                    </a:lnTo>
                    <a:lnTo>
                      <a:pt x="199" y="0"/>
                    </a:lnTo>
                    <a:lnTo>
                      <a:pt x="212" y="3"/>
                    </a:lnTo>
                    <a:lnTo>
                      <a:pt x="222" y="11"/>
                    </a:lnTo>
                    <a:lnTo>
                      <a:pt x="232" y="19"/>
                    </a:lnTo>
                    <a:lnTo>
                      <a:pt x="247" y="40"/>
                    </a:lnTo>
                    <a:lnTo>
                      <a:pt x="248" y="44"/>
                    </a:lnTo>
                    <a:lnTo>
                      <a:pt x="254" y="50"/>
                    </a:lnTo>
                    <a:lnTo>
                      <a:pt x="252" y="55"/>
                    </a:lnTo>
                    <a:lnTo>
                      <a:pt x="252" y="57"/>
                    </a:lnTo>
                    <a:lnTo>
                      <a:pt x="260" y="71"/>
                    </a:lnTo>
                    <a:lnTo>
                      <a:pt x="261" y="73"/>
                    </a:lnTo>
                    <a:lnTo>
                      <a:pt x="261" y="121"/>
                    </a:lnTo>
                    <a:lnTo>
                      <a:pt x="261" y="154"/>
                    </a:lnTo>
                    <a:lnTo>
                      <a:pt x="265" y="163"/>
                    </a:lnTo>
                    <a:lnTo>
                      <a:pt x="271" y="165"/>
                    </a:lnTo>
                    <a:lnTo>
                      <a:pt x="286" y="169"/>
                    </a:lnTo>
                    <a:lnTo>
                      <a:pt x="293" y="173"/>
                    </a:lnTo>
                    <a:lnTo>
                      <a:pt x="311" y="175"/>
                    </a:lnTo>
                    <a:lnTo>
                      <a:pt x="323" y="175"/>
                    </a:lnTo>
                    <a:lnTo>
                      <a:pt x="335" y="174"/>
                    </a:lnTo>
                    <a:lnTo>
                      <a:pt x="340" y="171"/>
                    </a:lnTo>
                    <a:lnTo>
                      <a:pt x="349" y="168"/>
                    </a:lnTo>
                    <a:lnTo>
                      <a:pt x="355" y="173"/>
                    </a:lnTo>
                    <a:lnTo>
                      <a:pt x="378" y="180"/>
                    </a:lnTo>
                    <a:lnTo>
                      <a:pt x="384" y="189"/>
                    </a:lnTo>
                    <a:lnTo>
                      <a:pt x="386" y="195"/>
                    </a:lnTo>
                    <a:lnTo>
                      <a:pt x="388" y="218"/>
                    </a:lnTo>
                    <a:lnTo>
                      <a:pt x="392" y="230"/>
                    </a:lnTo>
                    <a:lnTo>
                      <a:pt x="390" y="255"/>
                    </a:lnTo>
                    <a:lnTo>
                      <a:pt x="392" y="260"/>
                    </a:lnTo>
                    <a:lnTo>
                      <a:pt x="397" y="267"/>
                    </a:lnTo>
                    <a:lnTo>
                      <a:pt x="404" y="272"/>
                    </a:lnTo>
                    <a:lnTo>
                      <a:pt x="411" y="275"/>
                    </a:lnTo>
                    <a:lnTo>
                      <a:pt x="421" y="275"/>
                    </a:lnTo>
                    <a:lnTo>
                      <a:pt x="426" y="272"/>
                    </a:lnTo>
                    <a:lnTo>
                      <a:pt x="440" y="272"/>
                    </a:lnTo>
                    <a:lnTo>
                      <a:pt x="449" y="270"/>
                    </a:lnTo>
                    <a:lnTo>
                      <a:pt x="454" y="275"/>
                    </a:lnTo>
                    <a:lnTo>
                      <a:pt x="459" y="283"/>
                    </a:lnTo>
                    <a:lnTo>
                      <a:pt x="459" y="308"/>
                    </a:lnTo>
                    <a:lnTo>
                      <a:pt x="458" y="311"/>
                    </a:lnTo>
                    <a:lnTo>
                      <a:pt x="454" y="327"/>
                    </a:lnTo>
                    <a:lnTo>
                      <a:pt x="451" y="353"/>
                    </a:lnTo>
                    <a:lnTo>
                      <a:pt x="449" y="374"/>
                    </a:lnTo>
                    <a:lnTo>
                      <a:pt x="446" y="404"/>
                    </a:lnTo>
                    <a:lnTo>
                      <a:pt x="443" y="420"/>
                    </a:lnTo>
                    <a:lnTo>
                      <a:pt x="440" y="428"/>
                    </a:lnTo>
                    <a:lnTo>
                      <a:pt x="433" y="438"/>
                    </a:lnTo>
                    <a:lnTo>
                      <a:pt x="425" y="447"/>
                    </a:lnTo>
                    <a:lnTo>
                      <a:pt x="411" y="458"/>
                    </a:lnTo>
                    <a:lnTo>
                      <a:pt x="409" y="461"/>
                    </a:lnTo>
                    <a:lnTo>
                      <a:pt x="404" y="463"/>
                    </a:lnTo>
                    <a:lnTo>
                      <a:pt x="390" y="475"/>
                    </a:lnTo>
                    <a:lnTo>
                      <a:pt x="388" y="479"/>
                    </a:lnTo>
                    <a:lnTo>
                      <a:pt x="386" y="480"/>
                    </a:lnTo>
                    <a:lnTo>
                      <a:pt x="378" y="482"/>
                    </a:lnTo>
                    <a:lnTo>
                      <a:pt x="363" y="480"/>
                    </a:lnTo>
                    <a:lnTo>
                      <a:pt x="356" y="483"/>
                    </a:lnTo>
                    <a:lnTo>
                      <a:pt x="352" y="488"/>
                    </a:lnTo>
                    <a:lnTo>
                      <a:pt x="345" y="491"/>
                    </a:lnTo>
                    <a:lnTo>
                      <a:pt x="338" y="491"/>
                    </a:lnTo>
                    <a:lnTo>
                      <a:pt x="333" y="488"/>
                    </a:lnTo>
                    <a:lnTo>
                      <a:pt x="323" y="490"/>
                    </a:lnTo>
                    <a:lnTo>
                      <a:pt x="313" y="487"/>
                    </a:lnTo>
                    <a:lnTo>
                      <a:pt x="296" y="476"/>
                    </a:lnTo>
                    <a:lnTo>
                      <a:pt x="290" y="474"/>
                    </a:lnTo>
                    <a:lnTo>
                      <a:pt x="258" y="469"/>
                    </a:lnTo>
                    <a:lnTo>
                      <a:pt x="236" y="469"/>
                    </a:lnTo>
                    <a:lnTo>
                      <a:pt x="233" y="465"/>
                    </a:lnTo>
                    <a:lnTo>
                      <a:pt x="233" y="459"/>
                    </a:lnTo>
                    <a:lnTo>
                      <a:pt x="236" y="450"/>
                    </a:lnTo>
                    <a:lnTo>
                      <a:pt x="238" y="442"/>
                    </a:lnTo>
                    <a:lnTo>
                      <a:pt x="249" y="417"/>
                    </a:lnTo>
                    <a:lnTo>
                      <a:pt x="264" y="395"/>
                    </a:lnTo>
                    <a:lnTo>
                      <a:pt x="273" y="382"/>
                    </a:lnTo>
                    <a:lnTo>
                      <a:pt x="273" y="372"/>
                    </a:lnTo>
                    <a:lnTo>
                      <a:pt x="271" y="363"/>
                    </a:lnTo>
                    <a:lnTo>
                      <a:pt x="269" y="358"/>
                    </a:lnTo>
                    <a:lnTo>
                      <a:pt x="265" y="357"/>
                    </a:lnTo>
                    <a:lnTo>
                      <a:pt x="260" y="348"/>
                    </a:lnTo>
                    <a:lnTo>
                      <a:pt x="252" y="342"/>
                    </a:lnTo>
                    <a:lnTo>
                      <a:pt x="238" y="339"/>
                    </a:lnTo>
                    <a:lnTo>
                      <a:pt x="230" y="327"/>
                    </a:lnTo>
                    <a:lnTo>
                      <a:pt x="214" y="319"/>
                    </a:lnTo>
                    <a:lnTo>
                      <a:pt x="199" y="311"/>
                    </a:lnTo>
                    <a:lnTo>
                      <a:pt x="173" y="293"/>
                    </a:lnTo>
                    <a:lnTo>
                      <a:pt x="167" y="291"/>
                    </a:lnTo>
                    <a:lnTo>
                      <a:pt x="155" y="287"/>
                    </a:lnTo>
                    <a:lnTo>
                      <a:pt x="126" y="286"/>
                    </a:lnTo>
                    <a:lnTo>
                      <a:pt x="118" y="283"/>
                    </a:lnTo>
                    <a:lnTo>
                      <a:pt x="107" y="280"/>
                    </a:lnTo>
                    <a:lnTo>
                      <a:pt x="102" y="276"/>
                    </a:lnTo>
                    <a:lnTo>
                      <a:pt x="101" y="275"/>
                    </a:lnTo>
                    <a:lnTo>
                      <a:pt x="89" y="256"/>
                    </a:lnTo>
                    <a:lnTo>
                      <a:pt x="85" y="253"/>
                    </a:lnTo>
                    <a:lnTo>
                      <a:pt x="74" y="246"/>
                    </a:lnTo>
                    <a:lnTo>
                      <a:pt x="49" y="228"/>
                    </a:lnTo>
                    <a:lnTo>
                      <a:pt x="46" y="223"/>
                    </a:lnTo>
                    <a:lnTo>
                      <a:pt x="33" y="210"/>
                    </a:lnTo>
                    <a:lnTo>
                      <a:pt x="22" y="189"/>
                    </a:lnTo>
                    <a:lnTo>
                      <a:pt x="16" y="184"/>
                    </a:lnTo>
                    <a:lnTo>
                      <a:pt x="0" y="17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56" name="Google Shape;2256;p5">
                <a:extLst>
                  <a:ext uri="{FF2B5EF4-FFF2-40B4-BE49-F238E27FC236}">
                    <a16:creationId xmlns:a16="http://schemas.microsoft.com/office/drawing/2014/main" id="{61542208-3621-68DA-1A21-B9E0F98C516F}"/>
                  </a:ext>
                </a:extLst>
              </p:cNvPr>
              <p:cNvSpPr/>
              <p:nvPr/>
            </p:nvSpPr>
            <p:spPr>
              <a:xfrm>
                <a:off x="1687" y="2681"/>
                <a:ext cx="93" cy="506"/>
              </a:xfrm>
              <a:custGeom>
                <a:avLst/>
                <a:gdLst/>
                <a:ahLst/>
                <a:cxnLst/>
                <a:rect l="l" t="t" r="r" b="b"/>
                <a:pathLst>
                  <a:path w="463" h="2531" extrusionOk="0">
                    <a:moveTo>
                      <a:pt x="325" y="0"/>
                    </a:moveTo>
                    <a:lnTo>
                      <a:pt x="328" y="0"/>
                    </a:lnTo>
                    <a:lnTo>
                      <a:pt x="339" y="14"/>
                    </a:lnTo>
                    <a:lnTo>
                      <a:pt x="343" y="18"/>
                    </a:lnTo>
                    <a:lnTo>
                      <a:pt x="350" y="27"/>
                    </a:lnTo>
                    <a:lnTo>
                      <a:pt x="350" y="37"/>
                    </a:lnTo>
                    <a:lnTo>
                      <a:pt x="354" y="69"/>
                    </a:lnTo>
                    <a:lnTo>
                      <a:pt x="357" y="78"/>
                    </a:lnTo>
                    <a:lnTo>
                      <a:pt x="362" y="83"/>
                    </a:lnTo>
                    <a:lnTo>
                      <a:pt x="375" y="93"/>
                    </a:lnTo>
                    <a:lnTo>
                      <a:pt x="382" y="100"/>
                    </a:lnTo>
                    <a:lnTo>
                      <a:pt x="383" y="110"/>
                    </a:lnTo>
                    <a:lnTo>
                      <a:pt x="379" y="115"/>
                    </a:lnTo>
                    <a:lnTo>
                      <a:pt x="378" y="121"/>
                    </a:lnTo>
                    <a:lnTo>
                      <a:pt x="382" y="127"/>
                    </a:lnTo>
                    <a:lnTo>
                      <a:pt x="382" y="131"/>
                    </a:lnTo>
                    <a:lnTo>
                      <a:pt x="379" y="132"/>
                    </a:lnTo>
                    <a:lnTo>
                      <a:pt x="372" y="136"/>
                    </a:lnTo>
                    <a:lnTo>
                      <a:pt x="371" y="137"/>
                    </a:lnTo>
                    <a:lnTo>
                      <a:pt x="368" y="149"/>
                    </a:lnTo>
                    <a:lnTo>
                      <a:pt x="368" y="155"/>
                    </a:lnTo>
                    <a:lnTo>
                      <a:pt x="376" y="159"/>
                    </a:lnTo>
                    <a:lnTo>
                      <a:pt x="379" y="164"/>
                    </a:lnTo>
                    <a:lnTo>
                      <a:pt x="379" y="172"/>
                    </a:lnTo>
                    <a:lnTo>
                      <a:pt x="379" y="180"/>
                    </a:lnTo>
                    <a:lnTo>
                      <a:pt x="382" y="183"/>
                    </a:lnTo>
                    <a:lnTo>
                      <a:pt x="387" y="185"/>
                    </a:lnTo>
                    <a:lnTo>
                      <a:pt x="394" y="192"/>
                    </a:lnTo>
                    <a:lnTo>
                      <a:pt x="395" y="196"/>
                    </a:lnTo>
                    <a:lnTo>
                      <a:pt x="398" y="209"/>
                    </a:lnTo>
                    <a:lnTo>
                      <a:pt x="398" y="218"/>
                    </a:lnTo>
                    <a:lnTo>
                      <a:pt x="404" y="228"/>
                    </a:lnTo>
                    <a:lnTo>
                      <a:pt x="407" y="250"/>
                    </a:lnTo>
                    <a:lnTo>
                      <a:pt x="407" y="268"/>
                    </a:lnTo>
                    <a:lnTo>
                      <a:pt x="411" y="290"/>
                    </a:lnTo>
                    <a:lnTo>
                      <a:pt x="411" y="294"/>
                    </a:lnTo>
                    <a:lnTo>
                      <a:pt x="415" y="306"/>
                    </a:lnTo>
                    <a:lnTo>
                      <a:pt x="415" y="308"/>
                    </a:lnTo>
                    <a:lnTo>
                      <a:pt x="422" y="311"/>
                    </a:lnTo>
                    <a:lnTo>
                      <a:pt x="429" y="311"/>
                    </a:lnTo>
                    <a:lnTo>
                      <a:pt x="441" y="311"/>
                    </a:lnTo>
                    <a:lnTo>
                      <a:pt x="447" y="309"/>
                    </a:lnTo>
                    <a:lnTo>
                      <a:pt x="457" y="309"/>
                    </a:lnTo>
                    <a:lnTo>
                      <a:pt x="457" y="311"/>
                    </a:lnTo>
                    <a:lnTo>
                      <a:pt x="458" y="311"/>
                    </a:lnTo>
                    <a:lnTo>
                      <a:pt x="458" y="314"/>
                    </a:lnTo>
                    <a:lnTo>
                      <a:pt x="463" y="319"/>
                    </a:lnTo>
                    <a:lnTo>
                      <a:pt x="463" y="331"/>
                    </a:lnTo>
                    <a:lnTo>
                      <a:pt x="454" y="378"/>
                    </a:lnTo>
                    <a:lnTo>
                      <a:pt x="436" y="385"/>
                    </a:lnTo>
                    <a:lnTo>
                      <a:pt x="388" y="407"/>
                    </a:lnTo>
                    <a:lnTo>
                      <a:pt x="387" y="414"/>
                    </a:lnTo>
                    <a:lnTo>
                      <a:pt x="387" y="422"/>
                    </a:lnTo>
                    <a:lnTo>
                      <a:pt x="389" y="432"/>
                    </a:lnTo>
                    <a:lnTo>
                      <a:pt x="389" y="441"/>
                    </a:lnTo>
                    <a:lnTo>
                      <a:pt x="383" y="449"/>
                    </a:lnTo>
                    <a:lnTo>
                      <a:pt x="382" y="451"/>
                    </a:lnTo>
                    <a:lnTo>
                      <a:pt x="382" y="467"/>
                    </a:lnTo>
                    <a:lnTo>
                      <a:pt x="387" y="482"/>
                    </a:lnTo>
                    <a:lnTo>
                      <a:pt x="387" y="508"/>
                    </a:lnTo>
                    <a:lnTo>
                      <a:pt x="389" y="519"/>
                    </a:lnTo>
                    <a:lnTo>
                      <a:pt x="393" y="534"/>
                    </a:lnTo>
                    <a:lnTo>
                      <a:pt x="395" y="548"/>
                    </a:lnTo>
                    <a:lnTo>
                      <a:pt x="394" y="551"/>
                    </a:lnTo>
                    <a:lnTo>
                      <a:pt x="389" y="554"/>
                    </a:lnTo>
                    <a:lnTo>
                      <a:pt x="379" y="558"/>
                    </a:lnTo>
                    <a:lnTo>
                      <a:pt x="364" y="573"/>
                    </a:lnTo>
                    <a:lnTo>
                      <a:pt x="361" y="575"/>
                    </a:lnTo>
                    <a:lnTo>
                      <a:pt x="354" y="600"/>
                    </a:lnTo>
                    <a:lnTo>
                      <a:pt x="329" y="628"/>
                    </a:lnTo>
                    <a:lnTo>
                      <a:pt x="323" y="654"/>
                    </a:lnTo>
                    <a:lnTo>
                      <a:pt x="318" y="675"/>
                    </a:lnTo>
                    <a:lnTo>
                      <a:pt x="317" y="682"/>
                    </a:lnTo>
                    <a:lnTo>
                      <a:pt x="311" y="696"/>
                    </a:lnTo>
                    <a:lnTo>
                      <a:pt x="308" y="704"/>
                    </a:lnTo>
                    <a:lnTo>
                      <a:pt x="307" y="729"/>
                    </a:lnTo>
                    <a:lnTo>
                      <a:pt x="308" y="739"/>
                    </a:lnTo>
                    <a:lnTo>
                      <a:pt x="308" y="749"/>
                    </a:lnTo>
                    <a:lnTo>
                      <a:pt x="305" y="762"/>
                    </a:lnTo>
                    <a:lnTo>
                      <a:pt x="300" y="766"/>
                    </a:lnTo>
                    <a:lnTo>
                      <a:pt x="300" y="769"/>
                    </a:lnTo>
                    <a:lnTo>
                      <a:pt x="298" y="776"/>
                    </a:lnTo>
                    <a:lnTo>
                      <a:pt x="292" y="782"/>
                    </a:lnTo>
                    <a:lnTo>
                      <a:pt x="289" y="796"/>
                    </a:lnTo>
                    <a:lnTo>
                      <a:pt x="281" y="811"/>
                    </a:lnTo>
                    <a:lnTo>
                      <a:pt x="280" y="814"/>
                    </a:lnTo>
                    <a:lnTo>
                      <a:pt x="276" y="825"/>
                    </a:lnTo>
                    <a:lnTo>
                      <a:pt x="274" y="841"/>
                    </a:lnTo>
                    <a:lnTo>
                      <a:pt x="274" y="854"/>
                    </a:lnTo>
                    <a:lnTo>
                      <a:pt x="284" y="863"/>
                    </a:lnTo>
                    <a:lnTo>
                      <a:pt x="284" y="892"/>
                    </a:lnTo>
                    <a:lnTo>
                      <a:pt x="296" y="925"/>
                    </a:lnTo>
                    <a:lnTo>
                      <a:pt x="297" y="935"/>
                    </a:lnTo>
                    <a:lnTo>
                      <a:pt x="296" y="947"/>
                    </a:lnTo>
                    <a:lnTo>
                      <a:pt x="303" y="955"/>
                    </a:lnTo>
                    <a:lnTo>
                      <a:pt x="306" y="960"/>
                    </a:lnTo>
                    <a:lnTo>
                      <a:pt x="309" y="979"/>
                    </a:lnTo>
                    <a:lnTo>
                      <a:pt x="311" y="997"/>
                    </a:lnTo>
                    <a:lnTo>
                      <a:pt x="311" y="1013"/>
                    </a:lnTo>
                    <a:lnTo>
                      <a:pt x="298" y="1032"/>
                    </a:lnTo>
                    <a:lnTo>
                      <a:pt x="292" y="1045"/>
                    </a:lnTo>
                    <a:lnTo>
                      <a:pt x="290" y="1052"/>
                    </a:lnTo>
                    <a:lnTo>
                      <a:pt x="286" y="1075"/>
                    </a:lnTo>
                    <a:lnTo>
                      <a:pt x="285" y="1078"/>
                    </a:lnTo>
                    <a:lnTo>
                      <a:pt x="274" y="1088"/>
                    </a:lnTo>
                    <a:lnTo>
                      <a:pt x="275" y="1117"/>
                    </a:lnTo>
                    <a:lnTo>
                      <a:pt x="278" y="1134"/>
                    </a:lnTo>
                    <a:lnTo>
                      <a:pt x="278" y="1142"/>
                    </a:lnTo>
                    <a:lnTo>
                      <a:pt x="275" y="1144"/>
                    </a:lnTo>
                    <a:lnTo>
                      <a:pt x="269" y="1148"/>
                    </a:lnTo>
                    <a:lnTo>
                      <a:pt x="266" y="1151"/>
                    </a:lnTo>
                    <a:lnTo>
                      <a:pt x="265" y="1159"/>
                    </a:lnTo>
                    <a:lnTo>
                      <a:pt x="263" y="1161"/>
                    </a:lnTo>
                    <a:lnTo>
                      <a:pt x="257" y="1161"/>
                    </a:lnTo>
                    <a:lnTo>
                      <a:pt x="253" y="1164"/>
                    </a:lnTo>
                    <a:lnTo>
                      <a:pt x="247" y="1172"/>
                    </a:lnTo>
                    <a:lnTo>
                      <a:pt x="242" y="1186"/>
                    </a:lnTo>
                    <a:lnTo>
                      <a:pt x="238" y="1225"/>
                    </a:lnTo>
                    <a:lnTo>
                      <a:pt x="238" y="1262"/>
                    </a:lnTo>
                    <a:lnTo>
                      <a:pt x="242" y="1290"/>
                    </a:lnTo>
                    <a:lnTo>
                      <a:pt x="247" y="1301"/>
                    </a:lnTo>
                    <a:lnTo>
                      <a:pt x="247" y="1314"/>
                    </a:lnTo>
                    <a:lnTo>
                      <a:pt x="243" y="1323"/>
                    </a:lnTo>
                    <a:lnTo>
                      <a:pt x="235" y="1332"/>
                    </a:lnTo>
                    <a:lnTo>
                      <a:pt x="230" y="1337"/>
                    </a:lnTo>
                    <a:lnTo>
                      <a:pt x="227" y="1343"/>
                    </a:lnTo>
                    <a:lnTo>
                      <a:pt x="225" y="1358"/>
                    </a:lnTo>
                    <a:lnTo>
                      <a:pt x="208" y="1419"/>
                    </a:lnTo>
                    <a:lnTo>
                      <a:pt x="206" y="1424"/>
                    </a:lnTo>
                    <a:lnTo>
                      <a:pt x="208" y="1440"/>
                    </a:lnTo>
                    <a:lnTo>
                      <a:pt x="199" y="1481"/>
                    </a:lnTo>
                    <a:lnTo>
                      <a:pt x="196" y="1510"/>
                    </a:lnTo>
                    <a:lnTo>
                      <a:pt x="200" y="1525"/>
                    </a:lnTo>
                    <a:lnTo>
                      <a:pt x="209" y="1533"/>
                    </a:lnTo>
                    <a:lnTo>
                      <a:pt x="210" y="1537"/>
                    </a:lnTo>
                    <a:lnTo>
                      <a:pt x="210" y="1549"/>
                    </a:lnTo>
                    <a:lnTo>
                      <a:pt x="209" y="1554"/>
                    </a:lnTo>
                    <a:lnTo>
                      <a:pt x="205" y="1563"/>
                    </a:lnTo>
                    <a:lnTo>
                      <a:pt x="195" y="1576"/>
                    </a:lnTo>
                    <a:lnTo>
                      <a:pt x="190" y="1597"/>
                    </a:lnTo>
                    <a:lnTo>
                      <a:pt x="190" y="1633"/>
                    </a:lnTo>
                    <a:lnTo>
                      <a:pt x="193" y="1639"/>
                    </a:lnTo>
                    <a:lnTo>
                      <a:pt x="196" y="1641"/>
                    </a:lnTo>
                    <a:lnTo>
                      <a:pt x="198" y="1646"/>
                    </a:lnTo>
                    <a:lnTo>
                      <a:pt x="196" y="1673"/>
                    </a:lnTo>
                    <a:lnTo>
                      <a:pt x="198" y="1678"/>
                    </a:lnTo>
                    <a:lnTo>
                      <a:pt x="203" y="1688"/>
                    </a:lnTo>
                    <a:lnTo>
                      <a:pt x="205" y="1703"/>
                    </a:lnTo>
                    <a:lnTo>
                      <a:pt x="201" y="1732"/>
                    </a:lnTo>
                    <a:lnTo>
                      <a:pt x="201" y="1739"/>
                    </a:lnTo>
                    <a:lnTo>
                      <a:pt x="209" y="1739"/>
                    </a:lnTo>
                    <a:lnTo>
                      <a:pt x="223" y="1742"/>
                    </a:lnTo>
                    <a:lnTo>
                      <a:pt x="231" y="1751"/>
                    </a:lnTo>
                    <a:lnTo>
                      <a:pt x="232" y="1759"/>
                    </a:lnTo>
                    <a:lnTo>
                      <a:pt x="230" y="1768"/>
                    </a:lnTo>
                    <a:lnTo>
                      <a:pt x="216" y="1769"/>
                    </a:lnTo>
                    <a:lnTo>
                      <a:pt x="200" y="1767"/>
                    </a:lnTo>
                    <a:lnTo>
                      <a:pt x="196" y="1769"/>
                    </a:lnTo>
                    <a:lnTo>
                      <a:pt x="200" y="1779"/>
                    </a:lnTo>
                    <a:lnTo>
                      <a:pt x="214" y="1785"/>
                    </a:lnTo>
                    <a:lnTo>
                      <a:pt x="223" y="1797"/>
                    </a:lnTo>
                    <a:lnTo>
                      <a:pt x="223" y="1807"/>
                    </a:lnTo>
                    <a:lnTo>
                      <a:pt x="219" y="1812"/>
                    </a:lnTo>
                    <a:lnTo>
                      <a:pt x="215" y="1817"/>
                    </a:lnTo>
                    <a:lnTo>
                      <a:pt x="214" y="1827"/>
                    </a:lnTo>
                    <a:lnTo>
                      <a:pt x="214" y="1853"/>
                    </a:lnTo>
                    <a:lnTo>
                      <a:pt x="212" y="1858"/>
                    </a:lnTo>
                    <a:lnTo>
                      <a:pt x="212" y="1871"/>
                    </a:lnTo>
                    <a:lnTo>
                      <a:pt x="214" y="1879"/>
                    </a:lnTo>
                    <a:lnTo>
                      <a:pt x="212" y="1915"/>
                    </a:lnTo>
                    <a:lnTo>
                      <a:pt x="206" y="1930"/>
                    </a:lnTo>
                    <a:lnTo>
                      <a:pt x="200" y="1945"/>
                    </a:lnTo>
                    <a:lnTo>
                      <a:pt x="199" y="1955"/>
                    </a:lnTo>
                    <a:lnTo>
                      <a:pt x="189" y="1973"/>
                    </a:lnTo>
                    <a:lnTo>
                      <a:pt x="176" y="1992"/>
                    </a:lnTo>
                    <a:lnTo>
                      <a:pt x="172" y="1998"/>
                    </a:lnTo>
                    <a:lnTo>
                      <a:pt x="171" y="2004"/>
                    </a:lnTo>
                    <a:lnTo>
                      <a:pt x="169" y="2019"/>
                    </a:lnTo>
                    <a:lnTo>
                      <a:pt x="171" y="2019"/>
                    </a:lnTo>
                    <a:lnTo>
                      <a:pt x="171" y="2027"/>
                    </a:lnTo>
                    <a:lnTo>
                      <a:pt x="173" y="2033"/>
                    </a:lnTo>
                    <a:lnTo>
                      <a:pt x="176" y="2044"/>
                    </a:lnTo>
                    <a:lnTo>
                      <a:pt x="176" y="2053"/>
                    </a:lnTo>
                    <a:lnTo>
                      <a:pt x="172" y="2055"/>
                    </a:lnTo>
                    <a:lnTo>
                      <a:pt x="171" y="2059"/>
                    </a:lnTo>
                    <a:lnTo>
                      <a:pt x="168" y="2080"/>
                    </a:lnTo>
                    <a:lnTo>
                      <a:pt x="165" y="2093"/>
                    </a:lnTo>
                    <a:lnTo>
                      <a:pt x="162" y="2098"/>
                    </a:lnTo>
                    <a:lnTo>
                      <a:pt x="151" y="2112"/>
                    </a:lnTo>
                    <a:lnTo>
                      <a:pt x="137" y="2139"/>
                    </a:lnTo>
                    <a:lnTo>
                      <a:pt x="133" y="2143"/>
                    </a:lnTo>
                    <a:lnTo>
                      <a:pt x="128" y="2154"/>
                    </a:lnTo>
                    <a:lnTo>
                      <a:pt x="120" y="2186"/>
                    </a:lnTo>
                    <a:lnTo>
                      <a:pt x="120" y="2198"/>
                    </a:lnTo>
                    <a:lnTo>
                      <a:pt x="119" y="2208"/>
                    </a:lnTo>
                    <a:lnTo>
                      <a:pt x="119" y="2238"/>
                    </a:lnTo>
                    <a:lnTo>
                      <a:pt x="120" y="2241"/>
                    </a:lnTo>
                    <a:lnTo>
                      <a:pt x="123" y="2256"/>
                    </a:lnTo>
                    <a:lnTo>
                      <a:pt x="125" y="2263"/>
                    </a:lnTo>
                    <a:lnTo>
                      <a:pt x="129" y="2264"/>
                    </a:lnTo>
                    <a:lnTo>
                      <a:pt x="133" y="2261"/>
                    </a:lnTo>
                    <a:lnTo>
                      <a:pt x="136" y="2253"/>
                    </a:lnTo>
                    <a:lnTo>
                      <a:pt x="144" y="2248"/>
                    </a:lnTo>
                    <a:lnTo>
                      <a:pt x="163" y="2252"/>
                    </a:lnTo>
                    <a:lnTo>
                      <a:pt x="168" y="2246"/>
                    </a:lnTo>
                    <a:lnTo>
                      <a:pt x="169" y="2246"/>
                    </a:lnTo>
                    <a:lnTo>
                      <a:pt x="173" y="2247"/>
                    </a:lnTo>
                    <a:lnTo>
                      <a:pt x="176" y="2249"/>
                    </a:lnTo>
                    <a:lnTo>
                      <a:pt x="178" y="2268"/>
                    </a:lnTo>
                    <a:lnTo>
                      <a:pt x="179" y="2283"/>
                    </a:lnTo>
                    <a:lnTo>
                      <a:pt x="178" y="2340"/>
                    </a:lnTo>
                    <a:lnTo>
                      <a:pt x="179" y="2345"/>
                    </a:lnTo>
                    <a:lnTo>
                      <a:pt x="185" y="2359"/>
                    </a:lnTo>
                    <a:lnTo>
                      <a:pt x="190" y="2364"/>
                    </a:lnTo>
                    <a:lnTo>
                      <a:pt x="204" y="2370"/>
                    </a:lnTo>
                    <a:lnTo>
                      <a:pt x="259" y="2370"/>
                    </a:lnTo>
                    <a:lnTo>
                      <a:pt x="264" y="2371"/>
                    </a:lnTo>
                    <a:lnTo>
                      <a:pt x="269" y="2371"/>
                    </a:lnTo>
                    <a:lnTo>
                      <a:pt x="289" y="2371"/>
                    </a:lnTo>
                    <a:lnTo>
                      <a:pt x="306" y="2367"/>
                    </a:lnTo>
                    <a:lnTo>
                      <a:pt x="317" y="2369"/>
                    </a:lnTo>
                    <a:lnTo>
                      <a:pt x="343" y="2377"/>
                    </a:lnTo>
                    <a:lnTo>
                      <a:pt x="375" y="2383"/>
                    </a:lnTo>
                    <a:lnTo>
                      <a:pt x="389" y="2391"/>
                    </a:lnTo>
                    <a:lnTo>
                      <a:pt x="394" y="2392"/>
                    </a:lnTo>
                    <a:lnTo>
                      <a:pt x="394" y="2396"/>
                    </a:lnTo>
                    <a:lnTo>
                      <a:pt x="391" y="2397"/>
                    </a:lnTo>
                    <a:lnTo>
                      <a:pt x="379" y="2393"/>
                    </a:lnTo>
                    <a:lnTo>
                      <a:pt x="368" y="2393"/>
                    </a:lnTo>
                    <a:lnTo>
                      <a:pt x="355" y="2386"/>
                    </a:lnTo>
                    <a:lnTo>
                      <a:pt x="348" y="2385"/>
                    </a:lnTo>
                    <a:lnTo>
                      <a:pt x="333" y="2392"/>
                    </a:lnTo>
                    <a:lnTo>
                      <a:pt x="330" y="2399"/>
                    </a:lnTo>
                    <a:lnTo>
                      <a:pt x="327" y="2405"/>
                    </a:lnTo>
                    <a:lnTo>
                      <a:pt x="311" y="2409"/>
                    </a:lnTo>
                    <a:lnTo>
                      <a:pt x="294" y="2419"/>
                    </a:lnTo>
                    <a:lnTo>
                      <a:pt x="290" y="2424"/>
                    </a:lnTo>
                    <a:lnTo>
                      <a:pt x="281" y="2426"/>
                    </a:lnTo>
                    <a:lnTo>
                      <a:pt x="275" y="2425"/>
                    </a:lnTo>
                    <a:lnTo>
                      <a:pt x="268" y="2429"/>
                    </a:lnTo>
                    <a:lnTo>
                      <a:pt x="259" y="2431"/>
                    </a:lnTo>
                    <a:lnTo>
                      <a:pt x="259" y="2455"/>
                    </a:lnTo>
                    <a:lnTo>
                      <a:pt x="253" y="2479"/>
                    </a:lnTo>
                    <a:lnTo>
                      <a:pt x="251" y="2512"/>
                    </a:lnTo>
                    <a:lnTo>
                      <a:pt x="249" y="2521"/>
                    </a:lnTo>
                    <a:lnTo>
                      <a:pt x="246" y="2527"/>
                    </a:lnTo>
                    <a:lnTo>
                      <a:pt x="243" y="2531"/>
                    </a:lnTo>
                    <a:lnTo>
                      <a:pt x="237" y="2531"/>
                    </a:lnTo>
                    <a:lnTo>
                      <a:pt x="222" y="2526"/>
                    </a:lnTo>
                    <a:lnTo>
                      <a:pt x="214" y="2525"/>
                    </a:lnTo>
                    <a:lnTo>
                      <a:pt x="194" y="2515"/>
                    </a:lnTo>
                    <a:lnTo>
                      <a:pt x="183" y="2505"/>
                    </a:lnTo>
                    <a:lnTo>
                      <a:pt x="178" y="2495"/>
                    </a:lnTo>
                    <a:lnTo>
                      <a:pt x="179" y="2485"/>
                    </a:lnTo>
                    <a:lnTo>
                      <a:pt x="188" y="2480"/>
                    </a:lnTo>
                    <a:lnTo>
                      <a:pt x="190" y="2488"/>
                    </a:lnTo>
                    <a:lnTo>
                      <a:pt x="189" y="2494"/>
                    </a:lnTo>
                    <a:lnTo>
                      <a:pt x="198" y="2490"/>
                    </a:lnTo>
                    <a:lnTo>
                      <a:pt x="201" y="2483"/>
                    </a:lnTo>
                    <a:lnTo>
                      <a:pt x="208" y="2477"/>
                    </a:lnTo>
                    <a:lnTo>
                      <a:pt x="220" y="2475"/>
                    </a:lnTo>
                    <a:lnTo>
                      <a:pt x="231" y="2468"/>
                    </a:lnTo>
                    <a:lnTo>
                      <a:pt x="238" y="2461"/>
                    </a:lnTo>
                    <a:lnTo>
                      <a:pt x="243" y="2450"/>
                    </a:lnTo>
                    <a:lnTo>
                      <a:pt x="244" y="2442"/>
                    </a:lnTo>
                    <a:lnTo>
                      <a:pt x="233" y="2436"/>
                    </a:lnTo>
                    <a:lnTo>
                      <a:pt x="227" y="2428"/>
                    </a:lnTo>
                    <a:lnTo>
                      <a:pt x="222" y="2417"/>
                    </a:lnTo>
                    <a:lnTo>
                      <a:pt x="211" y="2414"/>
                    </a:lnTo>
                    <a:lnTo>
                      <a:pt x="189" y="2413"/>
                    </a:lnTo>
                    <a:lnTo>
                      <a:pt x="176" y="2418"/>
                    </a:lnTo>
                    <a:lnTo>
                      <a:pt x="171" y="2424"/>
                    </a:lnTo>
                    <a:lnTo>
                      <a:pt x="171" y="2417"/>
                    </a:lnTo>
                    <a:lnTo>
                      <a:pt x="168" y="2412"/>
                    </a:lnTo>
                    <a:lnTo>
                      <a:pt x="153" y="2414"/>
                    </a:lnTo>
                    <a:lnTo>
                      <a:pt x="153" y="2409"/>
                    </a:lnTo>
                    <a:lnTo>
                      <a:pt x="156" y="2404"/>
                    </a:lnTo>
                    <a:lnTo>
                      <a:pt x="168" y="2398"/>
                    </a:lnTo>
                    <a:lnTo>
                      <a:pt x="171" y="2388"/>
                    </a:lnTo>
                    <a:lnTo>
                      <a:pt x="171" y="2376"/>
                    </a:lnTo>
                    <a:lnTo>
                      <a:pt x="160" y="2364"/>
                    </a:lnTo>
                    <a:lnTo>
                      <a:pt x="168" y="2360"/>
                    </a:lnTo>
                    <a:lnTo>
                      <a:pt x="169" y="2354"/>
                    </a:lnTo>
                    <a:lnTo>
                      <a:pt x="168" y="2345"/>
                    </a:lnTo>
                    <a:lnTo>
                      <a:pt x="160" y="2335"/>
                    </a:lnTo>
                    <a:lnTo>
                      <a:pt x="145" y="2322"/>
                    </a:lnTo>
                    <a:lnTo>
                      <a:pt x="134" y="2316"/>
                    </a:lnTo>
                    <a:lnTo>
                      <a:pt x="129" y="2316"/>
                    </a:lnTo>
                    <a:lnTo>
                      <a:pt x="160" y="2338"/>
                    </a:lnTo>
                    <a:lnTo>
                      <a:pt x="160" y="2345"/>
                    </a:lnTo>
                    <a:lnTo>
                      <a:pt x="153" y="2348"/>
                    </a:lnTo>
                    <a:lnTo>
                      <a:pt x="146" y="2344"/>
                    </a:lnTo>
                    <a:lnTo>
                      <a:pt x="137" y="2335"/>
                    </a:lnTo>
                    <a:lnTo>
                      <a:pt x="135" y="2338"/>
                    </a:lnTo>
                    <a:lnTo>
                      <a:pt x="141" y="2351"/>
                    </a:lnTo>
                    <a:lnTo>
                      <a:pt x="137" y="2361"/>
                    </a:lnTo>
                    <a:lnTo>
                      <a:pt x="133" y="2365"/>
                    </a:lnTo>
                    <a:lnTo>
                      <a:pt x="130" y="2360"/>
                    </a:lnTo>
                    <a:lnTo>
                      <a:pt x="126" y="2353"/>
                    </a:lnTo>
                    <a:lnTo>
                      <a:pt x="125" y="2343"/>
                    </a:lnTo>
                    <a:lnTo>
                      <a:pt x="119" y="2329"/>
                    </a:lnTo>
                    <a:lnTo>
                      <a:pt x="125" y="2344"/>
                    </a:lnTo>
                    <a:lnTo>
                      <a:pt x="126" y="2359"/>
                    </a:lnTo>
                    <a:lnTo>
                      <a:pt x="125" y="2371"/>
                    </a:lnTo>
                    <a:lnTo>
                      <a:pt x="119" y="2370"/>
                    </a:lnTo>
                    <a:lnTo>
                      <a:pt x="114" y="2367"/>
                    </a:lnTo>
                    <a:lnTo>
                      <a:pt x="110" y="2355"/>
                    </a:lnTo>
                    <a:lnTo>
                      <a:pt x="113" y="2332"/>
                    </a:lnTo>
                    <a:lnTo>
                      <a:pt x="106" y="2312"/>
                    </a:lnTo>
                    <a:lnTo>
                      <a:pt x="81" y="2285"/>
                    </a:lnTo>
                    <a:lnTo>
                      <a:pt x="79" y="2274"/>
                    </a:lnTo>
                    <a:lnTo>
                      <a:pt x="81" y="2267"/>
                    </a:lnTo>
                    <a:lnTo>
                      <a:pt x="92" y="2267"/>
                    </a:lnTo>
                    <a:lnTo>
                      <a:pt x="102" y="2263"/>
                    </a:lnTo>
                    <a:lnTo>
                      <a:pt x="101" y="2252"/>
                    </a:lnTo>
                    <a:lnTo>
                      <a:pt x="97" y="2249"/>
                    </a:lnTo>
                    <a:lnTo>
                      <a:pt x="94" y="2256"/>
                    </a:lnTo>
                    <a:lnTo>
                      <a:pt x="90" y="2256"/>
                    </a:lnTo>
                    <a:lnTo>
                      <a:pt x="83" y="2251"/>
                    </a:lnTo>
                    <a:lnTo>
                      <a:pt x="79" y="2240"/>
                    </a:lnTo>
                    <a:lnTo>
                      <a:pt x="82" y="2234"/>
                    </a:lnTo>
                    <a:lnTo>
                      <a:pt x="93" y="2237"/>
                    </a:lnTo>
                    <a:lnTo>
                      <a:pt x="92" y="2234"/>
                    </a:lnTo>
                    <a:lnTo>
                      <a:pt x="86" y="2227"/>
                    </a:lnTo>
                    <a:lnTo>
                      <a:pt x="74" y="2225"/>
                    </a:lnTo>
                    <a:lnTo>
                      <a:pt x="66" y="2221"/>
                    </a:lnTo>
                    <a:lnTo>
                      <a:pt x="60" y="2214"/>
                    </a:lnTo>
                    <a:lnTo>
                      <a:pt x="55" y="2204"/>
                    </a:lnTo>
                    <a:lnTo>
                      <a:pt x="69" y="2189"/>
                    </a:lnTo>
                    <a:lnTo>
                      <a:pt x="70" y="2173"/>
                    </a:lnTo>
                    <a:lnTo>
                      <a:pt x="72" y="2170"/>
                    </a:lnTo>
                    <a:lnTo>
                      <a:pt x="72" y="2164"/>
                    </a:lnTo>
                    <a:lnTo>
                      <a:pt x="87" y="2154"/>
                    </a:lnTo>
                    <a:lnTo>
                      <a:pt x="93" y="2156"/>
                    </a:lnTo>
                    <a:lnTo>
                      <a:pt x="97" y="2156"/>
                    </a:lnTo>
                    <a:lnTo>
                      <a:pt x="97" y="2154"/>
                    </a:lnTo>
                    <a:lnTo>
                      <a:pt x="92" y="2150"/>
                    </a:lnTo>
                    <a:lnTo>
                      <a:pt x="90" y="2144"/>
                    </a:lnTo>
                    <a:lnTo>
                      <a:pt x="97" y="2116"/>
                    </a:lnTo>
                    <a:lnTo>
                      <a:pt x="93" y="2117"/>
                    </a:lnTo>
                    <a:lnTo>
                      <a:pt x="85" y="2125"/>
                    </a:lnTo>
                    <a:lnTo>
                      <a:pt x="82" y="2134"/>
                    </a:lnTo>
                    <a:lnTo>
                      <a:pt x="77" y="2144"/>
                    </a:lnTo>
                    <a:lnTo>
                      <a:pt x="72" y="2141"/>
                    </a:lnTo>
                    <a:lnTo>
                      <a:pt x="70" y="2134"/>
                    </a:lnTo>
                    <a:lnTo>
                      <a:pt x="69" y="2119"/>
                    </a:lnTo>
                    <a:lnTo>
                      <a:pt x="69" y="2089"/>
                    </a:lnTo>
                    <a:lnTo>
                      <a:pt x="72" y="2082"/>
                    </a:lnTo>
                    <a:lnTo>
                      <a:pt x="77" y="2084"/>
                    </a:lnTo>
                    <a:lnTo>
                      <a:pt x="70" y="2076"/>
                    </a:lnTo>
                    <a:lnTo>
                      <a:pt x="72" y="2065"/>
                    </a:lnTo>
                    <a:lnTo>
                      <a:pt x="88" y="2064"/>
                    </a:lnTo>
                    <a:lnTo>
                      <a:pt x="98" y="2073"/>
                    </a:lnTo>
                    <a:lnTo>
                      <a:pt x="96" y="2064"/>
                    </a:lnTo>
                    <a:lnTo>
                      <a:pt x="93" y="2052"/>
                    </a:lnTo>
                    <a:lnTo>
                      <a:pt x="90" y="2057"/>
                    </a:lnTo>
                    <a:lnTo>
                      <a:pt x="69" y="2062"/>
                    </a:lnTo>
                    <a:lnTo>
                      <a:pt x="65" y="2058"/>
                    </a:lnTo>
                    <a:lnTo>
                      <a:pt x="63" y="2048"/>
                    </a:lnTo>
                    <a:lnTo>
                      <a:pt x="59" y="2042"/>
                    </a:lnTo>
                    <a:lnTo>
                      <a:pt x="59" y="2021"/>
                    </a:lnTo>
                    <a:lnTo>
                      <a:pt x="66" y="2022"/>
                    </a:lnTo>
                    <a:lnTo>
                      <a:pt x="72" y="2032"/>
                    </a:lnTo>
                    <a:lnTo>
                      <a:pt x="76" y="2042"/>
                    </a:lnTo>
                    <a:lnTo>
                      <a:pt x="75" y="2027"/>
                    </a:lnTo>
                    <a:lnTo>
                      <a:pt x="79" y="2025"/>
                    </a:lnTo>
                    <a:lnTo>
                      <a:pt x="99" y="2028"/>
                    </a:lnTo>
                    <a:lnTo>
                      <a:pt x="115" y="2041"/>
                    </a:lnTo>
                    <a:lnTo>
                      <a:pt x="122" y="2041"/>
                    </a:lnTo>
                    <a:lnTo>
                      <a:pt x="109" y="2032"/>
                    </a:lnTo>
                    <a:lnTo>
                      <a:pt x="102" y="2019"/>
                    </a:lnTo>
                    <a:lnTo>
                      <a:pt x="99" y="2005"/>
                    </a:lnTo>
                    <a:lnTo>
                      <a:pt x="97" y="1999"/>
                    </a:lnTo>
                    <a:lnTo>
                      <a:pt x="94" y="2006"/>
                    </a:lnTo>
                    <a:lnTo>
                      <a:pt x="81" y="2005"/>
                    </a:lnTo>
                    <a:lnTo>
                      <a:pt x="76" y="2000"/>
                    </a:lnTo>
                    <a:lnTo>
                      <a:pt x="77" y="1995"/>
                    </a:lnTo>
                    <a:lnTo>
                      <a:pt x="85" y="1989"/>
                    </a:lnTo>
                    <a:lnTo>
                      <a:pt x="76" y="1987"/>
                    </a:lnTo>
                    <a:lnTo>
                      <a:pt x="63" y="1979"/>
                    </a:lnTo>
                    <a:lnTo>
                      <a:pt x="60" y="1976"/>
                    </a:lnTo>
                    <a:lnTo>
                      <a:pt x="65" y="1966"/>
                    </a:lnTo>
                    <a:lnTo>
                      <a:pt x="76" y="1961"/>
                    </a:lnTo>
                    <a:lnTo>
                      <a:pt x="85" y="1958"/>
                    </a:lnTo>
                    <a:lnTo>
                      <a:pt x="77" y="1951"/>
                    </a:lnTo>
                    <a:lnTo>
                      <a:pt x="87" y="1941"/>
                    </a:lnTo>
                    <a:lnTo>
                      <a:pt x="83" y="1939"/>
                    </a:lnTo>
                    <a:lnTo>
                      <a:pt x="81" y="1931"/>
                    </a:lnTo>
                    <a:lnTo>
                      <a:pt x="74" y="1925"/>
                    </a:lnTo>
                    <a:lnTo>
                      <a:pt x="66" y="1920"/>
                    </a:lnTo>
                    <a:lnTo>
                      <a:pt x="59" y="1920"/>
                    </a:lnTo>
                    <a:lnTo>
                      <a:pt x="54" y="1926"/>
                    </a:lnTo>
                    <a:lnTo>
                      <a:pt x="48" y="1929"/>
                    </a:lnTo>
                    <a:lnTo>
                      <a:pt x="33" y="1922"/>
                    </a:lnTo>
                    <a:lnTo>
                      <a:pt x="28" y="1914"/>
                    </a:lnTo>
                    <a:lnTo>
                      <a:pt x="22" y="1909"/>
                    </a:lnTo>
                    <a:lnTo>
                      <a:pt x="13" y="1914"/>
                    </a:lnTo>
                    <a:lnTo>
                      <a:pt x="7" y="1919"/>
                    </a:lnTo>
                    <a:lnTo>
                      <a:pt x="12" y="1923"/>
                    </a:lnTo>
                    <a:lnTo>
                      <a:pt x="15" y="1930"/>
                    </a:lnTo>
                    <a:lnTo>
                      <a:pt x="12" y="1939"/>
                    </a:lnTo>
                    <a:lnTo>
                      <a:pt x="1" y="1937"/>
                    </a:lnTo>
                    <a:lnTo>
                      <a:pt x="0" y="1929"/>
                    </a:lnTo>
                    <a:lnTo>
                      <a:pt x="4" y="1908"/>
                    </a:lnTo>
                    <a:lnTo>
                      <a:pt x="12" y="1903"/>
                    </a:lnTo>
                    <a:lnTo>
                      <a:pt x="20" y="1896"/>
                    </a:lnTo>
                    <a:lnTo>
                      <a:pt x="27" y="1885"/>
                    </a:lnTo>
                    <a:lnTo>
                      <a:pt x="36" y="1883"/>
                    </a:lnTo>
                    <a:lnTo>
                      <a:pt x="44" y="1879"/>
                    </a:lnTo>
                    <a:lnTo>
                      <a:pt x="44" y="1871"/>
                    </a:lnTo>
                    <a:lnTo>
                      <a:pt x="42" y="1870"/>
                    </a:lnTo>
                    <a:lnTo>
                      <a:pt x="36" y="1871"/>
                    </a:lnTo>
                    <a:lnTo>
                      <a:pt x="32" y="1869"/>
                    </a:lnTo>
                    <a:lnTo>
                      <a:pt x="29" y="1865"/>
                    </a:lnTo>
                    <a:lnTo>
                      <a:pt x="29" y="1856"/>
                    </a:lnTo>
                    <a:lnTo>
                      <a:pt x="47" y="1853"/>
                    </a:lnTo>
                    <a:lnTo>
                      <a:pt x="55" y="1855"/>
                    </a:lnTo>
                    <a:lnTo>
                      <a:pt x="59" y="1859"/>
                    </a:lnTo>
                    <a:lnTo>
                      <a:pt x="66" y="1853"/>
                    </a:lnTo>
                    <a:lnTo>
                      <a:pt x="72" y="1856"/>
                    </a:lnTo>
                    <a:lnTo>
                      <a:pt x="79" y="1860"/>
                    </a:lnTo>
                    <a:lnTo>
                      <a:pt x="76" y="1867"/>
                    </a:lnTo>
                    <a:lnTo>
                      <a:pt x="77" y="1874"/>
                    </a:lnTo>
                    <a:lnTo>
                      <a:pt x="82" y="1869"/>
                    </a:lnTo>
                    <a:lnTo>
                      <a:pt x="82" y="1876"/>
                    </a:lnTo>
                    <a:lnTo>
                      <a:pt x="76" y="1883"/>
                    </a:lnTo>
                    <a:lnTo>
                      <a:pt x="74" y="1890"/>
                    </a:lnTo>
                    <a:lnTo>
                      <a:pt x="79" y="1897"/>
                    </a:lnTo>
                    <a:lnTo>
                      <a:pt x="86" y="1898"/>
                    </a:lnTo>
                    <a:lnTo>
                      <a:pt x="91" y="1888"/>
                    </a:lnTo>
                    <a:lnTo>
                      <a:pt x="96" y="1882"/>
                    </a:lnTo>
                    <a:lnTo>
                      <a:pt x="97" y="1888"/>
                    </a:lnTo>
                    <a:lnTo>
                      <a:pt x="94" y="1899"/>
                    </a:lnTo>
                    <a:lnTo>
                      <a:pt x="94" y="1906"/>
                    </a:lnTo>
                    <a:lnTo>
                      <a:pt x="99" y="1903"/>
                    </a:lnTo>
                    <a:lnTo>
                      <a:pt x="101" y="1896"/>
                    </a:lnTo>
                    <a:lnTo>
                      <a:pt x="104" y="1892"/>
                    </a:lnTo>
                    <a:lnTo>
                      <a:pt x="112" y="1886"/>
                    </a:lnTo>
                    <a:lnTo>
                      <a:pt x="118" y="1882"/>
                    </a:lnTo>
                    <a:lnTo>
                      <a:pt x="118" y="1879"/>
                    </a:lnTo>
                    <a:lnTo>
                      <a:pt x="120" y="1870"/>
                    </a:lnTo>
                    <a:lnTo>
                      <a:pt x="125" y="1859"/>
                    </a:lnTo>
                    <a:lnTo>
                      <a:pt x="125" y="1852"/>
                    </a:lnTo>
                    <a:lnTo>
                      <a:pt x="120" y="1855"/>
                    </a:lnTo>
                    <a:lnTo>
                      <a:pt x="117" y="1860"/>
                    </a:lnTo>
                    <a:lnTo>
                      <a:pt x="115" y="1866"/>
                    </a:lnTo>
                    <a:lnTo>
                      <a:pt x="108" y="1880"/>
                    </a:lnTo>
                    <a:lnTo>
                      <a:pt x="110" y="1855"/>
                    </a:lnTo>
                    <a:lnTo>
                      <a:pt x="113" y="1850"/>
                    </a:lnTo>
                    <a:lnTo>
                      <a:pt x="114" y="1849"/>
                    </a:lnTo>
                    <a:lnTo>
                      <a:pt x="128" y="1847"/>
                    </a:lnTo>
                    <a:lnTo>
                      <a:pt x="119" y="1844"/>
                    </a:lnTo>
                    <a:lnTo>
                      <a:pt x="119" y="1839"/>
                    </a:lnTo>
                    <a:lnTo>
                      <a:pt x="124" y="1834"/>
                    </a:lnTo>
                    <a:lnTo>
                      <a:pt x="131" y="1831"/>
                    </a:lnTo>
                    <a:lnTo>
                      <a:pt x="131" y="1827"/>
                    </a:lnTo>
                    <a:lnTo>
                      <a:pt x="124" y="1828"/>
                    </a:lnTo>
                    <a:lnTo>
                      <a:pt x="112" y="1833"/>
                    </a:lnTo>
                    <a:lnTo>
                      <a:pt x="113" y="1823"/>
                    </a:lnTo>
                    <a:lnTo>
                      <a:pt x="117" y="1818"/>
                    </a:lnTo>
                    <a:lnTo>
                      <a:pt x="122" y="1813"/>
                    </a:lnTo>
                    <a:lnTo>
                      <a:pt x="126" y="1812"/>
                    </a:lnTo>
                    <a:lnTo>
                      <a:pt x="134" y="1818"/>
                    </a:lnTo>
                    <a:lnTo>
                      <a:pt x="140" y="1821"/>
                    </a:lnTo>
                    <a:lnTo>
                      <a:pt x="144" y="1824"/>
                    </a:lnTo>
                    <a:lnTo>
                      <a:pt x="150" y="1823"/>
                    </a:lnTo>
                    <a:lnTo>
                      <a:pt x="150" y="1816"/>
                    </a:lnTo>
                    <a:lnTo>
                      <a:pt x="142" y="1816"/>
                    </a:lnTo>
                    <a:lnTo>
                      <a:pt x="129" y="1807"/>
                    </a:lnTo>
                    <a:lnTo>
                      <a:pt x="120" y="1806"/>
                    </a:lnTo>
                    <a:lnTo>
                      <a:pt x="122" y="1795"/>
                    </a:lnTo>
                    <a:lnTo>
                      <a:pt x="122" y="1789"/>
                    </a:lnTo>
                    <a:lnTo>
                      <a:pt x="126" y="1786"/>
                    </a:lnTo>
                    <a:lnTo>
                      <a:pt x="136" y="1786"/>
                    </a:lnTo>
                    <a:lnTo>
                      <a:pt x="145" y="1784"/>
                    </a:lnTo>
                    <a:lnTo>
                      <a:pt x="156" y="1773"/>
                    </a:lnTo>
                    <a:lnTo>
                      <a:pt x="157" y="1767"/>
                    </a:lnTo>
                    <a:lnTo>
                      <a:pt x="157" y="1750"/>
                    </a:lnTo>
                    <a:lnTo>
                      <a:pt x="153" y="1742"/>
                    </a:lnTo>
                    <a:lnTo>
                      <a:pt x="149" y="1740"/>
                    </a:lnTo>
                    <a:lnTo>
                      <a:pt x="136" y="1729"/>
                    </a:lnTo>
                    <a:lnTo>
                      <a:pt x="130" y="1726"/>
                    </a:lnTo>
                    <a:lnTo>
                      <a:pt x="126" y="1723"/>
                    </a:lnTo>
                    <a:lnTo>
                      <a:pt x="126" y="1720"/>
                    </a:lnTo>
                    <a:lnTo>
                      <a:pt x="128" y="1720"/>
                    </a:lnTo>
                    <a:lnTo>
                      <a:pt x="129" y="1718"/>
                    </a:lnTo>
                    <a:lnTo>
                      <a:pt x="135" y="1711"/>
                    </a:lnTo>
                    <a:lnTo>
                      <a:pt x="137" y="1704"/>
                    </a:lnTo>
                    <a:lnTo>
                      <a:pt x="141" y="1697"/>
                    </a:lnTo>
                    <a:lnTo>
                      <a:pt x="146" y="1691"/>
                    </a:lnTo>
                    <a:lnTo>
                      <a:pt x="144" y="1686"/>
                    </a:lnTo>
                    <a:lnTo>
                      <a:pt x="146" y="1680"/>
                    </a:lnTo>
                    <a:lnTo>
                      <a:pt x="140" y="1675"/>
                    </a:lnTo>
                    <a:lnTo>
                      <a:pt x="139" y="1667"/>
                    </a:lnTo>
                    <a:lnTo>
                      <a:pt x="140" y="1661"/>
                    </a:lnTo>
                    <a:lnTo>
                      <a:pt x="142" y="1656"/>
                    </a:lnTo>
                    <a:lnTo>
                      <a:pt x="149" y="1651"/>
                    </a:lnTo>
                    <a:lnTo>
                      <a:pt x="153" y="1633"/>
                    </a:lnTo>
                    <a:lnTo>
                      <a:pt x="151" y="1612"/>
                    </a:lnTo>
                    <a:lnTo>
                      <a:pt x="158" y="1601"/>
                    </a:lnTo>
                    <a:lnTo>
                      <a:pt x="166" y="1603"/>
                    </a:lnTo>
                    <a:lnTo>
                      <a:pt x="161" y="1597"/>
                    </a:lnTo>
                    <a:lnTo>
                      <a:pt x="155" y="1587"/>
                    </a:lnTo>
                    <a:lnTo>
                      <a:pt x="160" y="1578"/>
                    </a:lnTo>
                    <a:lnTo>
                      <a:pt x="167" y="1580"/>
                    </a:lnTo>
                    <a:lnTo>
                      <a:pt x="172" y="1594"/>
                    </a:lnTo>
                    <a:lnTo>
                      <a:pt x="172" y="1583"/>
                    </a:lnTo>
                    <a:lnTo>
                      <a:pt x="171" y="1562"/>
                    </a:lnTo>
                    <a:lnTo>
                      <a:pt x="162" y="1562"/>
                    </a:lnTo>
                    <a:lnTo>
                      <a:pt x="153" y="1558"/>
                    </a:lnTo>
                    <a:lnTo>
                      <a:pt x="156" y="1548"/>
                    </a:lnTo>
                    <a:lnTo>
                      <a:pt x="166" y="1541"/>
                    </a:lnTo>
                    <a:lnTo>
                      <a:pt x="172" y="1540"/>
                    </a:lnTo>
                    <a:lnTo>
                      <a:pt x="178" y="1533"/>
                    </a:lnTo>
                    <a:lnTo>
                      <a:pt x="178" y="1532"/>
                    </a:lnTo>
                    <a:lnTo>
                      <a:pt x="169" y="1536"/>
                    </a:lnTo>
                    <a:lnTo>
                      <a:pt x="163" y="1536"/>
                    </a:lnTo>
                    <a:lnTo>
                      <a:pt x="157" y="1533"/>
                    </a:lnTo>
                    <a:lnTo>
                      <a:pt x="151" y="1525"/>
                    </a:lnTo>
                    <a:lnTo>
                      <a:pt x="141" y="1525"/>
                    </a:lnTo>
                    <a:lnTo>
                      <a:pt x="135" y="1528"/>
                    </a:lnTo>
                    <a:lnTo>
                      <a:pt x="134" y="1535"/>
                    </a:lnTo>
                    <a:lnTo>
                      <a:pt x="130" y="1540"/>
                    </a:lnTo>
                    <a:lnTo>
                      <a:pt x="117" y="1543"/>
                    </a:lnTo>
                    <a:lnTo>
                      <a:pt x="103" y="1537"/>
                    </a:lnTo>
                    <a:lnTo>
                      <a:pt x="104" y="1531"/>
                    </a:lnTo>
                    <a:lnTo>
                      <a:pt x="101" y="1525"/>
                    </a:lnTo>
                    <a:lnTo>
                      <a:pt x="97" y="1524"/>
                    </a:lnTo>
                    <a:lnTo>
                      <a:pt x="93" y="1516"/>
                    </a:lnTo>
                    <a:lnTo>
                      <a:pt x="92" y="1504"/>
                    </a:lnTo>
                    <a:lnTo>
                      <a:pt x="93" y="1489"/>
                    </a:lnTo>
                    <a:lnTo>
                      <a:pt x="96" y="1466"/>
                    </a:lnTo>
                    <a:lnTo>
                      <a:pt x="101" y="1454"/>
                    </a:lnTo>
                    <a:lnTo>
                      <a:pt x="102" y="1407"/>
                    </a:lnTo>
                    <a:lnTo>
                      <a:pt x="112" y="1402"/>
                    </a:lnTo>
                    <a:lnTo>
                      <a:pt x="113" y="1396"/>
                    </a:lnTo>
                    <a:lnTo>
                      <a:pt x="118" y="1390"/>
                    </a:lnTo>
                    <a:lnTo>
                      <a:pt x="122" y="1379"/>
                    </a:lnTo>
                    <a:lnTo>
                      <a:pt x="120" y="1349"/>
                    </a:lnTo>
                    <a:lnTo>
                      <a:pt x="115" y="1329"/>
                    </a:lnTo>
                    <a:lnTo>
                      <a:pt x="108" y="1314"/>
                    </a:lnTo>
                    <a:lnTo>
                      <a:pt x="108" y="1311"/>
                    </a:lnTo>
                    <a:lnTo>
                      <a:pt x="109" y="1311"/>
                    </a:lnTo>
                    <a:lnTo>
                      <a:pt x="112" y="1285"/>
                    </a:lnTo>
                    <a:lnTo>
                      <a:pt x="109" y="1274"/>
                    </a:lnTo>
                    <a:lnTo>
                      <a:pt x="104" y="1261"/>
                    </a:lnTo>
                    <a:lnTo>
                      <a:pt x="106" y="1244"/>
                    </a:lnTo>
                    <a:lnTo>
                      <a:pt x="106" y="1225"/>
                    </a:lnTo>
                    <a:lnTo>
                      <a:pt x="113" y="1215"/>
                    </a:lnTo>
                    <a:lnTo>
                      <a:pt x="122" y="1219"/>
                    </a:lnTo>
                    <a:lnTo>
                      <a:pt x="130" y="1215"/>
                    </a:lnTo>
                    <a:lnTo>
                      <a:pt x="129" y="1182"/>
                    </a:lnTo>
                    <a:lnTo>
                      <a:pt x="134" y="1178"/>
                    </a:lnTo>
                    <a:lnTo>
                      <a:pt x="137" y="1182"/>
                    </a:lnTo>
                    <a:lnTo>
                      <a:pt x="141" y="1180"/>
                    </a:lnTo>
                    <a:lnTo>
                      <a:pt x="149" y="1161"/>
                    </a:lnTo>
                    <a:lnTo>
                      <a:pt x="152" y="1139"/>
                    </a:lnTo>
                    <a:lnTo>
                      <a:pt x="158" y="1132"/>
                    </a:lnTo>
                    <a:lnTo>
                      <a:pt x="162" y="1116"/>
                    </a:lnTo>
                    <a:lnTo>
                      <a:pt x="166" y="1105"/>
                    </a:lnTo>
                    <a:lnTo>
                      <a:pt x="182" y="1076"/>
                    </a:lnTo>
                    <a:lnTo>
                      <a:pt x="183" y="1068"/>
                    </a:lnTo>
                    <a:lnTo>
                      <a:pt x="194" y="1037"/>
                    </a:lnTo>
                    <a:lnTo>
                      <a:pt x="195" y="1025"/>
                    </a:lnTo>
                    <a:lnTo>
                      <a:pt x="196" y="1024"/>
                    </a:lnTo>
                    <a:lnTo>
                      <a:pt x="204" y="994"/>
                    </a:lnTo>
                    <a:lnTo>
                      <a:pt x="210" y="987"/>
                    </a:lnTo>
                    <a:lnTo>
                      <a:pt x="210" y="950"/>
                    </a:lnTo>
                    <a:lnTo>
                      <a:pt x="217" y="939"/>
                    </a:lnTo>
                    <a:lnTo>
                      <a:pt x="221" y="928"/>
                    </a:lnTo>
                    <a:lnTo>
                      <a:pt x="221" y="903"/>
                    </a:lnTo>
                    <a:lnTo>
                      <a:pt x="216" y="882"/>
                    </a:lnTo>
                    <a:lnTo>
                      <a:pt x="215" y="855"/>
                    </a:lnTo>
                    <a:lnTo>
                      <a:pt x="210" y="821"/>
                    </a:lnTo>
                    <a:lnTo>
                      <a:pt x="209" y="789"/>
                    </a:lnTo>
                    <a:lnTo>
                      <a:pt x="211" y="763"/>
                    </a:lnTo>
                    <a:lnTo>
                      <a:pt x="223" y="756"/>
                    </a:lnTo>
                    <a:lnTo>
                      <a:pt x="228" y="737"/>
                    </a:lnTo>
                    <a:lnTo>
                      <a:pt x="226" y="731"/>
                    </a:lnTo>
                    <a:lnTo>
                      <a:pt x="226" y="719"/>
                    </a:lnTo>
                    <a:lnTo>
                      <a:pt x="219" y="698"/>
                    </a:lnTo>
                    <a:lnTo>
                      <a:pt x="216" y="694"/>
                    </a:lnTo>
                    <a:lnTo>
                      <a:pt x="217" y="685"/>
                    </a:lnTo>
                    <a:lnTo>
                      <a:pt x="220" y="678"/>
                    </a:lnTo>
                    <a:lnTo>
                      <a:pt x="231" y="664"/>
                    </a:lnTo>
                    <a:lnTo>
                      <a:pt x="236" y="643"/>
                    </a:lnTo>
                    <a:lnTo>
                      <a:pt x="242" y="606"/>
                    </a:lnTo>
                    <a:lnTo>
                      <a:pt x="251" y="591"/>
                    </a:lnTo>
                    <a:lnTo>
                      <a:pt x="251" y="572"/>
                    </a:lnTo>
                    <a:lnTo>
                      <a:pt x="253" y="565"/>
                    </a:lnTo>
                    <a:lnTo>
                      <a:pt x="257" y="562"/>
                    </a:lnTo>
                    <a:lnTo>
                      <a:pt x="262" y="548"/>
                    </a:lnTo>
                    <a:lnTo>
                      <a:pt x="263" y="530"/>
                    </a:lnTo>
                    <a:lnTo>
                      <a:pt x="265" y="521"/>
                    </a:lnTo>
                    <a:lnTo>
                      <a:pt x="265" y="511"/>
                    </a:lnTo>
                    <a:lnTo>
                      <a:pt x="262" y="497"/>
                    </a:lnTo>
                    <a:lnTo>
                      <a:pt x="262" y="483"/>
                    </a:lnTo>
                    <a:lnTo>
                      <a:pt x="264" y="475"/>
                    </a:lnTo>
                    <a:lnTo>
                      <a:pt x="268" y="467"/>
                    </a:lnTo>
                    <a:lnTo>
                      <a:pt x="275" y="461"/>
                    </a:lnTo>
                    <a:lnTo>
                      <a:pt x="275" y="452"/>
                    </a:lnTo>
                    <a:lnTo>
                      <a:pt x="275" y="438"/>
                    </a:lnTo>
                    <a:lnTo>
                      <a:pt x="274" y="423"/>
                    </a:lnTo>
                    <a:lnTo>
                      <a:pt x="274" y="375"/>
                    </a:lnTo>
                    <a:lnTo>
                      <a:pt x="276" y="363"/>
                    </a:lnTo>
                    <a:lnTo>
                      <a:pt x="276" y="351"/>
                    </a:lnTo>
                    <a:lnTo>
                      <a:pt x="270" y="343"/>
                    </a:lnTo>
                    <a:lnTo>
                      <a:pt x="270" y="337"/>
                    </a:lnTo>
                    <a:lnTo>
                      <a:pt x="274" y="324"/>
                    </a:lnTo>
                    <a:lnTo>
                      <a:pt x="279" y="317"/>
                    </a:lnTo>
                    <a:lnTo>
                      <a:pt x="284" y="317"/>
                    </a:lnTo>
                    <a:lnTo>
                      <a:pt x="286" y="310"/>
                    </a:lnTo>
                    <a:lnTo>
                      <a:pt x="289" y="268"/>
                    </a:lnTo>
                    <a:lnTo>
                      <a:pt x="292" y="256"/>
                    </a:lnTo>
                    <a:lnTo>
                      <a:pt x="292" y="244"/>
                    </a:lnTo>
                    <a:lnTo>
                      <a:pt x="296" y="233"/>
                    </a:lnTo>
                    <a:lnTo>
                      <a:pt x="297" y="224"/>
                    </a:lnTo>
                    <a:lnTo>
                      <a:pt x="296" y="222"/>
                    </a:lnTo>
                    <a:lnTo>
                      <a:pt x="290" y="195"/>
                    </a:lnTo>
                    <a:lnTo>
                      <a:pt x="292" y="142"/>
                    </a:lnTo>
                    <a:lnTo>
                      <a:pt x="290" y="132"/>
                    </a:lnTo>
                    <a:lnTo>
                      <a:pt x="287" y="122"/>
                    </a:lnTo>
                    <a:lnTo>
                      <a:pt x="285" y="95"/>
                    </a:lnTo>
                    <a:lnTo>
                      <a:pt x="279" y="57"/>
                    </a:lnTo>
                    <a:lnTo>
                      <a:pt x="274" y="39"/>
                    </a:lnTo>
                    <a:lnTo>
                      <a:pt x="284" y="30"/>
                    </a:lnTo>
                    <a:lnTo>
                      <a:pt x="286" y="30"/>
                    </a:lnTo>
                    <a:lnTo>
                      <a:pt x="303" y="29"/>
                    </a:lnTo>
                    <a:lnTo>
                      <a:pt x="311" y="26"/>
                    </a:lnTo>
                    <a:lnTo>
                      <a:pt x="312" y="25"/>
                    </a:lnTo>
                    <a:lnTo>
                      <a:pt x="313" y="16"/>
                    </a:lnTo>
                    <a:lnTo>
                      <a:pt x="318" y="7"/>
                    </a:lnTo>
                    <a:lnTo>
                      <a:pt x="323" y="2"/>
                    </a:lnTo>
                    <a:lnTo>
                      <a:pt x="325"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57" name="Google Shape;2257;p5">
                <a:extLst>
                  <a:ext uri="{FF2B5EF4-FFF2-40B4-BE49-F238E27FC236}">
                    <a16:creationId xmlns:a16="http://schemas.microsoft.com/office/drawing/2014/main" id="{365264D6-F051-0BC6-BDFE-DD19B3CF88DD}"/>
                  </a:ext>
                </a:extLst>
              </p:cNvPr>
              <p:cNvSpPr/>
              <p:nvPr/>
            </p:nvSpPr>
            <p:spPr>
              <a:xfrm>
                <a:off x="1733" y="3162"/>
                <a:ext cx="31" cy="47"/>
              </a:xfrm>
              <a:custGeom>
                <a:avLst/>
                <a:gdLst/>
                <a:ahLst/>
                <a:cxnLst/>
                <a:rect l="l" t="t" r="r" b="b"/>
                <a:pathLst>
                  <a:path w="152" h="235" extrusionOk="0">
                    <a:moveTo>
                      <a:pt x="152" y="225"/>
                    </a:moveTo>
                    <a:lnTo>
                      <a:pt x="141" y="225"/>
                    </a:lnTo>
                    <a:lnTo>
                      <a:pt x="143" y="231"/>
                    </a:lnTo>
                    <a:lnTo>
                      <a:pt x="135" y="231"/>
                    </a:lnTo>
                    <a:lnTo>
                      <a:pt x="129" y="235"/>
                    </a:lnTo>
                    <a:lnTo>
                      <a:pt x="115" y="225"/>
                    </a:lnTo>
                    <a:lnTo>
                      <a:pt x="99" y="221"/>
                    </a:lnTo>
                    <a:lnTo>
                      <a:pt x="77" y="221"/>
                    </a:lnTo>
                    <a:lnTo>
                      <a:pt x="75" y="225"/>
                    </a:lnTo>
                    <a:lnTo>
                      <a:pt x="61" y="225"/>
                    </a:lnTo>
                    <a:lnTo>
                      <a:pt x="41" y="216"/>
                    </a:lnTo>
                    <a:lnTo>
                      <a:pt x="35" y="220"/>
                    </a:lnTo>
                    <a:lnTo>
                      <a:pt x="25" y="219"/>
                    </a:lnTo>
                    <a:lnTo>
                      <a:pt x="30" y="215"/>
                    </a:lnTo>
                    <a:lnTo>
                      <a:pt x="30" y="213"/>
                    </a:lnTo>
                    <a:lnTo>
                      <a:pt x="23" y="213"/>
                    </a:lnTo>
                    <a:lnTo>
                      <a:pt x="24" y="209"/>
                    </a:lnTo>
                    <a:lnTo>
                      <a:pt x="30" y="205"/>
                    </a:lnTo>
                    <a:lnTo>
                      <a:pt x="16" y="202"/>
                    </a:lnTo>
                    <a:lnTo>
                      <a:pt x="12" y="205"/>
                    </a:lnTo>
                    <a:lnTo>
                      <a:pt x="3" y="205"/>
                    </a:lnTo>
                    <a:lnTo>
                      <a:pt x="5" y="202"/>
                    </a:lnTo>
                    <a:lnTo>
                      <a:pt x="5" y="194"/>
                    </a:lnTo>
                    <a:lnTo>
                      <a:pt x="0" y="189"/>
                    </a:lnTo>
                    <a:lnTo>
                      <a:pt x="16" y="186"/>
                    </a:lnTo>
                    <a:lnTo>
                      <a:pt x="16" y="181"/>
                    </a:lnTo>
                    <a:lnTo>
                      <a:pt x="24" y="181"/>
                    </a:lnTo>
                    <a:lnTo>
                      <a:pt x="29" y="176"/>
                    </a:lnTo>
                    <a:lnTo>
                      <a:pt x="34" y="177"/>
                    </a:lnTo>
                    <a:lnTo>
                      <a:pt x="36" y="176"/>
                    </a:lnTo>
                    <a:lnTo>
                      <a:pt x="34" y="167"/>
                    </a:lnTo>
                    <a:lnTo>
                      <a:pt x="23" y="160"/>
                    </a:lnTo>
                    <a:lnTo>
                      <a:pt x="23" y="151"/>
                    </a:lnTo>
                    <a:lnTo>
                      <a:pt x="38" y="165"/>
                    </a:lnTo>
                    <a:lnTo>
                      <a:pt x="59" y="177"/>
                    </a:lnTo>
                    <a:lnTo>
                      <a:pt x="64" y="184"/>
                    </a:lnTo>
                    <a:lnTo>
                      <a:pt x="67" y="181"/>
                    </a:lnTo>
                    <a:lnTo>
                      <a:pt x="73" y="178"/>
                    </a:lnTo>
                    <a:lnTo>
                      <a:pt x="64" y="176"/>
                    </a:lnTo>
                    <a:lnTo>
                      <a:pt x="62" y="171"/>
                    </a:lnTo>
                    <a:lnTo>
                      <a:pt x="68" y="165"/>
                    </a:lnTo>
                    <a:lnTo>
                      <a:pt x="81" y="178"/>
                    </a:lnTo>
                    <a:lnTo>
                      <a:pt x="82" y="167"/>
                    </a:lnTo>
                    <a:lnTo>
                      <a:pt x="92" y="170"/>
                    </a:lnTo>
                    <a:lnTo>
                      <a:pt x="99" y="181"/>
                    </a:lnTo>
                    <a:lnTo>
                      <a:pt x="100" y="176"/>
                    </a:lnTo>
                    <a:lnTo>
                      <a:pt x="110" y="176"/>
                    </a:lnTo>
                    <a:lnTo>
                      <a:pt x="106" y="167"/>
                    </a:lnTo>
                    <a:lnTo>
                      <a:pt x="75" y="156"/>
                    </a:lnTo>
                    <a:lnTo>
                      <a:pt x="72" y="151"/>
                    </a:lnTo>
                    <a:lnTo>
                      <a:pt x="67" y="121"/>
                    </a:lnTo>
                    <a:lnTo>
                      <a:pt x="70" y="113"/>
                    </a:lnTo>
                    <a:lnTo>
                      <a:pt x="79" y="113"/>
                    </a:lnTo>
                    <a:lnTo>
                      <a:pt x="82" y="108"/>
                    </a:lnTo>
                    <a:lnTo>
                      <a:pt x="109" y="101"/>
                    </a:lnTo>
                    <a:lnTo>
                      <a:pt x="111" y="89"/>
                    </a:lnTo>
                    <a:lnTo>
                      <a:pt x="106" y="80"/>
                    </a:lnTo>
                    <a:lnTo>
                      <a:pt x="99" y="79"/>
                    </a:lnTo>
                    <a:lnTo>
                      <a:pt x="87" y="80"/>
                    </a:lnTo>
                    <a:lnTo>
                      <a:pt x="66" y="90"/>
                    </a:lnTo>
                    <a:lnTo>
                      <a:pt x="52" y="80"/>
                    </a:lnTo>
                    <a:lnTo>
                      <a:pt x="49" y="73"/>
                    </a:lnTo>
                    <a:lnTo>
                      <a:pt x="50" y="62"/>
                    </a:lnTo>
                    <a:lnTo>
                      <a:pt x="50" y="51"/>
                    </a:lnTo>
                    <a:lnTo>
                      <a:pt x="55" y="48"/>
                    </a:lnTo>
                    <a:lnTo>
                      <a:pt x="60" y="53"/>
                    </a:lnTo>
                    <a:lnTo>
                      <a:pt x="66" y="52"/>
                    </a:lnTo>
                    <a:lnTo>
                      <a:pt x="68" y="43"/>
                    </a:lnTo>
                    <a:lnTo>
                      <a:pt x="64" y="36"/>
                    </a:lnTo>
                    <a:lnTo>
                      <a:pt x="62" y="30"/>
                    </a:lnTo>
                    <a:lnTo>
                      <a:pt x="52" y="27"/>
                    </a:lnTo>
                    <a:lnTo>
                      <a:pt x="67" y="25"/>
                    </a:lnTo>
                    <a:lnTo>
                      <a:pt x="75" y="31"/>
                    </a:lnTo>
                    <a:lnTo>
                      <a:pt x="78" y="29"/>
                    </a:lnTo>
                    <a:lnTo>
                      <a:pt x="88" y="25"/>
                    </a:lnTo>
                    <a:lnTo>
                      <a:pt x="94" y="5"/>
                    </a:lnTo>
                    <a:lnTo>
                      <a:pt x="106" y="0"/>
                    </a:lnTo>
                    <a:lnTo>
                      <a:pt x="115" y="16"/>
                    </a:lnTo>
                    <a:lnTo>
                      <a:pt x="124" y="17"/>
                    </a:lnTo>
                    <a:lnTo>
                      <a:pt x="135" y="15"/>
                    </a:lnTo>
                    <a:lnTo>
                      <a:pt x="143" y="8"/>
                    </a:lnTo>
                    <a:lnTo>
                      <a:pt x="148" y="17"/>
                    </a:lnTo>
                    <a:lnTo>
                      <a:pt x="151" y="209"/>
                    </a:lnTo>
                    <a:lnTo>
                      <a:pt x="152" y="213"/>
                    </a:lnTo>
                    <a:lnTo>
                      <a:pt x="152" y="22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58" name="Google Shape;2258;p5">
                <a:extLst>
                  <a:ext uri="{FF2B5EF4-FFF2-40B4-BE49-F238E27FC236}">
                    <a16:creationId xmlns:a16="http://schemas.microsoft.com/office/drawing/2014/main" id="{D3E5DD94-2237-4BC3-EEF0-8B40882A72D4}"/>
                  </a:ext>
                </a:extLst>
              </p:cNvPr>
              <p:cNvSpPr/>
              <p:nvPr/>
            </p:nvSpPr>
            <p:spPr>
              <a:xfrm>
                <a:off x="1964" y="2482"/>
                <a:ext cx="6" cy="5"/>
              </a:xfrm>
              <a:custGeom>
                <a:avLst/>
                <a:gdLst/>
                <a:ahLst/>
                <a:cxnLst/>
                <a:rect l="l" t="t" r="r" b="b"/>
                <a:pathLst>
                  <a:path w="32" h="27" extrusionOk="0">
                    <a:moveTo>
                      <a:pt x="7" y="0"/>
                    </a:moveTo>
                    <a:lnTo>
                      <a:pt x="0" y="9"/>
                    </a:lnTo>
                    <a:lnTo>
                      <a:pt x="0" y="15"/>
                    </a:lnTo>
                    <a:lnTo>
                      <a:pt x="6" y="22"/>
                    </a:lnTo>
                    <a:lnTo>
                      <a:pt x="16" y="23"/>
                    </a:lnTo>
                    <a:lnTo>
                      <a:pt x="23" y="27"/>
                    </a:lnTo>
                    <a:lnTo>
                      <a:pt x="31" y="26"/>
                    </a:lnTo>
                    <a:lnTo>
                      <a:pt x="32" y="19"/>
                    </a:lnTo>
                    <a:lnTo>
                      <a:pt x="26" y="14"/>
                    </a:lnTo>
                    <a:lnTo>
                      <a:pt x="19" y="12"/>
                    </a:lnTo>
                    <a:lnTo>
                      <a:pt x="11" y="7"/>
                    </a:lnTo>
                    <a:lnTo>
                      <a:pt x="7"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59" name="Google Shape;2259;p5">
                <a:extLst>
                  <a:ext uri="{FF2B5EF4-FFF2-40B4-BE49-F238E27FC236}">
                    <a16:creationId xmlns:a16="http://schemas.microsoft.com/office/drawing/2014/main" id="{95F9E1C8-D9F2-2243-8EB3-7D09DFBA7731}"/>
                  </a:ext>
                </a:extLst>
              </p:cNvPr>
              <p:cNvSpPr/>
              <p:nvPr/>
            </p:nvSpPr>
            <p:spPr>
              <a:xfrm>
                <a:off x="1971" y="2487"/>
                <a:ext cx="4" cy="2"/>
              </a:xfrm>
              <a:custGeom>
                <a:avLst/>
                <a:gdLst/>
                <a:ahLst/>
                <a:cxnLst/>
                <a:rect l="l" t="t" r="r" b="b"/>
                <a:pathLst>
                  <a:path w="18" h="12" extrusionOk="0">
                    <a:moveTo>
                      <a:pt x="17" y="8"/>
                    </a:moveTo>
                    <a:lnTo>
                      <a:pt x="11" y="12"/>
                    </a:lnTo>
                    <a:lnTo>
                      <a:pt x="1" y="12"/>
                    </a:lnTo>
                    <a:lnTo>
                      <a:pt x="0" y="11"/>
                    </a:lnTo>
                    <a:lnTo>
                      <a:pt x="0" y="8"/>
                    </a:lnTo>
                    <a:lnTo>
                      <a:pt x="1" y="6"/>
                    </a:lnTo>
                    <a:lnTo>
                      <a:pt x="2" y="6"/>
                    </a:lnTo>
                    <a:lnTo>
                      <a:pt x="8" y="1"/>
                    </a:lnTo>
                    <a:lnTo>
                      <a:pt x="11" y="0"/>
                    </a:lnTo>
                    <a:lnTo>
                      <a:pt x="14" y="0"/>
                    </a:lnTo>
                    <a:lnTo>
                      <a:pt x="18" y="1"/>
                    </a:lnTo>
                    <a:lnTo>
                      <a:pt x="18" y="6"/>
                    </a:lnTo>
                    <a:lnTo>
                      <a:pt x="17" y="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60" name="Google Shape;2260;p5">
                <a:extLst>
                  <a:ext uri="{FF2B5EF4-FFF2-40B4-BE49-F238E27FC236}">
                    <a16:creationId xmlns:a16="http://schemas.microsoft.com/office/drawing/2014/main" id="{52365CEF-BB12-6B6E-A96E-C7CF31839D63}"/>
                  </a:ext>
                </a:extLst>
              </p:cNvPr>
              <p:cNvSpPr/>
              <p:nvPr/>
            </p:nvSpPr>
            <p:spPr>
              <a:xfrm>
                <a:off x="1962" y="2489"/>
                <a:ext cx="23" cy="17"/>
              </a:xfrm>
              <a:custGeom>
                <a:avLst/>
                <a:gdLst/>
                <a:ahLst/>
                <a:cxnLst/>
                <a:rect l="l" t="t" r="r" b="b"/>
                <a:pathLst>
                  <a:path w="116" h="87" extrusionOk="0">
                    <a:moveTo>
                      <a:pt x="116" y="9"/>
                    </a:moveTo>
                    <a:lnTo>
                      <a:pt x="116" y="33"/>
                    </a:lnTo>
                    <a:lnTo>
                      <a:pt x="116" y="38"/>
                    </a:lnTo>
                    <a:lnTo>
                      <a:pt x="96" y="64"/>
                    </a:lnTo>
                    <a:lnTo>
                      <a:pt x="82" y="75"/>
                    </a:lnTo>
                    <a:lnTo>
                      <a:pt x="70" y="80"/>
                    </a:lnTo>
                    <a:lnTo>
                      <a:pt x="42" y="87"/>
                    </a:lnTo>
                    <a:lnTo>
                      <a:pt x="37" y="86"/>
                    </a:lnTo>
                    <a:lnTo>
                      <a:pt x="16" y="86"/>
                    </a:lnTo>
                    <a:lnTo>
                      <a:pt x="7" y="82"/>
                    </a:lnTo>
                    <a:lnTo>
                      <a:pt x="4" y="77"/>
                    </a:lnTo>
                    <a:lnTo>
                      <a:pt x="4" y="64"/>
                    </a:lnTo>
                    <a:lnTo>
                      <a:pt x="3" y="54"/>
                    </a:lnTo>
                    <a:lnTo>
                      <a:pt x="3" y="48"/>
                    </a:lnTo>
                    <a:lnTo>
                      <a:pt x="0" y="39"/>
                    </a:lnTo>
                    <a:lnTo>
                      <a:pt x="0" y="16"/>
                    </a:lnTo>
                    <a:lnTo>
                      <a:pt x="4" y="11"/>
                    </a:lnTo>
                    <a:lnTo>
                      <a:pt x="14" y="7"/>
                    </a:lnTo>
                    <a:lnTo>
                      <a:pt x="15" y="4"/>
                    </a:lnTo>
                    <a:lnTo>
                      <a:pt x="25" y="1"/>
                    </a:lnTo>
                    <a:lnTo>
                      <a:pt x="37" y="1"/>
                    </a:lnTo>
                    <a:lnTo>
                      <a:pt x="43" y="1"/>
                    </a:lnTo>
                    <a:lnTo>
                      <a:pt x="55" y="5"/>
                    </a:lnTo>
                    <a:lnTo>
                      <a:pt x="63" y="5"/>
                    </a:lnTo>
                    <a:lnTo>
                      <a:pt x="76" y="1"/>
                    </a:lnTo>
                    <a:lnTo>
                      <a:pt x="95" y="0"/>
                    </a:lnTo>
                    <a:lnTo>
                      <a:pt x="107" y="1"/>
                    </a:lnTo>
                    <a:lnTo>
                      <a:pt x="111" y="4"/>
                    </a:lnTo>
                    <a:lnTo>
                      <a:pt x="114" y="7"/>
                    </a:lnTo>
                    <a:lnTo>
                      <a:pt x="114" y="9"/>
                    </a:lnTo>
                    <a:lnTo>
                      <a:pt x="116" y="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61" name="Google Shape;2261;p5">
                <a:extLst>
                  <a:ext uri="{FF2B5EF4-FFF2-40B4-BE49-F238E27FC236}">
                    <a16:creationId xmlns:a16="http://schemas.microsoft.com/office/drawing/2014/main" id="{71A1D9FA-A4FA-EC9A-A6BF-F0DDB4779B7E}"/>
                  </a:ext>
                </a:extLst>
              </p:cNvPr>
              <p:cNvSpPr/>
              <p:nvPr/>
            </p:nvSpPr>
            <p:spPr>
              <a:xfrm>
                <a:off x="1955" y="2487"/>
                <a:ext cx="7" cy="8"/>
              </a:xfrm>
              <a:custGeom>
                <a:avLst/>
                <a:gdLst/>
                <a:ahLst/>
                <a:cxnLst/>
                <a:rect l="l" t="t" r="r" b="b"/>
                <a:pathLst>
                  <a:path w="31" h="38" extrusionOk="0">
                    <a:moveTo>
                      <a:pt x="31" y="16"/>
                    </a:moveTo>
                    <a:lnTo>
                      <a:pt x="31" y="18"/>
                    </a:lnTo>
                    <a:lnTo>
                      <a:pt x="24" y="25"/>
                    </a:lnTo>
                    <a:lnTo>
                      <a:pt x="24" y="27"/>
                    </a:lnTo>
                    <a:lnTo>
                      <a:pt x="13" y="38"/>
                    </a:lnTo>
                    <a:lnTo>
                      <a:pt x="5" y="38"/>
                    </a:lnTo>
                    <a:lnTo>
                      <a:pt x="5" y="34"/>
                    </a:lnTo>
                    <a:lnTo>
                      <a:pt x="0" y="30"/>
                    </a:lnTo>
                    <a:lnTo>
                      <a:pt x="0" y="27"/>
                    </a:lnTo>
                    <a:lnTo>
                      <a:pt x="2" y="22"/>
                    </a:lnTo>
                    <a:lnTo>
                      <a:pt x="9" y="15"/>
                    </a:lnTo>
                    <a:lnTo>
                      <a:pt x="10" y="10"/>
                    </a:lnTo>
                    <a:lnTo>
                      <a:pt x="11" y="6"/>
                    </a:lnTo>
                    <a:lnTo>
                      <a:pt x="15" y="5"/>
                    </a:lnTo>
                    <a:lnTo>
                      <a:pt x="24" y="3"/>
                    </a:lnTo>
                    <a:lnTo>
                      <a:pt x="24" y="2"/>
                    </a:lnTo>
                    <a:lnTo>
                      <a:pt x="31" y="0"/>
                    </a:lnTo>
                    <a:lnTo>
                      <a:pt x="31" y="3"/>
                    </a:lnTo>
                    <a:lnTo>
                      <a:pt x="24" y="6"/>
                    </a:lnTo>
                    <a:lnTo>
                      <a:pt x="20" y="10"/>
                    </a:lnTo>
                    <a:lnTo>
                      <a:pt x="20" y="13"/>
                    </a:lnTo>
                    <a:lnTo>
                      <a:pt x="30" y="11"/>
                    </a:lnTo>
                    <a:lnTo>
                      <a:pt x="30" y="15"/>
                    </a:lnTo>
                    <a:lnTo>
                      <a:pt x="31" y="1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62" name="Google Shape;2262;p5">
                <a:extLst>
                  <a:ext uri="{FF2B5EF4-FFF2-40B4-BE49-F238E27FC236}">
                    <a16:creationId xmlns:a16="http://schemas.microsoft.com/office/drawing/2014/main" id="{6625FFBD-CEC6-A0A7-6FDC-8F9DC532A2CB}"/>
                  </a:ext>
                </a:extLst>
              </p:cNvPr>
              <p:cNvSpPr/>
              <p:nvPr/>
            </p:nvSpPr>
            <p:spPr>
              <a:xfrm>
                <a:off x="1967" y="2482"/>
                <a:ext cx="1" cy="1"/>
              </a:xfrm>
              <a:custGeom>
                <a:avLst/>
                <a:gdLst/>
                <a:ahLst/>
                <a:cxnLst/>
                <a:rect l="l" t="t" r="r" b="b"/>
                <a:pathLst>
                  <a:path w="6" h="7" extrusionOk="0">
                    <a:moveTo>
                      <a:pt x="5" y="0"/>
                    </a:moveTo>
                    <a:lnTo>
                      <a:pt x="6" y="5"/>
                    </a:lnTo>
                    <a:lnTo>
                      <a:pt x="5" y="7"/>
                    </a:lnTo>
                    <a:lnTo>
                      <a:pt x="3" y="7"/>
                    </a:lnTo>
                    <a:lnTo>
                      <a:pt x="0" y="7"/>
                    </a:lnTo>
                    <a:lnTo>
                      <a:pt x="0" y="3"/>
                    </a:lnTo>
                    <a:lnTo>
                      <a:pt x="1" y="1"/>
                    </a:lnTo>
                    <a:lnTo>
                      <a:pt x="5"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63" name="Google Shape;2263;p5">
                <a:extLst>
                  <a:ext uri="{FF2B5EF4-FFF2-40B4-BE49-F238E27FC236}">
                    <a16:creationId xmlns:a16="http://schemas.microsoft.com/office/drawing/2014/main" id="{C3CF985B-CB0C-6B12-5B0E-A2137B9DE1E5}"/>
                  </a:ext>
                </a:extLst>
              </p:cNvPr>
              <p:cNvSpPr/>
              <p:nvPr/>
            </p:nvSpPr>
            <p:spPr>
              <a:xfrm>
                <a:off x="1963" y="2487"/>
                <a:ext cx="2" cy="1"/>
              </a:xfrm>
              <a:custGeom>
                <a:avLst/>
                <a:gdLst/>
                <a:ahLst/>
                <a:cxnLst/>
                <a:rect l="l" t="t" r="r" b="b"/>
                <a:pathLst>
                  <a:path w="8" h="6" extrusionOk="0">
                    <a:moveTo>
                      <a:pt x="7" y="0"/>
                    </a:moveTo>
                    <a:lnTo>
                      <a:pt x="8" y="2"/>
                    </a:lnTo>
                    <a:lnTo>
                      <a:pt x="8" y="6"/>
                    </a:lnTo>
                    <a:lnTo>
                      <a:pt x="3" y="6"/>
                    </a:lnTo>
                    <a:lnTo>
                      <a:pt x="0" y="1"/>
                    </a:lnTo>
                    <a:lnTo>
                      <a:pt x="7"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64" name="Google Shape;2264;p5">
                <a:extLst>
                  <a:ext uri="{FF2B5EF4-FFF2-40B4-BE49-F238E27FC236}">
                    <a16:creationId xmlns:a16="http://schemas.microsoft.com/office/drawing/2014/main" id="{BBF5430E-8DE6-2FA8-855B-557604038497}"/>
                  </a:ext>
                </a:extLst>
              </p:cNvPr>
              <p:cNvSpPr/>
              <p:nvPr/>
            </p:nvSpPr>
            <p:spPr>
              <a:xfrm>
                <a:off x="1706" y="2430"/>
                <a:ext cx="427" cy="448"/>
              </a:xfrm>
              <a:custGeom>
                <a:avLst/>
                <a:gdLst/>
                <a:ahLst/>
                <a:cxnLst/>
                <a:rect l="l" t="t" r="r" b="b"/>
                <a:pathLst>
                  <a:path w="2135" h="2241" extrusionOk="0">
                    <a:moveTo>
                      <a:pt x="725" y="3"/>
                    </a:moveTo>
                    <a:lnTo>
                      <a:pt x="725" y="15"/>
                    </a:lnTo>
                    <a:lnTo>
                      <a:pt x="713" y="28"/>
                    </a:lnTo>
                    <a:lnTo>
                      <a:pt x="706" y="35"/>
                    </a:lnTo>
                    <a:lnTo>
                      <a:pt x="702" y="37"/>
                    </a:lnTo>
                    <a:lnTo>
                      <a:pt x="686" y="38"/>
                    </a:lnTo>
                    <a:lnTo>
                      <a:pt x="680" y="42"/>
                    </a:lnTo>
                    <a:lnTo>
                      <a:pt x="672" y="46"/>
                    </a:lnTo>
                    <a:lnTo>
                      <a:pt x="666" y="54"/>
                    </a:lnTo>
                    <a:lnTo>
                      <a:pt x="661" y="57"/>
                    </a:lnTo>
                    <a:lnTo>
                      <a:pt x="632" y="59"/>
                    </a:lnTo>
                    <a:lnTo>
                      <a:pt x="616" y="63"/>
                    </a:lnTo>
                    <a:lnTo>
                      <a:pt x="598" y="69"/>
                    </a:lnTo>
                    <a:lnTo>
                      <a:pt x="594" y="73"/>
                    </a:lnTo>
                    <a:lnTo>
                      <a:pt x="593" y="74"/>
                    </a:lnTo>
                    <a:lnTo>
                      <a:pt x="568" y="73"/>
                    </a:lnTo>
                    <a:lnTo>
                      <a:pt x="550" y="68"/>
                    </a:lnTo>
                    <a:lnTo>
                      <a:pt x="529" y="55"/>
                    </a:lnTo>
                    <a:lnTo>
                      <a:pt x="507" y="53"/>
                    </a:lnTo>
                    <a:lnTo>
                      <a:pt x="500" y="51"/>
                    </a:lnTo>
                    <a:lnTo>
                      <a:pt x="496" y="51"/>
                    </a:lnTo>
                    <a:lnTo>
                      <a:pt x="495" y="51"/>
                    </a:lnTo>
                    <a:lnTo>
                      <a:pt x="496" y="60"/>
                    </a:lnTo>
                    <a:lnTo>
                      <a:pt x="500" y="69"/>
                    </a:lnTo>
                    <a:lnTo>
                      <a:pt x="511" y="74"/>
                    </a:lnTo>
                    <a:lnTo>
                      <a:pt x="523" y="81"/>
                    </a:lnTo>
                    <a:lnTo>
                      <a:pt x="525" y="84"/>
                    </a:lnTo>
                    <a:lnTo>
                      <a:pt x="524" y="96"/>
                    </a:lnTo>
                    <a:lnTo>
                      <a:pt x="521" y="109"/>
                    </a:lnTo>
                    <a:lnTo>
                      <a:pt x="521" y="116"/>
                    </a:lnTo>
                    <a:lnTo>
                      <a:pt x="522" y="121"/>
                    </a:lnTo>
                    <a:lnTo>
                      <a:pt x="527" y="138"/>
                    </a:lnTo>
                    <a:lnTo>
                      <a:pt x="528" y="146"/>
                    </a:lnTo>
                    <a:lnTo>
                      <a:pt x="530" y="152"/>
                    </a:lnTo>
                    <a:lnTo>
                      <a:pt x="545" y="155"/>
                    </a:lnTo>
                    <a:lnTo>
                      <a:pt x="548" y="156"/>
                    </a:lnTo>
                    <a:lnTo>
                      <a:pt x="572" y="155"/>
                    </a:lnTo>
                    <a:lnTo>
                      <a:pt x="572" y="164"/>
                    </a:lnTo>
                    <a:lnTo>
                      <a:pt x="572" y="165"/>
                    </a:lnTo>
                    <a:lnTo>
                      <a:pt x="570" y="168"/>
                    </a:lnTo>
                    <a:lnTo>
                      <a:pt x="559" y="170"/>
                    </a:lnTo>
                    <a:lnTo>
                      <a:pt x="551" y="173"/>
                    </a:lnTo>
                    <a:lnTo>
                      <a:pt x="550" y="176"/>
                    </a:lnTo>
                    <a:lnTo>
                      <a:pt x="545" y="179"/>
                    </a:lnTo>
                    <a:lnTo>
                      <a:pt x="537" y="179"/>
                    </a:lnTo>
                    <a:lnTo>
                      <a:pt x="532" y="187"/>
                    </a:lnTo>
                    <a:lnTo>
                      <a:pt x="527" y="202"/>
                    </a:lnTo>
                    <a:lnTo>
                      <a:pt x="522" y="205"/>
                    </a:lnTo>
                    <a:lnTo>
                      <a:pt x="517" y="207"/>
                    </a:lnTo>
                    <a:lnTo>
                      <a:pt x="512" y="207"/>
                    </a:lnTo>
                    <a:lnTo>
                      <a:pt x="506" y="210"/>
                    </a:lnTo>
                    <a:lnTo>
                      <a:pt x="503" y="211"/>
                    </a:lnTo>
                    <a:lnTo>
                      <a:pt x="501" y="216"/>
                    </a:lnTo>
                    <a:lnTo>
                      <a:pt x="492" y="216"/>
                    </a:lnTo>
                    <a:lnTo>
                      <a:pt x="480" y="221"/>
                    </a:lnTo>
                    <a:lnTo>
                      <a:pt x="478" y="221"/>
                    </a:lnTo>
                    <a:lnTo>
                      <a:pt x="470" y="225"/>
                    </a:lnTo>
                    <a:lnTo>
                      <a:pt x="462" y="229"/>
                    </a:lnTo>
                    <a:lnTo>
                      <a:pt x="457" y="232"/>
                    </a:lnTo>
                    <a:lnTo>
                      <a:pt x="449" y="240"/>
                    </a:lnTo>
                    <a:lnTo>
                      <a:pt x="447" y="241"/>
                    </a:lnTo>
                    <a:lnTo>
                      <a:pt x="428" y="245"/>
                    </a:lnTo>
                    <a:lnTo>
                      <a:pt x="411" y="245"/>
                    </a:lnTo>
                    <a:lnTo>
                      <a:pt x="409" y="243"/>
                    </a:lnTo>
                    <a:lnTo>
                      <a:pt x="408" y="243"/>
                    </a:lnTo>
                    <a:lnTo>
                      <a:pt x="394" y="235"/>
                    </a:lnTo>
                    <a:lnTo>
                      <a:pt x="390" y="231"/>
                    </a:lnTo>
                    <a:lnTo>
                      <a:pt x="387" y="226"/>
                    </a:lnTo>
                    <a:lnTo>
                      <a:pt x="384" y="221"/>
                    </a:lnTo>
                    <a:lnTo>
                      <a:pt x="379" y="214"/>
                    </a:lnTo>
                    <a:lnTo>
                      <a:pt x="379" y="216"/>
                    </a:lnTo>
                    <a:lnTo>
                      <a:pt x="368" y="221"/>
                    </a:lnTo>
                    <a:lnTo>
                      <a:pt x="362" y="192"/>
                    </a:lnTo>
                    <a:lnTo>
                      <a:pt x="354" y="181"/>
                    </a:lnTo>
                    <a:lnTo>
                      <a:pt x="349" y="176"/>
                    </a:lnTo>
                    <a:lnTo>
                      <a:pt x="338" y="176"/>
                    </a:lnTo>
                    <a:lnTo>
                      <a:pt x="319" y="186"/>
                    </a:lnTo>
                    <a:lnTo>
                      <a:pt x="317" y="186"/>
                    </a:lnTo>
                    <a:lnTo>
                      <a:pt x="313" y="179"/>
                    </a:lnTo>
                    <a:lnTo>
                      <a:pt x="309" y="177"/>
                    </a:lnTo>
                    <a:lnTo>
                      <a:pt x="307" y="177"/>
                    </a:lnTo>
                    <a:lnTo>
                      <a:pt x="303" y="182"/>
                    </a:lnTo>
                    <a:lnTo>
                      <a:pt x="302" y="188"/>
                    </a:lnTo>
                    <a:lnTo>
                      <a:pt x="298" y="192"/>
                    </a:lnTo>
                    <a:lnTo>
                      <a:pt x="218" y="192"/>
                    </a:lnTo>
                    <a:lnTo>
                      <a:pt x="217" y="191"/>
                    </a:lnTo>
                    <a:lnTo>
                      <a:pt x="217" y="222"/>
                    </a:lnTo>
                    <a:lnTo>
                      <a:pt x="217" y="222"/>
                    </a:lnTo>
                    <a:lnTo>
                      <a:pt x="217" y="225"/>
                    </a:lnTo>
                    <a:lnTo>
                      <a:pt x="221" y="226"/>
                    </a:lnTo>
                    <a:lnTo>
                      <a:pt x="225" y="231"/>
                    </a:lnTo>
                    <a:lnTo>
                      <a:pt x="232" y="231"/>
                    </a:lnTo>
                    <a:lnTo>
                      <a:pt x="234" y="229"/>
                    </a:lnTo>
                    <a:lnTo>
                      <a:pt x="244" y="227"/>
                    </a:lnTo>
                    <a:lnTo>
                      <a:pt x="249" y="235"/>
                    </a:lnTo>
                    <a:lnTo>
                      <a:pt x="250" y="242"/>
                    </a:lnTo>
                    <a:lnTo>
                      <a:pt x="254" y="252"/>
                    </a:lnTo>
                    <a:lnTo>
                      <a:pt x="254" y="253"/>
                    </a:lnTo>
                    <a:lnTo>
                      <a:pt x="249" y="254"/>
                    </a:lnTo>
                    <a:lnTo>
                      <a:pt x="248" y="252"/>
                    </a:lnTo>
                    <a:lnTo>
                      <a:pt x="244" y="251"/>
                    </a:lnTo>
                    <a:lnTo>
                      <a:pt x="234" y="249"/>
                    </a:lnTo>
                    <a:lnTo>
                      <a:pt x="227" y="252"/>
                    </a:lnTo>
                    <a:lnTo>
                      <a:pt x="210" y="254"/>
                    </a:lnTo>
                    <a:lnTo>
                      <a:pt x="205" y="257"/>
                    </a:lnTo>
                    <a:lnTo>
                      <a:pt x="205" y="295"/>
                    </a:lnTo>
                    <a:lnTo>
                      <a:pt x="210" y="300"/>
                    </a:lnTo>
                    <a:lnTo>
                      <a:pt x="222" y="310"/>
                    </a:lnTo>
                    <a:lnTo>
                      <a:pt x="228" y="316"/>
                    </a:lnTo>
                    <a:lnTo>
                      <a:pt x="233" y="326"/>
                    </a:lnTo>
                    <a:lnTo>
                      <a:pt x="240" y="354"/>
                    </a:lnTo>
                    <a:lnTo>
                      <a:pt x="239" y="360"/>
                    </a:lnTo>
                    <a:lnTo>
                      <a:pt x="238" y="370"/>
                    </a:lnTo>
                    <a:lnTo>
                      <a:pt x="228" y="433"/>
                    </a:lnTo>
                    <a:lnTo>
                      <a:pt x="227" y="434"/>
                    </a:lnTo>
                    <a:lnTo>
                      <a:pt x="223" y="452"/>
                    </a:lnTo>
                    <a:lnTo>
                      <a:pt x="220" y="460"/>
                    </a:lnTo>
                    <a:lnTo>
                      <a:pt x="218" y="472"/>
                    </a:lnTo>
                    <a:lnTo>
                      <a:pt x="217" y="475"/>
                    </a:lnTo>
                    <a:lnTo>
                      <a:pt x="216" y="483"/>
                    </a:lnTo>
                    <a:lnTo>
                      <a:pt x="213" y="498"/>
                    </a:lnTo>
                    <a:lnTo>
                      <a:pt x="211" y="504"/>
                    </a:lnTo>
                    <a:lnTo>
                      <a:pt x="210" y="511"/>
                    </a:lnTo>
                    <a:lnTo>
                      <a:pt x="209" y="514"/>
                    </a:lnTo>
                    <a:lnTo>
                      <a:pt x="202" y="517"/>
                    </a:lnTo>
                    <a:lnTo>
                      <a:pt x="182" y="516"/>
                    </a:lnTo>
                    <a:lnTo>
                      <a:pt x="169" y="521"/>
                    </a:lnTo>
                    <a:lnTo>
                      <a:pt x="118" y="536"/>
                    </a:lnTo>
                    <a:lnTo>
                      <a:pt x="99" y="543"/>
                    </a:lnTo>
                    <a:lnTo>
                      <a:pt x="83" y="554"/>
                    </a:lnTo>
                    <a:lnTo>
                      <a:pt x="72" y="563"/>
                    </a:lnTo>
                    <a:lnTo>
                      <a:pt x="59" y="579"/>
                    </a:lnTo>
                    <a:lnTo>
                      <a:pt x="50" y="591"/>
                    </a:lnTo>
                    <a:lnTo>
                      <a:pt x="41" y="607"/>
                    </a:lnTo>
                    <a:lnTo>
                      <a:pt x="39" y="613"/>
                    </a:lnTo>
                    <a:lnTo>
                      <a:pt x="39" y="643"/>
                    </a:lnTo>
                    <a:lnTo>
                      <a:pt x="30" y="644"/>
                    </a:lnTo>
                    <a:lnTo>
                      <a:pt x="21" y="646"/>
                    </a:lnTo>
                    <a:lnTo>
                      <a:pt x="17" y="651"/>
                    </a:lnTo>
                    <a:lnTo>
                      <a:pt x="13" y="668"/>
                    </a:lnTo>
                    <a:lnTo>
                      <a:pt x="1" y="690"/>
                    </a:lnTo>
                    <a:lnTo>
                      <a:pt x="0" y="694"/>
                    </a:lnTo>
                    <a:lnTo>
                      <a:pt x="0" y="698"/>
                    </a:lnTo>
                    <a:lnTo>
                      <a:pt x="11" y="721"/>
                    </a:lnTo>
                    <a:lnTo>
                      <a:pt x="13" y="733"/>
                    </a:lnTo>
                    <a:lnTo>
                      <a:pt x="14" y="737"/>
                    </a:lnTo>
                    <a:lnTo>
                      <a:pt x="23" y="748"/>
                    </a:lnTo>
                    <a:lnTo>
                      <a:pt x="27" y="756"/>
                    </a:lnTo>
                    <a:lnTo>
                      <a:pt x="39" y="769"/>
                    </a:lnTo>
                    <a:lnTo>
                      <a:pt x="49" y="775"/>
                    </a:lnTo>
                    <a:lnTo>
                      <a:pt x="50" y="784"/>
                    </a:lnTo>
                    <a:lnTo>
                      <a:pt x="44" y="794"/>
                    </a:lnTo>
                    <a:lnTo>
                      <a:pt x="45" y="797"/>
                    </a:lnTo>
                    <a:lnTo>
                      <a:pt x="57" y="801"/>
                    </a:lnTo>
                    <a:lnTo>
                      <a:pt x="77" y="802"/>
                    </a:lnTo>
                    <a:lnTo>
                      <a:pt x="82" y="806"/>
                    </a:lnTo>
                    <a:lnTo>
                      <a:pt x="86" y="811"/>
                    </a:lnTo>
                    <a:lnTo>
                      <a:pt x="88" y="822"/>
                    </a:lnTo>
                    <a:lnTo>
                      <a:pt x="91" y="826"/>
                    </a:lnTo>
                    <a:lnTo>
                      <a:pt x="104" y="829"/>
                    </a:lnTo>
                    <a:lnTo>
                      <a:pt x="119" y="830"/>
                    </a:lnTo>
                    <a:lnTo>
                      <a:pt x="127" y="829"/>
                    </a:lnTo>
                    <a:lnTo>
                      <a:pt x="145" y="819"/>
                    </a:lnTo>
                    <a:lnTo>
                      <a:pt x="167" y="803"/>
                    </a:lnTo>
                    <a:lnTo>
                      <a:pt x="177" y="794"/>
                    </a:lnTo>
                    <a:lnTo>
                      <a:pt x="180" y="792"/>
                    </a:lnTo>
                    <a:lnTo>
                      <a:pt x="180" y="795"/>
                    </a:lnTo>
                    <a:lnTo>
                      <a:pt x="180" y="849"/>
                    </a:lnTo>
                    <a:lnTo>
                      <a:pt x="180" y="853"/>
                    </a:lnTo>
                    <a:lnTo>
                      <a:pt x="180" y="882"/>
                    </a:lnTo>
                    <a:lnTo>
                      <a:pt x="183" y="886"/>
                    </a:lnTo>
                    <a:lnTo>
                      <a:pt x="189" y="889"/>
                    </a:lnTo>
                    <a:lnTo>
                      <a:pt x="194" y="889"/>
                    </a:lnTo>
                    <a:lnTo>
                      <a:pt x="201" y="887"/>
                    </a:lnTo>
                    <a:lnTo>
                      <a:pt x="201" y="887"/>
                    </a:lnTo>
                    <a:lnTo>
                      <a:pt x="209" y="883"/>
                    </a:lnTo>
                    <a:lnTo>
                      <a:pt x="226" y="882"/>
                    </a:lnTo>
                    <a:lnTo>
                      <a:pt x="228" y="880"/>
                    </a:lnTo>
                    <a:lnTo>
                      <a:pt x="236" y="880"/>
                    </a:lnTo>
                    <a:lnTo>
                      <a:pt x="254" y="886"/>
                    </a:lnTo>
                    <a:lnTo>
                      <a:pt x="295" y="887"/>
                    </a:lnTo>
                    <a:lnTo>
                      <a:pt x="303" y="883"/>
                    </a:lnTo>
                    <a:lnTo>
                      <a:pt x="308" y="880"/>
                    </a:lnTo>
                    <a:lnTo>
                      <a:pt x="334" y="871"/>
                    </a:lnTo>
                    <a:lnTo>
                      <a:pt x="341" y="867"/>
                    </a:lnTo>
                    <a:lnTo>
                      <a:pt x="366" y="845"/>
                    </a:lnTo>
                    <a:lnTo>
                      <a:pt x="383" y="826"/>
                    </a:lnTo>
                    <a:lnTo>
                      <a:pt x="389" y="819"/>
                    </a:lnTo>
                    <a:lnTo>
                      <a:pt x="405" y="816"/>
                    </a:lnTo>
                    <a:lnTo>
                      <a:pt x="411" y="816"/>
                    </a:lnTo>
                    <a:lnTo>
                      <a:pt x="438" y="812"/>
                    </a:lnTo>
                    <a:lnTo>
                      <a:pt x="457" y="813"/>
                    </a:lnTo>
                    <a:lnTo>
                      <a:pt x="460" y="816"/>
                    </a:lnTo>
                    <a:lnTo>
                      <a:pt x="465" y="823"/>
                    </a:lnTo>
                    <a:lnTo>
                      <a:pt x="468" y="840"/>
                    </a:lnTo>
                    <a:lnTo>
                      <a:pt x="468" y="872"/>
                    </a:lnTo>
                    <a:lnTo>
                      <a:pt x="467" y="882"/>
                    </a:lnTo>
                    <a:lnTo>
                      <a:pt x="462" y="889"/>
                    </a:lnTo>
                    <a:lnTo>
                      <a:pt x="460" y="893"/>
                    </a:lnTo>
                    <a:lnTo>
                      <a:pt x="459" y="900"/>
                    </a:lnTo>
                    <a:lnTo>
                      <a:pt x="465" y="924"/>
                    </a:lnTo>
                    <a:lnTo>
                      <a:pt x="474" y="937"/>
                    </a:lnTo>
                    <a:lnTo>
                      <a:pt x="481" y="943"/>
                    </a:lnTo>
                    <a:lnTo>
                      <a:pt x="508" y="963"/>
                    </a:lnTo>
                    <a:lnTo>
                      <a:pt x="521" y="967"/>
                    </a:lnTo>
                    <a:lnTo>
                      <a:pt x="538" y="969"/>
                    </a:lnTo>
                    <a:lnTo>
                      <a:pt x="557" y="969"/>
                    </a:lnTo>
                    <a:lnTo>
                      <a:pt x="573" y="973"/>
                    </a:lnTo>
                    <a:lnTo>
                      <a:pt x="580" y="979"/>
                    </a:lnTo>
                    <a:lnTo>
                      <a:pt x="582" y="983"/>
                    </a:lnTo>
                    <a:lnTo>
                      <a:pt x="589" y="991"/>
                    </a:lnTo>
                    <a:lnTo>
                      <a:pt x="597" y="995"/>
                    </a:lnTo>
                    <a:lnTo>
                      <a:pt x="635" y="1005"/>
                    </a:lnTo>
                    <a:lnTo>
                      <a:pt x="651" y="1020"/>
                    </a:lnTo>
                    <a:lnTo>
                      <a:pt x="656" y="1023"/>
                    </a:lnTo>
                    <a:lnTo>
                      <a:pt x="666" y="1023"/>
                    </a:lnTo>
                    <a:lnTo>
                      <a:pt x="675" y="1021"/>
                    </a:lnTo>
                    <a:lnTo>
                      <a:pt x="680" y="1021"/>
                    </a:lnTo>
                    <a:lnTo>
                      <a:pt x="693" y="1023"/>
                    </a:lnTo>
                    <a:lnTo>
                      <a:pt x="712" y="1034"/>
                    </a:lnTo>
                    <a:lnTo>
                      <a:pt x="720" y="1039"/>
                    </a:lnTo>
                    <a:lnTo>
                      <a:pt x="726" y="1050"/>
                    </a:lnTo>
                    <a:lnTo>
                      <a:pt x="731" y="1065"/>
                    </a:lnTo>
                    <a:lnTo>
                      <a:pt x="732" y="1080"/>
                    </a:lnTo>
                    <a:lnTo>
                      <a:pt x="736" y="1088"/>
                    </a:lnTo>
                    <a:lnTo>
                      <a:pt x="739" y="1093"/>
                    </a:lnTo>
                    <a:lnTo>
                      <a:pt x="739" y="1102"/>
                    </a:lnTo>
                    <a:lnTo>
                      <a:pt x="737" y="1119"/>
                    </a:lnTo>
                    <a:lnTo>
                      <a:pt x="729" y="1120"/>
                    </a:lnTo>
                    <a:lnTo>
                      <a:pt x="729" y="1124"/>
                    </a:lnTo>
                    <a:lnTo>
                      <a:pt x="729" y="1129"/>
                    </a:lnTo>
                    <a:lnTo>
                      <a:pt x="736" y="1145"/>
                    </a:lnTo>
                    <a:lnTo>
                      <a:pt x="743" y="1168"/>
                    </a:lnTo>
                    <a:lnTo>
                      <a:pt x="749" y="1181"/>
                    </a:lnTo>
                    <a:lnTo>
                      <a:pt x="764" y="1181"/>
                    </a:lnTo>
                    <a:lnTo>
                      <a:pt x="775" y="1182"/>
                    </a:lnTo>
                    <a:lnTo>
                      <a:pt x="788" y="1182"/>
                    </a:lnTo>
                    <a:lnTo>
                      <a:pt x="793" y="1184"/>
                    </a:lnTo>
                    <a:lnTo>
                      <a:pt x="836" y="1184"/>
                    </a:lnTo>
                    <a:lnTo>
                      <a:pt x="841" y="1185"/>
                    </a:lnTo>
                    <a:lnTo>
                      <a:pt x="844" y="1188"/>
                    </a:lnTo>
                    <a:lnTo>
                      <a:pt x="846" y="1193"/>
                    </a:lnTo>
                    <a:lnTo>
                      <a:pt x="844" y="1203"/>
                    </a:lnTo>
                    <a:lnTo>
                      <a:pt x="841" y="1211"/>
                    </a:lnTo>
                    <a:lnTo>
                      <a:pt x="841" y="1217"/>
                    </a:lnTo>
                    <a:lnTo>
                      <a:pt x="846" y="1237"/>
                    </a:lnTo>
                    <a:lnTo>
                      <a:pt x="863" y="1243"/>
                    </a:lnTo>
                    <a:lnTo>
                      <a:pt x="866" y="1246"/>
                    </a:lnTo>
                    <a:lnTo>
                      <a:pt x="871" y="1260"/>
                    </a:lnTo>
                    <a:lnTo>
                      <a:pt x="881" y="1279"/>
                    </a:lnTo>
                    <a:lnTo>
                      <a:pt x="883" y="1289"/>
                    </a:lnTo>
                    <a:lnTo>
                      <a:pt x="883" y="1312"/>
                    </a:lnTo>
                    <a:lnTo>
                      <a:pt x="882" y="1341"/>
                    </a:lnTo>
                    <a:lnTo>
                      <a:pt x="881" y="1345"/>
                    </a:lnTo>
                    <a:lnTo>
                      <a:pt x="876" y="1356"/>
                    </a:lnTo>
                    <a:lnTo>
                      <a:pt x="871" y="1367"/>
                    </a:lnTo>
                    <a:lnTo>
                      <a:pt x="869" y="1373"/>
                    </a:lnTo>
                    <a:lnTo>
                      <a:pt x="869" y="1381"/>
                    </a:lnTo>
                    <a:lnTo>
                      <a:pt x="871" y="1386"/>
                    </a:lnTo>
                    <a:lnTo>
                      <a:pt x="872" y="1398"/>
                    </a:lnTo>
                    <a:lnTo>
                      <a:pt x="871" y="1399"/>
                    </a:lnTo>
                    <a:lnTo>
                      <a:pt x="863" y="1402"/>
                    </a:lnTo>
                    <a:lnTo>
                      <a:pt x="862" y="1403"/>
                    </a:lnTo>
                    <a:lnTo>
                      <a:pt x="861" y="1408"/>
                    </a:lnTo>
                    <a:lnTo>
                      <a:pt x="861" y="1410"/>
                    </a:lnTo>
                    <a:lnTo>
                      <a:pt x="868" y="1424"/>
                    </a:lnTo>
                    <a:lnTo>
                      <a:pt x="869" y="1426"/>
                    </a:lnTo>
                    <a:lnTo>
                      <a:pt x="871" y="1474"/>
                    </a:lnTo>
                    <a:lnTo>
                      <a:pt x="869" y="1507"/>
                    </a:lnTo>
                    <a:lnTo>
                      <a:pt x="873" y="1516"/>
                    </a:lnTo>
                    <a:lnTo>
                      <a:pt x="879" y="1518"/>
                    </a:lnTo>
                    <a:lnTo>
                      <a:pt x="894" y="1522"/>
                    </a:lnTo>
                    <a:lnTo>
                      <a:pt x="901" y="1526"/>
                    </a:lnTo>
                    <a:lnTo>
                      <a:pt x="919" y="1528"/>
                    </a:lnTo>
                    <a:lnTo>
                      <a:pt x="931" y="1528"/>
                    </a:lnTo>
                    <a:lnTo>
                      <a:pt x="943" y="1527"/>
                    </a:lnTo>
                    <a:lnTo>
                      <a:pt x="948" y="1524"/>
                    </a:lnTo>
                    <a:lnTo>
                      <a:pt x="957" y="1521"/>
                    </a:lnTo>
                    <a:lnTo>
                      <a:pt x="963" y="1526"/>
                    </a:lnTo>
                    <a:lnTo>
                      <a:pt x="986" y="1533"/>
                    </a:lnTo>
                    <a:lnTo>
                      <a:pt x="992" y="1542"/>
                    </a:lnTo>
                    <a:lnTo>
                      <a:pt x="994" y="1548"/>
                    </a:lnTo>
                    <a:lnTo>
                      <a:pt x="996" y="1571"/>
                    </a:lnTo>
                    <a:lnTo>
                      <a:pt x="1000" y="1583"/>
                    </a:lnTo>
                    <a:lnTo>
                      <a:pt x="998" y="1608"/>
                    </a:lnTo>
                    <a:lnTo>
                      <a:pt x="1000" y="1613"/>
                    </a:lnTo>
                    <a:lnTo>
                      <a:pt x="1006" y="1620"/>
                    </a:lnTo>
                    <a:lnTo>
                      <a:pt x="1013" y="1625"/>
                    </a:lnTo>
                    <a:lnTo>
                      <a:pt x="1019" y="1628"/>
                    </a:lnTo>
                    <a:lnTo>
                      <a:pt x="1029" y="1628"/>
                    </a:lnTo>
                    <a:lnTo>
                      <a:pt x="1035" y="1625"/>
                    </a:lnTo>
                    <a:lnTo>
                      <a:pt x="1048" y="1625"/>
                    </a:lnTo>
                    <a:lnTo>
                      <a:pt x="1057" y="1623"/>
                    </a:lnTo>
                    <a:lnTo>
                      <a:pt x="1062" y="1628"/>
                    </a:lnTo>
                    <a:lnTo>
                      <a:pt x="1067" y="1636"/>
                    </a:lnTo>
                    <a:lnTo>
                      <a:pt x="1067" y="1661"/>
                    </a:lnTo>
                    <a:lnTo>
                      <a:pt x="1066" y="1664"/>
                    </a:lnTo>
                    <a:lnTo>
                      <a:pt x="1062" y="1680"/>
                    </a:lnTo>
                    <a:lnTo>
                      <a:pt x="1059" y="1706"/>
                    </a:lnTo>
                    <a:lnTo>
                      <a:pt x="1057" y="1726"/>
                    </a:lnTo>
                    <a:lnTo>
                      <a:pt x="1066" y="1726"/>
                    </a:lnTo>
                    <a:lnTo>
                      <a:pt x="1070" y="1725"/>
                    </a:lnTo>
                    <a:lnTo>
                      <a:pt x="1084" y="1725"/>
                    </a:lnTo>
                    <a:lnTo>
                      <a:pt x="1091" y="1732"/>
                    </a:lnTo>
                    <a:lnTo>
                      <a:pt x="1103" y="1771"/>
                    </a:lnTo>
                    <a:lnTo>
                      <a:pt x="1103" y="1803"/>
                    </a:lnTo>
                    <a:lnTo>
                      <a:pt x="1102" y="1814"/>
                    </a:lnTo>
                    <a:lnTo>
                      <a:pt x="1099" y="1818"/>
                    </a:lnTo>
                    <a:lnTo>
                      <a:pt x="1097" y="1822"/>
                    </a:lnTo>
                    <a:lnTo>
                      <a:pt x="1073" y="1838"/>
                    </a:lnTo>
                    <a:lnTo>
                      <a:pt x="1066" y="1840"/>
                    </a:lnTo>
                    <a:lnTo>
                      <a:pt x="1054" y="1841"/>
                    </a:lnTo>
                    <a:lnTo>
                      <a:pt x="1046" y="1845"/>
                    </a:lnTo>
                    <a:lnTo>
                      <a:pt x="1037" y="1857"/>
                    </a:lnTo>
                    <a:lnTo>
                      <a:pt x="1028" y="1867"/>
                    </a:lnTo>
                    <a:lnTo>
                      <a:pt x="984" y="1905"/>
                    </a:lnTo>
                    <a:lnTo>
                      <a:pt x="982" y="1909"/>
                    </a:lnTo>
                    <a:lnTo>
                      <a:pt x="978" y="1916"/>
                    </a:lnTo>
                    <a:lnTo>
                      <a:pt x="958" y="1941"/>
                    </a:lnTo>
                    <a:lnTo>
                      <a:pt x="955" y="1947"/>
                    </a:lnTo>
                    <a:lnTo>
                      <a:pt x="937" y="1968"/>
                    </a:lnTo>
                    <a:lnTo>
                      <a:pt x="922" y="1980"/>
                    </a:lnTo>
                    <a:lnTo>
                      <a:pt x="915" y="1989"/>
                    </a:lnTo>
                    <a:lnTo>
                      <a:pt x="906" y="1995"/>
                    </a:lnTo>
                    <a:lnTo>
                      <a:pt x="904" y="2000"/>
                    </a:lnTo>
                    <a:lnTo>
                      <a:pt x="895" y="2010"/>
                    </a:lnTo>
                    <a:lnTo>
                      <a:pt x="885" y="2015"/>
                    </a:lnTo>
                    <a:lnTo>
                      <a:pt x="904" y="2017"/>
                    </a:lnTo>
                    <a:lnTo>
                      <a:pt x="911" y="2013"/>
                    </a:lnTo>
                    <a:lnTo>
                      <a:pt x="915" y="2007"/>
                    </a:lnTo>
                    <a:lnTo>
                      <a:pt x="920" y="2005"/>
                    </a:lnTo>
                    <a:lnTo>
                      <a:pt x="925" y="2005"/>
                    </a:lnTo>
                    <a:lnTo>
                      <a:pt x="931" y="2007"/>
                    </a:lnTo>
                    <a:lnTo>
                      <a:pt x="943" y="2017"/>
                    </a:lnTo>
                    <a:lnTo>
                      <a:pt x="948" y="2022"/>
                    </a:lnTo>
                    <a:lnTo>
                      <a:pt x="959" y="2032"/>
                    </a:lnTo>
                    <a:lnTo>
                      <a:pt x="968" y="2040"/>
                    </a:lnTo>
                    <a:lnTo>
                      <a:pt x="973" y="2055"/>
                    </a:lnTo>
                    <a:lnTo>
                      <a:pt x="974" y="2064"/>
                    </a:lnTo>
                    <a:lnTo>
                      <a:pt x="982" y="2065"/>
                    </a:lnTo>
                    <a:lnTo>
                      <a:pt x="986" y="2064"/>
                    </a:lnTo>
                    <a:lnTo>
                      <a:pt x="1000" y="2053"/>
                    </a:lnTo>
                    <a:lnTo>
                      <a:pt x="1005" y="2056"/>
                    </a:lnTo>
                    <a:lnTo>
                      <a:pt x="1006" y="2060"/>
                    </a:lnTo>
                    <a:lnTo>
                      <a:pt x="1011" y="2070"/>
                    </a:lnTo>
                    <a:lnTo>
                      <a:pt x="1018" y="2078"/>
                    </a:lnTo>
                    <a:lnTo>
                      <a:pt x="1021" y="2081"/>
                    </a:lnTo>
                    <a:lnTo>
                      <a:pt x="1025" y="2082"/>
                    </a:lnTo>
                    <a:lnTo>
                      <a:pt x="1033" y="2082"/>
                    </a:lnTo>
                    <a:lnTo>
                      <a:pt x="1040" y="2091"/>
                    </a:lnTo>
                    <a:lnTo>
                      <a:pt x="1052" y="2092"/>
                    </a:lnTo>
                    <a:lnTo>
                      <a:pt x="1055" y="2096"/>
                    </a:lnTo>
                    <a:lnTo>
                      <a:pt x="1062" y="2107"/>
                    </a:lnTo>
                    <a:lnTo>
                      <a:pt x="1068" y="2112"/>
                    </a:lnTo>
                    <a:lnTo>
                      <a:pt x="1077" y="2117"/>
                    </a:lnTo>
                    <a:lnTo>
                      <a:pt x="1082" y="2118"/>
                    </a:lnTo>
                    <a:lnTo>
                      <a:pt x="1097" y="2125"/>
                    </a:lnTo>
                    <a:lnTo>
                      <a:pt x="1100" y="2131"/>
                    </a:lnTo>
                    <a:lnTo>
                      <a:pt x="1104" y="2150"/>
                    </a:lnTo>
                    <a:lnTo>
                      <a:pt x="1107" y="2153"/>
                    </a:lnTo>
                    <a:lnTo>
                      <a:pt x="1127" y="2168"/>
                    </a:lnTo>
                    <a:lnTo>
                      <a:pt x="1132" y="2177"/>
                    </a:lnTo>
                    <a:lnTo>
                      <a:pt x="1131" y="2179"/>
                    </a:lnTo>
                    <a:lnTo>
                      <a:pt x="1126" y="2180"/>
                    </a:lnTo>
                    <a:lnTo>
                      <a:pt x="1124" y="2188"/>
                    </a:lnTo>
                    <a:lnTo>
                      <a:pt x="1121" y="2189"/>
                    </a:lnTo>
                    <a:lnTo>
                      <a:pt x="1116" y="2196"/>
                    </a:lnTo>
                    <a:lnTo>
                      <a:pt x="1114" y="2204"/>
                    </a:lnTo>
                    <a:lnTo>
                      <a:pt x="1114" y="2220"/>
                    </a:lnTo>
                    <a:lnTo>
                      <a:pt x="1111" y="2234"/>
                    </a:lnTo>
                    <a:lnTo>
                      <a:pt x="1113" y="2236"/>
                    </a:lnTo>
                    <a:lnTo>
                      <a:pt x="1116" y="2241"/>
                    </a:lnTo>
                    <a:lnTo>
                      <a:pt x="1116" y="2237"/>
                    </a:lnTo>
                    <a:lnTo>
                      <a:pt x="1121" y="2232"/>
                    </a:lnTo>
                    <a:lnTo>
                      <a:pt x="1130" y="2227"/>
                    </a:lnTo>
                    <a:lnTo>
                      <a:pt x="1145" y="2215"/>
                    </a:lnTo>
                    <a:lnTo>
                      <a:pt x="1156" y="2196"/>
                    </a:lnTo>
                    <a:lnTo>
                      <a:pt x="1167" y="2184"/>
                    </a:lnTo>
                    <a:lnTo>
                      <a:pt x="1173" y="2156"/>
                    </a:lnTo>
                    <a:lnTo>
                      <a:pt x="1178" y="2148"/>
                    </a:lnTo>
                    <a:lnTo>
                      <a:pt x="1193" y="2132"/>
                    </a:lnTo>
                    <a:lnTo>
                      <a:pt x="1199" y="2129"/>
                    </a:lnTo>
                    <a:lnTo>
                      <a:pt x="1221" y="2112"/>
                    </a:lnTo>
                    <a:lnTo>
                      <a:pt x="1229" y="2108"/>
                    </a:lnTo>
                    <a:lnTo>
                      <a:pt x="1238" y="2102"/>
                    </a:lnTo>
                    <a:lnTo>
                      <a:pt x="1244" y="2096"/>
                    </a:lnTo>
                    <a:lnTo>
                      <a:pt x="1247" y="2088"/>
                    </a:lnTo>
                    <a:lnTo>
                      <a:pt x="1253" y="2078"/>
                    </a:lnTo>
                    <a:lnTo>
                      <a:pt x="1267" y="2059"/>
                    </a:lnTo>
                    <a:lnTo>
                      <a:pt x="1275" y="2045"/>
                    </a:lnTo>
                    <a:lnTo>
                      <a:pt x="1286" y="2032"/>
                    </a:lnTo>
                    <a:lnTo>
                      <a:pt x="1291" y="2010"/>
                    </a:lnTo>
                    <a:lnTo>
                      <a:pt x="1303" y="1981"/>
                    </a:lnTo>
                    <a:lnTo>
                      <a:pt x="1309" y="1973"/>
                    </a:lnTo>
                    <a:lnTo>
                      <a:pt x="1314" y="1963"/>
                    </a:lnTo>
                    <a:lnTo>
                      <a:pt x="1318" y="1956"/>
                    </a:lnTo>
                    <a:lnTo>
                      <a:pt x="1324" y="1951"/>
                    </a:lnTo>
                    <a:lnTo>
                      <a:pt x="1339" y="1930"/>
                    </a:lnTo>
                    <a:lnTo>
                      <a:pt x="1346" y="1922"/>
                    </a:lnTo>
                    <a:lnTo>
                      <a:pt x="1352" y="1919"/>
                    </a:lnTo>
                    <a:lnTo>
                      <a:pt x="1363" y="1915"/>
                    </a:lnTo>
                    <a:lnTo>
                      <a:pt x="1368" y="1902"/>
                    </a:lnTo>
                    <a:lnTo>
                      <a:pt x="1377" y="1895"/>
                    </a:lnTo>
                    <a:lnTo>
                      <a:pt x="1380" y="1873"/>
                    </a:lnTo>
                    <a:lnTo>
                      <a:pt x="1382" y="1834"/>
                    </a:lnTo>
                    <a:lnTo>
                      <a:pt x="1384" y="1829"/>
                    </a:lnTo>
                    <a:lnTo>
                      <a:pt x="1390" y="1829"/>
                    </a:lnTo>
                    <a:lnTo>
                      <a:pt x="1392" y="1825"/>
                    </a:lnTo>
                    <a:lnTo>
                      <a:pt x="1389" y="1820"/>
                    </a:lnTo>
                    <a:lnTo>
                      <a:pt x="1382" y="1813"/>
                    </a:lnTo>
                    <a:lnTo>
                      <a:pt x="1380" y="1809"/>
                    </a:lnTo>
                    <a:lnTo>
                      <a:pt x="1380" y="1795"/>
                    </a:lnTo>
                    <a:lnTo>
                      <a:pt x="1378" y="1792"/>
                    </a:lnTo>
                    <a:lnTo>
                      <a:pt x="1378" y="1777"/>
                    </a:lnTo>
                    <a:lnTo>
                      <a:pt x="1376" y="1769"/>
                    </a:lnTo>
                    <a:lnTo>
                      <a:pt x="1376" y="1762"/>
                    </a:lnTo>
                    <a:lnTo>
                      <a:pt x="1378" y="1758"/>
                    </a:lnTo>
                    <a:lnTo>
                      <a:pt x="1380" y="1752"/>
                    </a:lnTo>
                    <a:lnTo>
                      <a:pt x="1380" y="1742"/>
                    </a:lnTo>
                    <a:lnTo>
                      <a:pt x="1390" y="1726"/>
                    </a:lnTo>
                    <a:lnTo>
                      <a:pt x="1395" y="1719"/>
                    </a:lnTo>
                    <a:lnTo>
                      <a:pt x="1409" y="1706"/>
                    </a:lnTo>
                    <a:lnTo>
                      <a:pt x="1428" y="1684"/>
                    </a:lnTo>
                    <a:lnTo>
                      <a:pt x="1431" y="1684"/>
                    </a:lnTo>
                    <a:lnTo>
                      <a:pt x="1436" y="1680"/>
                    </a:lnTo>
                    <a:lnTo>
                      <a:pt x="1446" y="1672"/>
                    </a:lnTo>
                    <a:lnTo>
                      <a:pt x="1459" y="1662"/>
                    </a:lnTo>
                    <a:lnTo>
                      <a:pt x="1464" y="1656"/>
                    </a:lnTo>
                    <a:lnTo>
                      <a:pt x="1474" y="1650"/>
                    </a:lnTo>
                    <a:lnTo>
                      <a:pt x="1487" y="1636"/>
                    </a:lnTo>
                    <a:lnTo>
                      <a:pt x="1501" y="1628"/>
                    </a:lnTo>
                    <a:lnTo>
                      <a:pt x="1511" y="1628"/>
                    </a:lnTo>
                    <a:lnTo>
                      <a:pt x="1516" y="1625"/>
                    </a:lnTo>
                    <a:lnTo>
                      <a:pt x="1522" y="1618"/>
                    </a:lnTo>
                    <a:lnTo>
                      <a:pt x="1533" y="1614"/>
                    </a:lnTo>
                    <a:lnTo>
                      <a:pt x="1550" y="1614"/>
                    </a:lnTo>
                    <a:lnTo>
                      <a:pt x="1561" y="1606"/>
                    </a:lnTo>
                    <a:lnTo>
                      <a:pt x="1565" y="1604"/>
                    </a:lnTo>
                    <a:lnTo>
                      <a:pt x="1573" y="1593"/>
                    </a:lnTo>
                    <a:lnTo>
                      <a:pt x="1578" y="1591"/>
                    </a:lnTo>
                    <a:lnTo>
                      <a:pt x="1591" y="1588"/>
                    </a:lnTo>
                    <a:lnTo>
                      <a:pt x="1598" y="1588"/>
                    </a:lnTo>
                    <a:lnTo>
                      <a:pt x="1600" y="1585"/>
                    </a:lnTo>
                    <a:lnTo>
                      <a:pt x="1600" y="1581"/>
                    </a:lnTo>
                    <a:lnTo>
                      <a:pt x="1597" y="1579"/>
                    </a:lnTo>
                    <a:lnTo>
                      <a:pt x="1597" y="1576"/>
                    </a:lnTo>
                    <a:lnTo>
                      <a:pt x="1605" y="1569"/>
                    </a:lnTo>
                    <a:lnTo>
                      <a:pt x="1608" y="1569"/>
                    </a:lnTo>
                    <a:lnTo>
                      <a:pt x="1608" y="1567"/>
                    </a:lnTo>
                    <a:lnTo>
                      <a:pt x="1609" y="1571"/>
                    </a:lnTo>
                    <a:lnTo>
                      <a:pt x="1615" y="1572"/>
                    </a:lnTo>
                    <a:lnTo>
                      <a:pt x="1638" y="1566"/>
                    </a:lnTo>
                    <a:lnTo>
                      <a:pt x="1643" y="1566"/>
                    </a:lnTo>
                    <a:lnTo>
                      <a:pt x="1647" y="1569"/>
                    </a:lnTo>
                    <a:lnTo>
                      <a:pt x="1657" y="1570"/>
                    </a:lnTo>
                    <a:lnTo>
                      <a:pt x="1673" y="1564"/>
                    </a:lnTo>
                    <a:lnTo>
                      <a:pt x="1680" y="1564"/>
                    </a:lnTo>
                    <a:lnTo>
                      <a:pt x="1686" y="1566"/>
                    </a:lnTo>
                    <a:lnTo>
                      <a:pt x="1697" y="1567"/>
                    </a:lnTo>
                    <a:lnTo>
                      <a:pt x="1708" y="1567"/>
                    </a:lnTo>
                    <a:lnTo>
                      <a:pt x="1732" y="1564"/>
                    </a:lnTo>
                    <a:lnTo>
                      <a:pt x="1736" y="1563"/>
                    </a:lnTo>
                    <a:lnTo>
                      <a:pt x="1740" y="1554"/>
                    </a:lnTo>
                    <a:lnTo>
                      <a:pt x="1743" y="1542"/>
                    </a:lnTo>
                    <a:lnTo>
                      <a:pt x="1751" y="1533"/>
                    </a:lnTo>
                    <a:lnTo>
                      <a:pt x="1759" y="1529"/>
                    </a:lnTo>
                    <a:lnTo>
                      <a:pt x="1778" y="1521"/>
                    </a:lnTo>
                    <a:lnTo>
                      <a:pt x="1787" y="1512"/>
                    </a:lnTo>
                    <a:lnTo>
                      <a:pt x="1791" y="1505"/>
                    </a:lnTo>
                    <a:lnTo>
                      <a:pt x="1792" y="1497"/>
                    </a:lnTo>
                    <a:lnTo>
                      <a:pt x="1793" y="1483"/>
                    </a:lnTo>
                    <a:lnTo>
                      <a:pt x="1796" y="1469"/>
                    </a:lnTo>
                    <a:lnTo>
                      <a:pt x="1808" y="1452"/>
                    </a:lnTo>
                    <a:lnTo>
                      <a:pt x="1825" y="1431"/>
                    </a:lnTo>
                    <a:lnTo>
                      <a:pt x="1834" y="1416"/>
                    </a:lnTo>
                    <a:lnTo>
                      <a:pt x="1845" y="1388"/>
                    </a:lnTo>
                    <a:lnTo>
                      <a:pt x="1858" y="1373"/>
                    </a:lnTo>
                    <a:lnTo>
                      <a:pt x="1864" y="1365"/>
                    </a:lnTo>
                    <a:lnTo>
                      <a:pt x="1867" y="1335"/>
                    </a:lnTo>
                    <a:lnTo>
                      <a:pt x="1867" y="1318"/>
                    </a:lnTo>
                    <a:lnTo>
                      <a:pt x="1868" y="1305"/>
                    </a:lnTo>
                    <a:lnTo>
                      <a:pt x="1872" y="1291"/>
                    </a:lnTo>
                    <a:lnTo>
                      <a:pt x="1878" y="1282"/>
                    </a:lnTo>
                    <a:lnTo>
                      <a:pt x="1890" y="1268"/>
                    </a:lnTo>
                    <a:lnTo>
                      <a:pt x="1894" y="1260"/>
                    </a:lnTo>
                    <a:lnTo>
                      <a:pt x="1894" y="1244"/>
                    </a:lnTo>
                    <a:lnTo>
                      <a:pt x="1898" y="1206"/>
                    </a:lnTo>
                    <a:lnTo>
                      <a:pt x="1900" y="1199"/>
                    </a:lnTo>
                    <a:lnTo>
                      <a:pt x="1904" y="1173"/>
                    </a:lnTo>
                    <a:lnTo>
                      <a:pt x="1907" y="1156"/>
                    </a:lnTo>
                    <a:lnTo>
                      <a:pt x="1906" y="1144"/>
                    </a:lnTo>
                    <a:lnTo>
                      <a:pt x="1904" y="1134"/>
                    </a:lnTo>
                    <a:lnTo>
                      <a:pt x="1904" y="1111"/>
                    </a:lnTo>
                    <a:lnTo>
                      <a:pt x="1901" y="1102"/>
                    </a:lnTo>
                    <a:lnTo>
                      <a:pt x="1901" y="1080"/>
                    </a:lnTo>
                    <a:lnTo>
                      <a:pt x="1904" y="1052"/>
                    </a:lnTo>
                    <a:lnTo>
                      <a:pt x="1907" y="1034"/>
                    </a:lnTo>
                    <a:lnTo>
                      <a:pt x="1907" y="1022"/>
                    </a:lnTo>
                    <a:lnTo>
                      <a:pt x="1910" y="1009"/>
                    </a:lnTo>
                    <a:lnTo>
                      <a:pt x="1911" y="1006"/>
                    </a:lnTo>
                    <a:lnTo>
                      <a:pt x="1922" y="995"/>
                    </a:lnTo>
                    <a:lnTo>
                      <a:pt x="1926" y="995"/>
                    </a:lnTo>
                    <a:lnTo>
                      <a:pt x="1935" y="998"/>
                    </a:lnTo>
                    <a:lnTo>
                      <a:pt x="1937" y="998"/>
                    </a:lnTo>
                    <a:lnTo>
                      <a:pt x="1952" y="984"/>
                    </a:lnTo>
                    <a:lnTo>
                      <a:pt x="1963" y="969"/>
                    </a:lnTo>
                    <a:lnTo>
                      <a:pt x="1975" y="947"/>
                    </a:lnTo>
                    <a:lnTo>
                      <a:pt x="1981" y="929"/>
                    </a:lnTo>
                    <a:lnTo>
                      <a:pt x="1989" y="914"/>
                    </a:lnTo>
                    <a:lnTo>
                      <a:pt x="1997" y="902"/>
                    </a:lnTo>
                    <a:lnTo>
                      <a:pt x="2013" y="889"/>
                    </a:lnTo>
                    <a:lnTo>
                      <a:pt x="2018" y="881"/>
                    </a:lnTo>
                    <a:lnTo>
                      <a:pt x="2028" y="871"/>
                    </a:lnTo>
                    <a:lnTo>
                      <a:pt x="2049" y="860"/>
                    </a:lnTo>
                    <a:lnTo>
                      <a:pt x="2055" y="853"/>
                    </a:lnTo>
                    <a:lnTo>
                      <a:pt x="2063" y="840"/>
                    </a:lnTo>
                    <a:lnTo>
                      <a:pt x="2076" y="824"/>
                    </a:lnTo>
                    <a:lnTo>
                      <a:pt x="2094" y="805"/>
                    </a:lnTo>
                    <a:lnTo>
                      <a:pt x="2111" y="779"/>
                    </a:lnTo>
                    <a:lnTo>
                      <a:pt x="2115" y="776"/>
                    </a:lnTo>
                    <a:lnTo>
                      <a:pt x="2120" y="767"/>
                    </a:lnTo>
                    <a:lnTo>
                      <a:pt x="2120" y="767"/>
                    </a:lnTo>
                    <a:lnTo>
                      <a:pt x="2130" y="724"/>
                    </a:lnTo>
                    <a:lnTo>
                      <a:pt x="2132" y="709"/>
                    </a:lnTo>
                    <a:lnTo>
                      <a:pt x="2135" y="673"/>
                    </a:lnTo>
                    <a:lnTo>
                      <a:pt x="2135" y="650"/>
                    </a:lnTo>
                    <a:lnTo>
                      <a:pt x="2126" y="629"/>
                    </a:lnTo>
                    <a:lnTo>
                      <a:pt x="2120" y="597"/>
                    </a:lnTo>
                    <a:lnTo>
                      <a:pt x="2111" y="582"/>
                    </a:lnTo>
                    <a:lnTo>
                      <a:pt x="2102" y="570"/>
                    </a:lnTo>
                    <a:lnTo>
                      <a:pt x="2093" y="565"/>
                    </a:lnTo>
                    <a:lnTo>
                      <a:pt x="2046" y="565"/>
                    </a:lnTo>
                    <a:lnTo>
                      <a:pt x="2040" y="565"/>
                    </a:lnTo>
                    <a:lnTo>
                      <a:pt x="2034" y="564"/>
                    </a:lnTo>
                    <a:lnTo>
                      <a:pt x="2030" y="560"/>
                    </a:lnTo>
                    <a:lnTo>
                      <a:pt x="2022" y="558"/>
                    </a:lnTo>
                    <a:lnTo>
                      <a:pt x="2014" y="558"/>
                    </a:lnTo>
                    <a:lnTo>
                      <a:pt x="2009" y="550"/>
                    </a:lnTo>
                    <a:lnTo>
                      <a:pt x="2000" y="542"/>
                    </a:lnTo>
                    <a:lnTo>
                      <a:pt x="1993" y="538"/>
                    </a:lnTo>
                    <a:lnTo>
                      <a:pt x="1985" y="534"/>
                    </a:lnTo>
                    <a:lnTo>
                      <a:pt x="1971" y="526"/>
                    </a:lnTo>
                    <a:lnTo>
                      <a:pt x="1942" y="496"/>
                    </a:lnTo>
                    <a:lnTo>
                      <a:pt x="1930" y="485"/>
                    </a:lnTo>
                    <a:lnTo>
                      <a:pt x="1915" y="474"/>
                    </a:lnTo>
                    <a:lnTo>
                      <a:pt x="1896" y="463"/>
                    </a:lnTo>
                    <a:lnTo>
                      <a:pt x="1883" y="455"/>
                    </a:lnTo>
                    <a:lnTo>
                      <a:pt x="1872" y="448"/>
                    </a:lnTo>
                    <a:lnTo>
                      <a:pt x="1860" y="445"/>
                    </a:lnTo>
                    <a:lnTo>
                      <a:pt x="1808" y="444"/>
                    </a:lnTo>
                    <a:lnTo>
                      <a:pt x="1799" y="445"/>
                    </a:lnTo>
                    <a:lnTo>
                      <a:pt x="1790" y="445"/>
                    </a:lnTo>
                    <a:lnTo>
                      <a:pt x="1760" y="444"/>
                    </a:lnTo>
                    <a:lnTo>
                      <a:pt x="1751" y="442"/>
                    </a:lnTo>
                    <a:lnTo>
                      <a:pt x="1731" y="437"/>
                    </a:lnTo>
                    <a:lnTo>
                      <a:pt x="1678" y="420"/>
                    </a:lnTo>
                    <a:lnTo>
                      <a:pt x="1668" y="420"/>
                    </a:lnTo>
                    <a:lnTo>
                      <a:pt x="1665" y="420"/>
                    </a:lnTo>
                    <a:lnTo>
                      <a:pt x="1659" y="413"/>
                    </a:lnTo>
                    <a:lnTo>
                      <a:pt x="1652" y="417"/>
                    </a:lnTo>
                    <a:lnTo>
                      <a:pt x="1645" y="423"/>
                    </a:lnTo>
                    <a:lnTo>
                      <a:pt x="1636" y="426"/>
                    </a:lnTo>
                    <a:lnTo>
                      <a:pt x="1620" y="433"/>
                    </a:lnTo>
                    <a:lnTo>
                      <a:pt x="1611" y="434"/>
                    </a:lnTo>
                    <a:lnTo>
                      <a:pt x="1610" y="428"/>
                    </a:lnTo>
                    <a:lnTo>
                      <a:pt x="1613" y="421"/>
                    </a:lnTo>
                    <a:lnTo>
                      <a:pt x="1619" y="415"/>
                    </a:lnTo>
                    <a:lnTo>
                      <a:pt x="1619" y="410"/>
                    </a:lnTo>
                    <a:lnTo>
                      <a:pt x="1616" y="405"/>
                    </a:lnTo>
                    <a:lnTo>
                      <a:pt x="1611" y="403"/>
                    </a:lnTo>
                    <a:lnTo>
                      <a:pt x="1609" y="403"/>
                    </a:lnTo>
                    <a:lnTo>
                      <a:pt x="1605" y="404"/>
                    </a:lnTo>
                    <a:lnTo>
                      <a:pt x="1602" y="404"/>
                    </a:lnTo>
                    <a:lnTo>
                      <a:pt x="1600" y="403"/>
                    </a:lnTo>
                    <a:lnTo>
                      <a:pt x="1600" y="399"/>
                    </a:lnTo>
                    <a:lnTo>
                      <a:pt x="1604" y="397"/>
                    </a:lnTo>
                    <a:lnTo>
                      <a:pt x="1605" y="387"/>
                    </a:lnTo>
                    <a:lnTo>
                      <a:pt x="1598" y="375"/>
                    </a:lnTo>
                    <a:lnTo>
                      <a:pt x="1587" y="366"/>
                    </a:lnTo>
                    <a:lnTo>
                      <a:pt x="1582" y="367"/>
                    </a:lnTo>
                    <a:lnTo>
                      <a:pt x="1576" y="370"/>
                    </a:lnTo>
                    <a:lnTo>
                      <a:pt x="1570" y="375"/>
                    </a:lnTo>
                    <a:lnTo>
                      <a:pt x="1564" y="378"/>
                    </a:lnTo>
                    <a:lnTo>
                      <a:pt x="1564" y="369"/>
                    </a:lnTo>
                    <a:lnTo>
                      <a:pt x="1561" y="364"/>
                    </a:lnTo>
                    <a:lnTo>
                      <a:pt x="1555" y="355"/>
                    </a:lnTo>
                    <a:lnTo>
                      <a:pt x="1543" y="353"/>
                    </a:lnTo>
                    <a:lnTo>
                      <a:pt x="1533" y="347"/>
                    </a:lnTo>
                    <a:lnTo>
                      <a:pt x="1522" y="345"/>
                    </a:lnTo>
                    <a:lnTo>
                      <a:pt x="1517" y="340"/>
                    </a:lnTo>
                    <a:lnTo>
                      <a:pt x="1502" y="340"/>
                    </a:lnTo>
                    <a:lnTo>
                      <a:pt x="1497" y="339"/>
                    </a:lnTo>
                    <a:lnTo>
                      <a:pt x="1465" y="322"/>
                    </a:lnTo>
                    <a:lnTo>
                      <a:pt x="1454" y="318"/>
                    </a:lnTo>
                    <a:lnTo>
                      <a:pt x="1425" y="320"/>
                    </a:lnTo>
                    <a:lnTo>
                      <a:pt x="1416" y="324"/>
                    </a:lnTo>
                    <a:lnTo>
                      <a:pt x="1409" y="339"/>
                    </a:lnTo>
                    <a:lnTo>
                      <a:pt x="1403" y="342"/>
                    </a:lnTo>
                    <a:lnTo>
                      <a:pt x="1399" y="350"/>
                    </a:lnTo>
                    <a:lnTo>
                      <a:pt x="1396" y="359"/>
                    </a:lnTo>
                    <a:lnTo>
                      <a:pt x="1392" y="366"/>
                    </a:lnTo>
                    <a:lnTo>
                      <a:pt x="1383" y="366"/>
                    </a:lnTo>
                    <a:lnTo>
                      <a:pt x="1374" y="370"/>
                    </a:lnTo>
                    <a:lnTo>
                      <a:pt x="1371" y="371"/>
                    </a:lnTo>
                    <a:lnTo>
                      <a:pt x="1365" y="376"/>
                    </a:lnTo>
                    <a:lnTo>
                      <a:pt x="1358" y="396"/>
                    </a:lnTo>
                    <a:lnTo>
                      <a:pt x="1355" y="403"/>
                    </a:lnTo>
                    <a:lnTo>
                      <a:pt x="1352" y="404"/>
                    </a:lnTo>
                    <a:lnTo>
                      <a:pt x="1351" y="408"/>
                    </a:lnTo>
                    <a:lnTo>
                      <a:pt x="1349" y="418"/>
                    </a:lnTo>
                    <a:lnTo>
                      <a:pt x="1344" y="419"/>
                    </a:lnTo>
                    <a:lnTo>
                      <a:pt x="1344" y="419"/>
                    </a:lnTo>
                    <a:lnTo>
                      <a:pt x="1341" y="412"/>
                    </a:lnTo>
                    <a:lnTo>
                      <a:pt x="1341" y="401"/>
                    </a:lnTo>
                    <a:lnTo>
                      <a:pt x="1345" y="386"/>
                    </a:lnTo>
                    <a:lnTo>
                      <a:pt x="1342" y="386"/>
                    </a:lnTo>
                    <a:lnTo>
                      <a:pt x="1334" y="386"/>
                    </a:lnTo>
                    <a:lnTo>
                      <a:pt x="1326" y="388"/>
                    </a:lnTo>
                    <a:lnTo>
                      <a:pt x="1319" y="387"/>
                    </a:lnTo>
                    <a:lnTo>
                      <a:pt x="1296" y="388"/>
                    </a:lnTo>
                    <a:lnTo>
                      <a:pt x="1287" y="387"/>
                    </a:lnTo>
                    <a:lnTo>
                      <a:pt x="1286" y="388"/>
                    </a:lnTo>
                    <a:lnTo>
                      <a:pt x="1280" y="388"/>
                    </a:lnTo>
                    <a:lnTo>
                      <a:pt x="1277" y="387"/>
                    </a:lnTo>
                    <a:lnTo>
                      <a:pt x="1271" y="387"/>
                    </a:lnTo>
                    <a:lnTo>
                      <a:pt x="1256" y="392"/>
                    </a:lnTo>
                    <a:lnTo>
                      <a:pt x="1250" y="392"/>
                    </a:lnTo>
                    <a:lnTo>
                      <a:pt x="1238" y="387"/>
                    </a:lnTo>
                    <a:lnTo>
                      <a:pt x="1234" y="387"/>
                    </a:lnTo>
                    <a:lnTo>
                      <a:pt x="1232" y="388"/>
                    </a:lnTo>
                    <a:lnTo>
                      <a:pt x="1229" y="397"/>
                    </a:lnTo>
                    <a:lnTo>
                      <a:pt x="1228" y="399"/>
                    </a:lnTo>
                    <a:lnTo>
                      <a:pt x="1226" y="397"/>
                    </a:lnTo>
                    <a:lnTo>
                      <a:pt x="1224" y="390"/>
                    </a:lnTo>
                    <a:lnTo>
                      <a:pt x="1226" y="387"/>
                    </a:lnTo>
                    <a:lnTo>
                      <a:pt x="1232" y="381"/>
                    </a:lnTo>
                    <a:lnTo>
                      <a:pt x="1238" y="381"/>
                    </a:lnTo>
                    <a:lnTo>
                      <a:pt x="1247" y="385"/>
                    </a:lnTo>
                    <a:lnTo>
                      <a:pt x="1259" y="386"/>
                    </a:lnTo>
                    <a:lnTo>
                      <a:pt x="1269" y="382"/>
                    </a:lnTo>
                    <a:lnTo>
                      <a:pt x="1271" y="380"/>
                    </a:lnTo>
                    <a:lnTo>
                      <a:pt x="1272" y="377"/>
                    </a:lnTo>
                    <a:lnTo>
                      <a:pt x="1272" y="355"/>
                    </a:lnTo>
                    <a:lnTo>
                      <a:pt x="1271" y="353"/>
                    </a:lnTo>
                    <a:lnTo>
                      <a:pt x="1265" y="353"/>
                    </a:lnTo>
                    <a:lnTo>
                      <a:pt x="1264" y="349"/>
                    </a:lnTo>
                    <a:lnTo>
                      <a:pt x="1258" y="345"/>
                    </a:lnTo>
                    <a:lnTo>
                      <a:pt x="1256" y="344"/>
                    </a:lnTo>
                    <a:lnTo>
                      <a:pt x="1256" y="340"/>
                    </a:lnTo>
                    <a:lnTo>
                      <a:pt x="1261" y="339"/>
                    </a:lnTo>
                    <a:lnTo>
                      <a:pt x="1266" y="334"/>
                    </a:lnTo>
                    <a:lnTo>
                      <a:pt x="1267" y="329"/>
                    </a:lnTo>
                    <a:lnTo>
                      <a:pt x="1261" y="329"/>
                    </a:lnTo>
                    <a:lnTo>
                      <a:pt x="1258" y="332"/>
                    </a:lnTo>
                    <a:lnTo>
                      <a:pt x="1254" y="332"/>
                    </a:lnTo>
                    <a:lnTo>
                      <a:pt x="1249" y="340"/>
                    </a:lnTo>
                    <a:lnTo>
                      <a:pt x="1247" y="348"/>
                    </a:lnTo>
                    <a:lnTo>
                      <a:pt x="1236" y="348"/>
                    </a:lnTo>
                    <a:lnTo>
                      <a:pt x="1234" y="345"/>
                    </a:lnTo>
                    <a:lnTo>
                      <a:pt x="1234" y="343"/>
                    </a:lnTo>
                    <a:lnTo>
                      <a:pt x="1234" y="327"/>
                    </a:lnTo>
                    <a:lnTo>
                      <a:pt x="1231" y="317"/>
                    </a:lnTo>
                    <a:lnTo>
                      <a:pt x="1231" y="308"/>
                    </a:lnTo>
                    <a:lnTo>
                      <a:pt x="1232" y="306"/>
                    </a:lnTo>
                    <a:lnTo>
                      <a:pt x="1238" y="299"/>
                    </a:lnTo>
                    <a:lnTo>
                      <a:pt x="1243" y="292"/>
                    </a:lnTo>
                    <a:lnTo>
                      <a:pt x="1253" y="281"/>
                    </a:lnTo>
                    <a:lnTo>
                      <a:pt x="1266" y="267"/>
                    </a:lnTo>
                    <a:lnTo>
                      <a:pt x="1283" y="254"/>
                    </a:lnTo>
                    <a:lnTo>
                      <a:pt x="1291" y="242"/>
                    </a:lnTo>
                    <a:lnTo>
                      <a:pt x="1297" y="238"/>
                    </a:lnTo>
                    <a:lnTo>
                      <a:pt x="1303" y="232"/>
                    </a:lnTo>
                    <a:lnTo>
                      <a:pt x="1306" y="222"/>
                    </a:lnTo>
                    <a:lnTo>
                      <a:pt x="1306" y="218"/>
                    </a:lnTo>
                    <a:lnTo>
                      <a:pt x="1312" y="199"/>
                    </a:lnTo>
                    <a:lnTo>
                      <a:pt x="1312" y="195"/>
                    </a:lnTo>
                    <a:lnTo>
                      <a:pt x="1308" y="192"/>
                    </a:lnTo>
                    <a:lnTo>
                      <a:pt x="1301" y="192"/>
                    </a:lnTo>
                    <a:lnTo>
                      <a:pt x="1285" y="187"/>
                    </a:lnTo>
                    <a:lnTo>
                      <a:pt x="1279" y="175"/>
                    </a:lnTo>
                    <a:lnTo>
                      <a:pt x="1272" y="152"/>
                    </a:lnTo>
                    <a:lnTo>
                      <a:pt x="1271" y="150"/>
                    </a:lnTo>
                    <a:lnTo>
                      <a:pt x="1269" y="138"/>
                    </a:lnTo>
                    <a:lnTo>
                      <a:pt x="1264" y="129"/>
                    </a:lnTo>
                    <a:lnTo>
                      <a:pt x="1260" y="116"/>
                    </a:lnTo>
                    <a:lnTo>
                      <a:pt x="1256" y="105"/>
                    </a:lnTo>
                    <a:lnTo>
                      <a:pt x="1253" y="91"/>
                    </a:lnTo>
                    <a:lnTo>
                      <a:pt x="1253" y="80"/>
                    </a:lnTo>
                    <a:lnTo>
                      <a:pt x="1247" y="69"/>
                    </a:lnTo>
                    <a:lnTo>
                      <a:pt x="1237" y="57"/>
                    </a:lnTo>
                    <a:lnTo>
                      <a:pt x="1232" y="53"/>
                    </a:lnTo>
                    <a:lnTo>
                      <a:pt x="1229" y="54"/>
                    </a:lnTo>
                    <a:lnTo>
                      <a:pt x="1227" y="62"/>
                    </a:lnTo>
                    <a:lnTo>
                      <a:pt x="1222" y="63"/>
                    </a:lnTo>
                    <a:lnTo>
                      <a:pt x="1209" y="76"/>
                    </a:lnTo>
                    <a:lnTo>
                      <a:pt x="1206" y="84"/>
                    </a:lnTo>
                    <a:lnTo>
                      <a:pt x="1193" y="102"/>
                    </a:lnTo>
                    <a:lnTo>
                      <a:pt x="1183" y="114"/>
                    </a:lnTo>
                    <a:lnTo>
                      <a:pt x="1179" y="121"/>
                    </a:lnTo>
                    <a:lnTo>
                      <a:pt x="1170" y="143"/>
                    </a:lnTo>
                    <a:lnTo>
                      <a:pt x="1143" y="167"/>
                    </a:lnTo>
                    <a:lnTo>
                      <a:pt x="1141" y="170"/>
                    </a:lnTo>
                    <a:lnTo>
                      <a:pt x="1136" y="172"/>
                    </a:lnTo>
                    <a:lnTo>
                      <a:pt x="1126" y="172"/>
                    </a:lnTo>
                    <a:lnTo>
                      <a:pt x="1119" y="168"/>
                    </a:lnTo>
                    <a:lnTo>
                      <a:pt x="1113" y="168"/>
                    </a:lnTo>
                    <a:lnTo>
                      <a:pt x="1109" y="170"/>
                    </a:lnTo>
                    <a:lnTo>
                      <a:pt x="1093" y="177"/>
                    </a:lnTo>
                    <a:lnTo>
                      <a:pt x="1087" y="177"/>
                    </a:lnTo>
                    <a:lnTo>
                      <a:pt x="1084" y="176"/>
                    </a:lnTo>
                    <a:lnTo>
                      <a:pt x="1075" y="170"/>
                    </a:lnTo>
                    <a:lnTo>
                      <a:pt x="1065" y="159"/>
                    </a:lnTo>
                    <a:lnTo>
                      <a:pt x="1059" y="157"/>
                    </a:lnTo>
                    <a:lnTo>
                      <a:pt x="1055" y="155"/>
                    </a:lnTo>
                    <a:lnTo>
                      <a:pt x="1034" y="149"/>
                    </a:lnTo>
                    <a:lnTo>
                      <a:pt x="1012" y="155"/>
                    </a:lnTo>
                    <a:lnTo>
                      <a:pt x="1008" y="155"/>
                    </a:lnTo>
                    <a:lnTo>
                      <a:pt x="998" y="152"/>
                    </a:lnTo>
                    <a:lnTo>
                      <a:pt x="991" y="152"/>
                    </a:lnTo>
                    <a:lnTo>
                      <a:pt x="985" y="155"/>
                    </a:lnTo>
                    <a:lnTo>
                      <a:pt x="986" y="179"/>
                    </a:lnTo>
                    <a:lnTo>
                      <a:pt x="982" y="183"/>
                    </a:lnTo>
                    <a:lnTo>
                      <a:pt x="965" y="183"/>
                    </a:lnTo>
                    <a:lnTo>
                      <a:pt x="953" y="178"/>
                    </a:lnTo>
                    <a:lnTo>
                      <a:pt x="942" y="179"/>
                    </a:lnTo>
                    <a:lnTo>
                      <a:pt x="928" y="181"/>
                    </a:lnTo>
                    <a:lnTo>
                      <a:pt x="922" y="178"/>
                    </a:lnTo>
                    <a:lnTo>
                      <a:pt x="921" y="177"/>
                    </a:lnTo>
                    <a:lnTo>
                      <a:pt x="917" y="176"/>
                    </a:lnTo>
                    <a:lnTo>
                      <a:pt x="912" y="176"/>
                    </a:lnTo>
                    <a:lnTo>
                      <a:pt x="901" y="182"/>
                    </a:lnTo>
                    <a:lnTo>
                      <a:pt x="893" y="192"/>
                    </a:lnTo>
                    <a:lnTo>
                      <a:pt x="879" y="192"/>
                    </a:lnTo>
                    <a:lnTo>
                      <a:pt x="871" y="195"/>
                    </a:lnTo>
                    <a:lnTo>
                      <a:pt x="866" y="200"/>
                    </a:lnTo>
                    <a:lnTo>
                      <a:pt x="855" y="200"/>
                    </a:lnTo>
                    <a:lnTo>
                      <a:pt x="846" y="203"/>
                    </a:lnTo>
                    <a:lnTo>
                      <a:pt x="840" y="213"/>
                    </a:lnTo>
                    <a:lnTo>
                      <a:pt x="835" y="215"/>
                    </a:lnTo>
                    <a:lnTo>
                      <a:pt x="822" y="215"/>
                    </a:lnTo>
                    <a:lnTo>
                      <a:pt x="812" y="213"/>
                    </a:lnTo>
                    <a:lnTo>
                      <a:pt x="796" y="203"/>
                    </a:lnTo>
                    <a:lnTo>
                      <a:pt x="790" y="198"/>
                    </a:lnTo>
                    <a:lnTo>
                      <a:pt x="786" y="192"/>
                    </a:lnTo>
                    <a:lnTo>
                      <a:pt x="783" y="191"/>
                    </a:lnTo>
                    <a:lnTo>
                      <a:pt x="779" y="186"/>
                    </a:lnTo>
                    <a:lnTo>
                      <a:pt x="777" y="183"/>
                    </a:lnTo>
                    <a:lnTo>
                      <a:pt x="779" y="170"/>
                    </a:lnTo>
                    <a:lnTo>
                      <a:pt x="777" y="161"/>
                    </a:lnTo>
                    <a:lnTo>
                      <a:pt x="766" y="151"/>
                    </a:lnTo>
                    <a:lnTo>
                      <a:pt x="765" y="148"/>
                    </a:lnTo>
                    <a:lnTo>
                      <a:pt x="765" y="117"/>
                    </a:lnTo>
                    <a:lnTo>
                      <a:pt x="771" y="103"/>
                    </a:lnTo>
                    <a:lnTo>
                      <a:pt x="774" y="96"/>
                    </a:lnTo>
                    <a:lnTo>
                      <a:pt x="774" y="86"/>
                    </a:lnTo>
                    <a:lnTo>
                      <a:pt x="783" y="73"/>
                    </a:lnTo>
                    <a:lnTo>
                      <a:pt x="785" y="70"/>
                    </a:lnTo>
                    <a:lnTo>
                      <a:pt x="783" y="63"/>
                    </a:lnTo>
                    <a:lnTo>
                      <a:pt x="779" y="57"/>
                    </a:lnTo>
                    <a:lnTo>
                      <a:pt x="779" y="42"/>
                    </a:lnTo>
                    <a:lnTo>
                      <a:pt x="767" y="38"/>
                    </a:lnTo>
                    <a:lnTo>
                      <a:pt x="765" y="37"/>
                    </a:lnTo>
                    <a:lnTo>
                      <a:pt x="756" y="36"/>
                    </a:lnTo>
                    <a:lnTo>
                      <a:pt x="760" y="22"/>
                    </a:lnTo>
                    <a:lnTo>
                      <a:pt x="760" y="15"/>
                    </a:lnTo>
                    <a:lnTo>
                      <a:pt x="760" y="9"/>
                    </a:lnTo>
                    <a:lnTo>
                      <a:pt x="755" y="0"/>
                    </a:lnTo>
                    <a:lnTo>
                      <a:pt x="747" y="0"/>
                    </a:lnTo>
                    <a:lnTo>
                      <a:pt x="734" y="4"/>
                    </a:lnTo>
                    <a:lnTo>
                      <a:pt x="725" y="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65" name="Google Shape;2265;p5">
                <a:extLst>
                  <a:ext uri="{FF2B5EF4-FFF2-40B4-BE49-F238E27FC236}">
                    <a16:creationId xmlns:a16="http://schemas.microsoft.com/office/drawing/2014/main" id="{0626860F-9284-DB6E-5A8B-5FEE860A0A7E}"/>
                  </a:ext>
                </a:extLst>
              </p:cNvPr>
              <p:cNvSpPr/>
              <p:nvPr/>
            </p:nvSpPr>
            <p:spPr>
              <a:xfrm>
                <a:off x="1650" y="2350"/>
                <a:ext cx="132" cy="182"/>
              </a:xfrm>
              <a:custGeom>
                <a:avLst/>
                <a:gdLst/>
                <a:ahLst/>
                <a:cxnLst/>
                <a:rect l="l" t="t" r="r" b="b"/>
                <a:pathLst>
                  <a:path w="663" h="909" extrusionOk="0">
                    <a:moveTo>
                      <a:pt x="419" y="33"/>
                    </a:moveTo>
                    <a:lnTo>
                      <a:pt x="424" y="28"/>
                    </a:lnTo>
                    <a:lnTo>
                      <a:pt x="429" y="21"/>
                    </a:lnTo>
                    <a:lnTo>
                      <a:pt x="427" y="12"/>
                    </a:lnTo>
                    <a:lnTo>
                      <a:pt x="418" y="6"/>
                    </a:lnTo>
                    <a:lnTo>
                      <a:pt x="404" y="0"/>
                    </a:lnTo>
                    <a:lnTo>
                      <a:pt x="396" y="5"/>
                    </a:lnTo>
                    <a:lnTo>
                      <a:pt x="393" y="5"/>
                    </a:lnTo>
                    <a:lnTo>
                      <a:pt x="391" y="5"/>
                    </a:lnTo>
                    <a:lnTo>
                      <a:pt x="391" y="14"/>
                    </a:lnTo>
                    <a:lnTo>
                      <a:pt x="386" y="14"/>
                    </a:lnTo>
                    <a:lnTo>
                      <a:pt x="380" y="12"/>
                    </a:lnTo>
                    <a:lnTo>
                      <a:pt x="378" y="16"/>
                    </a:lnTo>
                    <a:lnTo>
                      <a:pt x="377" y="24"/>
                    </a:lnTo>
                    <a:lnTo>
                      <a:pt x="372" y="31"/>
                    </a:lnTo>
                    <a:lnTo>
                      <a:pt x="366" y="35"/>
                    </a:lnTo>
                    <a:lnTo>
                      <a:pt x="341" y="43"/>
                    </a:lnTo>
                    <a:lnTo>
                      <a:pt x="314" y="58"/>
                    </a:lnTo>
                    <a:lnTo>
                      <a:pt x="310" y="60"/>
                    </a:lnTo>
                    <a:lnTo>
                      <a:pt x="289" y="65"/>
                    </a:lnTo>
                    <a:lnTo>
                      <a:pt x="281" y="65"/>
                    </a:lnTo>
                    <a:lnTo>
                      <a:pt x="271" y="63"/>
                    </a:lnTo>
                    <a:lnTo>
                      <a:pt x="263" y="63"/>
                    </a:lnTo>
                    <a:lnTo>
                      <a:pt x="260" y="65"/>
                    </a:lnTo>
                    <a:lnTo>
                      <a:pt x="257" y="70"/>
                    </a:lnTo>
                    <a:lnTo>
                      <a:pt x="253" y="81"/>
                    </a:lnTo>
                    <a:lnTo>
                      <a:pt x="249" y="90"/>
                    </a:lnTo>
                    <a:lnTo>
                      <a:pt x="247" y="91"/>
                    </a:lnTo>
                    <a:lnTo>
                      <a:pt x="244" y="91"/>
                    </a:lnTo>
                    <a:lnTo>
                      <a:pt x="244" y="82"/>
                    </a:lnTo>
                    <a:lnTo>
                      <a:pt x="242" y="80"/>
                    </a:lnTo>
                    <a:lnTo>
                      <a:pt x="231" y="80"/>
                    </a:lnTo>
                    <a:lnTo>
                      <a:pt x="220" y="80"/>
                    </a:lnTo>
                    <a:lnTo>
                      <a:pt x="216" y="80"/>
                    </a:lnTo>
                    <a:lnTo>
                      <a:pt x="194" y="96"/>
                    </a:lnTo>
                    <a:lnTo>
                      <a:pt x="187" y="102"/>
                    </a:lnTo>
                    <a:lnTo>
                      <a:pt x="185" y="107"/>
                    </a:lnTo>
                    <a:lnTo>
                      <a:pt x="183" y="128"/>
                    </a:lnTo>
                    <a:lnTo>
                      <a:pt x="181" y="144"/>
                    </a:lnTo>
                    <a:lnTo>
                      <a:pt x="179" y="160"/>
                    </a:lnTo>
                    <a:lnTo>
                      <a:pt x="173" y="166"/>
                    </a:lnTo>
                    <a:lnTo>
                      <a:pt x="158" y="170"/>
                    </a:lnTo>
                    <a:lnTo>
                      <a:pt x="155" y="173"/>
                    </a:lnTo>
                    <a:lnTo>
                      <a:pt x="146" y="188"/>
                    </a:lnTo>
                    <a:lnTo>
                      <a:pt x="142" y="192"/>
                    </a:lnTo>
                    <a:lnTo>
                      <a:pt x="135" y="198"/>
                    </a:lnTo>
                    <a:lnTo>
                      <a:pt x="117" y="209"/>
                    </a:lnTo>
                    <a:lnTo>
                      <a:pt x="115" y="213"/>
                    </a:lnTo>
                    <a:lnTo>
                      <a:pt x="117" y="216"/>
                    </a:lnTo>
                    <a:lnTo>
                      <a:pt x="118" y="219"/>
                    </a:lnTo>
                    <a:lnTo>
                      <a:pt x="122" y="238"/>
                    </a:lnTo>
                    <a:lnTo>
                      <a:pt x="119" y="245"/>
                    </a:lnTo>
                    <a:lnTo>
                      <a:pt x="118" y="246"/>
                    </a:lnTo>
                    <a:lnTo>
                      <a:pt x="113" y="242"/>
                    </a:lnTo>
                    <a:lnTo>
                      <a:pt x="103" y="229"/>
                    </a:lnTo>
                    <a:lnTo>
                      <a:pt x="86" y="209"/>
                    </a:lnTo>
                    <a:lnTo>
                      <a:pt x="85" y="213"/>
                    </a:lnTo>
                    <a:lnTo>
                      <a:pt x="83" y="221"/>
                    </a:lnTo>
                    <a:lnTo>
                      <a:pt x="83" y="223"/>
                    </a:lnTo>
                    <a:lnTo>
                      <a:pt x="88" y="226"/>
                    </a:lnTo>
                    <a:lnTo>
                      <a:pt x="92" y="232"/>
                    </a:lnTo>
                    <a:lnTo>
                      <a:pt x="92" y="238"/>
                    </a:lnTo>
                    <a:lnTo>
                      <a:pt x="93" y="240"/>
                    </a:lnTo>
                    <a:lnTo>
                      <a:pt x="97" y="242"/>
                    </a:lnTo>
                    <a:lnTo>
                      <a:pt x="97" y="246"/>
                    </a:lnTo>
                    <a:lnTo>
                      <a:pt x="91" y="251"/>
                    </a:lnTo>
                    <a:lnTo>
                      <a:pt x="81" y="264"/>
                    </a:lnTo>
                    <a:lnTo>
                      <a:pt x="77" y="267"/>
                    </a:lnTo>
                    <a:lnTo>
                      <a:pt x="72" y="263"/>
                    </a:lnTo>
                    <a:lnTo>
                      <a:pt x="69" y="264"/>
                    </a:lnTo>
                    <a:lnTo>
                      <a:pt x="69" y="272"/>
                    </a:lnTo>
                    <a:lnTo>
                      <a:pt x="60" y="278"/>
                    </a:lnTo>
                    <a:lnTo>
                      <a:pt x="60" y="283"/>
                    </a:lnTo>
                    <a:lnTo>
                      <a:pt x="59" y="283"/>
                    </a:lnTo>
                    <a:lnTo>
                      <a:pt x="61" y="288"/>
                    </a:lnTo>
                    <a:lnTo>
                      <a:pt x="66" y="306"/>
                    </a:lnTo>
                    <a:lnTo>
                      <a:pt x="70" y="311"/>
                    </a:lnTo>
                    <a:lnTo>
                      <a:pt x="81" y="320"/>
                    </a:lnTo>
                    <a:lnTo>
                      <a:pt x="86" y="327"/>
                    </a:lnTo>
                    <a:lnTo>
                      <a:pt x="87" y="331"/>
                    </a:lnTo>
                    <a:lnTo>
                      <a:pt x="85" y="353"/>
                    </a:lnTo>
                    <a:lnTo>
                      <a:pt x="88" y="367"/>
                    </a:lnTo>
                    <a:lnTo>
                      <a:pt x="88" y="372"/>
                    </a:lnTo>
                    <a:lnTo>
                      <a:pt x="83" y="380"/>
                    </a:lnTo>
                    <a:lnTo>
                      <a:pt x="81" y="386"/>
                    </a:lnTo>
                    <a:lnTo>
                      <a:pt x="85" y="412"/>
                    </a:lnTo>
                    <a:lnTo>
                      <a:pt x="90" y="431"/>
                    </a:lnTo>
                    <a:lnTo>
                      <a:pt x="90" y="439"/>
                    </a:lnTo>
                    <a:lnTo>
                      <a:pt x="85" y="455"/>
                    </a:lnTo>
                    <a:lnTo>
                      <a:pt x="83" y="462"/>
                    </a:lnTo>
                    <a:lnTo>
                      <a:pt x="85" y="469"/>
                    </a:lnTo>
                    <a:lnTo>
                      <a:pt x="92" y="472"/>
                    </a:lnTo>
                    <a:lnTo>
                      <a:pt x="98" y="473"/>
                    </a:lnTo>
                    <a:lnTo>
                      <a:pt x="103" y="472"/>
                    </a:lnTo>
                    <a:lnTo>
                      <a:pt x="111" y="467"/>
                    </a:lnTo>
                    <a:lnTo>
                      <a:pt x="111" y="472"/>
                    </a:lnTo>
                    <a:lnTo>
                      <a:pt x="111" y="474"/>
                    </a:lnTo>
                    <a:lnTo>
                      <a:pt x="107" y="479"/>
                    </a:lnTo>
                    <a:lnTo>
                      <a:pt x="95" y="490"/>
                    </a:lnTo>
                    <a:lnTo>
                      <a:pt x="81" y="507"/>
                    </a:lnTo>
                    <a:lnTo>
                      <a:pt x="74" y="531"/>
                    </a:lnTo>
                    <a:lnTo>
                      <a:pt x="71" y="533"/>
                    </a:lnTo>
                    <a:lnTo>
                      <a:pt x="69" y="536"/>
                    </a:lnTo>
                    <a:lnTo>
                      <a:pt x="54" y="541"/>
                    </a:lnTo>
                    <a:lnTo>
                      <a:pt x="40" y="539"/>
                    </a:lnTo>
                    <a:lnTo>
                      <a:pt x="37" y="541"/>
                    </a:lnTo>
                    <a:lnTo>
                      <a:pt x="26" y="547"/>
                    </a:lnTo>
                    <a:lnTo>
                      <a:pt x="20" y="560"/>
                    </a:lnTo>
                    <a:lnTo>
                      <a:pt x="18" y="569"/>
                    </a:lnTo>
                    <a:lnTo>
                      <a:pt x="21" y="577"/>
                    </a:lnTo>
                    <a:lnTo>
                      <a:pt x="20" y="584"/>
                    </a:lnTo>
                    <a:lnTo>
                      <a:pt x="7" y="585"/>
                    </a:lnTo>
                    <a:lnTo>
                      <a:pt x="4" y="590"/>
                    </a:lnTo>
                    <a:lnTo>
                      <a:pt x="0" y="596"/>
                    </a:lnTo>
                    <a:lnTo>
                      <a:pt x="0" y="601"/>
                    </a:lnTo>
                    <a:lnTo>
                      <a:pt x="5" y="607"/>
                    </a:lnTo>
                    <a:lnTo>
                      <a:pt x="6" y="611"/>
                    </a:lnTo>
                    <a:lnTo>
                      <a:pt x="9" y="613"/>
                    </a:lnTo>
                    <a:lnTo>
                      <a:pt x="12" y="616"/>
                    </a:lnTo>
                    <a:lnTo>
                      <a:pt x="44" y="629"/>
                    </a:lnTo>
                    <a:lnTo>
                      <a:pt x="74" y="644"/>
                    </a:lnTo>
                    <a:lnTo>
                      <a:pt x="86" y="652"/>
                    </a:lnTo>
                    <a:lnTo>
                      <a:pt x="88" y="657"/>
                    </a:lnTo>
                    <a:lnTo>
                      <a:pt x="91" y="668"/>
                    </a:lnTo>
                    <a:lnTo>
                      <a:pt x="93" y="672"/>
                    </a:lnTo>
                    <a:lnTo>
                      <a:pt x="106" y="673"/>
                    </a:lnTo>
                    <a:lnTo>
                      <a:pt x="114" y="671"/>
                    </a:lnTo>
                    <a:lnTo>
                      <a:pt x="119" y="671"/>
                    </a:lnTo>
                    <a:lnTo>
                      <a:pt x="140" y="673"/>
                    </a:lnTo>
                    <a:lnTo>
                      <a:pt x="150" y="673"/>
                    </a:lnTo>
                    <a:lnTo>
                      <a:pt x="151" y="671"/>
                    </a:lnTo>
                    <a:lnTo>
                      <a:pt x="156" y="665"/>
                    </a:lnTo>
                    <a:lnTo>
                      <a:pt x="161" y="665"/>
                    </a:lnTo>
                    <a:lnTo>
                      <a:pt x="168" y="667"/>
                    </a:lnTo>
                    <a:lnTo>
                      <a:pt x="174" y="673"/>
                    </a:lnTo>
                    <a:lnTo>
                      <a:pt x="181" y="676"/>
                    </a:lnTo>
                    <a:lnTo>
                      <a:pt x="195" y="687"/>
                    </a:lnTo>
                    <a:lnTo>
                      <a:pt x="201" y="687"/>
                    </a:lnTo>
                    <a:lnTo>
                      <a:pt x="205" y="687"/>
                    </a:lnTo>
                    <a:lnTo>
                      <a:pt x="215" y="690"/>
                    </a:lnTo>
                    <a:lnTo>
                      <a:pt x="224" y="693"/>
                    </a:lnTo>
                    <a:lnTo>
                      <a:pt x="230" y="695"/>
                    </a:lnTo>
                    <a:lnTo>
                      <a:pt x="235" y="704"/>
                    </a:lnTo>
                    <a:lnTo>
                      <a:pt x="238" y="708"/>
                    </a:lnTo>
                    <a:lnTo>
                      <a:pt x="248" y="711"/>
                    </a:lnTo>
                    <a:lnTo>
                      <a:pt x="253" y="725"/>
                    </a:lnTo>
                    <a:lnTo>
                      <a:pt x="258" y="733"/>
                    </a:lnTo>
                    <a:lnTo>
                      <a:pt x="264" y="737"/>
                    </a:lnTo>
                    <a:lnTo>
                      <a:pt x="267" y="742"/>
                    </a:lnTo>
                    <a:lnTo>
                      <a:pt x="273" y="743"/>
                    </a:lnTo>
                    <a:lnTo>
                      <a:pt x="278" y="743"/>
                    </a:lnTo>
                    <a:lnTo>
                      <a:pt x="284" y="746"/>
                    </a:lnTo>
                    <a:lnTo>
                      <a:pt x="289" y="749"/>
                    </a:lnTo>
                    <a:lnTo>
                      <a:pt x="292" y="756"/>
                    </a:lnTo>
                    <a:lnTo>
                      <a:pt x="294" y="768"/>
                    </a:lnTo>
                    <a:lnTo>
                      <a:pt x="297" y="776"/>
                    </a:lnTo>
                    <a:lnTo>
                      <a:pt x="298" y="780"/>
                    </a:lnTo>
                    <a:lnTo>
                      <a:pt x="302" y="783"/>
                    </a:lnTo>
                    <a:lnTo>
                      <a:pt x="311" y="783"/>
                    </a:lnTo>
                    <a:lnTo>
                      <a:pt x="316" y="784"/>
                    </a:lnTo>
                    <a:lnTo>
                      <a:pt x="316" y="806"/>
                    </a:lnTo>
                    <a:lnTo>
                      <a:pt x="319" y="811"/>
                    </a:lnTo>
                    <a:lnTo>
                      <a:pt x="324" y="816"/>
                    </a:lnTo>
                    <a:lnTo>
                      <a:pt x="334" y="817"/>
                    </a:lnTo>
                    <a:lnTo>
                      <a:pt x="339" y="816"/>
                    </a:lnTo>
                    <a:lnTo>
                      <a:pt x="353" y="817"/>
                    </a:lnTo>
                    <a:lnTo>
                      <a:pt x="361" y="821"/>
                    </a:lnTo>
                    <a:lnTo>
                      <a:pt x="365" y="821"/>
                    </a:lnTo>
                    <a:lnTo>
                      <a:pt x="372" y="819"/>
                    </a:lnTo>
                    <a:lnTo>
                      <a:pt x="376" y="817"/>
                    </a:lnTo>
                    <a:lnTo>
                      <a:pt x="378" y="813"/>
                    </a:lnTo>
                    <a:lnTo>
                      <a:pt x="382" y="812"/>
                    </a:lnTo>
                    <a:lnTo>
                      <a:pt x="386" y="808"/>
                    </a:lnTo>
                    <a:lnTo>
                      <a:pt x="389" y="807"/>
                    </a:lnTo>
                    <a:lnTo>
                      <a:pt x="398" y="807"/>
                    </a:lnTo>
                    <a:lnTo>
                      <a:pt x="405" y="808"/>
                    </a:lnTo>
                    <a:lnTo>
                      <a:pt x="410" y="813"/>
                    </a:lnTo>
                    <a:lnTo>
                      <a:pt x="418" y="815"/>
                    </a:lnTo>
                    <a:lnTo>
                      <a:pt x="426" y="813"/>
                    </a:lnTo>
                    <a:lnTo>
                      <a:pt x="435" y="807"/>
                    </a:lnTo>
                    <a:lnTo>
                      <a:pt x="437" y="807"/>
                    </a:lnTo>
                    <a:lnTo>
                      <a:pt x="445" y="808"/>
                    </a:lnTo>
                    <a:lnTo>
                      <a:pt x="461" y="815"/>
                    </a:lnTo>
                    <a:lnTo>
                      <a:pt x="477" y="824"/>
                    </a:lnTo>
                    <a:lnTo>
                      <a:pt x="488" y="837"/>
                    </a:lnTo>
                    <a:lnTo>
                      <a:pt x="488" y="842"/>
                    </a:lnTo>
                    <a:lnTo>
                      <a:pt x="484" y="849"/>
                    </a:lnTo>
                    <a:lnTo>
                      <a:pt x="478" y="856"/>
                    </a:lnTo>
                    <a:lnTo>
                      <a:pt x="466" y="869"/>
                    </a:lnTo>
                    <a:lnTo>
                      <a:pt x="458" y="880"/>
                    </a:lnTo>
                    <a:lnTo>
                      <a:pt x="458" y="889"/>
                    </a:lnTo>
                    <a:lnTo>
                      <a:pt x="459" y="892"/>
                    </a:lnTo>
                    <a:lnTo>
                      <a:pt x="464" y="893"/>
                    </a:lnTo>
                    <a:lnTo>
                      <a:pt x="469" y="892"/>
                    </a:lnTo>
                    <a:lnTo>
                      <a:pt x="473" y="893"/>
                    </a:lnTo>
                    <a:lnTo>
                      <a:pt x="478" y="897"/>
                    </a:lnTo>
                    <a:lnTo>
                      <a:pt x="486" y="908"/>
                    </a:lnTo>
                    <a:lnTo>
                      <a:pt x="494" y="909"/>
                    </a:lnTo>
                    <a:lnTo>
                      <a:pt x="495" y="902"/>
                    </a:lnTo>
                    <a:lnTo>
                      <a:pt x="497" y="896"/>
                    </a:lnTo>
                    <a:lnTo>
                      <a:pt x="499" y="881"/>
                    </a:lnTo>
                    <a:lnTo>
                      <a:pt x="501" y="873"/>
                    </a:lnTo>
                    <a:lnTo>
                      <a:pt x="502" y="870"/>
                    </a:lnTo>
                    <a:lnTo>
                      <a:pt x="504" y="858"/>
                    </a:lnTo>
                    <a:lnTo>
                      <a:pt x="506" y="850"/>
                    </a:lnTo>
                    <a:lnTo>
                      <a:pt x="511" y="832"/>
                    </a:lnTo>
                    <a:lnTo>
                      <a:pt x="512" y="831"/>
                    </a:lnTo>
                    <a:lnTo>
                      <a:pt x="522" y="768"/>
                    </a:lnTo>
                    <a:lnTo>
                      <a:pt x="523" y="758"/>
                    </a:lnTo>
                    <a:lnTo>
                      <a:pt x="524" y="752"/>
                    </a:lnTo>
                    <a:lnTo>
                      <a:pt x="517" y="724"/>
                    </a:lnTo>
                    <a:lnTo>
                      <a:pt x="512" y="714"/>
                    </a:lnTo>
                    <a:lnTo>
                      <a:pt x="506" y="708"/>
                    </a:lnTo>
                    <a:lnTo>
                      <a:pt x="494" y="698"/>
                    </a:lnTo>
                    <a:lnTo>
                      <a:pt x="489" y="693"/>
                    </a:lnTo>
                    <a:lnTo>
                      <a:pt x="489" y="655"/>
                    </a:lnTo>
                    <a:lnTo>
                      <a:pt x="494" y="652"/>
                    </a:lnTo>
                    <a:lnTo>
                      <a:pt x="511" y="650"/>
                    </a:lnTo>
                    <a:lnTo>
                      <a:pt x="517" y="647"/>
                    </a:lnTo>
                    <a:lnTo>
                      <a:pt x="528" y="649"/>
                    </a:lnTo>
                    <a:lnTo>
                      <a:pt x="532" y="650"/>
                    </a:lnTo>
                    <a:lnTo>
                      <a:pt x="532" y="652"/>
                    </a:lnTo>
                    <a:lnTo>
                      <a:pt x="538" y="651"/>
                    </a:lnTo>
                    <a:lnTo>
                      <a:pt x="538" y="650"/>
                    </a:lnTo>
                    <a:lnTo>
                      <a:pt x="534" y="640"/>
                    </a:lnTo>
                    <a:lnTo>
                      <a:pt x="533" y="633"/>
                    </a:lnTo>
                    <a:lnTo>
                      <a:pt x="528" y="625"/>
                    </a:lnTo>
                    <a:lnTo>
                      <a:pt x="518" y="627"/>
                    </a:lnTo>
                    <a:lnTo>
                      <a:pt x="516" y="629"/>
                    </a:lnTo>
                    <a:lnTo>
                      <a:pt x="509" y="629"/>
                    </a:lnTo>
                    <a:lnTo>
                      <a:pt x="505" y="624"/>
                    </a:lnTo>
                    <a:lnTo>
                      <a:pt x="501" y="623"/>
                    </a:lnTo>
                    <a:lnTo>
                      <a:pt x="501" y="620"/>
                    </a:lnTo>
                    <a:lnTo>
                      <a:pt x="501" y="620"/>
                    </a:lnTo>
                    <a:lnTo>
                      <a:pt x="501" y="589"/>
                    </a:lnTo>
                    <a:lnTo>
                      <a:pt x="502" y="590"/>
                    </a:lnTo>
                    <a:lnTo>
                      <a:pt x="582" y="590"/>
                    </a:lnTo>
                    <a:lnTo>
                      <a:pt x="586" y="586"/>
                    </a:lnTo>
                    <a:lnTo>
                      <a:pt x="587" y="580"/>
                    </a:lnTo>
                    <a:lnTo>
                      <a:pt x="591" y="575"/>
                    </a:lnTo>
                    <a:lnTo>
                      <a:pt x="593" y="575"/>
                    </a:lnTo>
                    <a:lnTo>
                      <a:pt x="597" y="577"/>
                    </a:lnTo>
                    <a:lnTo>
                      <a:pt x="601" y="584"/>
                    </a:lnTo>
                    <a:lnTo>
                      <a:pt x="603" y="584"/>
                    </a:lnTo>
                    <a:lnTo>
                      <a:pt x="622" y="574"/>
                    </a:lnTo>
                    <a:lnTo>
                      <a:pt x="633" y="574"/>
                    </a:lnTo>
                    <a:lnTo>
                      <a:pt x="638" y="579"/>
                    </a:lnTo>
                    <a:lnTo>
                      <a:pt x="646" y="590"/>
                    </a:lnTo>
                    <a:lnTo>
                      <a:pt x="652" y="619"/>
                    </a:lnTo>
                    <a:lnTo>
                      <a:pt x="662" y="614"/>
                    </a:lnTo>
                    <a:lnTo>
                      <a:pt x="663" y="612"/>
                    </a:lnTo>
                    <a:lnTo>
                      <a:pt x="658" y="603"/>
                    </a:lnTo>
                    <a:lnTo>
                      <a:pt x="656" y="592"/>
                    </a:lnTo>
                    <a:lnTo>
                      <a:pt x="640" y="555"/>
                    </a:lnTo>
                    <a:lnTo>
                      <a:pt x="631" y="544"/>
                    </a:lnTo>
                    <a:lnTo>
                      <a:pt x="614" y="531"/>
                    </a:lnTo>
                    <a:lnTo>
                      <a:pt x="614" y="527"/>
                    </a:lnTo>
                    <a:lnTo>
                      <a:pt x="626" y="516"/>
                    </a:lnTo>
                    <a:lnTo>
                      <a:pt x="631" y="509"/>
                    </a:lnTo>
                    <a:lnTo>
                      <a:pt x="634" y="507"/>
                    </a:lnTo>
                    <a:lnTo>
                      <a:pt x="638" y="504"/>
                    </a:lnTo>
                    <a:lnTo>
                      <a:pt x="640" y="503"/>
                    </a:lnTo>
                    <a:lnTo>
                      <a:pt x="641" y="500"/>
                    </a:lnTo>
                    <a:lnTo>
                      <a:pt x="640" y="493"/>
                    </a:lnTo>
                    <a:lnTo>
                      <a:pt x="638" y="488"/>
                    </a:lnTo>
                    <a:lnTo>
                      <a:pt x="633" y="479"/>
                    </a:lnTo>
                    <a:lnTo>
                      <a:pt x="625" y="471"/>
                    </a:lnTo>
                    <a:lnTo>
                      <a:pt x="618" y="466"/>
                    </a:lnTo>
                    <a:lnTo>
                      <a:pt x="617" y="463"/>
                    </a:lnTo>
                    <a:lnTo>
                      <a:pt x="615" y="453"/>
                    </a:lnTo>
                    <a:lnTo>
                      <a:pt x="613" y="447"/>
                    </a:lnTo>
                    <a:lnTo>
                      <a:pt x="613" y="439"/>
                    </a:lnTo>
                    <a:lnTo>
                      <a:pt x="609" y="431"/>
                    </a:lnTo>
                    <a:lnTo>
                      <a:pt x="609" y="419"/>
                    </a:lnTo>
                    <a:lnTo>
                      <a:pt x="613" y="413"/>
                    </a:lnTo>
                    <a:lnTo>
                      <a:pt x="615" y="403"/>
                    </a:lnTo>
                    <a:lnTo>
                      <a:pt x="615" y="392"/>
                    </a:lnTo>
                    <a:lnTo>
                      <a:pt x="624" y="382"/>
                    </a:lnTo>
                    <a:lnTo>
                      <a:pt x="624" y="369"/>
                    </a:lnTo>
                    <a:lnTo>
                      <a:pt x="626" y="364"/>
                    </a:lnTo>
                    <a:lnTo>
                      <a:pt x="633" y="358"/>
                    </a:lnTo>
                    <a:lnTo>
                      <a:pt x="633" y="353"/>
                    </a:lnTo>
                    <a:lnTo>
                      <a:pt x="630" y="344"/>
                    </a:lnTo>
                    <a:lnTo>
                      <a:pt x="628" y="342"/>
                    </a:lnTo>
                    <a:lnTo>
                      <a:pt x="624" y="342"/>
                    </a:lnTo>
                    <a:lnTo>
                      <a:pt x="614" y="342"/>
                    </a:lnTo>
                    <a:lnTo>
                      <a:pt x="595" y="350"/>
                    </a:lnTo>
                    <a:lnTo>
                      <a:pt x="583" y="353"/>
                    </a:lnTo>
                    <a:lnTo>
                      <a:pt x="576" y="353"/>
                    </a:lnTo>
                    <a:lnTo>
                      <a:pt x="567" y="350"/>
                    </a:lnTo>
                    <a:lnTo>
                      <a:pt x="563" y="349"/>
                    </a:lnTo>
                    <a:lnTo>
                      <a:pt x="558" y="347"/>
                    </a:lnTo>
                    <a:lnTo>
                      <a:pt x="552" y="345"/>
                    </a:lnTo>
                    <a:lnTo>
                      <a:pt x="544" y="348"/>
                    </a:lnTo>
                    <a:lnTo>
                      <a:pt x="542" y="350"/>
                    </a:lnTo>
                    <a:lnTo>
                      <a:pt x="536" y="350"/>
                    </a:lnTo>
                    <a:lnTo>
                      <a:pt x="527" y="350"/>
                    </a:lnTo>
                    <a:lnTo>
                      <a:pt x="523" y="348"/>
                    </a:lnTo>
                    <a:lnTo>
                      <a:pt x="522" y="348"/>
                    </a:lnTo>
                    <a:lnTo>
                      <a:pt x="494" y="307"/>
                    </a:lnTo>
                    <a:lnTo>
                      <a:pt x="493" y="305"/>
                    </a:lnTo>
                    <a:lnTo>
                      <a:pt x="490" y="302"/>
                    </a:lnTo>
                    <a:lnTo>
                      <a:pt x="479" y="301"/>
                    </a:lnTo>
                    <a:lnTo>
                      <a:pt x="473" y="297"/>
                    </a:lnTo>
                    <a:lnTo>
                      <a:pt x="461" y="293"/>
                    </a:lnTo>
                    <a:lnTo>
                      <a:pt x="443" y="294"/>
                    </a:lnTo>
                    <a:lnTo>
                      <a:pt x="425" y="299"/>
                    </a:lnTo>
                    <a:lnTo>
                      <a:pt x="415" y="300"/>
                    </a:lnTo>
                    <a:lnTo>
                      <a:pt x="400" y="299"/>
                    </a:lnTo>
                    <a:lnTo>
                      <a:pt x="383" y="291"/>
                    </a:lnTo>
                    <a:lnTo>
                      <a:pt x="380" y="284"/>
                    </a:lnTo>
                    <a:lnTo>
                      <a:pt x="376" y="283"/>
                    </a:lnTo>
                    <a:lnTo>
                      <a:pt x="364" y="277"/>
                    </a:lnTo>
                    <a:lnTo>
                      <a:pt x="362" y="274"/>
                    </a:lnTo>
                    <a:lnTo>
                      <a:pt x="362" y="241"/>
                    </a:lnTo>
                    <a:lnTo>
                      <a:pt x="360" y="232"/>
                    </a:lnTo>
                    <a:lnTo>
                      <a:pt x="357" y="226"/>
                    </a:lnTo>
                    <a:lnTo>
                      <a:pt x="353" y="223"/>
                    </a:lnTo>
                    <a:lnTo>
                      <a:pt x="351" y="220"/>
                    </a:lnTo>
                    <a:lnTo>
                      <a:pt x="344" y="211"/>
                    </a:lnTo>
                    <a:lnTo>
                      <a:pt x="341" y="208"/>
                    </a:lnTo>
                    <a:lnTo>
                      <a:pt x="338" y="188"/>
                    </a:lnTo>
                    <a:lnTo>
                      <a:pt x="335" y="182"/>
                    </a:lnTo>
                    <a:lnTo>
                      <a:pt x="334" y="180"/>
                    </a:lnTo>
                    <a:lnTo>
                      <a:pt x="310" y="181"/>
                    </a:lnTo>
                    <a:lnTo>
                      <a:pt x="316" y="167"/>
                    </a:lnTo>
                    <a:lnTo>
                      <a:pt x="324" y="152"/>
                    </a:lnTo>
                    <a:lnTo>
                      <a:pt x="337" y="107"/>
                    </a:lnTo>
                    <a:lnTo>
                      <a:pt x="350" y="85"/>
                    </a:lnTo>
                    <a:lnTo>
                      <a:pt x="375" y="62"/>
                    </a:lnTo>
                    <a:lnTo>
                      <a:pt x="378" y="57"/>
                    </a:lnTo>
                    <a:lnTo>
                      <a:pt x="383" y="47"/>
                    </a:lnTo>
                    <a:lnTo>
                      <a:pt x="389" y="41"/>
                    </a:lnTo>
                    <a:lnTo>
                      <a:pt x="404" y="35"/>
                    </a:lnTo>
                    <a:lnTo>
                      <a:pt x="419" y="3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66" name="Google Shape;2266;p5">
                <a:extLst>
                  <a:ext uri="{FF2B5EF4-FFF2-40B4-BE49-F238E27FC236}">
                    <a16:creationId xmlns:a16="http://schemas.microsoft.com/office/drawing/2014/main" id="{15860814-5415-39BF-DB70-64B9BC795E22}"/>
                  </a:ext>
                </a:extLst>
              </p:cNvPr>
              <p:cNvSpPr/>
              <p:nvPr/>
            </p:nvSpPr>
            <p:spPr>
              <a:xfrm>
                <a:off x="1751" y="2592"/>
                <a:ext cx="132" cy="151"/>
              </a:xfrm>
              <a:custGeom>
                <a:avLst/>
                <a:gdLst/>
                <a:ahLst/>
                <a:cxnLst/>
                <a:rect l="l" t="t" r="r" b="b"/>
                <a:pathLst>
                  <a:path w="658" h="754" extrusionOk="0">
                    <a:moveTo>
                      <a:pt x="1" y="70"/>
                    </a:moveTo>
                    <a:lnTo>
                      <a:pt x="3" y="68"/>
                    </a:lnTo>
                    <a:lnTo>
                      <a:pt x="11" y="68"/>
                    </a:lnTo>
                    <a:lnTo>
                      <a:pt x="29" y="74"/>
                    </a:lnTo>
                    <a:lnTo>
                      <a:pt x="70" y="75"/>
                    </a:lnTo>
                    <a:lnTo>
                      <a:pt x="78" y="71"/>
                    </a:lnTo>
                    <a:lnTo>
                      <a:pt x="83" y="68"/>
                    </a:lnTo>
                    <a:lnTo>
                      <a:pt x="109" y="59"/>
                    </a:lnTo>
                    <a:lnTo>
                      <a:pt x="116" y="55"/>
                    </a:lnTo>
                    <a:lnTo>
                      <a:pt x="141" y="33"/>
                    </a:lnTo>
                    <a:lnTo>
                      <a:pt x="158" y="14"/>
                    </a:lnTo>
                    <a:lnTo>
                      <a:pt x="164" y="7"/>
                    </a:lnTo>
                    <a:lnTo>
                      <a:pt x="180" y="4"/>
                    </a:lnTo>
                    <a:lnTo>
                      <a:pt x="186" y="4"/>
                    </a:lnTo>
                    <a:lnTo>
                      <a:pt x="213" y="0"/>
                    </a:lnTo>
                    <a:lnTo>
                      <a:pt x="232" y="1"/>
                    </a:lnTo>
                    <a:lnTo>
                      <a:pt x="235" y="4"/>
                    </a:lnTo>
                    <a:lnTo>
                      <a:pt x="240" y="11"/>
                    </a:lnTo>
                    <a:lnTo>
                      <a:pt x="243" y="28"/>
                    </a:lnTo>
                    <a:lnTo>
                      <a:pt x="243" y="60"/>
                    </a:lnTo>
                    <a:lnTo>
                      <a:pt x="242" y="70"/>
                    </a:lnTo>
                    <a:lnTo>
                      <a:pt x="237" y="77"/>
                    </a:lnTo>
                    <a:lnTo>
                      <a:pt x="235" y="81"/>
                    </a:lnTo>
                    <a:lnTo>
                      <a:pt x="234" y="88"/>
                    </a:lnTo>
                    <a:lnTo>
                      <a:pt x="240" y="112"/>
                    </a:lnTo>
                    <a:lnTo>
                      <a:pt x="249" y="125"/>
                    </a:lnTo>
                    <a:lnTo>
                      <a:pt x="256" y="131"/>
                    </a:lnTo>
                    <a:lnTo>
                      <a:pt x="283" y="151"/>
                    </a:lnTo>
                    <a:lnTo>
                      <a:pt x="296" y="155"/>
                    </a:lnTo>
                    <a:lnTo>
                      <a:pt x="313" y="157"/>
                    </a:lnTo>
                    <a:lnTo>
                      <a:pt x="332" y="157"/>
                    </a:lnTo>
                    <a:lnTo>
                      <a:pt x="348" y="161"/>
                    </a:lnTo>
                    <a:lnTo>
                      <a:pt x="355" y="167"/>
                    </a:lnTo>
                    <a:lnTo>
                      <a:pt x="356" y="171"/>
                    </a:lnTo>
                    <a:lnTo>
                      <a:pt x="363" y="179"/>
                    </a:lnTo>
                    <a:lnTo>
                      <a:pt x="372" y="183"/>
                    </a:lnTo>
                    <a:lnTo>
                      <a:pt x="410" y="193"/>
                    </a:lnTo>
                    <a:lnTo>
                      <a:pt x="426" y="208"/>
                    </a:lnTo>
                    <a:lnTo>
                      <a:pt x="431" y="211"/>
                    </a:lnTo>
                    <a:lnTo>
                      <a:pt x="441" y="211"/>
                    </a:lnTo>
                    <a:lnTo>
                      <a:pt x="450" y="209"/>
                    </a:lnTo>
                    <a:lnTo>
                      <a:pt x="455" y="209"/>
                    </a:lnTo>
                    <a:lnTo>
                      <a:pt x="468" y="211"/>
                    </a:lnTo>
                    <a:lnTo>
                      <a:pt x="487" y="222"/>
                    </a:lnTo>
                    <a:lnTo>
                      <a:pt x="493" y="227"/>
                    </a:lnTo>
                    <a:lnTo>
                      <a:pt x="501" y="238"/>
                    </a:lnTo>
                    <a:lnTo>
                      <a:pt x="506" y="253"/>
                    </a:lnTo>
                    <a:lnTo>
                      <a:pt x="507" y="268"/>
                    </a:lnTo>
                    <a:lnTo>
                      <a:pt x="511" y="276"/>
                    </a:lnTo>
                    <a:lnTo>
                      <a:pt x="514" y="281"/>
                    </a:lnTo>
                    <a:lnTo>
                      <a:pt x="514" y="290"/>
                    </a:lnTo>
                    <a:lnTo>
                      <a:pt x="512" y="307"/>
                    </a:lnTo>
                    <a:lnTo>
                      <a:pt x="503" y="308"/>
                    </a:lnTo>
                    <a:lnTo>
                      <a:pt x="503" y="312"/>
                    </a:lnTo>
                    <a:lnTo>
                      <a:pt x="504" y="317"/>
                    </a:lnTo>
                    <a:lnTo>
                      <a:pt x="511" y="334"/>
                    </a:lnTo>
                    <a:lnTo>
                      <a:pt x="518" y="356"/>
                    </a:lnTo>
                    <a:lnTo>
                      <a:pt x="524" y="369"/>
                    </a:lnTo>
                    <a:lnTo>
                      <a:pt x="539" y="369"/>
                    </a:lnTo>
                    <a:lnTo>
                      <a:pt x="550" y="370"/>
                    </a:lnTo>
                    <a:lnTo>
                      <a:pt x="563" y="370"/>
                    </a:lnTo>
                    <a:lnTo>
                      <a:pt x="568" y="372"/>
                    </a:lnTo>
                    <a:lnTo>
                      <a:pt x="611" y="372"/>
                    </a:lnTo>
                    <a:lnTo>
                      <a:pt x="616" y="373"/>
                    </a:lnTo>
                    <a:lnTo>
                      <a:pt x="619" y="376"/>
                    </a:lnTo>
                    <a:lnTo>
                      <a:pt x="620" y="381"/>
                    </a:lnTo>
                    <a:lnTo>
                      <a:pt x="619" y="391"/>
                    </a:lnTo>
                    <a:lnTo>
                      <a:pt x="616" y="399"/>
                    </a:lnTo>
                    <a:lnTo>
                      <a:pt x="616" y="405"/>
                    </a:lnTo>
                    <a:lnTo>
                      <a:pt x="620" y="425"/>
                    </a:lnTo>
                    <a:lnTo>
                      <a:pt x="638" y="431"/>
                    </a:lnTo>
                    <a:lnTo>
                      <a:pt x="641" y="434"/>
                    </a:lnTo>
                    <a:lnTo>
                      <a:pt x="644" y="448"/>
                    </a:lnTo>
                    <a:lnTo>
                      <a:pt x="656" y="467"/>
                    </a:lnTo>
                    <a:lnTo>
                      <a:pt x="658" y="477"/>
                    </a:lnTo>
                    <a:lnTo>
                      <a:pt x="658" y="500"/>
                    </a:lnTo>
                    <a:lnTo>
                      <a:pt x="657" y="529"/>
                    </a:lnTo>
                    <a:lnTo>
                      <a:pt x="656" y="533"/>
                    </a:lnTo>
                    <a:lnTo>
                      <a:pt x="649" y="544"/>
                    </a:lnTo>
                    <a:lnTo>
                      <a:pt x="644" y="555"/>
                    </a:lnTo>
                    <a:lnTo>
                      <a:pt x="644" y="561"/>
                    </a:lnTo>
                    <a:lnTo>
                      <a:pt x="644" y="569"/>
                    </a:lnTo>
                    <a:lnTo>
                      <a:pt x="646" y="574"/>
                    </a:lnTo>
                    <a:lnTo>
                      <a:pt x="647" y="586"/>
                    </a:lnTo>
                    <a:lnTo>
                      <a:pt x="646" y="587"/>
                    </a:lnTo>
                    <a:lnTo>
                      <a:pt x="638" y="590"/>
                    </a:lnTo>
                    <a:lnTo>
                      <a:pt x="637" y="591"/>
                    </a:lnTo>
                    <a:lnTo>
                      <a:pt x="631" y="585"/>
                    </a:lnTo>
                    <a:lnTo>
                      <a:pt x="630" y="581"/>
                    </a:lnTo>
                    <a:lnTo>
                      <a:pt x="615" y="560"/>
                    </a:lnTo>
                    <a:lnTo>
                      <a:pt x="605" y="552"/>
                    </a:lnTo>
                    <a:lnTo>
                      <a:pt x="595" y="544"/>
                    </a:lnTo>
                    <a:lnTo>
                      <a:pt x="582" y="541"/>
                    </a:lnTo>
                    <a:lnTo>
                      <a:pt x="539" y="541"/>
                    </a:lnTo>
                    <a:lnTo>
                      <a:pt x="535" y="541"/>
                    </a:lnTo>
                    <a:lnTo>
                      <a:pt x="504" y="549"/>
                    </a:lnTo>
                    <a:lnTo>
                      <a:pt x="501" y="549"/>
                    </a:lnTo>
                    <a:lnTo>
                      <a:pt x="447" y="566"/>
                    </a:lnTo>
                    <a:lnTo>
                      <a:pt x="428" y="570"/>
                    </a:lnTo>
                    <a:lnTo>
                      <a:pt x="426" y="576"/>
                    </a:lnTo>
                    <a:lnTo>
                      <a:pt x="423" y="591"/>
                    </a:lnTo>
                    <a:lnTo>
                      <a:pt x="412" y="607"/>
                    </a:lnTo>
                    <a:lnTo>
                      <a:pt x="401" y="625"/>
                    </a:lnTo>
                    <a:lnTo>
                      <a:pt x="401" y="628"/>
                    </a:lnTo>
                    <a:lnTo>
                      <a:pt x="401" y="654"/>
                    </a:lnTo>
                    <a:lnTo>
                      <a:pt x="402" y="658"/>
                    </a:lnTo>
                    <a:lnTo>
                      <a:pt x="402" y="665"/>
                    </a:lnTo>
                    <a:lnTo>
                      <a:pt x="391" y="705"/>
                    </a:lnTo>
                    <a:lnTo>
                      <a:pt x="383" y="720"/>
                    </a:lnTo>
                    <a:lnTo>
                      <a:pt x="375" y="716"/>
                    </a:lnTo>
                    <a:lnTo>
                      <a:pt x="369" y="711"/>
                    </a:lnTo>
                    <a:lnTo>
                      <a:pt x="362" y="706"/>
                    </a:lnTo>
                    <a:lnTo>
                      <a:pt x="359" y="705"/>
                    </a:lnTo>
                    <a:lnTo>
                      <a:pt x="351" y="704"/>
                    </a:lnTo>
                    <a:lnTo>
                      <a:pt x="334" y="704"/>
                    </a:lnTo>
                    <a:lnTo>
                      <a:pt x="315" y="701"/>
                    </a:lnTo>
                    <a:lnTo>
                      <a:pt x="307" y="701"/>
                    </a:lnTo>
                    <a:lnTo>
                      <a:pt x="304" y="705"/>
                    </a:lnTo>
                    <a:lnTo>
                      <a:pt x="300" y="724"/>
                    </a:lnTo>
                    <a:lnTo>
                      <a:pt x="297" y="735"/>
                    </a:lnTo>
                    <a:lnTo>
                      <a:pt x="296" y="741"/>
                    </a:lnTo>
                    <a:lnTo>
                      <a:pt x="293" y="741"/>
                    </a:lnTo>
                    <a:lnTo>
                      <a:pt x="282" y="730"/>
                    </a:lnTo>
                    <a:lnTo>
                      <a:pt x="281" y="726"/>
                    </a:lnTo>
                    <a:lnTo>
                      <a:pt x="278" y="725"/>
                    </a:lnTo>
                    <a:lnTo>
                      <a:pt x="275" y="719"/>
                    </a:lnTo>
                    <a:lnTo>
                      <a:pt x="271" y="715"/>
                    </a:lnTo>
                    <a:lnTo>
                      <a:pt x="250" y="710"/>
                    </a:lnTo>
                    <a:lnTo>
                      <a:pt x="245" y="710"/>
                    </a:lnTo>
                    <a:lnTo>
                      <a:pt x="237" y="708"/>
                    </a:lnTo>
                    <a:lnTo>
                      <a:pt x="211" y="708"/>
                    </a:lnTo>
                    <a:lnTo>
                      <a:pt x="202" y="695"/>
                    </a:lnTo>
                    <a:lnTo>
                      <a:pt x="196" y="689"/>
                    </a:lnTo>
                    <a:lnTo>
                      <a:pt x="192" y="689"/>
                    </a:lnTo>
                    <a:lnTo>
                      <a:pt x="189" y="690"/>
                    </a:lnTo>
                    <a:lnTo>
                      <a:pt x="176" y="708"/>
                    </a:lnTo>
                    <a:lnTo>
                      <a:pt x="165" y="716"/>
                    </a:lnTo>
                    <a:lnTo>
                      <a:pt x="157" y="725"/>
                    </a:lnTo>
                    <a:lnTo>
                      <a:pt x="151" y="733"/>
                    </a:lnTo>
                    <a:lnTo>
                      <a:pt x="149" y="737"/>
                    </a:lnTo>
                    <a:lnTo>
                      <a:pt x="143" y="747"/>
                    </a:lnTo>
                    <a:lnTo>
                      <a:pt x="138" y="752"/>
                    </a:lnTo>
                    <a:lnTo>
                      <a:pt x="136" y="752"/>
                    </a:lnTo>
                    <a:lnTo>
                      <a:pt x="126" y="752"/>
                    </a:lnTo>
                    <a:lnTo>
                      <a:pt x="120" y="754"/>
                    </a:lnTo>
                    <a:lnTo>
                      <a:pt x="108" y="754"/>
                    </a:lnTo>
                    <a:lnTo>
                      <a:pt x="101" y="754"/>
                    </a:lnTo>
                    <a:lnTo>
                      <a:pt x="94" y="751"/>
                    </a:lnTo>
                    <a:lnTo>
                      <a:pt x="94" y="749"/>
                    </a:lnTo>
                    <a:lnTo>
                      <a:pt x="90" y="737"/>
                    </a:lnTo>
                    <a:lnTo>
                      <a:pt x="90" y="733"/>
                    </a:lnTo>
                    <a:lnTo>
                      <a:pt x="86" y="711"/>
                    </a:lnTo>
                    <a:lnTo>
                      <a:pt x="86" y="693"/>
                    </a:lnTo>
                    <a:lnTo>
                      <a:pt x="83" y="671"/>
                    </a:lnTo>
                    <a:lnTo>
                      <a:pt x="77" y="661"/>
                    </a:lnTo>
                    <a:lnTo>
                      <a:pt x="77" y="652"/>
                    </a:lnTo>
                    <a:lnTo>
                      <a:pt x="74" y="639"/>
                    </a:lnTo>
                    <a:lnTo>
                      <a:pt x="73" y="635"/>
                    </a:lnTo>
                    <a:lnTo>
                      <a:pt x="66" y="628"/>
                    </a:lnTo>
                    <a:lnTo>
                      <a:pt x="61" y="626"/>
                    </a:lnTo>
                    <a:lnTo>
                      <a:pt x="58" y="623"/>
                    </a:lnTo>
                    <a:lnTo>
                      <a:pt x="58" y="615"/>
                    </a:lnTo>
                    <a:lnTo>
                      <a:pt x="58" y="607"/>
                    </a:lnTo>
                    <a:lnTo>
                      <a:pt x="55" y="602"/>
                    </a:lnTo>
                    <a:lnTo>
                      <a:pt x="47" y="598"/>
                    </a:lnTo>
                    <a:lnTo>
                      <a:pt x="47" y="592"/>
                    </a:lnTo>
                    <a:lnTo>
                      <a:pt x="50" y="580"/>
                    </a:lnTo>
                    <a:lnTo>
                      <a:pt x="51" y="579"/>
                    </a:lnTo>
                    <a:lnTo>
                      <a:pt x="58" y="575"/>
                    </a:lnTo>
                    <a:lnTo>
                      <a:pt x="61" y="574"/>
                    </a:lnTo>
                    <a:lnTo>
                      <a:pt x="61" y="570"/>
                    </a:lnTo>
                    <a:lnTo>
                      <a:pt x="57" y="564"/>
                    </a:lnTo>
                    <a:lnTo>
                      <a:pt x="58" y="558"/>
                    </a:lnTo>
                    <a:lnTo>
                      <a:pt x="62" y="553"/>
                    </a:lnTo>
                    <a:lnTo>
                      <a:pt x="61" y="543"/>
                    </a:lnTo>
                    <a:lnTo>
                      <a:pt x="54" y="536"/>
                    </a:lnTo>
                    <a:lnTo>
                      <a:pt x="41" y="526"/>
                    </a:lnTo>
                    <a:lnTo>
                      <a:pt x="36" y="521"/>
                    </a:lnTo>
                    <a:lnTo>
                      <a:pt x="33" y="512"/>
                    </a:lnTo>
                    <a:lnTo>
                      <a:pt x="29" y="480"/>
                    </a:lnTo>
                    <a:lnTo>
                      <a:pt x="29" y="470"/>
                    </a:lnTo>
                    <a:lnTo>
                      <a:pt x="22" y="461"/>
                    </a:lnTo>
                    <a:lnTo>
                      <a:pt x="18" y="457"/>
                    </a:lnTo>
                    <a:lnTo>
                      <a:pt x="7" y="443"/>
                    </a:lnTo>
                    <a:lnTo>
                      <a:pt x="4" y="443"/>
                    </a:lnTo>
                    <a:lnTo>
                      <a:pt x="2" y="439"/>
                    </a:lnTo>
                    <a:lnTo>
                      <a:pt x="0" y="437"/>
                    </a:lnTo>
                    <a:lnTo>
                      <a:pt x="1" y="431"/>
                    </a:lnTo>
                    <a:lnTo>
                      <a:pt x="12" y="412"/>
                    </a:lnTo>
                    <a:lnTo>
                      <a:pt x="23" y="400"/>
                    </a:lnTo>
                    <a:lnTo>
                      <a:pt x="35" y="383"/>
                    </a:lnTo>
                    <a:lnTo>
                      <a:pt x="36" y="373"/>
                    </a:lnTo>
                    <a:lnTo>
                      <a:pt x="35" y="370"/>
                    </a:lnTo>
                    <a:lnTo>
                      <a:pt x="29" y="365"/>
                    </a:lnTo>
                    <a:lnTo>
                      <a:pt x="24" y="362"/>
                    </a:lnTo>
                    <a:lnTo>
                      <a:pt x="20" y="357"/>
                    </a:lnTo>
                    <a:lnTo>
                      <a:pt x="18" y="356"/>
                    </a:lnTo>
                    <a:lnTo>
                      <a:pt x="17" y="350"/>
                    </a:lnTo>
                    <a:lnTo>
                      <a:pt x="15" y="342"/>
                    </a:lnTo>
                    <a:lnTo>
                      <a:pt x="17" y="328"/>
                    </a:lnTo>
                    <a:lnTo>
                      <a:pt x="22" y="319"/>
                    </a:lnTo>
                    <a:lnTo>
                      <a:pt x="27" y="316"/>
                    </a:lnTo>
                    <a:lnTo>
                      <a:pt x="29" y="308"/>
                    </a:lnTo>
                    <a:lnTo>
                      <a:pt x="29" y="303"/>
                    </a:lnTo>
                    <a:lnTo>
                      <a:pt x="27" y="297"/>
                    </a:lnTo>
                    <a:lnTo>
                      <a:pt x="18" y="286"/>
                    </a:lnTo>
                    <a:lnTo>
                      <a:pt x="18" y="283"/>
                    </a:lnTo>
                    <a:lnTo>
                      <a:pt x="22" y="276"/>
                    </a:lnTo>
                    <a:lnTo>
                      <a:pt x="35" y="270"/>
                    </a:lnTo>
                    <a:lnTo>
                      <a:pt x="36" y="268"/>
                    </a:lnTo>
                    <a:lnTo>
                      <a:pt x="36" y="249"/>
                    </a:lnTo>
                    <a:lnTo>
                      <a:pt x="33" y="231"/>
                    </a:lnTo>
                    <a:lnTo>
                      <a:pt x="33" y="220"/>
                    </a:lnTo>
                    <a:lnTo>
                      <a:pt x="35" y="201"/>
                    </a:lnTo>
                    <a:lnTo>
                      <a:pt x="35" y="177"/>
                    </a:lnTo>
                    <a:lnTo>
                      <a:pt x="40" y="166"/>
                    </a:lnTo>
                    <a:lnTo>
                      <a:pt x="47" y="157"/>
                    </a:lnTo>
                    <a:lnTo>
                      <a:pt x="50" y="155"/>
                    </a:lnTo>
                    <a:lnTo>
                      <a:pt x="50" y="152"/>
                    </a:lnTo>
                    <a:lnTo>
                      <a:pt x="35" y="129"/>
                    </a:lnTo>
                    <a:lnTo>
                      <a:pt x="1" y="7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67" name="Google Shape;2267;p5">
                <a:extLst>
                  <a:ext uri="{FF2B5EF4-FFF2-40B4-BE49-F238E27FC236}">
                    <a16:creationId xmlns:a16="http://schemas.microsoft.com/office/drawing/2014/main" id="{EB4F2EE6-2720-8650-C361-110FFD6F46B5}"/>
                  </a:ext>
                </a:extLst>
              </p:cNvPr>
              <p:cNvSpPr/>
              <p:nvPr/>
            </p:nvSpPr>
            <p:spPr>
              <a:xfrm>
                <a:off x="1874" y="2831"/>
                <a:ext cx="59" cy="63"/>
              </a:xfrm>
              <a:custGeom>
                <a:avLst/>
                <a:gdLst/>
                <a:ahLst/>
                <a:cxnLst/>
                <a:rect l="l" t="t" r="r" b="b"/>
                <a:pathLst>
                  <a:path w="292" h="314" extrusionOk="0">
                    <a:moveTo>
                      <a:pt x="0" y="252"/>
                    </a:moveTo>
                    <a:lnTo>
                      <a:pt x="2" y="252"/>
                    </a:lnTo>
                    <a:lnTo>
                      <a:pt x="9" y="253"/>
                    </a:lnTo>
                    <a:lnTo>
                      <a:pt x="26" y="272"/>
                    </a:lnTo>
                    <a:lnTo>
                      <a:pt x="29" y="281"/>
                    </a:lnTo>
                    <a:lnTo>
                      <a:pt x="56" y="283"/>
                    </a:lnTo>
                    <a:lnTo>
                      <a:pt x="66" y="283"/>
                    </a:lnTo>
                    <a:lnTo>
                      <a:pt x="91" y="297"/>
                    </a:lnTo>
                    <a:lnTo>
                      <a:pt x="104" y="302"/>
                    </a:lnTo>
                    <a:lnTo>
                      <a:pt x="115" y="304"/>
                    </a:lnTo>
                    <a:lnTo>
                      <a:pt x="123" y="309"/>
                    </a:lnTo>
                    <a:lnTo>
                      <a:pt x="129" y="310"/>
                    </a:lnTo>
                    <a:lnTo>
                      <a:pt x="149" y="307"/>
                    </a:lnTo>
                    <a:lnTo>
                      <a:pt x="162" y="307"/>
                    </a:lnTo>
                    <a:lnTo>
                      <a:pt x="183" y="310"/>
                    </a:lnTo>
                    <a:lnTo>
                      <a:pt x="197" y="314"/>
                    </a:lnTo>
                    <a:lnTo>
                      <a:pt x="212" y="309"/>
                    </a:lnTo>
                    <a:lnTo>
                      <a:pt x="225" y="303"/>
                    </a:lnTo>
                    <a:lnTo>
                      <a:pt x="236" y="295"/>
                    </a:lnTo>
                    <a:lnTo>
                      <a:pt x="246" y="283"/>
                    </a:lnTo>
                    <a:lnTo>
                      <a:pt x="249" y="281"/>
                    </a:lnTo>
                    <a:lnTo>
                      <a:pt x="253" y="272"/>
                    </a:lnTo>
                    <a:lnTo>
                      <a:pt x="260" y="265"/>
                    </a:lnTo>
                    <a:lnTo>
                      <a:pt x="268" y="253"/>
                    </a:lnTo>
                    <a:lnTo>
                      <a:pt x="271" y="240"/>
                    </a:lnTo>
                    <a:lnTo>
                      <a:pt x="276" y="236"/>
                    </a:lnTo>
                    <a:lnTo>
                      <a:pt x="273" y="231"/>
                    </a:lnTo>
                    <a:lnTo>
                      <a:pt x="271" y="229"/>
                    </a:lnTo>
                    <a:lnTo>
                      <a:pt x="274" y="215"/>
                    </a:lnTo>
                    <a:lnTo>
                      <a:pt x="274" y="199"/>
                    </a:lnTo>
                    <a:lnTo>
                      <a:pt x="276" y="191"/>
                    </a:lnTo>
                    <a:lnTo>
                      <a:pt x="281" y="184"/>
                    </a:lnTo>
                    <a:lnTo>
                      <a:pt x="284" y="183"/>
                    </a:lnTo>
                    <a:lnTo>
                      <a:pt x="286" y="175"/>
                    </a:lnTo>
                    <a:lnTo>
                      <a:pt x="291" y="174"/>
                    </a:lnTo>
                    <a:lnTo>
                      <a:pt x="292" y="172"/>
                    </a:lnTo>
                    <a:lnTo>
                      <a:pt x="287" y="163"/>
                    </a:lnTo>
                    <a:lnTo>
                      <a:pt x="267" y="148"/>
                    </a:lnTo>
                    <a:lnTo>
                      <a:pt x="264" y="145"/>
                    </a:lnTo>
                    <a:lnTo>
                      <a:pt x="260" y="126"/>
                    </a:lnTo>
                    <a:lnTo>
                      <a:pt x="257" y="120"/>
                    </a:lnTo>
                    <a:lnTo>
                      <a:pt x="242" y="113"/>
                    </a:lnTo>
                    <a:lnTo>
                      <a:pt x="237" y="112"/>
                    </a:lnTo>
                    <a:lnTo>
                      <a:pt x="228" y="108"/>
                    </a:lnTo>
                    <a:lnTo>
                      <a:pt x="222" y="102"/>
                    </a:lnTo>
                    <a:lnTo>
                      <a:pt x="215" y="91"/>
                    </a:lnTo>
                    <a:lnTo>
                      <a:pt x="212" y="87"/>
                    </a:lnTo>
                    <a:lnTo>
                      <a:pt x="200" y="86"/>
                    </a:lnTo>
                    <a:lnTo>
                      <a:pt x="193" y="77"/>
                    </a:lnTo>
                    <a:lnTo>
                      <a:pt x="185" y="77"/>
                    </a:lnTo>
                    <a:lnTo>
                      <a:pt x="181" y="76"/>
                    </a:lnTo>
                    <a:lnTo>
                      <a:pt x="178" y="73"/>
                    </a:lnTo>
                    <a:lnTo>
                      <a:pt x="171" y="65"/>
                    </a:lnTo>
                    <a:lnTo>
                      <a:pt x="166" y="55"/>
                    </a:lnTo>
                    <a:lnTo>
                      <a:pt x="165" y="51"/>
                    </a:lnTo>
                    <a:lnTo>
                      <a:pt x="160" y="48"/>
                    </a:lnTo>
                    <a:lnTo>
                      <a:pt x="146" y="59"/>
                    </a:lnTo>
                    <a:lnTo>
                      <a:pt x="142" y="60"/>
                    </a:lnTo>
                    <a:lnTo>
                      <a:pt x="134" y="59"/>
                    </a:lnTo>
                    <a:lnTo>
                      <a:pt x="133" y="50"/>
                    </a:lnTo>
                    <a:lnTo>
                      <a:pt x="128" y="35"/>
                    </a:lnTo>
                    <a:lnTo>
                      <a:pt x="119" y="27"/>
                    </a:lnTo>
                    <a:lnTo>
                      <a:pt x="108" y="17"/>
                    </a:lnTo>
                    <a:lnTo>
                      <a:pt x="103" y="12"/>
                    </a:lnTo>
                    <a:lnTo>
                      <a:pt x="91" y="2"/>
                    </a:lnTo>
                    <a:lnTo>
                      <a:pt x="85" y="0"/>
                    </a:lnTo>
                    <a:lnTo>
                      <a:pt x="80" y="0"/>
                    </a:lnTo>
                    <a:lnTo>
                      <a:pt x="75" y="2"/>
                    </a:lnTo>
                    <a:lnTo>
                      <a:pt x="71" y="8"/>
                    </a:lnTo>
                    <a:lnTo>
                      <a:pt x="64" y="12"/>
                    </a:lnTo>
                    <a:lnTo>
                      <a:pt x="45" y="10"/>
                    </a:lnTo>
                    <a:lnTo>
                      <a:pt x="44" y="16"/>
                    </a:lnTo>
                    <a:lnTo>
                      <a:pt x="34" y="24"/>
                    </a:lnTo>
                    <a:lnTo>
                      <a:pt x="33" y="27"/>
                    </a:lnTo>
                    <a:lnTo>
                      <a:pt x="34" y="50"/>
                    </a:lnTo>
                    <a:lnTo>
                      <a:pt x="31" y="72"/>
                    </a:lnTo>
                    <a:lnTo>
                      <a:pt x="31" y="87"/>
                    </a:lnTo>
                    <a:lnTo>
                      <a:pt x="29" y="97"/>
                    </a:lnTo>
                    <a:lnTo>
                      <a:pt x="20" y="121"/>
                    </a:lnTo>
                    <a:lnTo>
                      <a:pt x="20" y="172"/>
                    </a:lnTo>
                    <a:lnTo>
                      <a:pt x="18" y="182"/>
                    </a:lnTo>
                    <a:lnTo>
                      <a:pt x="16" y="188"/>
                    </a:lnTo>
                    <a:lnTo>
                      <a:pt x="9" y="201"/>
                    </a:lnTo>
                    <a:lnTo>
                      <a:pt x="5" y="210"/>
                    </a:lnTo>
                    <a:lnTo>
                      <a:pt x="1" y="236"/>
                    </a:lnTo>
                    <a:lnTo>
                      <a:pt x="0" y="25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68" name="Google Shape;2268;p5">
                <a:extLst>
                  <a:ext uri="{FF2B5EF4-FFF2-40B4-BE49-F238E27FC236}">
                    <a16:creationId xmlns:a16="http://schemas.microsoft.com/office/drawing/2014/main" id="{830A6EAA-5CD3-4F3F-58ED-22430B3EE953}"/>
                  </a:ext>
                </a:extLst>
              </p:cNvPr>
              <p:cNvSpPr/>
              <p:nvPr/>
            </p:nvSpPr>
            <p:spPr>
              <a:xfrm>
                <a:off x="1844" y="2396"/>
                <a:ext cx="53" cy="77"/>
              </a:xfrm>
              <a:custGeom>
                <a:avLst/>
                <a:gdLst/>
                <a:ahLst/>
                <a:cxnLst/>
                <a:rect l="l" t="t" r="r" b="b"/>
                <a:pathLst>
                  <a:path w="265" h="386" extrusionOk="0">
                    <a:moveTo>
                      <a:pt x="81" y="2"/>
                    </a:moveTo>
                    <a:lnTo>
                      <a:pt x="87" y="3"/>
                    </a:lnTo>
                    <a:lnTo>
                      <a:pt x="89" y="0"/>
                    </a:lnTo>
                    <a:lnTo>
                      <a:pt x="94" y="0"/>
                    </a:lnTo>
                    <a:lnTo>
                      <a:pt x="108" y="10"/>
                    </a:lnTo>
                    <a:lnTo>
                      <a:pt x="141" y="41"/>
                    </a:lnTo>
                    <a:lnTo>
                      <a:pt x="150" y="53"/>
                    </a:lnTo>
                    <a:lnTo>
                      <a:pt x="151" y="59"/>
                    </a:lnTo>
                    <a:lnTo>
                      <a:pt x="152" y="83"/>
                    </a:lnTo>
                    <a:lnTo>
                      <a:pt x="156" y="84"/>
                    </a:lnTo>
                    <a:lnTo>
                      <a:pt x="162" y="84"/>
                    </a:lnTo>
                    <a:lnTo>
                      <a:pt x="172" y="84"/>
                    </a:lnTo>
                    <a:lnTo>
                      <a:pt x="179" y="85"/>
                    </a:lnTo>
                    <a:lnTo>
                      <a:pt x="183" y="88"/>
                    </a:lnTo>
                    <a:lnTo>
                      <a:pt x="195" y="94"/>
                    </a:lnTo>
                    <a:lnTo>
                      <a:pt x="197" y="96"/>
                    </a:lnTo>
                    <a:lnTo>
                      <a:pt x="202" y="104"/>
                    </a:lnTo>
                    <a:lnTo>
                      <a:pt x="211" y="112"/>
                    </a:lnTo>
                    <a:lnTo>
                      <a:pt x="222" y="120"/>
                    </a:lnTo>
                    <a:lnTo>
                      <a:pt x="228" y="136"/>
                    </a:lnTo>
                    <a:lnTo>
                      <a:pt x="232" y="139"/>
                    </a:lnTo>
                    <a:lnTo>
                      <a:pt x="231" y="142"/>
                    </a:lnTo>
                    <a:lnTo>
                      <a:pt x="224" y="148"/>
                    </a:lnTo>
                    <a:lnTo>
                      <a:pt x="217" y="159"/>
                    </a:lnTo>
                    <a:lnTo>
                      <a:pt x="216" y="163"/>
                    </a:lnTo>
                    <a:lnTo>
                      <a:pt x="218" y="165"/>
                    </a:lnTo>
                    <a:lnTo>
                      <a:pt x="220" y="165"/>
                    </a:lnTo>
                    <a:lnTo>
                      <a:pt x="220" y="172"/>
                    </a:lnTo>
                    <a:lnTo>
                      <a:pt x="213" y="179"/>
                    </a:lnTo>
                    <a:lnTo>
                      <a:pt x="212" y="182"/>
                    </a:lnTo>
                    <a:lnTo>
                      <a:pt x="205" y="183"/>
                    </a:lnTo>
                    <a:lnTo>
                      <a:pt x="196" y="183"/>
                    </a:lnTo>
                    <a:lnTo>
                      <a:pt x="189" y="186"/>
                    </a:lnTo>
                    <a:lnTo>
                      <a:pt x="185" y="188"/>
                    </a:lnTo>
                    <a:lnTo>
                      <a:pt x="184" y="191"/>
                    </a:lnTo>
                    <a:lnTo>
                      <a:pt x="183" y="193"/>
                    </a:lnTo>
                    <a:lnTo>
                      <a:pt x="181" y="208"/>
                    </a:lnTo>
                    <a:lnTo>
                      <a:pt x="178" y="217"/>
                    </a:lnTo>
                    <a:lnTo>
                      <a:pt x="174" y="228"/>
                    </a:lnTo>
                    <a:lnTo>
                      <a:pt x="174" y="234"/>
                    </a:lnTo>
                    <a:lnTo>
                      <a:pt x="180" y="240"/>
                    </a:lnTo>
                    <a:lnTo>
                      <a:pt x="189" y="255"/>
                    </a:lnTo>
                    <a:lnTo>
                      <a:pt x="191" y="256"/>
                    </a:lnTo>
                    <a:lnTo>
                      <a:pt x="200" y="263"/>
                    </a:lnTo>
                    <a:lnTo>
                      <a:pt x="200" y="268"/>
                    </a:lnTo>
                    <a:lnTo>
                      <a:pt x="204" y="272"/>
                    </a:lnTo>
                    <a:lnTo>
                      <a:pt x="205" y="273"/>
                    </a:lnTo>
                    <a:lnTo>
                      <a:pt x="217" y="273"/>
                    </a:lnTo>
                    <a:lnTo>
                      <a:pt x="220" y="276"/>
                    </a:lnTo>
                    <a:lnTo>
                      <a:pt x="221" y="284"/>
                    </a:lnTo>
                    <a:lnTo>
                      <a:pt x="226" y="289"/>
                    </a:lnTo>
                    <a:lnTo>
                      <a:pt x="226" y="299"/>
                    </a:lnTo>
                    <a:lnTo>
                      <a:pt x="232" y="305"/>
                    </a:lnTo>
                    <a:lnTo>
                      <a:pt x="233" y="311"/>
                    </a:lnTo>
                    <a:lnTo>
                      <a:pt x="239" y="321"/>
                    </a:lnTo>
                    <a:lnTo>
                      <a:pt x="253" y="338"/>
                    </a:lnTo>
                    <a:lnTo>
                      <a:pt x="263" y="347"/>
                    </a:lnTo>
                    <a:lnTo>
                      <a:pt x="265" y="347"/>
                    </a:lnTo>
                    <a:lnTo>
                      <a:pt x="265" y="349"/>
                    </a:lnTo>
                    <a:lnTo>
                      <a:pt x="254" y="350"/>
                    </a:lnTo>
                    <a:lnTo>
                      <a:pt x="240" y="352"/>
                    </a:lnTo>
                    <a:lnTo>
                      <a:pt x="234" y="349"/>
                    </a:lnTo>
                    <a:lnTo>
                      <a:pt x="233" y="348"/>
                    </a:lnTo>
                    <a:lnTo>
                      <a:pt x="229" y="347"/>
                    </a:lnTo>
                    <a:lnTo>
                      <a:pt x="224" y="347"/>
                    </a:lnTo>
                    <a:lnTo>
                      <a:pt x="213" y="353"/>
                    </a:lnTo>
                    <a:lnTo>
                      <a:pt x="205" y="363"/>
                    </a:lnTo>
                    <a:lnTo>
                      <a:pt x="191" y="363"/>
                    </a:lnTo>
                    <a:lnTo>
                      <a:pt x="183" y="366"/>
                    </a:lnTo>
                    <a:lnTo>
                      <a:pt x="178" y="371"/>
                    </a:lnTo>
                    <a:lnTo>
                      <a:pt x="167" y="371"/>
                    </a:lnTo>
                    <a:lnTo>
                      <a:pt x="158" y="374"/>
                    </a:lnTo>
                    <a:lnTo>
                      <a:pt x="152" y="384"/>
                    </a:lnTo>
                    <a:lnTo>
                      <a:pt x="147" y="386"/>
                    </a:lnTo>
                    <a:lnTo>
                      <a:pt x="134" y="386"/>
                    </a:lnTo>
                    <a:lnTo>
                      <a:pt x="124" y="384"/>
                    </a:lnTo>
                    <a:lnTo>
                      <a:pt x="108" y="374"/>
                    </a:lnTo>
                    <a:lnTo>
                      <a:pt x="102" y="369"/>
                    </a:lnTo>
                    <a:lnTo>
                      <a:pt x="98" y="363"/>
                    </a:lnTo>
                    <a:lnTo>
                      <a:pt x="95" y="362"/>
                    </a:lnTo>
                    <a:lnTo>
                      <a:pt x="91" y="357"/>
                    </a:lnTo>
                    <a:lnTo>
                      <a:pt x="89" y="354"/>
                    </a:lnTo>
                    <a:lnTo>
                      <a:pt x="91" y="341"/>
                    </a:lnTo>
                    <a:lnTo>
                      <a:pt x="89" y="332"/>
                    </a:lnTo>
                    <a:lnTo>
                      <a:pt x="78" y="322"/>
                    </a:lnTo>
                    <a:lnTo>
                      <a:pt x="77" y="319"/>
                    </a:lnTo>
                    <a:lnTo>
                      <a:pt x="77" y="288"/>
                    </a:lnTo>
                    <a:lnTo>
                      <a:pt x="83" y="274"/>
                    </a:lnTo>
                    <a:lnTo>
                      <a:pt x="86" y="267"/>
                    </a:lnTo>
                    <a:lnTo>
                      <a:pt x="86" y="257"/>
                    </a:lnTo>
                    <a:lnTo>
                      <a:pt x="95" y="244"/>
                    </a:lnTo>
                    <a:lnTo>
                      <a:pt x="97" y="241"/>
                    </a:lnTo>
                    <a:lnTo>
                      <a:pt x="95" y="234"/>
                    </a:lnTo>
                    <a:lnTo>
                      <a:pt x="91" y="228"/>
                    </a:lnTo>
                    <a:lnTo>
                      <a:pt x="91" y="213"/>
                    </a:lnTo>
                    <a:lnTo>
                      <a:pt x="79" y="209"/>
                    </a:lnTo>
                    <a:lnTo>
                      <a:pt x="77" y="208"/>
                    </a:lnTo>
                    <a:lnTo>
                      <a:pt x="68" y="207"/>
                    </a:lnTo>
                    <a:lnTo>
                      <a:pt x="72" y="193"/>
                    </a:lnTo>
                    <a:lnTo>
                      <a:pt x="72" y="186"/>
                    </a:lnTo>
                    <a:lnTo>
                      <a:pt x="72" y="180"/>
                    </a:lnTo>
                    <a:lnTo>
                      <a:pt x="67" y="171"/>
                    </a:lnTo>
                    <a:lnTo>
                      <a:pt x="59" y="171"/>
                    </a:lnTo>
                    <a:lnTo>
                      <a:pt x="46" y="175"/>
                    </a:lnTo>
                    <a:lnTo>
                      <a:pt x="37" y="174"/>
                    </a:lnTo>
                    <a:lnTo>
                      <a:pt x="37" y="171"/>
                    </a:lnTo>
                    <a:lnTo>
                      <a:pt x="33" y="169"/>
                    </a:lnTo>
                    <a:lnTo>
                      <a:pt x="27" y="163"/>
                    </a:lnTo>
                    <a:lnTo>
                      <a:pt x="23" y="155"/>
                    </a:lnTo>
                    <a:lnTo>
                      <a:pt x="12" y="144"/>
                    </a:lnTo>
                    <a:lnTo>
                      <a:pt x="0" y="128"/>
                    </a:lnTo>
                    <a:lnTo>
                      <a:pt x="0" y="126"/>
                    </a:lnTo>
                    <a:lnTo>
                      <a:pt x="0" y="122"/>
                    </a:lnTo>
                    <a:lnTo>
                      <a:pt x="1" y="121"/>
                    </a:lnTo>
                    <a:lnTo>
                      <a:pt x="7" y="112"/>
                    </a:lnTo>
                    <a:lnTo>
                      <a:pt x="11" y="106"/>
                    </a:lnTo>
                    <a:lnTo>
                      <a:pt x="11" y="91"/>
                    </a:lnTo>
                    <a:lnTo>
                      <a:pt x="12" y="89"/>
                    </a:lnTo>
                    <a:lnTo>
                      <a:pt x="29" y="83"/>
                    </a:lnTo>
                    <a:lnTo>
                      <a:pt x="40" y="75"/>
                    </a:lnTo>
                    <a:lnTo>
                      <a:pt x="45" y="69"/>
                    </a:lnTo>
                    <a:lnTo>
                      <a:pt x="40" y="64"/>
                    </a:lnTo>
                    <a:lnTo>
                      <a:pt x="38" y="64"/>
                    </a:lnTo>
                    <a:lnTo>
                      <a:pt x="32" y="66"/>
                    </a:lnTo>
                    <a:lnTo>
                      <a:pt x="27" y="64"/>
                    </a:lnTo>
                    <a:lnTo>
                      <a:pt x="24" y="52"/>
                    </a:lnTo>
                    <a:lnTo>
                      <a:pt x="24" y="43"/>
                    </a:lnTo>
                    <a:lnTo>
                      <a:pt x="27" y="37"/>
                    </a:lnTo>
                    <a:lnTo>
                      <a:pt x="29" y="35"/>
                    </a:lnTo>
                    <a:lnTo>
                      <a:pt x="40" y="32"/>
                    </a:lnTo>
                    <a:lnTo>
                      <a:pt x="43" y="30"/>
                    </a:lnTo>
                    <a:lnTo>
                      <a:pt x="46" y="26"/>
                    </a:lnTo>
                    <a:lnTo>
                      <a:pt x="62" y="19"/>
                    </a:lnTo>
                    <a:lnTo>
                      <a:pt x="66" y="16"/>
                    </a:lnTo>
                    <a:lnTo>
                      <a:pt x="72" y="13"/>
                    </a:lnTo>
                    <a:lnTo>
                      <a:pt x="77" y="13"/>
                    </a:lnTo>
                    <a:lnTo>
                      <a:pt x="81" y="10"/>
                    </a:lnTo>
                    <a:lnTo>
                      <a:pt x="81" y="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69" name="Google Shape;2269;p5">
                <a:extLst>
                  <a:ext uri="{FF2B5EF4-FFF2-40B4-BE49-F238E27FC236}">
                    <a16:creationId xmlns:a16="http://schemas.microsoft.com/office/drawing/2014/main" id="{8E12FB4E-81CC-1BAC-F813-06D4FD8042B2}"/>
                  </a:ext>
                </a:extLst>
              </p:cNvPr>
              <p:cNvSpPr/>
              <p:nvPr/>
            </p:nvSpPr>
            <p:spPr>
              <a:xfrm>
                <a:off x="1919" y="2425"/>
                <a:ext cx="32" cy="40"/>
              </a:xfrm>
              <a:custGeom>
                <a:avLst/>
                <a:gdLst/>
                <a:ahLst/>
                <a:cxnLst/>
                <a:rect l="l" t="t" r="r" b="b"/>
                <a:pathLst>
                  <a:path w="157" h="200" extrusionOk="0">
                    <a:moveTo>
                      <a:pt x="0" y="182"/>
                    </a:moveTo>
                    <a:lnTo>
                      <a:pt x="13" y="169"/>
                    </a:lnTo>
                    <a:lnTo>
                      <a:pt x="15" y="166"/>
                    </a:lnTo>
                    <a:lnTo>
                      <a:pt x="17" y="147"/>
                    </a:lnTo>
                    <a:lnTo>
                      <a:pt x="22" y="125"/>
                    </a:lnTo>
                    <a:lnTo>
                      <a:pt x="23" y="110"/>
                    </a:lnTo>
                    <a:lnTo>
                      <a:pt x="18" y="102"/>
                    </a:lnTo>
                    <a:lnTo>
                      <a:pt x="17" y="101"/>
                    </a:lnTo>
                    <a:lnTo>
                      <a:pt x="17" y="99"/>
                    </a:lnTo>
                    <a:lnTo>
                      <a:pt x="8" y="86"/>
                    </a:lnTo>
                    <a:lnTo>
                      <a:pt x="5" y="75"/>
                    </a:lnTo>
                    <a:lnTo>
                      <a:pt x="3" y="56"/>
                    </a:lnTo>
                    <a:lnTo>
                      <a:pt x="3" y="34"/>
                    </a:lnTo>
                    <a:lnTo>
                      <a:pt x="7" y="24"/>
                    </a:lnTo>
                    <a:lnTo>
                      <a:pt x="15" y="18"/>
                    </a:lnTo>
                    <a:lnTo>
                      <a:pt x="19" y="12"/>
                    </a:lnTo>
                    <a:lnTo>
                      <a:pt x="19" y="10"/>
                    </a:lnTo>
                    <a:lnTo>
                      <a:pt x="22" y="7"/>
                    </a:lnTo>
                    <a:lnTo>
                      <a:pt x="28" y="5"/>
                    </a:lnTo>
                    <a:lnTo>
                      <a:pt x="32" y="1"/>
                    </a:lnTo>
                    <a:lnTo>
                      <a:pt x="35" y="0"/>
                    </a:lnTo>
                    <a:lnTo>
                      <a:pt x="49" y="8"/>
                    </a:lnTo>
                    <a:lnTo>
                      <a:pt x="61" y="13"/>
                    </a:lnTo>
                    <a:lnTo>
                      <a:pt x="73" y="19"/>
                    </a:lnTo>
                    <a:lnTo>
                      <a:pt x="85" y="21"/>
                    </a:lnTo>
                    <a:lnTo>
                      <a:pt x="98" y="28"/>
                    </a:lnTo>
                    <a:lnTo>
                      <a:pt x="113" y="39"/>
                    </a:lnTo>
                    <a:lnTo>
                      <a:pt x="116" y="40"/>
                    </a:lnTo>
                    <a:lnTo>
                      <a:pt x="130" y="53"/>
                    </a:lnTo>
                    <a:lnTo>
                      <a:pt x="135" y="59"/>
                    </a:lnTo>
                    <a:lnTo>
                      <a:pt x="146" y="65"/>
                    </a:lnTo>
                    <a:lnTo>
                      <a:pt x="156" y="75"/>
                    </a:lnTo>
                    <a:lnTo>
                      <a:pt x="156" y="86"/>
                    </a:lnTo>
                    <a:lnTo>
                      <a:pt x="157" y="86"/>
                    </a:lnTo>
                    <a:lnTo>
                      <a:pt x="144" y="99"/>
                    </a:lnTo>
                    <a:lnTo>
                      <a:pt x="141" y="107"/>
                    </a:lnTo>
                    <a:lnTo>
                      <a:pt x="128" y="125"/>
                    </a:lnTo>
                    <a:lnTo>
                      <a:pt x="118" y="137"/>
                    </a:lnTo>
                    <a:lnTo>
                      <a:pt x="114" y="144"/>
                    </a:lnTo>
                    <a:lnTo>
                      <a:pt x="105" y="166"/>
                    </a:lnTo>
                    <a:lnTo>
                      <a:pt x="78" y="190"/>
                    </a:lnTo>
                    <a:lnTo>
                      <a:pt x="76" y="193"/>
                    </a:lnTo>
                    <a:lnTo>
                      <a:pt x="71" y="195"/>
                    </a:lnTo>
                    <a:lnTo>
                      <a:pt x="61" y="195"/>
                    </a:lnTo>
                    <a:lnTo>
                      <a:pt x="54" y="191"/>
                    </a:lnTo>
                    <a:lnTo>
                      <a:pt x="48" y="191"/>
                    </a:lnTo>
                    <a:lnTo>
                      <a:pt x="44" y="193"/>
                    </a:lnTo>
                    <a:lnTo>
                      <a:pt x="28" y="200"/>
                    </a:lnTo>
                    <a:lnTo>
                      <a:pt x="22" y="200"/>
                    </a:lnTo>
                    <a:lnTo>
                      <a:pt x="19" y="199"/>
                    </a:lnTo>
                    <a:lnTo>
                      <a:pt x="10" y="193"/>
                    </a:lnTo>
                    <a:lnTo>
                      <a:pt x="0" y="18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70" name="Google Shape;2270;p5">
                <a:extLst>
                  <a:ext uri="{FF2B5EF4-FFF2-40B4-BE49-F238E27FC236}">
                    <a16:creationId xmlns:a16="http://schemas.microsoft.com/office/drawing/2014/main" id="{0F272B34-4E1B-6E7C-2B34-7E505DA2B274}"/>
                  </a:ext>
                </a:extLst>
              </p:cNvPr>
              <p:cNvSpPr/>
              <p:nvPr/>
            </p:nvSpPr>
            <p:spPr>
              <a:xfrm>
                <a:off x="1624" y="2488"/>
                <a:ext cx="137" cy="201"/>
              </a:xfrm>
              <a:custGeom>
                <a:avLst/>
                <a:gdLst/>
                <a:ahLst/>
                <a:cxnLst/>
                <a:rect l="l" t="t" r="r" b="b"/>
                <a:pathLst>
                  <a:path w="686" h="1005" extrusionOk="0">
                    <a:moveTo>
                      <a:pt x="328" y="0"/>
                    </a:moveTo>
                    <a:lnTo>
                      <a:pt x="326" y="2"/>
                    </a:lnTo>
                    <a:lnTo>
                      <a:pt x="315" y="2"/>
                    </a:lnTo>
                    <a:lnTo>
                      <a:pt x="314" y="11"/>
                    </a:lnTo>
                    <a:lnTo>
                      <a:pt x="319" y="13"/>
                    </a:lnTo>
                    <a:lnTo>
                      <a:pt x="321" y="16"/>
                    </a:lnTo>
                    <a:lnTo>
                      <a:pt x="326" y="27"/>
                    </a:lnTo>
                    <a:lnTo>
                      <a:pt x="327" y="32"/>
                    </a:lnTo>
                    <a:lnTo>
                      <a:pt x="335" y="49"/>
                    </a:lnTo>
                    <a:lnTo>
                      <a:pt x="335" y="50"/>
                    </a:lnTo>
                    <a:lnTo>
                      <a:pt x="326" y="50"/>
                    </a:lnTo>
                    <a:lnTo>
                      <a:pt x="319" y="65"/>
                    </a:lnTo>
                    <a:lnTo>
                      <a:pt x="305" y="89"/>
                    </a:lnTo>
                    <a:lnTo>
                      <a:pt x="292" y="104"/>
                    </a:lnTo>
                    <a:lnTo>
                      <a:pt x="284" y="110"/>
                    </a:lnTo>
                    <a:lnTo>
                      <a:pt x="274" y="119"/>
                    </a:lnTo>
                    <a:lnTo>
                      <a:pt x="265" y="131"/>
                    </a:lnTo>
                    <a:lnTo>
                      <a:pt x="256" y="137"/>
                    </a:lnTo>
                    <a:lnTo>
                      <a:pt x="240" y="145"/>
                    </a:lnTo>
                    <a:lnTo>
                      <a:pt x="204" y="156"/>
                    </a:lnTo>
                    <a:lnTo>
                      <a:pt x="186" y="163"/>
                    </a:lnTo>
                    <a:lnTo>
                      <a:pt x="179" y="168"/>
                    </a:lnTo>
                    <a:lnTo>
                      <a:pt x="176" y="171"/>
                    </a:lnTo>
                    <a:lnTo>
                      <a:pt x="171" y="180"/>
                    </a:lnTo>
                    <a:lnTo>
                      <a:pt x="170" y="190"/>
                    </a:lnTo>
                    <a:lnTo>
                      <a:pt x="166" y="193"/>
                    </a:lnTo>
                    <a:lnTo>
                      <a:pt x="164" y="193"/>
                    </a:lnTo>
                    <a:lnTo>
                      <a:pt x="160" y="189"/>
                    </a:lnTo>
                    <a:lnTo>
                      <a:pt x="159" y="189"/>
                    </a:lnTo>
                    <a:lnTo>
                      <a:pt x="159" y="190"/>
                    </a:lnTo>
                    <a:lnTo>
                      <a:pt x="144" y="210"/>
                    </a:lnTo>
                    <a:lnTo>
                      <a:pt x="142" y="223"/>
                    </a:lnTo>
                    <a:lnTo>
                      <a:pt x="142" y="244"/>
                    </a:lnTo>
                    <a:lnTo>
                      <a:pt x="139" y="252"/>
                    </a:lnTo>
                    <a:lnTo>
                      <a:pt x="138" y="253"/>
                    </a:lnTo>
                    <a:lnTo>
                      <a:pt x="128" y="257"/>
                    </a:lnTo>
                    <a:lnTo>
                      <a:pt x="121" y="264"/>
                    </a:lnTo>
                    <a:lnTo>
                      <a:pt x="110" y="269"/>
                    </a:lnTo>
                    <a:lnTo>
                      <a:pt x="102" y="268"/>
                    </a:lnTo>
                    <a:lnTo>
                      <a:pt x="97" y="260"/>
                    </a:lnTo>
                    <a:lnTo>
                      <a:pt x="95" y="254"/>
                    </a:lnTo>
                    <a:lnTo>
                      <a:pt x="90" y="245"/>
                    </a:lnTo>
                    <a:lnTo>
                      <a:pt x="84" y="245"/>
                    </a:lnTo>
                    <a:lnTo>
                      <a:pt x="74" y="245"/>
                    </a:lnTo>
                    <a:lnTo>
                      <a:pt x="72" y="242"/>
                    </a:lnTo>
                    <a:lnTo>
                      <a:pt x="67" y="238"/>
                    </a:lnTo>
                    <a:lnTo>
                      <a:pt x="58" y="238"/>
                    </a:lnTo>
                    <a:lnTo>
                      <a:pt x="50" y="243"/>
                    </a:lnTo>
                    <a:lnTo>
                      <a:pt x="45" y="244"/>
                    </a:lnTo>
                    <a:lnTo>
                      <a:pt x="43" y="242"/>
                    </a:lnTo>
                    <a:lnTo>
                      <a:pt x="41" y="228"/>
                    </a:lnTo>
                    <a:lnTo>
                      <a:pt x="39" y="223"/>
                    </a:lnTo>
                    <a:lnTo>
                      <a:pt x="39" y="221"/>
                    </a:lnTo>
                    <a:lnTo>
                      <a:pt x="42" y="216"/>
                    </a:lnTo>
                    <a:lnTo>
                      <a:pt x="52" y="214"/>
                    </a:lnTo>
                    <a:lnTo>
                      <a:pt x="57" y="209"/>
                    </a:lnTo>
                    <a:lnTo>
                      <a:pt x="56" y="200"/>
                    </a:lnTo>
                    <a:lnTo>
                      <a:pt x="54" y="198"/>
                    </a:lnTo>
                    <a:lnTo>
                      <a:pt x="52" y="188"/>
                    </a:lnTo>
                    <a:lnTo>
                      <a:pt x="51" y="188"/>
                    </a:lnTo>
                    <a:lnTo>
                      <a:pt x="51" y="185"/>
                    </a:lnTo>
                    <a:lnTo>
                      <a:pt x="43" y="193"/>
                    </a:lnTo>
                    <a:lnTo>
                      <a:pt x="32" y="200"/>
                    </a:lnTo>
                    <a:lnTo>
                      <a:pt x="18" y="216"/>
                    </a:lnTo>
                    <a:lnTo>
                      <a:pt x="3" y="231"/>
                    </a:lnTo>
                    <a:lnTo>
                      <a:pt x="2" y="236"/>
                    </a:lnTo>
                    <a:lnTo>
                      <a:pt x="0" y="245"/>
                    </a:lnTo>
                    <a:lnTo>
                      <a:pt x="3" y="260"/>
                    </a:lnTo>
                    <a:lnTo>
                      <a:pt x="4" y="263"/>
                    </a:lnTo>
                    <a:lnTo>
                      <a:pt x="9" y="271"/>
                    </a:lnTo>
                    <a:lnTo>
                      <a:pt x="10" y="284"/>
                    </a:lnTo>
                    <a:lnTo>
                      <a:pt x="19" y="292"/>
                    </a:lnTo>
                    <a:lnTo>
                      <a:pt x="24" y="298"/>
                    </a:lnTo>
                    <a:lnTo>
                      <a:pt x="24" y="302"/>
                    </a:lnTo>
                    <a:lnTo>
                      <a:pt x="21" y="308"/>
                    </a:lnTo>
                    <a:lnTo>
                      <a:pt x="11" y="318"/>
                    </a:lnTo>
                    <a:lnTo>
                      <a:pt x="14" y="323"/>
                    </a:lnTo>
                    <a:lnTo>
                      <a:pt x="29" y="333"/>
                    </a:lnTo>
                    <a:lnTo>
                      <a:pt x="37" y="340"/>
                    </a:lnTo>
                    <a:lnTo>
                      <a:pt x="51" y="350"/>
                    </a:lnTo>
                    <a:lnTo>
                      <a:pt x="58" y="355"/>
                    </a:lnTo>
                    <a:lnTo>
                      <a:pt x="73" y="367"/>
                    </a:lnTo>
                    <a:lnTo>
                      <a:pt x="80" y="379"/>
                    </a:lnTo>
                    <a:lnTo>
                      <a:pt x="83" y="379"/>
                    </a:lnTo>
                    <a:lnTo>
                      <a:pt x="89" y="387"/>
                    </a:lnTo>
                    <a:lnTo>
                      <a:pt x="97" y="413"/>
                    </a:lnTo>
                    <a:lnTo>
                      <a:pt x="102" y="422"/>
                    </a:lnTo>
                    <a:lnTo>
                      <a:pt x="133" y="452"/>
                    </a:lnTo>
                    <a:lnTo>
                      <a:pt x="139" y="467"/>
                    </a:lnTo>
                    <a:lnTo>
                      <a:pt x="140" y="478"/>
                    </a:lnTo>
                    <a:lnTo>
                      <a:pt x="143" y="484"/>
                    </a:lnTo>
                    <a:lnTo>
                      <a:pt x="155" y="507"/>
                    </a:lnTo>
                    <a:lnTo>
                      <a:pt x="161" y="522"/>
                    </a:lnTo>
                    <a:lnTo>
                      <a:pt x="170" y="549"/>
                    </a:lnTo>
                    <a:lnTo>
                      <a:pt x="188" y="578"/>
                    </a:lnTo>
                    <a:lnTo>
                      <a:pt x="191" y="584"/>
                    </a:lnTo>
                    <a:lnTo>
                      <a:pt x="193" y="608"/>
                    </a:lnTo>
                    <a:lnTo>
                      <a:pt x="199" y="624"/>
                    </a:lnTo>
                    <a:lnTo>
                      <a:pt x="204" y="629"/>
                    </a:lnTo>
                    <a:lnTo>
                      <a:pt x="212" y="632"/>
                    </a:lnTo>
                    <a:lnTo>
                      <a:pt x="217" y="639"/>
                    </a:lnTo>
                    <a:lnTo>
                      <a:pt x="225" y="659"/>
                    </a:lnTo>
                    <a:lnTo>
                      <a:pt x="239" y="678"/>
                    </a:lnTo>
                    <a:lnTo>
                      <a:pt x="249" y="693"/>
                    </a:lnTo>
                    <a:lnTo>
                      <a:pt x="256" y="711"/>
                    </a:lnTo>
                    <a:lnTo>
                      <a:pt x="269" y="726"/>
                    </a:lnTo>
                    <a:lnTo>
                      <a:pt x="274" y="742"/>
                    </a:lnTo>
                    <a:lnTo>
                      <a:pt x="277" y="754"/>
                    </a:lnTo>
                    <a:lnTo>
                      <a:pt x="271" y="758"/>
                    </a:lnTo>
                    <a:lnTo>
                      <a:pt x="267" y="764"/>
                    </a:lnTo>
                    <a:lnTo>
                      <a:pt x="269" y="776"/>
                    </a:lnTo>
                    <a:lnTo>
                      <a:pt x="272" y="780"/>
                    </a:lnTo>
                    <a:lnTo>
                      <a:pt x="283" y="791"/>
                    </a:lnTo>
                    <a:lnTo>
                      <a:pt x="290" y="802"/>
                    </a:lnTo>
                    <a:lnTo>
                      <a:pt x="298" y="807"/>
                    </a:lnTo>
                    <a:lnTo>
                      <a:pt x="317" y="828"/>
                    </a:lnTo>
                    <a:lnTo>
                      <a:pt x="327" y="834"/>
                    </a:lnTo>
                    <a:lnTo>
                      <a:pt x="335" y="842"/>
                    </a:lnTo>
                    <a:lnTo>
                      <a:pt x="359" y="858"/>
                    </a:lnTo>
                    <a:lnTo>
                      <a:pt x="391" y="874"/>
                    </a:lnTo>
                    <a:lnTo>
                      <a:pt x="411" y="890"/>
                    </a:lnTo>
                    <a:lnTo>
                      <a:pt x="414" y="892"/>
                    </a:lnTo>
                    <a:lnTo>
                      <a:pt x="455" y="908"/>
                    </a:lnTo>
                    <a:lnTo>
                      <a:pt x="478" y="921"/>
                    </a:lnTo>
                    <a:lnTo>
                      <a:pt x="481" y="922"/>
                    </a:lnTo>
                    <a:lnTo>
                      <a:pt x="486" y="922"/>
                    </a:lnTo>
                    <a:lnTo>
                      <a:pt x="491" y="923"/>
                    </a:lnTo>
                    <a:lnTo>
                      <a:pt x="513" y="941"/>
                    </a:lnTo>
                    <a:lnTo>
                      <a:pt x="525" y="948"/>
                    </a:lnTo>
                    <a:lnTo>
                      <a:pt x="532" y="957"/>
                    </a:lnTo>
                    <a:lnTo>
                      <a:pt x="541" y="964"/>
                    </a:lnTo>
                    <a:lnTo>
                      <a:pt x="551" y="974"/>
                    </a:lnTo>
                    <a:lnTo>
                      <a:pt x="562" y="989"/>
                    </a:lnTo>
                    <a:lnTo>
                      <a:pt x="574" y="995"/>
                    </a:lnTo>
                    <a:lnTo>
                      <a:pt x="584" y="1001"/>
                    </a:lnTo>
                    <a:lnTo>
                      <a:pt x="585" y="1001"/>
                    </a:lnTo>
                    <a:lnTo>
                      <a:pt x="589" y="1005"/>
                    </a:lnTo>
                    <a:lnTo>
                      <a:pt x="599" y="996"/>
                    </a:lnTo>
                    <a:lnTo>
                      <a:pt x="601" y="996"/>
                    </a:lnTo>
                    <a:lnTo>
                      <a:pt x="620" y="995"/>
                    </a:lnTo>
                    <a:lnTo>
                      <a:pt x="626" y="992"/>
                    </a:lnTo>
                    <a:lnTo>
                      <a:pt x="627" y="991"/>
                    </a:lnTo>
                    <a:lnTo>
                      <a:pt x="628" y="982"/>
                    </a:lnTo>
                    <a:lnTo>
                      <a:pt x="634" y="973"/>
                    </a:lnTo>
                    <a:lnTo>
                      <a:pt x="638" y="968"/>
                    </a:lnTo>
                    <a:lnTo>
                      <a:pt x="642" y="966"/>
                    </a:lnTo>
                    <a:lnTo>
                      <a:pt x="638" y="960"/>
                    </a:lnTo>
                    <a:lnTo>
                      <a:pt x="636" y="960"/>
                    </a:lnTo>
                    <a:lnTo>
                      <a:pt x="637" y="954"/>
                    </a:lnTo>
                    <a:lnTo>
                      <a:pt x="649" y="935"/>
                    </a:lnTo>
                    <a:lnTo>
                      <a:pt x="659" y="923"/>
                    </a:lnTo>
                    <a:lnTo>
                      <a:pt x="671" y="906"/>
                    </a:lnTo>
                    <a:lnTo>
                      <a:pt x="672" y="896"/>
                    </a:lnTo>
                    <a:lnTo>
                      <a:pt x="671" y="893"/>
                    </a:lnTo>
                    <a:lnTo>
                      <a:pt x="665" y="888"/>
                    </a:lnTo>
                    <a:lnTo>
                      <a:pt x="660" y="885"/>
                    </a:lnTo>
                    <a:lnTo>
                      <a:pt x="656" y="880"/>
                    </a:lnTo>
                    <a:lnTo>
                      <a:pt x="654" y="879"/>
                    </a:lnTo>
                    <a:lnTo>
                      <a:pt x="653" y="873"/>
                    </a:lnTo>
                    <a:lnTo>
                      <a:pt x="651" y="865"/>
                    </a:lnTo>
                    <a:lnTo>
                      <a:pt x="653" y="851"/>
                    </a:lnTo>
                    <a:lnTo>
                      <a:pt x="658" y="842"/>
                    </a:lnTo>
                    <a:lnTo>
                      <a:pt x="663" y="839"/>
                    </a:lnTo>
                    <a:lnTo>
                      <a:pt x="665" y="831"/>
                    </a:lnTo>
                    <a:lnTo>
                      <a:pt x="665" y="826"/>
                    </a:lnTo>
                    <a:lnTo>
                      <a:pt x="664" y="820"/>
                    </a:lnTo>
                    <a:lnTo>
                      <a:pt x="654" y="809"/>
                    </a:lnTo>
                    <a:lnTo>
                      <a:pt x="654" y="806"/>
                    </a:lnTo>
                    <a:lnTo>
                      <a:pt x="658" y="799"/>
                    </a:lnTo>
                    <a:lnTo>
                      <a:pt x="671" y="793"/>
                    </a:lnTo>
                    <a:lnTo>
                      <a:pt x="672" y="791"/>
                    </a:lnTo>
                    <a:lnTo>
                      <a:pt x="672" y="772"/>
                    </a:lnTo>
                    <a:lnTo>
                      <a:pt x="669" y="754"/>
                    </a:lnTo>
                    <a:lnTo>
                      <a:pt x="669" y="743"/>
                    </a:lnTo>
                    <a:lnTo>
                      <a:pt x="671" y="724"/>
                    </a:lnTo>
                    <a:lnTo>
                      <a:pt x="671" y="700"/>
                    </a:lnTo>
                    <a:lnTo>
                      <a:pt x="676" y="689"/>
                    </a:lnTo>
                    <a:lnTo>
                      <a:pt x="683" y="680"/>
                    </a:lnTo>
                    <a:lnTo>
                      <a:pt x="686" y="678"/>
                    </a:lnTo>
                    <a:lnTo>
                      <a:pt x="686" y="675"/>
                    </a:lnTo>
                    <a:lnTo>
                      <a:pt x="671" y="652"/>
                    </a:lnTo>
                    <a:lnTo>
                      <a:pt x="637" y="593"/>
                    </a:lnTo>
                    <a:lnTo>
                      <a:pt x="620" y="594"/>
                    </a:lnTo>
                    <a:lnTo>
                      <a:pt x="612" y="598"/>
                    </a:lnTo>
                    <a:lnTo>
                      <a:pt x="612" y="598"/>
                    </a:lnTo>
                    <a:lnTo>
                      <a:pt x="605" y="600"/>
                    </a:lnTo>
                    <a:lnTo>
                      <a:pt x="600" y="600"/>
                    </a:lnTo>
                    <a:lnTo>
                      <a:pt x="594" y="597"/>
                    </a:lnTo>
                    <a:lnTo>
                      <a:pt x="591" y="593"/>
                    </a:lnTo>
                    <a:lnTo>
                      <a:pt x="591" y="564"/>
                    </a:lnTo>
                    <a:lnTo>
                      <a:pt x="591" y="560"/>
                    </a:lnTo>
                    <a:lnTo>
                      <a:pt x="591" y="506"/>
                    </a:lnTo>
                    <a:lnTo>
                      <a:pt x="591" y="503"/>
                    </a:lnTo>
                    <a:lnTo>
                      <a:pt x="588" y="505"/>
                    </a:lnTo>
                    <a:lnTo>
                      <a:pt x="578" y="514"/>
                    </a:lnTo>
                    <a:lnTo>
                      <a:pt x="556" y="530"/>
                    </a:lnTo>
                    <a:lnTo>
                      <a:pt x="538" y="540"/>
                    </a:lnTo>
                    <a:lnTo>
                      <a:pt x="530" y="541"/>
                    </a:lnTo>
                    <a:lnTo>
                      <a:pt x="515" y="540"/>
                    </a:lnTo>
                    <a:lnTo>
                      <a:pt x="502" y="537"/>
                    </a:lnTo>
                    <a:lnTo>
                      <a:pt x="499" y="533"/>
                    </a:lnTo>
                    <a:lnTo>
                      <a:pt x="497" y="522"/>
                    </a:lnTo>
                    <a:lnTo>
                      <a:pt x="493" y="517"/>
                    </a:lnTo>
                    <a:lnTo>
                      <a:pt x="488" y="513"/>
                    </a:lnTo>
                    <a:lnTo>
                      <a:pt x="468" y="512"/>
                    </a:lnTo>
                    <a:lnTo>
                      <a:pt x="456" y="508"/>
                    </a:lnTo>
                    <a:lnTo>
                      <a:pt x="455" y="505"/>
                    </a:lnTo>
                    <a:lnTo>
                      <a:pt x="461" y="495"/>
                    </a:lnTo>
                    <a:lnTo>
                      <a:pt x="460" y="486"/>
                    </a:lnTo>
                    <a:lnTo>
                      <a:pt x="450" y="480"/>
                    </a:lnTo>
                    <a:lnTo>
                      <a:pt x="438" y="467"/>
                    </a:lnTo>
                    <a:lnTo>
                      <a:pt x="434" y="459"/>
                    </a:lnTo>
                    <a:lnTo>
                      <a:pt x="425" y="448"/>
                    </a:lnTo>
                    <a:lnTo>
                      <a:pt x="424" y="444"/>
                    </a:lnTo>
                    <a:lnTo>
                      <a:pt x="422" y="432"/>
                    </a:lnTo>
                    <a:lnTo>
                      <a:pt x="411" y="409"/>
                    </a:lnTo>
                    <a:lnTo>
                      <a:pt x="411" y="405"/>
                    </a:lnTo>
                    <a:lnTo>
                      <a:pt x="412" y="401"/>
                    </a:lnTo>
                    <a:lnTo>
                      <a:pt x="424" y="379"/>
                    </a:lnTo>
                    <a:lnTo>
                      <a:pt x="428" y="362"/>
                    </a:lnTo>
                    <a:lnTo>
                      <a:pt x="432" y="357"/>
                    </a:lnTo>
                    <a:lnTo>
                      <a:pt x="441" y="355"/>
                    </a:lnTo>
                    <a:lnTo>
                      <a:pt x="450" y="354"/>
                    </a:lnTo>
                    <a:lnTo>
                      <a:pt x="450" y="324"/>
                    </a:lnTo>
                    <a:lnTo>
                      <a:pt x="452" y="318"/>
                    </a:lnTo>
                    <a:lnTo>
                      <a:pt x="461" y="302"/>
                    </a:lnTo>
                    <a:lnTo>
                      <a:pt x="470" y="290"/>
                    </a:lnTo>
                    <a:lnTo>
                      <a:pt x="483" y="274"/>
                    </a:lnTo>
                    <a:lnTo>
                      <a:pt x="494" y="265"/>
                    </a:lnTo>
                    <a:lnTo>
                      <a:pt x="510" y="254"/>
                    </a:lnTo>
                    <a:lnTo>
                      <a:pt x="529" y="247"/>
                    </a:lnTo>
                    <a:lnTo>
                      <a:pt x="580" y="232"/>
                    </a:lnTo>
                    <a:lnTo>
                      <a:pt x="593" y="227"/>
                    </a:lnTo>
                    <a:lnTo>
                      <a:pt x="613" y="228"/>
                    </a:lnTo>
                    <a:lnTo>
                      <a:pt x="620" y="225"/>
                    </a:lnTo>
                    <a:lnTo>
                      <a:pt x="621" y="222"/>
                    </a:lnTo>
                    <a:lnTo>
                      <a:pt x="613" y="221"/>
                    </a:lnTo>
                    <a:lnTo>
                      <a:pt x="605" y="210"/>
                    </a:lnTo>
                    <a:lnTo>
                      <a:pt x="600" y="206"/>
                    </a:lnTo>
                    <a:lnTo>
                      <a:pt x="596" y="205"/>
                    </a:lnTo>
                    <a:lnTo>
                      <a:pt x="591" y="206"/>
                    </a:lnTo>
                    <a:lnTo>
                      <a:pt x="586" y="205"/>
                    </a:lnTo>
                    <a:lnTo>
                      <a:pt x="585" y="202"/>
                    </a:lnTo>
                    <a:lnTo>
                      <a:pt x="585" y="193"/>
                    </a:lnTo>
                    <a:lnTo>
                      <a:pt x="593" y="182"/>
                    </a:lnTo>
                    <a:lnTo>
                      <a:pt x="605" y="169"/>
                    </a:lnTo>
                    <a:lnTo>
                      <a:pt x="611" y="162"/>
                    </a:lnTo>
                    <a:lnTo>
                      <a:pt x="615" y="155"/>
                    </a:lnTo>
                    <a:lnTo>
                      <a:pt x="615" y="150"/>
                    </a:lnTo>
                    <a:lnTo>
                      <a:pt x="605" y="137"/>
                    </a:lnTo>
                    <a:lnTo>
                      <a:pt x="588" y="128"/>
                    </a:lnTo>
                    <a:lnTo>
                      <a:pt x="572" y="121"/>
                    </a:lnTo>
                    <a:lnTo>
                      <a:pt x="564" y="120"/>
                    </a:lnTo>
                    <a:lnTo>
                      <a:pt x="562" y="120"/>
                    </a:lnTo>
                    <a:lnTo>
                      <a:pt x="553" y="126"/>
                    </a:lnTo>
                    <a:lnTo>
                      <a:pt x="545" y="128"/>
                    </a:lnTo>
                    <a:lnTo>
                      <a:pt x="537" y="126"/>
                    </a:lnTo>
                    <a:lnTo>
                      <a:pt x="532" y="121"/>
                    </a:lnTo>
                    <a:lnTo>
                      <a:pt x="525" y="120"/>
                    </a:lnTo>
                    <a:lnTo>
                      <a:pt x="516" y="120"/>
                    </a:lnTo>
                    <a:lnTo>
                      <a:pt x="513" y="121"/>
                    </a:lnTo>
                    <a:lnTo>
                      <a:pt x="509" y="125"/>
                    </a:lnTo>
                    <a:lnTo>
                      <a:pt x="505" y="126"/>
                    </a:lnTo>
                    <a:lnTo>
                      <a:pt x="503" y="130"/>
                    </a:lnTo>
                    <a:lnTo>
                      <a:pt x="499" y="132"/>
                    </a:lnTo>
                    <a:lnTo>
                      <a:pt x="492" y="134"/>
                    </a:lnTo>
                    <a:lnTo>
                      <a:pt x="488" y="134"/>
                    </a:lnTo>
                    <a:lnTo>
                      <a:pt x="480" y="130"/>
                    </a:lnTo>
                    <a:lnTo>
                      <a:pt x="466" y="129"/>
                    </a:lnTo>
                    <a:lnTo>
                      <a:pt x="461" y="130"/>
                    </a:lnTo>
                    <a:lnTo>
                      <a:pt x="451" y="129"/>
                    </a:lnTo>
                    <a:lnTo>
                      <a:pt x="446" y="124"/>
                    </a:lnTo>
                    <a:lnTo>
                      <a:pt x="443" y="119"/>
                    </a:lnTo>
                    <a:lnTo>
                      <a:pt x="443" y="97"/>
                    </a:lnTo>
                    <a:lnTo>
                      <a:pt x="438" y="96"/>
                    </a:lnTo>
                    <a:lnTo>
                      <a:pt x="429" y="96"/>
                    </a:lnTo>
                    <a:lnTo>
                      <a:pt x="425" y="93"/>
                    </a:lnTo>
                    <a:lnTo>
                      <a:pt x="424" y="89"/>
                    </a:lnTo>
                    <a:lnTo>
                      <a:pt x="421" y="81"/>
                    </a:lnTo>
                    <a:lnTo>
                      <a:pt x="419" y="69"/>
                    </a:lnTo>
                    <a:lnTo>
                      <a:pt x="416" y="62"/>
                    </a:lnTo>
                    <a:lnTo>
                      <a:pt x="411" y="59"/>
                    </a:lnTo>
                    <a:lnTo>
                      <a:pt x="405" y="56"/>
                    </a:lnTo>
                    <a:lnTo>
                      <a:pt x="400" y="56"/>
                    </a:lnTo>
                    <a:lnTo>
                      <a:pt x="394" y="55"/>
                    </a:lnTo>
                    <a:lnTo>
                      <a:pt x="391" y="50"/>
                    </a:lnTo>
                    <a:lnTo>
                      <a:pt x="385" y="46"/>
                    </a:lnTo>
                    <a:lnTo>
                      <a:pt x="380" y="38"/>
                    </a:lnTo>
                    <a:lnTo>
                      <a:pt x="375" y="24"/>
                    </a:lnTo>
                    <a:lnTo>
                      <a:pt x="366" y="21"/>
                    </a:lnTo>
                    <a:lnTo>
                      <a:pt x="362" y="17"/>
                    </a:lnTo>
                    <a:lnTo>
                      <a:pt x="357" y="8"/>
                    </a:lnTo>
                    <a:lnTo>
                      <a:pt x="352" y="6"/>
                    </a:lnTo>
                    <a:lnTo>
                      <a:pt x="342" y="3"/>
                    </a:lnTo>
                    <a:lnTo>
                      <a:pt x="332" y="0"/>
                    </a:lnTo>
                    <a:lnTo>
                      <a:pt x="328"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71" name="Google Shape;2271;p5">
                <a:extLst>
                  <a:ext uri="{FF2B5EF4-FFF2-40B4-BE49-F238E27FC236}">
                    <a16:creationId xmlns:a16="http://schemas.microsoft.com/office/drawing/2014/main" id="{B974AAED-7B8A-3C96-4F8C-C4C48133435C}"/>
                  </a:ext>
                </a:extLst>
              </p:cNvPr>
              <p:cNvSpPr/>
              <p:nvPr/>
            </p:nvSpPr>
            <p:spPr>
              <a:xfrm>
                <a:off x="1711" y="2730"/>
                <a:ext cx="216" cy="429"/>
              </a:xfrm>
              <a:custGeom>
                <a:avLst/>
                <a:gdLst/>
                <a:ahLst/>
                <a:cxnLst/>
                <a:rect l="l" t="t" r="r" b="b"/>
                <a:pathLst>
                  <a:path w="1080" h="2146" extrusionOk="0">
                    <a:moveTo>
                      <a:pt x="275" y="2146"/>
                    </a:moveTo>
                    <a:lnTo>
                      <a:pt x="270" y="2145"/>
                    </a:lnTo>
                    <a:lnTo>
                      <a:pt x="256" y="2136"/>
                    </a:lnTo>
                    <a:lnTo>
                      <a:pt x="224" y="2131"/>
                    </a:lnTo>
                    <a:lnTo>
                      <a:pt x="198" y="2123"/>
                    </a:lnTo>
                    <a:lnTo>
                      <a:pt x="187" y="2121"/>
                    </a:lnTo>
                    <a:lnTo>
                      <a:pt x="170" y="2125"/>
                    </a:lnTo>
                    <a:lnTo>
                      <a:pt x="150" y="2125"/>
                    </a:lnTo>
                    <a:lnTo>
                      <a:pt x="145" y="2125"/>
                    </a:lnTo>
                    <a:lnTo>
                      <a:pt x="140" y="2124"/>
                    </a:lnTo>
                    <a:lnTo>
                      <a:pt x="85" y="2124"/>
                    </a:lnTo>
                    <a:lnTo>
                      <a:pt x="71" y="2118"/>
                    </a:lnTo>
                    <a:lnTo>
                      <a:pt x="66" y="2113"/>
                    </a:lnTo>
                    <a:lnTo>
                      <a:pt x="60" y="2099"/>
                    </a:lnTo>
                    <a:lnTo>
                      <a:pt x="59" y="2094"/>
                    </a:lnTo>
                    <a:lnTo>
                      <a:pt x="60" y="2037"/>
                    </a:lnTo>
                    <a:lnTo>
                      <a:pt x="59" y="2022"/>
                    </a:lnTo>
                    <a:lnTo>
                      <a:pt x="57" y="2003"/>
                    </a:lnTo>
                    <a:lnTo>
                      <a:pt x="55" y="2001"/>
                    </a:lnTo>
                    <a:lnTo>
                      <a:pt x="50" y="2000"/>
                    </a:lnTo>
                    <a:lnTo>
                      <a:pt x="49" y="2000"/>
                    </a:lnTo>
                    <a:lnTo>
                      <a:pt x="44" y="2006"/>
                    </a:lnTo>
                    <a:lnTo>
                      <a:pt x="26" y="2002"/>
                    </a:lnTo>
                    <a:lnTo>
                      <a:pt x="17" y="2007"/>
                    </a:lnTo>
                    <a:lnTo>
                      <a:pt x="14" y="2015"/>
                    </a:lnTo>
                    <a:lnTo>
                      <a:pt x="10" y="2018"/>
                    </a:lnTo>
                    <a:lnTo>
                      <a:pt x="6" y="2016"/>
                    </a:lnTo>
                    <a:lnTo>
                      <a:pt x="4" y="2010"/>
                    </a:lnTo>
                    <a:lnTo>
                      <a:pt x="1" y="1995"/>
                    </a:lnTo>
                    <a:lnTo>
                      <a:pt x="0" y="1992"/>
                    </a:lnTo>
                    <a:lnTo>
                      <a:pt x="0" y="1962"/>
                    </a:lnTo>
                    <a:lnTo>
                      <a:pt x="1" y="1952"/>
                    </a:lnTo>
                    <a:lnTo>
                      <a:pt x="1" y="1940"/>
                    </a:lnTo>
                    <a:lnTo>
                      <a:pt x="9" y="1908"/>
                    </a:lnTo>
                    <a:lnTo>
                      <a:pt x="14" y="1897"/>
                    </a:lnTo>
                    <a:lnTo>
                      <a:pt x="18" y="1893"/>
                    </a:lnTo>
                    <a:lnTo>
                      <a:pt x="32" y="1866"/>
                    </a:lnTo>
                    <a:lnTo>
                      <a:pt x="43" y="1852"/>
                    </a:lnTo>
                    <a:lnTo>
                      <a:pt x="46" y="1847"/>
                    </a:lnTo>
                    <a:lnTo>
                      <a:pt x="49" y="1834"/>
                    </a:lnTo>
                    <a:lnTo>
                      <a:pt x="52" y="1813"/>
                    </a:lnTo>
                    <a:lnTo>
                      <a:pt x="53" y="1809"/>
                    </a:lnTo>
                    <a:lnTo>
                      <a:pt x="57" y="1807"/>
                    </a:lnTo>
                    <a:lnTo>
                      <a:pt x="57" y="1798"/>
                    </a:lnTo>
                    <a:lnTo>
                      <a:pt x="55" y="1787"/>
                    </a:lnTo>
                    <a:lnTo>
                      <a:pt x="52" y="1781"/>
                    </a:lnTo>
                    <a:lnTo>
                      <a:pt x="52" y="1773"/>
                    </a:lnTo>
                    <a:lnTo>
                      <a:pt x="52" y="1773"/>
                    </a:lnTo>
                    <a:lnTo>
                      <a:pt x="52" y="1758"/>
                    </a:lnTo>
                    <a:lnTo>
                      <a:pt x="53" y="1752"/>
                    </a:lnTo>
                    <a:lnTo>
                      <a:pt x="57" y="1746"/>
                    </a:lnTo>
                    <a:lnTo>
                      <a:pt x="70" y="1727"/>
                    </a:lnTo>
                    <a:lnTo>
                      <a:pt x="80" y="1709"/>
                    </a:lnTo>
                    <a:lnTo>
                      <a:pt x="81" y="1699"/>
                    </a:lnTo>
                    <a:lnTo>
                      <a:pt x="89" y="1684"/>
                    </a:lnTo>
                    <a:lnTo>
                      <a:pt x="93" y="1669"/>
                    </a:lnTo>
                    <a:lnTo>
                      <a:pt x="95" y="1631"/>
                    </a:lnTo>
                    <a:lnTo>
                      <a:pt x="93" y="1624"/>
                    </a:lnTo>
                    <a:lnTo>
                      <a:pt x="93" y="1612"/>
                    </a:lnTo>
                    <a:lnTo>
                      <a:pt x="95" y="1607"/>
                    </a:lnTo>
                    <a:lnTo>
                      <a:pt x="95" y="1580"/>
                    </a:lnTo>
                    <a:lnTo>
                      <a:pt x="96" y="1571"/>
                    </a:lnTo>
                    <a:lnTo>
                      <a:pt x="100" y="1566"/>
                    </a:lnTo>
                    <a:lnTo>
                      <a:pt x="104" y="1561"/>
                    </a:lnTo>
                    <a:lnTo>
                      <a:pt x="104" y="1550"/>
                    </a:lnTo>
                    <a:lnTo>
                      <a:pt x="95" y="1539"/>
                    </a:lnTo>
                    <a:lnTo>
                      <a:pt x="81" y="1533"/>
                    </a:lnTo>
                    <a:lnTo>
                      <a:pt x="77" y="1523"/>
                    </a:lnTo>
                    <a:lnTo>
                      <a:pt x="81" y="1521"/>
                    </a:lnTo>
                    <a:lnTo>
                      <a:pt x="97" y="1523"/>
                    </a:lnTo>
                    <a:lnTo>
                      <a:pt x="111" y="1522"/>
                    </a:lnTo>
                    <a:lnTo>
                      <a:pt x="113" y="1513"/>
                    </a:lnTo>
                    <a:lnTo>
                      <a:pt x="112" y="1505"/>
                    </a:lnTo>
                    <a:lnTo>
                      <a:pt x="104" y="1496"/>
                    </a:lnTo>
                    <a:lnTo>
                      <a:pt x="90" y="1491"/>
                    </a:lnTo>
                    <a:lnTo>
                      <a:pt x="82" y="1491"/>
                    </a:lnTo>
                    <a:lnTo>
                      <a:pt x="82" y="1486"/>
                    </a:lnTo>
                    <a:lnTo>
                      <a:pt x="86" y="1457"/>
                    </a:lnTo>
                    <a:lnTo>
                      <a:pt x="85" y="1442"/>
                    </a:lnTo>
                    <a:lnTo>
                      <a:pt x="79" y="1432"/>
                    </a:lnTo>
                    <a:lnTo>
                      <a:pt x="77" y="1427"/>
                    </a:lnTo>
                    <a:lnTo>
                      <a:pt x="79" y="1400"/>
                    </a:lnTo>
                    <a:lnTo>
                      <a:pt x="77" y="1395"/>
                    </a:lnTo>
                    <a:lnTo>
                      <a:pt x="74" y="1392"/>
                    </a:lnTo>
                    <a:lnTo>
                      <a:pt x="71" y="1387"/>
                    </a:lnTo>
                    <a:lnTo>
                      <a:pt x="71" y="1351"/>
                    </a:lnTo>
                    <a:lnTo>
                      <a:pt x="77" y="1329"/>
                    </a:lnTo>
                    <a:lnTo>
                      <a:pt x="86" y="1317"/>
                    </a:lnTo>
                    <a:lnTo>
                      <a:pt x="90" y="1308"/>
                    </a:lnTo>
                    <a:lnTo>
                      <a:pt x="91" y="1303"/>
                    </a:lnTo>
                    <a:lnTo>
                      <a:pt x="91" y="1291"/>
                    </a:lnTo>
                    <a:lnTo>
                      <a:pt x="90" y="1287"/>
                    </a:lnTo>
                    <a:lnTo>
                      <a:pt x="81" y="1279"/>
                    </a:lnTo>
                    <a:lnTo>
                      <a:pt x="77" y="1264"/>
                    </a:lnTo>
                    <a:lnTo>
                      <a:pt x="80" y="1235"/>
                    </a:lnTo>
                    <a:lnTo>
                      <a:pt x="89" y="1194"/>
                    </a:lnTo>
                    <a:lnTo>
                      <a:pt x="89" y="1178"/>
                    </a:lnTo>
                    <a:lnTo>
                      <a:pt x="89" y="1173"/>
                    </a:lnTo>
                    <a:lnTo>
                      <a:pt x="106" y="1112"/>
                    </a:lnTo>
                    <a:lnTo>
                      <a:pt x="108" y="1097"/>
                    </a:lnTo>
                    <a:lnTo>
                      <a:pt x="111" y="1091"/>
                    </a:lnTo>
                    <a:lnTo>
                      <a:pt x="116" y="1086"/>
                    </a:lnTo>
                    <a:lnTo>
                      <a:pt x="124" y="1077"/>
                    </a:lnTo>
                    <a:lnTo>
                      <a:pt x="128" y="1068"/>
                    </a:lnTo>
                    <a:lnTo>
                      <a:pt x="128" y="1055"/>
                    </a:lnTo>
                    <a:lnTo>
                      <a:pt x="123" y="1043"/>
                    </a:lnTo>
                    <a:lnTo>
                      <a:pt x="119" y="1016"/>
                    </a:lnTo>
                    <a:lnTo>
                      <a:pt x="119" y="979"/>
                    </a:lnTo>
                    <a:lnTo>
                      <a:pt x="123" y="940"/>
                    </a:lnTo>
                    <a:lnTo>
                      <a:pt x="128" y="926"/>
                    </a:lnTo>
                    <a:lnTo>
                      <a:pt x="134" y="918"/>
                    </a:lnTo>
                    <a:lnTo>
                      <a:pt x="138" y="915"/>
                    </a:lnTo>
                    <a:lnTo>
                      <a:pt x="144" y="915"/>
                    </a:lnTo>
                    <a:lnTo>
                      <a:pt x="146" y="913"/>
                    </a:lnTo>
                    <a:lnTo>
                      <a:pt x="147" y="905"/>
                    </a:lnTo>
                    <a:lnTo>
                      <a:pt x="150" y="902"/>
                    </a:lnTo>
                    <a:lnTo>
                      <a:pt x="156" y="898"/>
                    </a:lnTo>
                    <a:lnTo>
                      <a:pt x="159" y="896"/>
                    </a:lnTo>
                    <a:lnTo>
                      <a:pt x="159" y="888"/>
                    </a:lnTo>
                    <a:lnTo>
                      <a:pt x="156" y="871"/>
                    </a:lnTo>
                    <a:lnTo>
                      <a:pt x="155" y="842"/>
                    </a:lnTo>
                    <a:lnTo>
                      <a:pt x="166" y="832"/>
                    </a:lnTo>
                    <a:lnTo>
                      <a:pt x="167" y="829"/>
                    </a:lnTo>
                    <a:lnTo>
                      <a:pt x="171" y="806"/>
                    </a:lnTo>
                    <a:lnTo>
                      <a:pt x="173" y="799"/>
                    </a:lnTo>
                    <a:lnTo>
                      <a:pt x="179" y="786"/>
                    </a:lnTo>
                    <a:lnTo>
                      <a:pt x="192" y="767"/>
                    </a:lnTo>
                    <a:lnTo>
                      <a:pt x="192" y="751"/>
                    </a:lnTo>
                    <a:lnTo>
                      <a:pt x="190" y="733"/>
                    </a:lnTo>
                    <a:lnTo>
                      <a:pt x="187" y="714"/>
                    </a:lnTo>
                    <a:lnTo>
                      <a:pt x="186" y="709"/>
                    </a:lnTo>
                    <a:lnTo>
                      <a:pt x="178" y="701"/>
                    </a:lnTo>
                    <a:lnTo>
                      <a:pt x="178" y="689"/>
                    </a:lnTo>
                    <a:lnTo>
                      <a:pt x="178" y="679"/>
                    </a:lnTo>
                    <a:lnTo>
                      <a:pt x="165" y="646"/>
                    </a:lnTo>
                    <a:lnTo>
                      <a:pt x="165" y="617"/>
                    </a:lnTo>
                    <a:lnTo>
                      <a:pt x="155" y="607"/>
                    </a:lnTo>
                    <a:lnTo>
                      <a:pt x="155" y="595"/>
                    </a:lnTo>
                    <a:lnTo>
                      <a:pt x="157" y="579"/>
                    </a:lnTo>
                    <a:lnTo>
                      <a:pt x="161" y="568"/>
                    </a:lnTo>
                    <a:lnTo>
                      <a:pt x="162" y="565"/>
                    </a:lnTo>
                    <a:lnTo>
                      <a:pt x="171" y="550"/>
                    </a:lnTo>
                    <a:lnTo>
                      <a:pt x="173" y="536"/>
                    </a:lnTo>
                    <a:lnTo>
                      <a:pt x="179" y="530"/>
                    </a:lnTo>
                    <a:lnTo>
                      <a:pt x="182" y="523"/>
                    </a:lnTo>
                    <a:lnTo>
                      <a:pt x="182" y="520"/>
                    </a:lnTo>
                    <a:lnTo>
                      <a:pt x="186" y="516"/>
                    </a:lnTo>
                    <a:lnTo>
                      <a:pt x="189" y="503"/>
                    </a:lnTo>
                    <a:lnTo>
                      <a:pt x="189" y="493"/>
                    </a:lnTo>
                    <a:lnTo>
                      <a:pt x="188" y="482"/>
                    </a:lnTo>
                    <a:lnTo>
                      <a:pt x="189" y="458"/>
                    </a:lnTo>
                    <a:lnTo>
                      <a:pt x="192" y="450"/>
                    </a:lnTo>
                    <a:lnTo>
                      <a:pt x="198" y="436"/>
                    </a:lnTo>
                    <a:lnTo>
                      <a:pt x="200" y="429"/>
                    </a:lnTo>
                    <a:lnTo>
                      <a:pt x="204" y="408"/>
                    </a:lnTo>
                    <a:lnTo>
                      <a:pt x="210" y="382"/>
                    </a:lnTo>
                    <a:lnTo>
                      <a:pt x="235" y="354"/>
                    </a:lnTo>
                    <a:lnTo>
                      <a:pt x="242" y="329"/>
                    </a:lnTo>
                    <a:lnTo>
                      <a:pt x="245" y="327"/>
                    </a:lnTo>
                    <a:lnTo>
                      <a:pt x="260" y="312"/>
                    </a:lnTo>
                    <a:lnTo>
                      <a:pt x="270" y="308"/>
                    </a:lnTo>
                    <a:lnTo>
                      <a:pt x="275" y="305"/>
                    </a:lnTo>
                    <a:lnTo>
                      <a:pt x="276" y="302"/>
                    </a:lnTo>
                    <a:lnTo>
                      <a:pt x="274" y="288"/>
                    </a:lnTo>
                    <a:lnTo>
                      <a:pt x="270" y="273"/>
                    </a:lnTo>
                    <a:lnTo>
                      <a:pt x="268" y="262"/>
                    </a:lnTo>
                    <a:lnTo>
                      <a:pt x="268" y="236"/>
                    </a:lnTo>
                    <a:lnTo>
                      <a:pt x="263" y="221"/>
                    </a:lnTo>
                    <a:lnTo>
                      <a:pt x="263" y="205"/>
                    </a:lnTo>
                    <a:lnTo>
                      <a:pt x="264" y="203"/>
                    </a:lnTo>
                    <a:lnTo>
                      <a:pt x="270" y="195"/>
                    </a:lnTo>
                    <a:lnTo>
                      <a:pt x="270" y="186"/>
                    </a:lnTo>
                    <a:lnTo>
                      <a:pt x="268" y="176"/>
                    </a:lnTo>
                    <a:lnTo>
                      <a:pt x="268" y="168"/>
                    </a:lnTo>
                    <a:lnTo>
                      <a:pt x="269" y="161"/>
                    </a:lnTo>
                    <a:lnTo>
                      <a:pt x="317" y="139"/>
                    </a:lnTo>
                    <a:lnTo>
                      <a:pt x="335" y="132"/>
                    </a:lnTo>
                    <a:lnTo>
                      <a:pt x="344" y="85"/>
                    </a:lnTo>
                    <a:lnTo>
                      <a:pt x="344" y="73"/>
                    </a:lnTo>
                    <a:lnTo>
                      <a:pt x="339" y="68"/>
                    </a:lnTo>
                    <a:lnTo>
                      <a:pt x="339" y="65"/>
                    </a:lnTo>
                    <a:lnTo>
                      <a:pt x="338" y="65"/>
                    </a:lnTo>
                    <a:lnTo>
                      <a:pt x="338" y="63"/>
                    </a:lnTo>
                    <a:lnTo>
                      <a:pt x="340" y="62"/>
                    </a:lnTo>
                    <a:lnTo>
                      <a:pt x="345" y="58"/>
                    </a:lnTo>
                    <a:lnTo>
                      <a:pt x="351" y="48"/>
                    </a:lnTo>
                    <a:lnTo>
                      <a:pt x="353" y="44"/>
                    </a:lnTo>
                    <a:lnTo>
                      <a:pt x="359" y="36"/>
                    </a:lnTo>
                    <a:lnTo>
                      <a:pt x="367" y="27"/>
                    </a:lnTo>
                    <a:lnTo>
                      <a:pt x="378" y="19"/>
                    </a:lnTo>
                    <a:lnTo>
                      <a:pt x="392" y="1"/>
                    </a:lnTo>
                    <a:lnTo>
                      <a:pt x="396" y="0"/>
                    </a:lnTo>
                    <a:lnTo>
                      <a:pt x="399" y="0"/>
                    </a:lnTo>
                    <a:lnTo>
                      <a:pt x="404" y="6"/>
                    </a:lnTo>
                    <a:lnTo>
                      <a:pt x="413" y="19"/>
                    </a:lnTo>
                    <a:lnTo>
                      <a:pt x="439" y="19"/>
                    </a:lnTo>
                    <a:lnTo>
                      <a:pt x="447" y="21"/>
                    </a:lnTo>
                    <a:lnTo>
                      <a:pt x="452" y="21"/>
                    </a:lnTo>
                    <a:lnTo>
                      <a:pt x="473" y="26"/>
                    </a:lnTo>
                    <a:lnTo>
                      <a:pt x="477" y="30"/>
                    </a:lnTo>
                    <a:lnTo>
                      <a:pt x="480" y="36"/>
                    </a:lnTo>
                    <a:lnTo>
                      <a:pt x="483" y="37"/>
                    </a:lnTo>
                    <a:lnTo>
                      <a:pt x="484" y="41"/>
                    </a:lnTo>
                    <a:lnTo>
                      <a:pt x="495" y="52"/>
                    </a:lnTo>
                    <a:lnTo>
                      <a:pt x="498" y="52"/>
                    </a:lnTo>
                    <a:lnTo>
                      <a:pt x="499" y="46"/>
                    </a:lnTo>
                    <a:lnTo>
                      <a:pt x="504" y="35"/>
                    </a:lnTo>
                    <a:lnTo>
                      <a:pt x="507" y="16"/>
                    </a:lnTo>
                    <a:lnTo>
                      <a:pt x="509" y="12"/>
                    </a:lnTo>
                    <a:lnTo>
                      <a:pt x="517" y="12"/>
                    </a:lnTo>
                    <a:lnTo>
                      <a:pt x="536" y="15"/>
                    </a:lnTo>
                    <a:lnTo>
                      <a:pt x="553" y="15"/>
                    </a:lnTo>
                    <a:lnTo>
                      <a:pt x="561" y="16"/>
                    </a:lnTo>
                    <a:lnTo>
                      <a:pt x="564" y="17"/>
                    </a:lnTo>
                    <a:lnTo>
                      <a:pt x="571" y="22"/>
                    </a:lnTo>
                    <a:lnTo>
                      <a:pt x="577" y="27"/>
                    </a:lnTo>
                    <a:lnTo>
                      <a:pt x="585" y="31"/>
                    </a:lnTo>
                    <a:lnTo>
                      <a:pt x="601" y="36"/>
                    </a:lnTo>
                    <a:lnTo>
                      <a:pt x="607" y="41"/>
                    </a:lnTo>
                    <a:lnTo>
                      <a:pt x="618" y="62"/>
                    </a:lnTo>
                    <a:lnTo>
                      <a:pt x="631" y="75"/>
                    </a:lnTo>
                    <a:lnTo>
                      <a:pt x="634" y="80"/>
                    </a:lnTo>
                    <a:lnTo>
                      <a:pt x="659" y="98"/>
                    </a:lnTo>
                    <a:lnTo>
                      <a:pt x="671" y="105"/>
                    </a:lnTo>
                    <a:lnTo>
                      <a:pt x="674" y="108"/>
                    </a:lnTo>
                    <a:lnTo>
                      <a:pt x="686" y="127"/>
                    </a:lnTo>
                    <a:lnTo>
                      <a:pt x="687" y="128"/>
                    </a:lnTo>
                    <a:lnTo>
                      <a:pt x="692" y="132"/>
                    </a:lnTo>
                    <a:lnTo>
                      <a:pt x="703" y="135"/>
                    </a:lnTo>
                    <a:lnTo>
                      <a:pt x="711" y="136"/>
                    </a:lnTo>
                    <a:lnTo>
                      <a:pt x="740" y="139"/>
                    </a:lnTo>
                    <a:lnTo>
                      <a:pt x="752" y="143"/>
                    </a:lnTo>
                    <a:lnTo>
                      <a:pt x="758" y="145"/>
                    </a:lnTo>
                    <a:lnTo>
                      <a:pt x="784" y="163"/>
                    </a:lnTo>
                    <a:lnTo>
                      <a:pt x="799" y="171"/>
                    </a:lnTo>
                    <a:lnTo>
                      <a:pt x="815" y="179"/>
                    </a:lnTo>
                    <a:lnTo>
                      <a:pt x="823" y="191"/>
                    </a:lnTo>
                    <a:lnTo>
                      <a:pt x="838" y="194"/>
                    </a:lnTo>
                    <a:lnTo>
                      <a:pt x="845" y="200"/>
                    </a:lnTo>
                    <a:lnTo>
                      <a:pt x="850" y="209"/>
                    </a:lnTo>
                    <a:lnTo>
                      <a:pt x="854" y="210"/>
                    </a:lnTo>
                    <a:lnTo>
                      <a:pt x="856" y="214"/>
                    </a:lnTo>
                    <a:lnTo>
                      <a:pt x="858" y="224"/>
                    </a:lnTo>
                    <a:lnTo>
                      <a:pt x="858" y="234"/>
                    </a:lnTo>
                    <a:lnTo>
                      <a:pt x="849" y="247"/>
                    </a:lnTo>
                    <a:lnTo>
                      <a:pt x="834" y="269"/>
                    </a:lnTo>
                    <a:lnTo>
                      <a:pt x="823" y="294"/>
                    </a:lnTo>
                    <a:lnTo>
                      <a:pt x="821" y="302"/>
                    </a:lnTo>
                    <a:lnTo>
                      <a:pt x="819" y="311"/>
                    </a:lnTo>
                    <a:lnTo>
                      <a:pt x="819" y="317"/>
                    </a:lnTo>
                    <a:lnTo>
                      <a:pt x="821" y="321"/>
                    </a:lnTo>
                    <a:lnTo>
                      <a:pt x="843" y="321"/>
                    </a:lnTo>
                    <a:lnTo>
                      <a:pt x="875" y="326"/>
                    </a:lnTo>
                    <a:lnTo>
                      <a:pt x="881" y="328"/>
                    </a:lnTo>
                    <a:lnTo>
                      <a:pt x="898" y="339"/>
                    </a:lnTo>
                    <a:lnTo>
                      <a:pt x="908" y="342"/>
                    </a:lnTo>
                    <a:lnTo>
                      <a:pt x="918" y="340"/>
                    </a:lnTo>
                    <a:lnTo>
                      <a:pt x="923" y="343"/>
                    </a:lnTo>
                    <a:lnTo>
                      <a:pt x="930" y="343"/>
                    </a:lnTo>
                    <a:lnTo>
                      <a:pt x="937" y="340"/>
                    </a:lnTo>
                    <a:lnTo>
                      <a:pt x="941" y="335"/>
                    </a:lnTo>
                    <a:lnTo>
                      <a:pt x="948" y="332"/>
                    </a:lnTo>
                    <a:lnTo>
                      <a:pt x="963" y="333"/>
                    </a:lnTo>
                    <a:lnTo>
                      <a:pt x="972" y="332"/>
                    </a:lnTo>
                    <a:lnTo>
                      <a:pt x="973" y="331"/>
                    </a:lnTo>
                    <a:lnTo>
                      <a:pt x="975" y="327"/>
                    </a:lnTo>
                    <a:lnTo>
                      <a:pt x="990" y="315"/>
                    </a:lnTo>
                    <a:lnTo>
                      <a:pt x="994" y="313"/>
                    </a:lnTo>
                    <a:lnTo>
                      <a:pt x="996" y="310"/>
                    </a:lnTo>
                    <a:lnTo>
                      <a:pt x="1010" y="299"/>
                    </a:lnTo>
                    <a:lnTo>
                      <a:pt x="1018" y="290"/>
                    </a:lnTo>
                    <a:lnTo>
                      <a:pt x="1025" y="280"/>
                    </a:lnTo>
                    <a:lnTo>
                      <a:pt x="1028" y="272"/>
                    </a:lnTo>
                    <a:lnTo>
                      <a:pt x="1031" y="256"/>
                    </a:lnTo>
                    <a:lnTo>
                      <a:pt x="1034" y="225"/>
                    </a:lnTo>
                    <a:lnTo>
                      <a:pt x="1043" y="225"/>
                    </a:lnTo>
                    <a:lnTo>
                      <a:pt x="1047" y="224"/>
                    </a:lnTo>
                    <a:lnTo>
                      <a:pt x="1061" y="224"/>
                    </a:lnTo>
                    <a:lnTo>
                      <a:pt x="1068" y="231"/>
                    </a:lnTo>
                    <a:lnTo>
                      <a:pt x="1080" y="270"/>
                    </a:lnTo>
                    <a:lnTo>
                      <a:pt x="1080" y="302"/>
                    </a:lnTo>
                    <a:lnTo>
                      <a:pt x="1079" y="313"/>
                    </a:lnTo>
                    <a:lnTo>
                      <a:pt x="1076" y="317"/>
                    </a:lnTo>
                    <a:lnTo>
                      <a:pt x="1074" y="321"/>
                    </a:lnTo>
                    <a:lnTo>
                      <a:pt x="1050" y="337"/>
                    </a:lnTo>
                    <a:lnTo>
                      <a:pt x="1043" y="339"/>
                    </a:lnTo>
                    <a:lnTo>
                      <a:pt x="1031" y="340"/>
                    </a:lnTo>
                    <a:lnTo>
                      <a:pt x="1023" y="344"/>
                    </a:lnTo>
                    <a:lnTo>
                      <a:pt x="1014" y="356"/>
                    </a:lnTo>
                    <a:lnTo>
                      <a:pt x="1005" y="366"/>
                    </a:lnTo>
                    <a:lnTo>
                      <a:pt x="961" y="404"/>
                    </a:lnTo>
                    <a:lnTo>
                      <a:pt x="959" y="408"/>
                    </a:lnTo>
                    <a:lnTo>
                      <a:pt x="955" y="415"/>
                    </a:lnTo>
                    <a:lnTo>
                      <a:pt x="935" y="440"/>
                    </a:lnTo>
                    <a:lnTo>
                      <a:pt x="932" y="446"/>
                    </a:lnTo>
                    <a:lnTo>
                      <a:pt x="914" y="467"/>
                    </a:lnTo>
                    <a:lnTo>
                      <a:pt x="899" y="479"/>
                    </a:lnTo>
                    <a:lnTo>
                      <a:pt x="892" y="488"/>
                    </a:lnTo>
                    <a:lnTo>
                      <a:pt x="883" y="494"/>
                    </a:lnTo>
                    <a:lnTo>
                      <a:pt x="881" y="499"/>
                    </a:lnTo>
                    <a:lnTo>
                      <a:pt x="872" y="509"/>
                    </a:lnTo>
                    <a:lnTo>
                      <a:pt x="862" y="514"/>
                    </a:lnTo>
                    <a:lnTo>
                      <a:pt x="861" y="520"/>
                    </a:lnTo>
                    <a:lnTo>
                      <a:pt x="851" y="528"/>
                    </a:lnTo>
                    <a:lnTo>
                      <a:pt x="850" y="531"/>
                    </a:lnTo>
                    <a:lnTo>
                      <a:pt x="853" y="554"/>
                    </a:lnTo>
                    <a:lnTo>
                      <a:pt x="848" y="576"/>
                    </a:lnTo>
                    <a:lnTo>
                      <a:pt x="848" y="591"/>
                    </a:lnTo>
                    <a:lnTo>
                      <a:pt x="846" y="601"/>
                    </a:lnTo>
                    <a:lnTo>
                      <a:pt x="838" y="625"/>
                    </a:lnTo>
                    <a:lnTo>
                      <a:pt x="838" y="676"/>
                    </a:lnTo>
                    <a:lnTo>
                      <a:pt x="835" y="686"/>
                    </a:lnTo>
                    <a:lnTo>
                      <a:pt x="834" y="692"/>
                    </a:lnTo>
                    <a:lnTo>
                      <a:pt x="826" y="705"/>
                    </a:lnTo>
                    <a:lnTo>
                      <a:pt x="823" y="714"/>
                    </a:lnTo>
                    <a:lnTo>
                      <a:pt x="818" y="740"/>
                    </a:lnTo>
                    <a:lnTo>
                      <a:pt x="817" y="756"/>
                    </a:lnTo>
                    <a:lnTo>
                      <a:pt x="818" y="765"/>
                    </a:lnTo>
                    <a:lnTo>
                      <a:pt x="817" y="774"/>
                    </a:lnTo>
                    <a:lnTo>
                      <a:pt x="813" y="776"/>
                    </a:lnTo>
                    <a:lnTo>
                      <a:pt x="822" y="796"/>
                    </a:lnTo>
                    <a:lnTo>
                      <a:pt x="846" y="810"/>
                    </a:lnTo>
                    <a:lnTo>
                      <a:pt x="856" y="817"/>
                    </a:lnTo>
                    <a:lnTo>
                      <a:pt x="869" y="828"/>
                    </a:lnTo>
                    <a:lnTo>
                      <a:pt x="885" y="845"/>
                    </a:lnTo>
                    <a:lnTo>
                      <a:pt x="886" y="855"/>
                    </a:lnTo>
                    <a:lnTo>
                      <a:pt x="875" y="880"/>
                    </a:lnTo>
                    <a:lnTo>
                      <a:pt x="878" y="892"/>
                    </a:lnTo>
                    <a:lnTo>
                      <a:pt x="889" y="907"/>
                    </a:lnTo>
                    <a:lnTo>
                      <a:pt x="903" y="913"/>
                    </a:lnTo>
                    <a:lnTo>
                      <a:pt x="913" y="912"/>
                    </a:lnTo>
                    <a:lnTo>
                      <a:pt x="914" y="921"/>
                    </a:lnTo>
                    <a:lnTo>
                      <a:pt x="914" y="950"/>
                    </a:lnTo>
                    <a:lnTo>
                      <a:pt x="908" y="963"/>
                    </a:lnTo>
                    <a:lnTo>
                      <a:pt x="889" y="991"/>
                    </a:lnTo>
                    <a:lnTo>
                      <a:pt x="877" y="1004"/>
                    </a:lnTo>
                    <a:lnTo>
                      <a:pt x="870" y="1015"/>
                    </a:lnTo>
                    <a:lnTo>
                      <a:pt x="865" y="1039"/>
                    </a:lnTo>
                    <a:lnTo>
                      <a:pt x="854" y="1049"/>
                    </a:lnTo>
                    <a:lnTo>
                      <a:pt x="840" y="1056"/>
                    </a:lnTo>
                    <a:lnTo>
                      <a:pt x="815" y="1065"/>
                    </a:lnTo>
                    <a:lnTo>
                      <a:pt x="805" y="1065"/>
                    </a:lnTo>
                    <a:lnTo>
                      <a:pt x="790" y="1072"/>
                    </a:lnTo>
                    <a:lnTo>
                      <a:pt x="765" y="1080"/>
                    </a:lnTo>
                    <a:lnTo>
                      <a:pt x="753" y="1082"/>
                    </a:lnTo>
                    <a:lnTo>
                      <a:pt x="733" y="1083"/>
                    </a:lnTo>
                    <a:lnTo>
                      <a:pt x="711" y="1091"/>
                    </a:lnTo>
                    <a:lnTo>
                      <a:pt x="677" y="1096"/>
                    </a:lnTo>
                    <a:lnTo>
                      <a:pt x="650" y="1096"/>
                    </a:lnTo>
                    <a:lnTo>
                      <a:pt x="620" y="1091"/>
                    </a:lnTo>
                    <a:lnTo>
                      <a:pt x="607" y="1079"/>
                    </a:lnTo>
                    <a:lnTo>
                      <a:pt x="604" y="1088"/>
                    </a:lnTo>
                    <a:lnTo>
                      <a:pt x="607" y="1113"/>
                    </a:lnTo>
                    <a:lnTo>
                      <a:pt x="616" y="1122"/>
                    </a:lnTo>
                    <a:lnTo>
                      <a:pt x="619" y="1130"/>
                    </a:lnTo>
                    <a:lnTo>
                      <a:pt x="617" y="1147"/>
                    </a:lnTo>
                    <a:lnTo>
                      <a:pt x="614" y="1155"/>
                    </a:lnTo>
                    <a:lnTo>
                      <a:pt x="611" y="1157"/>
                    </a:lnTo>
                    <a:lnTo>
                      <a:pt x="609" y="1156"/>
                    </a:lnTo>
                    <a:lnTo>
                      <a:pt x="604" y="1169"/>
                    </a:lnTo>
                    <a:lnTo>
                      <a:pt x="602" y="1184"/>
                    </a:lnTo>
                    <a:lnTo>
                      <a:pt x="607" y="1214"/>
                    </a:lnTo>
                    <a:lnTo>
                      <a:pt x="607" y="1221"/>
                    </a:lnTo>
                    <a:lnTo>
                      <a:pt x="603" y="1230"/>
                    </a:lnTo>
                    <a:lnTo>
                      <a:pt x="597" y="1237"/>
                    </a:lnTo>
                    <a:lnTo>
                      <a:pt x="580" y="1241"/>
                    </a:lnTo>
                    <a:lnTo>
                      <a:pt x="564" y="1252"/>
                    </a:lnTo>
                    <a:lnTo>
                      <a:pt x="526" y="1251"/>
                    </a:lnTo>
                    <a:lnTo>
                      <a:pt x="517" y="1247"/>
                    </a:lnTo>
                    <a:lnTo>
                      <a:pt x="507" y="1241"/>
                    </a:lnTo>
                    <a:lnTo>
                      <a:pt x="487" y="1232"/>
                    </a:lnTo>
                    <a:lnTo>
                      <a:pt x="472" y="1227"/>
                    </a:lnTo>
                    <a:lnTo>
                      <a:pt x="462" y="1216"/>
                    </a:lnTo>
                    <a:lnTo>
                      <a:pt x="451" y="1230"/>
                    </a:lnTo>
                    <a:lnTo>
                      <a:pt x="451" y="1251"/>
                    </a:lnTo>
                    <a:lnTo>
                      <a:pt x="457" y="1270"/>
                    </a:lnTo>
                    <a:lnTo>
                      <a:pt x="458" y="1302"/>
                    </a:lnTo>
                    <a:lnTo>
                      <a:pt x="459" y="1317"/>
                    </a:lnTo>
                    <a:lnTo>
                      <a:pt x="473" y="1329"/>
                    </a:lnTo>
                    <a:lnTo>
                      <a:pt x="487" y="1333"/>
                    </a:lnTo>
                    <a:lnTo>
                      <a:pt x="482" y="1340"/>
                    </a:lnTo>
                    <a:lnTo>
                      <a:pt x="489" y="1345"/>
                    </a:lnTo>
                    <a:lnTo>
                      <a:pt x="509" y="1340"/>
                    </a:lnTo>
                    <a:lnTo>
                      <a:pt x="505" y="1332"/>
                    </a:lnTo>
                    <a:lnTo>
                      <a:pt x="499" y="1328"/>
                    </a:lnTo>
                    <a:lnTo>
                      <a:pt x="515" y="1325"/>
                    </a:lnTo>
                    <a:lnTo>
                      <a:pt x="527" y="1317"/>
                    </a:lnTo>
                    <a:lnTo>
                      <a:pt x="534" y="1329"/>
                    </a:lnTo>
                    <a:lnTo>
                      <a:pt x="538" y="1355"/>
                    </a:lnTo>
                    <a:lnTo>
                      <a:pt x="536" y="1367"/>
                    </a:lnTo>
                    <a:lnTo>
                      <a:pt x="528" y="1372"/>
                    </a:lnTo>
                    <a:lnTo>
                      <a:pt x="518" y="1376"/>
                    </a:lnTo>
                    <a:lnTo>
                      <a:pt x="509" y="1376"/>
                    </a:lnTo>
                    <a:lnTo>
                      <a:pt x="501" y="1372"/>
                    </a:lnTo>
                    <a:lnTo>
                      <a:pt x="500" y="1360"/>
                    </a:lnTo>
                    <a:lnTo>
                      <a:pt x="495" y="1354"/>
                    </a:lnTo>
                    <a:lnTo>
                      <a:pt x="484" y="1351"/>
                    </a:lnTo>
                    <a:lnTo>
                      <a:pt x="475" y="1354"/>
                    </a:lnTo>
                    <a:lnTo>
                      <a:pt x="469" y="1360"/>
                    </a:lnTo>
                    <a:lnTo>
                      <a:pt x="463" y="1361"/>
                    </a:lnTo>
                    <a:lnTo>
                      <a:pt x="458" y="1366"/>
                    </a:lnTo>
                    <a:lnTo>
                      <a:pt x="458" y="1372"/>
                    </a:lnTo>
                    <a:lnTo>
                      <a:pt x="475" y="1381"/>
                    </a:lnTo>
                    <a:lnTo>
                      <a:pt x="487" y="1382"/>
                    </a:lnTo>
                    <a:lnTo>
                      <a:pt x="494" y="1384"/>
                    </a:lnTo>
                    <a:lnTo>
                      <a:pt x="500" y="1387"/>
                    </a:lnTo>
                    <a:lnTo>
                      <a:pt x="499" y="1389"/>
                    </a:lnTo>
                    <a:lnTo>
                      <a:pt x="466" y="1407"/>
                    </a:lnTo>
                    <a:lnTo>
                      <a:pt x="461" y="1414"/>
                    </a:lnTo>
                    <a:lnTo>
                      <a:pt x="457" y="1423"/>
                    </a:lnTo>
                    <a:lnTo>
                      <a:pt x="448" y="1432"/>
                    </a:lnTo>
                    <a:lnTo>
                      <a:pt x="446" y="1445"/>
                    </a:lnTo>
                    <a:lnTo>
                      <a:pt x="450" y="1461"/>
                    </a:lnTo>
                    <a:lnTo>
                      <a:pt x="448" y="1474"/>
                    </a:lnTo>
                    <a:lnTo>
                      <a:pt x="448" y="1490"/>
                    </a:lnTo>
                    <a:lnTo>
                      <a:pt x="445" y="1501"/>
                    </a:lnTo>
                    <a:lnTo>
                      <a:pt x="440" y="1506"/>
                    </a:lnTo>
                    <a:lnTo>
                      <a:pt x="432" y="1508"/>
                    </a:lnTo>
                    <a:lnTo>
                      <a:pt x="426" y="1520"/>
                    </a:lnTo>
                    <a:lnTo>
                      <a:pt x="431" y="1533"/>
                    </a:lnTo>
                    <a:lnTo>
                      <a:pt x="432" y="1538"/>
                    </a:lnTo>
                    <a:lnTo>
                      <a:pt x="429" y="1544"/>
                    </a:lnTo>
                    <a:lnTo>
                      <a:pt x="396" y="1542"/>
                    </a:lnTo>
                    <a:lnTo>
                      <a:pt x="386" y="1547"/>
                    </a:lnTo>
                    <a:lnTo>
                      <a:pt x="378" y="1556"/>
                    </a:lnTo>
                    <a:lnTo>
                      <a:pt x="369" y="1556"/>
                    </a:lnTo>
                    <a:lnTo>
                      <a:pt x="359" y="1561"/>
                    </a:lnTo>
                    <a:lnTo>
                      <a:pt x="342" y="1580"/>
                    </a:lnTo>
                    <a:lnTo>
                      <a:pt x="335" y="1588"/>
                    </a:lnTo>
                    <a:lnTo>
                      <a:pt x="333" y="1597"/>
                    </a:lnTo>
                    <a:lnTo>
                      <a:pt x="322" y="1615"/>
                    </a:lnTo>
                    <a:lnTo>
                      <a:pt x="318" y="1633"/>
                    </a:lnTo>
                    <a:lnTo>
                      <a:pt x="321" y="1640"/>
                    </a:lnTo>
                    <a:lnTo>
                      <a:pt x="327" y="1653"/>
                    </a:lnTo>
                    <a:lnTo>
                      <a:pt x="333" y="1664"/>
                    </a:lnTo>
                    <a:lnTo>
                      <a:pt x="343" y="1672"/>
                    </a:lnTo>
                    <a:lnTo>
                      <a:pt x="365" y="1696"/>
                    </a:lnTo>
                    <a:lnTo>
                      <a:pt x="389" y="1706"/>
                    </a:lnTo>
                    <a:lnTo>
                      <a:pt x="402" y="1707"/>
                    </a:lnTo>
                    <a:lnTo>
                      <a:pt x="414" y="1705"/>
                    </a:lnTo>
                    <a:lnTo>
                      <a:pt x="421" y="1712"/>
                    </a:lnTo>
                    <a:lnTo>
                      <a:pt x="424" y="1723"/>
                    </a:lnTo>
                    <a:lnTo>
                      <a:pt x="424" y="1739"/>
                    </a:lnTo>
                    <a:lnTo>
                      <a:pt x="417" y="1752"/>
                    </a:lnTo>
                    <a:lnTo>
                      <a:pt x="413" y="1754"/>
                    </a:lnTo>
                    <a:lnTo>
                      <a:pt x="417" y="1766"/>
                    </a:lnTo>
                    <a:lnTo>
                      <a:pt x="418" y="1776"/>
                    </a:lnTo>
                    <a:lnTo>
                      <a:pt x="410" y="1780"/>
                    </a:lnTo>
                    <a:lnTo>
                      <a:pt x="409" y="1791"/>
                    </a:lnTo>
                    <a:lnTo>
                      <a:pt x="402" y="1791"/>
                    </a:lnTo>
                    <a:lnTo>
                      <a:pt x="393" y="1796"/>
                    </a:lnTo>
                    <a:lnTo>
                      <a:pt x="376" y="1813"/>
                    </a:lnTo>
                    <a:lnTo>
                      <a:pt x="358" y="1829"/>
                    </a:lnTo>
                    <a:lnTo>
                      <a:pt x="350" y="1833"/>
                    </a:lnTo>
                    <a:lnTo>
                      <a:pt x="335" y="1849"/>
                    </a:lnTo>
                    <a:lnTo>
                      <a:pt x="321" y="1862"/>
                    </a:lnTo>
                    <a:lnTo>
                      <a:pt x="312" y="1882"/>
                    </a:lnTo>
                    <a:lnTo>
                      <a:pt x="310" y="1894"/>
                    </a:lnTo>
                    <a:lnTo>
                      <a:pt x="318" y="1887"/>
                    </a:lnTo>
                    <a:lnTo>
                      <a:pt x="310" y="1924"/>
                    </a:lnTo>
                    <a:lnTo>
                      <a:pt x="305" y="1940"/>
                    </a:lnTo>
                    <a:lnTo>
                      <a:pt x="296" y="1948"/>
                    </a:lnTo>
                    <a:lnTo>
                      <a:pt x="286" y="1953"/>
                    </a:lnTo>
                    <a:lnTo>
                      <a:pt x="276" y="1953"/>
                    </a:lnTo>
                    <a:lnTo>
                      <a:pt x="269" y="1946"/>
                    </a:lnTo>
                    <a:lnTo>
                      <a:pt x="258" y="1925"/>
                    </a:lnTo>
                    <a:lnTo>
                      <a:pt x="260" y="1945"/>
                    </a:lnTo>
                    <a:lnTo>
                      <a:pt x="268" y="1948"/>
                    </a:lnTo>
                    <a:lnTo>
                      <a:pt x="270" y="1954"/>
                    </a:lnTo>
                    <a:lnTo>
                      <a:pt x="270" y="1959"/>
                    </a:lnTo>
                    <a:lnTo>
                      <a:pt x="248" y="1974"/>
                    </a:lnTo>
                    <a:lnTo>
                      <a:pt x="238" y="1983"/>
                    </a:lnTo>
                    <a:lnTo>
                      <a:pt x="226" y="2026"/>
                    </a:lnTo>
                    <a:lnTo>
                      <a:pt x="219" y="2037"/>
                    </a:lnTo>
                    <a:lnTo>
                      <a:pt x="225" y="2037"/>
                    </a:lnTo>
                    <a:lnTo>
                      <a:pt x="230" y="2033"/>
                    </a:lnTo>
                    <a:lnTo>
                      <a:pt x="237" y="2058"/>
                    </a:lnTo>
                    <a:lnTo>
                      <a:pt x="241" y="2074"/>
                    </a:lnTo>
                    <a:lnTo>
                      <a:pt x="237" y="2081"/>
                    </a:lnTo>
                    <a:lnTo>
                      <a:pt x="225" y="2080"/>
                    </a:lnTo>
                    <a:lnTo>
                      <a:pt x="220" y="2082"/>
                    </a:lnTo>
                    <a:lnTo>
                      <a:pt x="229" y="2089"/>
                    </a:lnTo>
                    <a:lnTo>
                      <a:pt x="233" y="2088"/>
                    </a:lnTo>
                    <a:lnTo>
                      <a:pt x="240" y="2089"/>
                    </a:lnTo>
                    <a:lnTo>
                      <a:pt x="256" y="2120"/>
                    </a:lnTo>
                    <a:lnTo>
                      <a:pt x="275" y="2145"/>
                    </a:lnTo>
                    <a:lnTo>
                      <a:pt x="275" y="214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72" name="Google Shape;2272;p5">
                <a:extLst>
                  <a:ext uri="{FF2B5EF4-FFF2-40B4-BE49-F238E27FC236}">
                    <a16:creationId xmlns:a16="http://schemas.microsoft.com/office/drawing/2014/main" id="{BB833385-33D3-19A6-CB6B-DE3C01029772}"/>
                  </a:ext>
                </a:extLst>
              </p:cNvPr>
              <p:cNvSpPr/>
              <p:nvPr/>
            </p:nvSpPr>
            <p:spPr>
              <a:xfrm>
                <a:off x="1763" y="3165"/>
                <a:ext cx="38" cy="45"/>
              </a:xfrm>
              <a:custGeom>
                <a:avLst/>
                <a:gdLst/>
                <a:ahLst/>
                <a:cxnLst/>
                <a:rect l="l" t="t" r="r" b="b"/>
                <a:pathLst>
                  <a:path w="193" h="224" extrusionOk="0">
                    <a:moveTo>
                      <a:pt x="4" y="208"/>
                    </a:moveTo>
                    <a:lnTo>
                      <a:pt x="4" y="196"/>
                    </a:lnTo>
                    <a:lnTo>
                      <a:pt x="3" y="191"/>
                    </a:lnTo>
                    <a:lnTo>
                      <a:pt x="0" y="0"/>
                    </a:lnTo>
                    <a:lnTo>
                      <a:pt x="6" y="5"/>
                    </a:lnTo>
                    <a:lnTo>
                      <a:pt x="11" y="14"/>
                    </a:lnTo>
                    <a:lnTo>
                      <a:pt x="29" y="43"/>
                    </a:lnTo>
                    <a:lnTo>
                      <a:pt x="29" y="48"/>
                    </a:lnTo>
                    <a:lnTo>
                      <a:pt x="25" y="42"/>
                    </a:lnTo>
                    <a:lnTo>
                      <a:pt x="17" y="40"/>
                    </a:lnTo>
                    <a:lnTo>
                      <a:pt x="11" y="42"/>
                    </a:lnTo>
                    <a:lnTo>
                      <a:pt x="10" y="50"/>
                    </a:lnTo>
                    <a:lnTo>
                      <a:pt x="14" y="58"/>
                    </a:lnTo>
                    <a:lnTo>
                      <a:pt x="20" y="61"/>
                    </a:lnTo>
                    <a:lnTo>
                      <a:pt x="26" y="67"/>
                    </a:lnTo>
                    <a:lnTo>
                      <a:pt x="31" y="74"/>
                    </a:lnTo>
                    <a:lnTo>
                      <a:pt x="37" y="94"/>
                    </a:lnTo>
                    <a:lnTo>
                      <a:pt x="42" y="99"/>
                    </a:lnTo>
                    <a:lnTo>
                      <a:pt x="59" y="111"/>
                    </a:lnTo>
                    <a:lnTo>
                      <a:pt x="74" y="129"/>
                    </a:lnTo>
                    <a:lnTo>
                      <a:pt x="81" y="132"/>
                    </a:lnTo>
                    <a:lnTo>
                      <a:pt x="86" y="136"/>
                    </a:lnTo>
                    <a:lnTo>
                      <a:pt x="94" y="138"/>
                    </a:lnTo>
                    <a:lnTo>
                      <a:pt x="97" y="144"/>
                    </a:lnTo>
                    <a:lnTo>
                      <a:pt x="108" y="148"/>
                    </a:lnTo>
                    <a:lnTo>
                      <a:pt x="119" y="161"/>
                    </a:lnTo>
                    <a:lnTo>
                      <a:pt x="142" y="179"/>
                    </a:lnTo>
                    <a:lnTo>
                      <a:pt x="156" y="187"/>
                    </a:lnTo>
                    <a:lnTo>
                      <a:pt x="182" y="190"/>
                    </a:lnTo>
                    <a:lnTo>
                      <a:pt x="192" y="187"/>
                    </a:lnTo>
                    <a:lnTo>
                      <a:pt x="193" y="193"/>
                    </a:lnTo>
                    <a:lnTo>
                      <a:pt x="191" y="206"/>
                    </a:lnTo>
                    <a:lnTo>
                      <a:pt x="187" y="210"/>
                    </a:lnTo>
                    <a:lnTo>
                      <a:pt x="175" y="215"/>
                    </a:lnTo>
                    <a:lnTo>
                      <a:pt x="155" y="212"/>
                    </a:lnTo>
                    <a:lnTo>
                      <a:pt x="129" y="220"/>
                    </a:lnTo>
                    <a:lnTo>
                      <a:pt x="127" y="224"/>
                    </a:lnTo>
                    <a:lnTo>
                      <a:pt x="118" y="222"/>
                    </a:lnTo>
                    <a:lnTo>
                      <a:pt x="102" y="212"/>
                    </a:lnTo>
                    <a:lnTo>
                      <a:pt x="74" y="206"/>
                    </a:lnTo>
                    <a:lnTo>
                      <a:pt x="48" y="206"/>
                    </a:lnTo>
                    <a:lnTo>
                      <a:pt x="40" y="202"/>
                    </a:lnTo>
                    <a:lnTo>
                      <a:pt x="33" y="201"/>
                    </a:lnTo>
                    <a:lnTo>
                      <a:pt x="25" y="199"/>
                    </a:lnTo>
                    <a:lnTo>
                      <a:pt x="9" y="208"/>
                    </a:lnTo>
                    <a:lnTo>
                      <a:pt x="4" y="20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73" name="Google Shape;2273;p5">
                <a:extLst>
                  <a:ext uri="{FF2B5EF4-FFF2-40B4-BE49-F238E27FC236}">
                    <a16:creationId xmlns:a16="http://schemas.microsoft.com/office/drawing/2014/main" id="{0503395D-B5AE-1014-0FDB-387585DCBB76}"/>
                  </a:ext>
                </a:extLst>
              </p:cNvPr>
              <p:cNvSpPr/>
              <p:nvPr/>
            </p:nvSpPr>
            <p:spPr>
              <a:xfrm>
                <a:off x="1879" y="2422"/>
                <a:ext cx="45" cy="45"/>
              </a:xfrm>
              <a:custGeom>
                <a:avLst/>
                <a:gdLst/>
                <a:ahLst/>
                <a:cxnLst/>
                <a:rect l="l" t="t" r="r" b="b"/>
                <a:pathLst>
                  <a:path w="226" h="221" extrusionOk="0">
                    <a:moveTo>
                      <a:pt x="203" y="197"/>
                    </a:moveTo>
                    <a:lnTo>
                      <a:pt x="197" y="195"/>
                    </a:lnTo>
                    <a:lnTo>
                      <a:pt x="193" y="193"/>
                    </a:lnTo>
                    <a:lnTo>
                      <a:pt x="172" y="187"/>
                    </a:lnTo>
                    <a:lnTo>
                      <a:pt x="150" y="193"/>
                    </a:lnTo>
                    <a:lnTo>
                      <a:pt x="146" y="193"/>
                    </a:lnTo>
                    <a:lnTo>
                      <a:pt x="136" y="190"/>
                    </a:lnTo>
                    <a:lnTo>
                      <a:pt x="129" y="190"/>
                    </a:lnTo>
                    <a:lnTo>
                      <a:pt x="123" y="193"/>
                    </a:lnTo>
                    <a:lnTo>
                      <a:pt x="124" y="217"/>
                    </a:lnTo>
                    <a:lnTo>
                      <a:pt x="120" y="221"/>
                    </a:lnTo>
                    <a:lnTo>
                      <a:pt x="103" y="221"/>
                    </a:lnTo>
                    <a:lnTo>
                      <a:pt x="91" y="216"/>
                    </a:lnTo>
                    <a:lnTo>
                      <a:pt x="91" y="214"/>
                    </a:lnTo>
                    <a:lnTo>
                      <a:pt x="89" y="214"/>
                    </a:lnTo>
                    <a:lnTo>
                      <a:pt x="79" y="205"/>
                    </a:lnTo>
                    <a:lnTo>
                      <a:pt x="65" y="188"/>
                    </a:lnTo>
                    <a:lnTo>
                      <a:pt x="59" y="178"/>
                    </a:lnTo>
                    <a:lnTo>
                      <a:pt x="58" y="172"/>
                    </a:lnTo>
                    <a:lnTo>
                      <a:pt x="52" y="166"/>
                    </a:lnTo>
                    <a:lnTo>
                      <a:pt x="52" y="156"/>
                    </a:lnTo>
                    <a:lnTo>
                      <a:pt x="47" y="151"/>
                    </a:lnTo>
                    <a:lnTo>
                      <a:pt x="46" y="143"/>
                    </a:lnTo>
                    <a:lnTo>
                      <a:pt x="43" y="140"/>
                    </a:lnTo>
                    <a:lnTo>
                      <a:pt x="32" y="140"/>
                    </a:lnTo>
                    <a:lnTo>
                      <a:pt x="30" y="139"/>
                    </a:lnTo>
                    <a:lnTo>
                      <a:pt x="26" y="135"/>
                    </a:lnTo>
                    <a:lnTo>
                      <a:pt x="26" y="130"/>
                    </a:lnTo>
                    <a:lnTo>
                      <a:pt x="17" y="123"/>
                    </a:lnTo>
                    <a:lnTo>
                      <a:pt x="15" y="122"/>
                    </a:lnTo>
                    <a:lnTo>
                      <a:pt x="6" y="107"/>
                    </a:lnTo>
                    <a:lnTo>
                      <a:pt x="0" y="101"/>
                    </a:lnTo>
                    <a:lnTo>
                      <a:pt x="0" y="95"/>
                    </a:lnTo>
                    <a:lnTo>
                      <a:pt x="4" y="84"/>
                    </a:lnTo>
                    <a:lnTo>
                      <a:pt x="9" y="75"/>
                    </a:lnTo>
                    <a:lnTo>
                      <a:pt x="9" y="60"/>
                    </a:lnTo>
                    <a:lnTo>
                      <a:pt x="10" y="58"/>
                    </a:lnTo>
                    <a:lnTo>
                      <a:pt x="11" y="55"/>
                    </a:lnTo>
                    <a:lnTo>
                      <a:pt x="15" y="53"/>
                    </a:lnTo>
                    <a:lnTo>
                      <a:pt x="22" y="50"/>
                    </a:lnTo>
                    <a:lnTo>
                      <a:pt x="32" y="50"/>
                    </a:lnTo>
                    <a:lnTo>
                      <a:pt x="38" y="49"/>
                    </a:lnTo>
                    <a:lnTo>
                      <a:pt x="39" y="46"/>
                    </a:lnTo>
                    <a:lnTo>
                      <a:pt x="46" y="39"/>
                    </a:lnTo>
                    <a:lnTo>
                      <a:pt x="46" y="32"/>
                    </a:lnTo>
                    <a:lnTo>
                      <a:pt x="44" y="32"/>
                    </a:lnTo>
                    <a:lnTo>
                      <a:pt x="42" y="30"/>
                    </a:lnTo>
                    <a:lnTo>
                      <a:pt x="43" y="26"/>
                    </a:lnTo>
                    <a:lnTo>
                      <a:pt x="50" y="15"/>
                    </a:lnTo>
                    <a:lnTo>
                      <a:pt x="57" y="9"/>
                    </a:lnTo>
                    <a:lnTo>
                      <a:pt x="58" y="6"/>
                    </a:lnTo>
                    <a:lnTo>
                      <a:pt x="62" y="5"/>
                    </a:lnTo>
                    <a:lnTo>
                      <a:pt x="66" y="0"/>
                    </a:lnTo>
                    <a:lnTo>
                      <a:pt x="71" y="0"/>
                    </a:lnTo>
                    <a:lnTo>
                      <a:pt x="95" y="6"/>
                    </a:lnTo>
                    <a:lnTo>
                      <a:pt x="114" y="6"/>
                    </a:lnTo>
                    <a:lnTo>
                      <a:pt x="139" y="1"/>
                    </a:lnTo>
                    <a:lnTo>
                      <a:pt x="154" y="3"/>
                    </a:lnTo>
                    <a:lnTo>
                      <a:pt x="166" y="1"/>
                    </a:lnTo>
                    <a:lnTo>
                      <a:pt x="168" y="0"/>
                    </a:lnTo>
                    <a:lnTo>
                      <a:pt x="175" y="0"/>
                    </a:lnTo>
                    <a:lnTo>
                      <a:pt x="200" y="3"/>
                    </a:lnTo>
                    <a:lnTo>
                      <a:pt x="225" y="10"/>
                    </a:lnTo>
                    <a:lnTo>
                      <a:pt x="225" y="11"/>
                    </a:lnTo>
                    <a:lnTo>
                      <a:pt x="225" y="22"/>
                    </a:lnTo>
                    <a:lnTo>
                      <a:pt x="222" y="25"/>
                    </a:lnTo>
                    <a:lnTo>
                      <a:pt x="222" y="27"/>
                    </a:lnTo>
                    <a:lnTo>
                      <a:pt x="218" y="33"/>
                    </a:lnTo>
                    <a:lnTo>
                      <a:pt x="210" y="39"/>
                    </a:lnTo>
                    <a:lnTo>
                      <a:pt x="206" y="49"/>
                    </a:lnTo>
                    <a:lnTo>
                      <a:pt x="206" y="71"/>
                    </a:lnTo>
                    <a:lnTo>
                      <a:pt x="208" y="90"/>
                    </a:lnTo>
                    <a:lnTo>
                      <a:pt x="211" y="101"/>
                    </a:lnTo>
                    <a:lnTo>
                      <a:pt x="220" y="114"/>
                    </a:lnTo>
                    <a:lnTo>
                      <a:pt x="220" y="116"/>
                    </a:lnTo>
                    <a:lnTo>
                      <a:pt x="221" y="117"/>
                    </a:lnTo>
                    <a:lnTo>
                      <a:pt x="226" y="125"/>
                    </a:lnTo>
                    <a:lnTo>
                      <a:pt x="225" y="140"/>
                    </a:lnTo>
                    <a:lnTo>
                      <a:pt x="220" y="162"/>
                    </a:lnTo>
                    <a:lnTo>
                      <a:pt x="218" y="181"/>
                    </a:lnTo>
                    <a:lnTo>
                      <a:pt x="216" y="184"/>
                    </a:lnTo>
                    <a:lnTo>
                      <a:pt x="203" y="19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74" name="Google Shape;2274;p5">
                <a:extLst>
                  <a:ext uri="{FF2B5EF4-FFF2-40B4-BE49-F238E27FC236}">
                    <a16:creationId xmlns:a16="http://schemas.microsoft.com/office/drawing/2014/main" id="{F6B29EFD-7EFC-711B-F90F-6B4BD484833C}"/>
                  </a:ext>
                </a:extLst>
              </p:cNvPr>
              <p:cNvSpPr/>
              <p:nvPr/>
            </p:nvSpPr>
            <p:spPr>
              <a:xfrm rot="-1047951">
                <a:off x="1790" y="2357"/>
                <a:ext cx="4" cy="4"/>
              </a:xfrm>
              <a:custGeom>
                <a:avLst/>
                <a:gdLst/>
                <a:ahLst/>
                <a:cxnLst/>
                <a:rect l="l" t="t" r="r" b="b"/>
                <a:pathLst>
                  <a:path w="183" h="93" extrusionOk="0">
                    <a:moveTo>
                      <a:pt x="148" y="0"/>
                    </a:moveTo>
                    <a:lnTo>
                      <a:pt x="169" y="17"/>
                    </a:lnTo>
                    <a:lnTo>
                      <a:pt x="183" y="54"/>
                    </a:lnTo>
                    <a:lnTo>
                      <a:pt x="114" y="93"/>
                    </a:lnTo>
                    <a:lnTo>
                      <a:pt x="86" y="86"/>
                    </a:lnTo>
                    <a:lnTo>
                      <a:pt x="66" y="72"/>
                    </a:lnTo>
                    <a:lnTo>
                      <a:pt x="14" y="72"/>
                    </a:lnTo>
                    <a:lnTo>
                      <a:pt x="0" y="41"/>
                    </a:lnTo>
                    <a:lnTo>
                      <a:pt x="24" y="24"/>
                    </a:lnTo>
                    <a:lnTo>
                      <a:pt x="54" y="24"/>
                    </a:lnTo>
                    <a:lnTo>
                      <a:pt x="83" y="44"/>
                    </a:lnTo>
                    <a:lnTo>
                      <a:pt x="148"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75" name="Google Shape;2275;p5">
                <a:extLst>
                  <a:ext uri="{FF2B5EF4-FFF2-40B4-BE49-F238E27FC236}">
                    <a16:creationId xmlns:a16="http://schemas.microsoft.com/office/drawing/2014/main" id="{A2265A26-72B3-E3C3-2BAF-2583C86C1E34}"/>
                  </a:ext>
                </a:extLst>
              </p:cNvPr>
              <p:cNvSpPr/>
              <p:nvPr/>
            </p:nvSpPr>
            <p:spPr>
              <a:xfrm rot="-1047951">
                <a:off x="1753" y="2352"/>
                <a:ext cx="3" cy="4"/>
              </a:xfrm>
              <a:custGeom>
                <a:avLst/>
                <a:gdLst/>
                <a:ahLst/>
                <a:cxnLst/>
                <a:rect l="l" t="t" r="r" b="b"/>
                <a:pathLst>
                  <a:path w="101" h="102" extrusionOk="0">
                    <a:moveTo>
                      <a:pt x="24" y="37"/>
                    </a:moveTo>
                    <a:lnTo>
                      <a:pt x="0" y="0"/>
                    </a:lnTo>
                    <a:lnTo>
                      <a:pt x="0" y="10"/>
                    </a:lnTo>
                    <a:lnTo>
                      <a:pt x="5" y="41"/>
                    </a:lnTo>
                    <a:lnTo>
                      <a:pt x="24" y="72"/>
                    </a:lnTo>
                    <a:lnTo>
                      <a:pt x="101" y="102"/>
                    </a:lnTo>
                    <a:lnTo>
                      <a:pt x="101" y="85"/>
                    </a:lnTo>
                    <a:lnTo>
                      <a:pt x="59" y="68"/>
                    </a:lnTo>
                    <a:lnTo>
                      <a:pt x="24" y="3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76" name="Google Shape;2276;p5">
                <a:extLst>
                  <a:ext uri="{FF2B5EF4-FFF2-40B4-BE49-F238E27FC236}">
                    <a16:creationId xmlns:a16="http://schemas.microsoft.com/office/drawing/2014/main" id="{CB5EAB5D-4071-AC23-4FA8-19919EFE19E2}"/>
                  </a:ext>
                </a:extLst>
              </p:cNvPr>
              <p:cNvSpPr/>
              <p:nvPr/>
            </p:nvSpPr>
            <p:spPr>
              <a:xfrm rot="-1047951">
                <a:off x="1758" y="2351"/>
                <a:ext cx="2" cy="4"/>
              </a:xfrm>
              <a:custGeom>
                <a:avLst/>
                <a:gdLst/>
                <a:ahLst/>
                <a:cxnLst/>
                <a:rect l="l" t="t" r="r" b="b"/>
                <a:pathLst>
                  <a:path w="69" h="85" extrusionOk="0">
                    <a:moveTo>
                      <a:pt x="20" y="17"/>
                    </a:moveTo>
                    <a:lnTo>
                      <a:pt x="0" y="0"/>
                    </a:lnTo>
                    <a:lnTo>
                      <a:pt x="13" y="26"/>
                    </a:lnTo>
                    <a:lnTo>
                      <a:pt x="38" y="51"/>
                    </a:lnTo>
                    <a:lnTo>
                      <a:pt x="52" y="82"/>
                    </a:lnTo>
                    <a:lnTo>
                      <a:pt x="62" y="85"/>
                    </a:lnTo>
                    <a:lnTo>
                      <a:pt x="69" y="38"/>
                    </a:lnTo>
                    <a:lnTo>
                      <a:pt x="52" y="23"/>
                    </a:lnTo>
                    <a:lnTo>
                      <a:pt x="20" y="1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277" name="Google Shape;2277;p5">
              <a:extLst>
                <a:ext uri="{FF2B5EF4-FFF2-40B4-BE49-F238E27FC236}">
                  <a16:creationId xmlns:a16="http://schemas.microsoft.com/office/drawing/2014/main" id="{4A49D95E-9706-8E91-E77C-4C47A24B1C50}"/>
                </a:ext>
              </a:extLst>
            </p:cNvPr>
            <p:cNvSpPr/>
            <p:nvPr/>
          </p:nvSpPr>
          <p:spPr>
            <a:xfrm>
              <a:off x="3234531" y="3429347"/>
              <a:ext cx="74613" cy="74613"/>
            </a:xfrm>
            <a:custGeom>
              <a:avLst/>
              <a:gdLst/>
              <a:ahLst/>
              <a:cxnLst/>
              <a:rect l="l" t="t" r="r" b="b"/>
              <a:pathLst>
                <a:path w="234" h="236" extrusionOk="0">
                  <a:moveTo>
                    <a:pt x="234" y="0"/>
                  </a:moveTo>
                  <a:lnTo>
                    <a:pt x="223" y="0"/>
                  </a:lnTo>
                  <a:lnTo>
                    <a:pt x="209" y="6"/>
                  </a:lnTo>
                  <a:lnTo>
                    <a:pt x="206" y="11"/>
                  </a:lnTo>
                  <a:lnTo>
                    <a:pt x="197" y="16"/>
                  </a:lnTo>
                  <a:lnTo>
                    <a:pt x="187" y="16"/>
                  </a:lnTo>
                  <a:lnTo>
                    <a:pt x="180" y="21"/>
                  </a:lnTo>
                  <a:lnTo>
                    <a:pt x="163" y="21"/>
                  </a:lnTo>
                  <a:lnTo>
                    <a:pt x="160" y="18"/>
                  </a:lnTo>
                  <a:lnTo>
                    <a:pt x="156" y="14"/>
                  </a:lnTo>
                  <a:lnTo>
                    <a:pt x="150" y="12"/>
                  </a:lnTo>
                  <a:lnTo>
                    <a:pt x="149" y="16"/>
                  </a:lnTo>
                  <a:lnTo>
                    <a:pt x="147" y="17"/>
                  </a:lnTo>
                  <a:lnTo>
                    <a:pt x="143" y="18"/>
                  </a:lnTo>
                  <a:lnTo>
                    <a:pt x="139" y="25"/>
                  </a:lnTo>
                  <a:lnTo>
                    <a:pt x="136" y="38"/>
                  </a:lnTo>
                  <a:lnTo>
                    <a:pt x="133" y="41"/>
                  </a:lnTo>
                  <a:lnTo>
                    <a:pt x="123" y="43"/>
                  </a:lnTo>
                  <a:lnTo>
                    <a:pt x="118" y="48"/>
                  </a:lnTo>
                  <a:lnTo>
                    <a:pt x="117" y="50"/>
                  </a:lnTo>
                  <a:lnTo>
                    <a:pt x="113" y="52"/>
                  </a:lnTo>
                  <a:lnTo>
                    <a:pt x="110" y="58"/>
                  </a:lnTo>
                  <a:lnTo>
                    <a:pt x="101" y="59"/>
                  </a:lnTo>
                  <a:lnTo>
                    <a:pt x="101" y="61"/>
                  </a:lnTo>
                  <a:lnTo>
                    <a:pt x="99" y="63"/>
                  </a:lnTo>
                  <a:lnTo>
                    <a:pt x="93" y="63"/>
                  </a:lnTo>
                  <a:lnTo>
                    <a:pt x="85" y="57"/>
                  </a:lnTo>
                  <a:lnTo>
                    <a:pt x="78" y="54"/>
                  </a:lnTo>
                  <a:lnTo>
                    <a:pt x="72" y="64"/>
                  </a:lnTo>
                  <a:lnTo>
                    <a:pt x="68" y="72"/>
                  </a:lnTo>
                  <a:lnTo>
                    <a:pt x="51" y="74"/>
                  </a:lnTo>
                  <a:lnTo>
                    <a:pt x="46" y="72"/>
                  </a:lnTo>
                  <a:lnTo>
                    <a:pt x="43" y="80"/>
                  </a:lnTo>
                  <a:lnTo>
                    <a:pt x="43" y="95"/>
                  </a:lnTo>
                  <a:lnTo>
                    <a:pt x="41" y="96"/>
                  </a:lnTo>
                  <a:lnTo>
                    <a:pt x="35" y="101"/>
                  </a:lnTo>
                  <a:lnTo>
                    <a:pt x="32" y="108"/>
                  </a:lnTo>
                  <a:lnTo>
                    <a:pt x="29" y="111"/>
                  </a:lnTo>
                  <a:lnTo>
                    <a:pt x="12" y="112"/>
                  </a:lnTo>
                  <a:lnTo>
                    <a:pt x="2" y="112"/>
                  </a:lnTo>
                  <a:lnTo>
                    <a:pt x="0" y="118"/>
                  </a:lnTo>
                  <a:lnTo>
                    <a:pt x="2" y="120"/>
                  </a:lnTo>
                  <a:lnTo>
                    <a:pt x="16" y="136"/>
                  </a:lnTo>
                  <a:lnTo>
                    <a:pt x="20" y="141"/>
                  </a:lnTo>
                  <a:lnTo>
                    <a:pt x="42" y="162"/>
                  </a:lnTo>
                  <a:lnTo>
                    <a:pt x="57" y="181"/>
                  </a:lnTo>
                  <a:lnTo>
                    <a:pt x="66" y="189"/>
                  </a:lnTo>
                  <a:lnTo>
                    <a:pt x="70" y="194"/>
                  </a:lnTo>
                  <a:lnTo>
                    <a:pt x="77" y="197"/>
                  </a:lnTo>
                  <a:lnTo>
                    <a:pt x="95" y="211"/>
                  </a:lnTo>
                  <a:lnTo>
                    <a:pt x="98" y="217"/>
                  </a:lnTo>
                  <a:lnTo>
                    <a:pt x="98" y="221"/>
                  </a:lnTo>
                  <a:lnTo>
                    <a:pt x="99" y="221"/>
                  </a:lnTo>
                  <a:lnTo>
                    <a:pt x="105" y="215"/>
                  </a:lnTo>
                  <a:lnTo>
                    <a:pt x="110" y="215"/>
                  </a:lnTo>
                  <a:lnTo>
                    <a:pt x="120" y="220"/>
                  </a:lnTo>
                  <a:lnTo>
                    <a:pt x="143" y="226"/>
                  </a:lnTo>
                  <a:lnTo>
                    <a:pt x="152" y="226"/>
                  </a:lnTo>
                  <a:lnTo>
                    <a:pt x="160" y="224"/>
                  </a:lnTo>
                  <a:lnTo>
                    <a:pt x="165" y="224"/>
                  </a:lnTo>
                  <a:lnTo>
                    <a:pt x="174" y="227"/>
                  </a:lnTo>
                  <a:lnTo>
                    <a:pt x="182" y="235"/>
                  </a:lnTo>
                  <a:lnTo>
                    <a:pt x="187" y="236"/>
                  </a:lnTo>
                  <a:lnTo>
                    <a:pt x="197" y="236"/>
                  </a:lnTo>
                  <a:lnTo>
                    <a:pt x="209" y="233"/>
                  </a:lnTo>
                  <a:lnTo>
                    <a:pt x="214" y="231"/>
                  </a:lnTo>
                  <a:lnTo>
                    <a:pt x="214" y="230"/>
                  </a:lnTo>
                  <a:lnTo>
                    <a:pt x="212" y="224"/>
                  </a:lnTo>
                  <a:lnTo>
                    <a:pt x="204" y="211"/>
                  </a:lnTo>
                  <a:lnTo>
                    <a:pt x="204" y="200"/>
                  </a:lnTo>
                  <a:lnTo>
                    <a:pt x="209" y="190"/>
                  </a:lnTo>
                  <a:lnTo>
                    <a:pt x="212" y="181"/>
                  </a:lnTo>
                  <a:lnTo>
                    <a:pt x="213" y="156"/>
                  </a:lnTo>
                  <a:lnTo>
                    <a:pt x="219" y="117"/>
                  </a:lnTo>
                  <a:lnTo>
                    <a:pt x="219" y="82"/>
                  </a:lnTo>
                  <a:lnTo>
                    <a:pt x="231" y="43"/>
                  </a:lnTo>
                  <a:lnTo>
                    <a:pt x="234" y="23"/>
                  </a:lnTo>
                  <a:lnTo>
                    <a:pt x="234"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78" name="Google Shape;2278;p5">
              <a:extLst>
                <a:ext uri="{FF2B5EF4-FFF2-40B4-BE49-F238E27FC236}">
                  <a16:creationId xmlns:a16="http://schemas.microsoft.com/office/drawing/2014/main" id="{8CF2A394-748C-C9BF-5CC8-3EF9FCD09141}"/>
                </a:ext>
              </a:extLst>
            </p:cNvPr>
            <p:cNvSpPr/>
            <p:nvPr/>
          </p:nvSpPr>
          <p:spPr>
            <a:xfrm>
              <a:off x="3313906" y="3524597"/>
              <a:ext cx="101600" cy="42863"/>
            </a:xfrm>
            <a:custGeom>
              <a:avLst/>
              <a:gdLst/>
              <a:ahLst/>
              <a:cxnLst/>
              <a:rect l="l" t="t" r="r" b="b"/>
              <a:pathLst>
                <a:path w="318" h="135" extrusionOk="0">
                  <a:moveTo>
                    <a:pt x="23" y="0"/>
                  </a:moveTo>
                  <a:lnTo>
                    <a:pt x="22" y="1"/>
                  </a:lnTo>
                  <a:lnTo>
                    <a:pt x="19" y="1"/>
                  </a:lnTo>
                  <a:lnTo>
                    <a:pt x="17" y="0"/>
                  </a:lnTo>
                  <a:lnTo>
                    <a:pt x="13" y="0"/>
                  </a:lnTo>
                  <a:lnTo>
                    <a:pt x="6" y="9"/>
                  </a:lnTo>
                  <a:lnTo>
                    <a:pt x="5" y="23"/>
                  </a:lnTo>
                  <a:lnTo>
                    <a:pt x="12" y="28"/>
                  </a:lnTo>
                  <a:lnTo>
                    <a:pt x="16" y="32"/>
                  </a:lnTo>
                  <a:lnTo>
                    <a:pt x="15" y="37"/>
                  </a:lnTo>
                  <a:lnTo>
                    <a:pt x="11" y="40"/>
                  </a:lnTo>
                  <a:lnTo>
                    <a:pt x="10" y="44"/>
                  </a:lnTo>
                  <a:lnTo>
                    <a:pt x="10" y="56"/>
                  </a:lnTo>
                  <a:lnTo>
                    <a:pt x="8" y="61"/>
                  </a:lnTo>
                  <a:lnTo>
                    <a:pt x="1" y="71"/>
                  </a:lnTo>
                  <a:lnTo>
                    <a:pt x="0" y="71"/>
                  </a:lnTo>
                  <a:lnTo>
                    <a:pt x="6" y="82"/>
                  </a:lnTo>
                  <a:lnTo>
                    <a:pt x="7" y="82"/>
                  </a:lnTo>
                  <a:lnTo>
                    <a:pt x="10" y="75"/>
                  </a:lnTo>
                  <a:lnTo>
                    <a:pt x="12" y="72"/>
                  </a:lnTo>
                  <a:lnTo>
                    <a:pt x="22" y="72"/>
                  </a:lnTo>
                  <a:lnTo>
                    <a:pt x="40" y="75"/>
                  </a:lnTo>
                  <a:lnTo>
                    <a:pt x="48" y="76"/>
                  </a:lnTo>
                  <a:lnTo>
                    <a:pt x="58" y="80"/>
                  </a:lnTo>
                  <a:lnTo>
                    <a:pt x="67" y="81"/>
                  </a:lnTo>
                  <a:lnTo>
                    <a:pt x="70" y="82"/>
                  </a:lnTo>
                  <a:lnTo>
                    <a:pt x="75" y="87"/>
                  </a:lnTo>
                  <a:lnTo>
                    <a:pt x="78" y="96"/>
                  </a:lnTo>
                  <a:lnTo>
                    <a:pt x="85" y="103"/>
                  </a:lnTo>
                  <a:lnTo>
                    <a:pt x="92" y="112"/>
                  </a:lnTo>
                  <a:lnTo>
                    <a:pt x="98" y="112"/>
                  </a:lnTo>
                  <a:lnTo>
                    <a:pt x="103" y="106"/>
                  </a:lnTo>
                  <a:lnTo>
                    <a:pt x="109" y="103"/>
                  </a:lnTo>
                  <a:lnTo>
                    <a:pt x="113" y="112"/>
                  </a:lnTo>
                  <a:lnTo>
                    <a:pt x="113" y="122"/>
                  </a:lnTo>
                  <a:lnTo>
                    <a:pt x="117" y="131"/>
                  </a:lnTo>
                  <a:lnTo>
                    <a:pt x="118" y="134"/>
                  </a:lnTo>
                  <a:lnTo>
                    <a:pt x="130" y="135"/>
                  </a:lnTo>
                  <a:lnTo>
                    <a:pt x="135" y="134"/>
                  </a:lnTo>
                  <a:lnTo>
                    <a:pt x="152" y="124"/>
                  </a:lnTo>
                  <a:lnTo>
                    <a:pt x="160" y="117"/>
                  </a:lnTo>
                  <a:lnTo>
                    <a:pt x="157" y="110"/>
                  </a:lnTo>
                  <a:lnTo>
                    <a:pt x="152" y="107"/>
                  </a:lnTo>
                  <a:lnTo>
                    <a:pt x="148" y="102"/>
                  </a:lnTo>
                  <a:lnTo>
                    <a:pt x="139" y="95"/>
                  </a:lnTo>
                  <a:lnTo>
                    <a:pt x="137" y="91"/>
                  </a:lnTo>
                  <a:lnTo>
                    <a:pt x="137" y="87"/>
                  </a:lnTo>
                  <a:lnTo>
                    <a:pt x="140" y="81"/>
                  </a:lnTo>
                  <a:lnTo>
                    <a:pt x="148" y="75"/>
                  </a:lnTo>
                  <a:lnTo>
                    <a:pt x="156" y="72"/>
                  </a:lnTo>
                  <a:lnTo>
                    <a:pt x="160" y="72"/>
                  </a:lnTo>
                  <a:lnTo>
                    <a:pt x="168" y="68"/>
                  </a:lnTo>
                  <a:lnTo>
                    <a:pt x="177" y="58"/>
                  </a:lnTo>
                  <a:lnTo>
                    <a:pt x="187" y="43"/>
                  </a:lnTo>
                  <a:lnTo>
                    <a:pt x="189" y="39"/>
                  </a:lnTo>
                  <a:lnTo>
                    <a:pt x="190" y="38"/>
                  </a:lnTo>
                  <a:lnTo>
                    <a:pt x="201" y="34"/>
                  </a:lnTo>
                  <a:lnTo>
                    <a:pt x="205" y="34"/>
                  </a:lnTo>
                  <a:lnTo>
                    <a:pt x="209" y="36"/>
                  </a:lnTo>
                  <a:lnTo>
                    <a:pt x="222" y="45"/>
                  </a:lnTo>
                  <a:lnTo>
                    <a:pt x="241" y="54"/>
                  </a:lnTo>
                  <a:lnTo>
                    <a:pt x="252" y="66"/>
                  </a:lnTo>
                  <a:lnTo>
                    <a:pt x="260" y="63"/>
                  </a:lnTo>
                  <a:lnTo>
                    <a:pt x="266" y="63"/>
                  </a:lnTo>
                  <a:lnTo>
                    <a:pt x="273" y="68"/>
                  </a:lnTo>
                  <a:lnTo>
                    <a:pt x="273" y="71"/>
                  </a:lnTo>
                  <a:lnTo>
                    <a:pt x="269" y="71"/>
                  </a:lnTo>
                  <a:lnTo>
                    <a:pt x="259" y="80"/>
                  </a:lnTo>
                  <a:lnTo>
                    <a:pt x="258" y="85"/>
                  </a:lnTo>
                  <a:lnTo>
                    <a:pt x="257" y="93"/>
                  </a:lnTo>
                  <a:lnTo>
                    <a:pt x="258" y="104"/>
                  </a:lnTo>
                  <a:lnTo>
                    <a:pt x="261" y="110"/>
                  </a:lnTo>
                  <a:lnTo>
                    <a:pt x="273" y="123"/>
                  </a:lnTo>
                  <a:lnTo>
                    <a:pt x="280" y="128"/>
                  </a:lnTo>
                  <a:lnTo>
                    <a:pt x="281" y="128"/>
                  </a:lnTo>
                  <a:lnTo>
                    <a:pt x="281" y="123"/>
                  </a:lnTo>
                  <a:lnTo>
                    <a:pt x="290" y="117"/>
                  </a:lnTo>
                  <a:lnTo>
                    <a:pt x="290" y="109"/>
                  </a:lnTo>
                  <a:lnTo>
                    <a:pt x="293" y="108"/>
                  </a:lnTo>
                  <a:lnTo>
                    <a:pt x="298" y="112"/>
                  </a:lnTo>
                  <a:lnTo>
                    <a:pt x="302" y="109"/>
                  </a:lnTo>
                  <a:lnTo>
                    <a:pt x="312" y="96"/>
                  </a:lnTo>
                  <a:lnTo>
                    <a:pt x="318" y="91"/>
                  </a:lnTo>
                  <a:lnTo>
                    <a:pt x="318" y="87"/>
                  </a:lnTo>
                  <a:lnTo>
                    <a:pt x="314" y="85"/>
                  </a:lnTo>
                  <a:lnTo>
                    <a:pt x="313" y="83"/>
                  </a:lnTo>
                  <a:lnTo>
                    <a:pt x="313" y="77"/>
                  </a:lnTo>
                  <a:lnTo>
                    <a:pt x="309" y="71"/>
                  </a:lnTo>
                  <a:lnTo>
                    <a:pt x="304" y="68"/>
                  </a:lnTo>
                  <a:lnTo>
                    <a:pt x="304" y="66"/>
                  </a:lnTo>
                  <a:lnTo>
                    <a:pt x="306" y="58"/>
                  </a:lnTo>
                  <a:lnTo>
                    <a:pt x="307" y="54"/>
                  </a:lnTo>
                  <a:lnTo>
                    <a:pt x="297" y="48"/>
                  </a:lnTo>
                  <a:lnTo>
                    <a:pt x="287" y="37"/>
                  </a:lnTo>
                  <a:lnTo>
                    <a:pt x="284" y="33"/>
                  </a:lnTo>
                  <a:lnTo>
                    <a:pt x="266" y="18"/>
                  </a:lnTo>
                  <a:lnTo>
                    <a:pt x="257" y="15"/>
                  </a:lnTo>
                  <a:lnTo>
                    <a:pt x="244" y="11"/>
                  </a:lnTo>
                  <a:lnTo>
                    <a:pt x="231" y="11"/>
                  </a:lnTo>
                  <a:lnTo>
                    <a:pt x="218" y="7"/>
                  </a:lnTo>
                  <a:lnTo>
                    <a:pt x="209" y="1"/>
                  </a:lnTo>
                  <a:lnTo>
                    <a:pt x="189" y="1"/>
                  </a:lnTo>
                  <a:lnTo>
                    <a:pt x="184" y="2"/>
                  </a:lnTo>
                  <a:lnTo>
                    <a:pt x="182" y="4"/>
                  </a:lnTo>
                  <a:lnTo>
                    <a:pt x="176" y="11"/>
                  </a:lnTo>
                  <a:lnTo>
                    <a:pt x="174" y="27"/>
                  </a:lnTo>
                  <a:lnTo>
                    <a:pt x="167" y="31"/>
                  </a:lnTo>
                  <a:lnTo>
                    <a:pt x="164" y="31"/>
                  </a:lnTo>
                  <a:lnTo>
                    <a:pt x="164" y="21"/>
                  </a:lnTo>
                  <a:lnTo>
                    <a:pt x="160" y="20"/>
                  </a:lnTo>
                  <a:lnTo>
                    <a:pt x="156" y="20"/>
                  </a:lnTo>
                  <a:lnTo>
                    <a:pt x="137" y="31"/>
                  </a:lnTo>
                  <a:lnTo>
                    <a:pt x="121" y="33"/>
                  </a:lnTo>
                  <a:lnTo>
                    <a:pt x="118" y="36"/>
                  </a:lnTo>
                  <a:lnTo>
                    <a:pt x="110" y="43"/>
                  </a:lnTo>
                  <a:lnTo>
                    <a:pt x="105" y="44"/>
                  </a:lnTo>
                  <a:lnTo>
                    <a:pt x="101" y="44"/>
                  </a:lnTo>
                  <a:lnTo>
                    <a:pt x="92" y="43"/>
                  </a:lnTo>
                  <a:lnTo>
                    <a:pt x="75" y="36"/>
                  </a:lnTo>
                  <a:lnTo>
                    <a:pt x="71" y="34"/>
                  </a:lnTo>
                  <a:lnTo>
                    <a:pt x="48" y="34"/>
                  </a:lnTo>
                  <a:lnTo>
                    <a:pt x="45" y="28"/>
                  </a:lnTo>
                  <a:lnTo>
                    <a:pt x="45" y="23"/>
                  </a:lnTo>
                  <a:lnTo>
                    <a:pt x="39" y="20"/>
                  </a:lnTo>
                  <a:lnTo>
                    <a:pt x="37" y="9"/>
                  </a:lnTo>
                  <a:lnTo>
                    <a:pt x="35" y="7"/>
                  </a:lnTo>
                  <a:lnTo>
                    <a:pt x="27" y="5"/>
                  </a:lnTo>
                  <a:lnTo>
                    <a:pt x="23"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79" name="Google Shape;2279;p5">
              <a:extLst>
                <a:ext uri="{FF2B5EF4-FFF2-40B4-BE49-F238E27FC236}">
                  <a16:creationId xmlns:a16="http://schemas.microsoft.com/office/drawing/2014/main" id="{A881C6A7-513D-E668-9C5F-7411B2FF7DC7}"/>
                </a:ext>
              </a:extLst>
            </p:cNvPr>
            <p:cNvSpPr/>
            <p:nvPr/>
          </p:nvSpPr>
          <p:spPr>
            <a:xfrm>
              <a:off x="3153568" y="3378547"/>
              <a:ext cx="68263" cy="74613"/>
            </a:xfrm>
            <a:custGeom>
              <a:avLst/>
              <a:gdLst/>
              <a:ahLst/>
              <a:cxnLst/>
              <a:rect l="l" t="t" r="r" b="b"/>
              <a:pathLst>
                <a:path w="212" h="235" extrusionOk="0">
                  <a:moveTo>
                    <a:pt x="166" y="0"/>
                  </a:moveTo>
                  <a:lnTo>
                    <a:pt x="71" y="1"/>
                  </a:lnTo>
                  <a:lnTo>
                    <a:pt x="71" y="28"/>
                  </a:lnTo>
                  <a:lnTo>
                    <a:pt x="39" y="28"/>
                  </a:lnTo>
                  <a:lnTo>
                    <a:pt x="37" y="27"/>
                  </a:lnTo>
                  <a:lnTo>
                    <a:pt x="63" y="52"/>
                  </a:lnTo>
                  <a:lnTo>
                    <a:pt x="79" y="62"/>
                  </a:lnTo>
                  <a:lnTo>
                    <a:pt x="82" y="71"/>
                  </a:lnTo>
                  <a:lnTo>
                    <a:pt x="92" y="79"/>
                  </a:lnTo>
                  <a:lnTo>
                    <a:pt x="95" y="84"/>
                  </a:lnTo>
                  <a:lnTo>
                    <a:pt x="93" y="99"/>
                  </a:lnTo>
                  <a:lnTo>
                    <a:pt x="93" y="100"/>
                  </a:lnTo>
                  <a:lnTo>
                    <a:pt x="92" y="99"/>
                  </a:lnTo>
                  <a:lnTo>
                    <a:pt x="69" y="99"/>
                  </a:lnTo>
                  <a:lnTo>
                    <a:pt x="39" y="102"/>
                  </a:lnTo>
                  <a:lnTo>
                    <a:pt x="16" y="138"/>
                  </a:lnTo>
                  <a:lnTo>
                    <a:pt x="15" y="142"/>
                  </a:lnTo>
                  <a:lnTo>
                    <a:pt x="9" y="152"/>
                  </a:lnTo>
                  <a:lnTo>
                    <a:pt x="6" y="157"/>
                  </a:lnTo>
                  <a:lnTo>
                    <a:pt x="5" y="158"/>
                  </a:lnTo>
                  <a:lnTo>
                    <a:pt x="7" y="165"/>
                  </a:lnTo>
                  <a:lnTo>
                    <a:pt x="6" y="168"/>
                  </a:lnTo>
                  <a:lnTo>
                    <a:pt x="4" y="170"/>
                  </a:lnTo>
                  <a:lnTo>
                    <a:pt x="2" y="186"/>
                  </a:lnTo>
                  <a:lnTo>
                    <a:pt x="0" y="188"/>
                  </a:lnTo>
                  <a:lnTo>
                    <a:pt x="2" y="191"/>
                  </a:lnTo>
                  <a:lnTo>
                    <a:pt x="7" y="195"/>
                  </a:lnTo>
                  <a:lnTo>
                    <a:pt x="9" y="196"/>
                  </a:lnTo>
                  <a:lnTo>
                    <a:pt x="16" y="201"/>
                  </a:lnTo>
                  <a:lnTo>
                    <a:pt x="17" y="204"/>
                  </a:lnTo>
                  <a:lnTo>
                    <a:pt x="31" y="213"/>
                  </a:lnTo>
                  <a:lnTo>
                    <a:pt x="37" y="217"/>
                  </a:lnTo>
                  <a:lnTo>
                    <a:pt x="47" y="222"/>
                  </a:lnTo>
                  <a:lnTo>
                    <a:pt x="55" y="226"/>
                  </a:lnTo>
                  <a:lnTo>
                    <a:pt x="66" y="227"/>
                  </a:lnTo>
                  <a:lnTo>
                    <a:pt x="86" y="227"/>
                  </a:lnTo>
                  <a:lnTo>
                    <a:pt x="96" y="228"/>
                  </a:lnTo>
                  <a:lnTo>
                    <a:pt x="112" y="232"/>
                  </a:lnTo>
                  <a:lnTo>
                    <a:pt x="119" y="235"/>
                  </a:lnTo>
                  <a:lnTo>
                    <a:pt x="119" y="232"/>
                  </a:lnTo>
                  <a:lnTo>
                    <a:pt x="125" y="222"/>
                  </a:lnTo>
                  <a:lnTo>
                    <a:pt x="134" y="220"/>
                  </a:lnTo>
                  <a:lnTo>
                    <a:pt x="138" y="213"/>
                  </a:lnTo>
                  <a:lnTo>
                    <a:pt x="145" y="211"/>
                  </a:lnTo>
                  <a:lnTo>
                    <a:pt x="147" y="206"/>
                  </a:lnTo>
                  <a:lnTo>
                    <a:pt x="149" y="199"/>
                  </a:lnTo>
                  <a:lnTo>
                    <a:pt x="152" y="195"/>
                  </a:lnTo>
                  <a:lnTo>
                    <a:pt x="155" y="194"/>
                  </a:lnTo>
                  <a:lnTo>
                    <a:pt x="156" y="189"/>
                  </a:lnTo>
                  <a:lnTo>
                    <a:pt x="165" y="184"/>
                  </a:lnTo>
                  <a:lnTo>
                    <a:pt x="165" y="180"/>
                  </a:lnTo>
                  <a:lnTo>
                    <a:pt x="163" y="175"/>
                  </a:lnTo>
                  <a:lnTo>
                    <a:pt x="162" y="174"/>
                  </a:lnTo>
                  <a:lnTo>
                    <a:pt x="162" y="169"/>
                  </a:lnTo>
                  <a:lnTo>
                    <a:pt x="163" y="165"/>
                  </a:lnTo>
                  <a:lnTo>
                    <a:pt x="172" y="159"/>
                  </a:lnTo>
                  <a:lnTo>
                    <a:pt x="173" y="158"/>
                  </a:lnTo>
                  <a:lnTo>
                    <a:pt x="177" y="157"/>
                  </a:lnTo>
                  <a:lnTo>
                    <a:pt x="189" y="146"/>
                  </a:lnTo>
                  <a:lnTo>
                    <a:pt x="208" y="134"/>
                  </a:lnTo>
                  <a:lnTo>
                    <a:pt x="211" y="127"/>
                  </a:lnTo>
                  <a:lnTo>
                    <a:pt x="212" y="124"/>
                  </a:lnTo>
                  <a:lnTo>
                    <a:pt x="212" y="121"/>
                  </a:lnTo>
                  <a:lnTo>
                    <a:pt x="211" y="121"/>
                  </a:lnTo>
                  <a:lnTo>
                    <a:pt x="210" y="121"/>
                  </a:lnTo>
                  <a:lnTo>
                    <a:pt x="209" y="118"/>
                  </a:lnTo>
                  <a:lnTo>
                    <a:pt x="203" y="116"/>
                  </a:lnTo>
                  <a:lnTo>
                    <a:pt x="195" y="121"/>
                  </a:lnTo>
                  <a:lnTo>
                    <a:pt x="193" y="121"/>
                  </a:lnTo>
                  <a:lnTo>
                    <a:pt x="187" y="116"/>
                  </a:lnTo>
                  <a:lnTo>
                    <a:pt x="183" y="110"/>
                  </a:lnTo>
                  <a:lnTo>
                    <a:pt x="184" y="111"/>
                  </a:lnTo>
                  <a:lnTo>
                    <a:pt x="172" y="110"/>
                  </a:lnTo>
                  <a:lnTo>
                    <a:pt x="163" y="108"/>
                  </a:lnTo>
                  <a:lnTo>
                    <a:pt x="163" y="107"/>
                  </a:lnTo>
                  <a:lnTo>
                    <a:pt x="166" y="72"/>
                  </a:lnTo>
                  <a:lnTo>
                    <a:pt x="166"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80" name="Google Shape;2280;p5">
              <a:extLst>
                <a:ext uri="{FF2B5EF4-FFF2-40B4-BE49-F238E27FC236}">
                  <a16:creationId xmlns:a16="http://schemas.microsoft.com/office/drawing/2014/main" id="{36C49FF0-F54A-1FA0-937D-42D2168FB95A}"/>
                </a:ext>
              </a:extLst>
            </p:cNvPr>
            <p:cNvSpPr/>
            <p:nvPr/>
          </p:nvSpPr>
          <p:spPr>
            <a:xfrm>
              <a:off x="3205956" y="3367434"/>
              <a:ext cx="19050" cy="46038"/>
            </a:xfrm>
            <a:custGeom>
              <a:avLst/>
              <a:gdLst/>
              <a:ahLst/>
              <a:cxnLst/>
              <a:rect l="l" t="t" r="r" b="b"/>
              <a:pathLst>
                <a:path w="62" h="145" extrusionOk="0">
                  <a:moveTo>
                    <a:pt x="46" y="2"/>
                  </a:moveTo>
                  <a:lnTo>
                    <a:pt x="41" y="0"/>
                  </a:lnTo>
                  <a:lnTo>
                    <a:pt x="36" y="3"/>
                  </a:lnTo>
                  <a:lnTo>
                    <a:pt x="21" y="31"/>
                  </a:lnTo>
                  <a:lnTo>
                    <a:pt x="16" y="31"/>
                  </a:lnTo>
                  <a:lnTo>
                    <a:pt x="3" y="34"/>
                  </a:lnTo>
                  <a:lnTo>
                    <a:pt x="3" y="106"/>
                  </a:lnTo>
                  <a:lnTo>
                    <a:pt x="2" y="141"/>
                  </a:lnTo>
                  <a:lnTo>
                    <a:pt x="0" y="142"/>
                  </a:lnTo>
                  <a:lnTo>
                    <a:pt x="9" y="144"/>
                  </a:lnTo>
                  <a:lnTo>
                    <a:pt x="21" y="145"/>
                  </a:lnTo>
                  <a:lnTo>
                    <a:pt x="20" y="144"/>
                  </a:lnTo>
                  <a:lnTo>
                    <a:pt x="20" y="136"/>
                  </a:lnTo>
                  <a:lnTo>
                    <a:pt x="21" y="132"/>
                  </a:lnTo>
                  <a:lnTo>
                    <a:pt x="27" y="126"/>
                  </a:lnTo>
                  <a:lnTo>
                    <a:pt x="38" y="118"/>
                  </a:lnTo>
                  <a:lnTo>
                    <a:pt x="45" y="110"/>
                  </a:lnTo>
                  <a:lnTo>
                    <a:pt x="47" y="102"/>
                  </a:lnTo>
                  <a:lnTo>
                    <a:pt x="48" y="102"/>
                  </a:lnTo>
                  <a:lnTo>
                    <a:pt x="51" y="89"/>
                  </a:lnTo>
                  <a:lnTo>
                    <a:pt x="52" y="77"/>
                  </a:lnTo>
                  <a:lnTo>
                    <a:pt x="51" y="56"/>
                  </a:lnTo>
                  <a:lnTo>
                    <a:pt x="53" y="41"/>
                  </a:lnTo>
                  <a:lnTo>
                    <a:pt x="57" y="28"/>
                  </a:lnTo>
                  <a:lnTo>
                    <a:pt x="62" y="18"/>
                  </a:lnTo>
                  <a:lnTo>
                    <a:pt x="62" y="13"/>
                  </a:lnTo>
                  <a:lnTo>
                    <a:pt x="58" y="8"/>
                  </a:lnTo>
                  <a:lnTo>
                    <a:pt x="47" y="3"/>
                  </a:lnTo>
                  <a:lnTo>
                    <a:pt x="46" y="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81" name="Google Shape;2281;p5">
              <a:extLst>
                <a:ext uri="{FF2B5EF4-FFF2-40B4-BE49-F238E27FC236}">
                  <a16:creationId xmlns:a16="http://schemas.microsoft.com/office/drawing/2014/main" id="{E19DE601-2B52-828A-74D9-D8594BC3D90C}"/>
                </a:ext>
              </a:extLst>
            </p:cNvPr>
            <p:cNvSpPr/>
            <p:nvPr/>
          </p:nvSpPr>
          <p:spPr>
            <a:xfrm>
              <a:off x="3191668" y="3440459"/>
              <a:ext cx="39688" cy="22225"/>
            </a:xfrm>
            <a:custGeom>
              <a:avLst/>
              <a:gdLst/>
              <a:ahLst/>
              <a:cxnLst/>
              <a:rect l="l" t="t" r="r" b="b"/>
              <a:pathLst>
                <a:path w="125" h="71" extrusionOk="0">
                  <a:moveTo>
                    <a:pt x="33" y="0"/>
                  </a:moveTo>
                  <a:lnTo>
                    <a:pt x="31" y="4"/>
                  </a:lnTo>
                  <a:lnTo>
                    <a:pt x="28" y="11"/>
                  </a:lnTo>
                  <a:lnTo>
                    <a:pt x="26" y="16"/>
                  </a:lnTo>
                  <a:lnTo>
                    <a:pt x="19" y="18"/>
                  </a:lnTo>
                  <a:lnTo>
                    <a:pt x="15" y="25"/>
                  </a:lnTo>
                  <a:lnTo>
                    <a:pt x="6" y="27"/>
                  </a:lnTo>
                  <a:lnTo>
                    <a:pt x="0" y="37"/>
                  </a:lnTo>
                  <a:lnTo>
                    <a:pt x="0" y="40"/>
                  </a:lnTo>
                  <a:lnTo>
                    <a:pt x="9" y="48"/>
                  </a:lnTo>
                  <a:lnTo>
                    <a:pt x="21" y="53"/>
                  </a:lnTo>
                  <a:lnTo>
                    <a:pt x="36" y="55"/>
                  </a:lnTo>
                  <a:lnTo>
                    <a:pt x="46" y="56"/>
                  </a:lnTo>
                  <a:lnTo>
                    <a:pt x="58" y="65"/>
                  </a:lnTo>
                  <a:lnTo>
                    <a:pt x="76" y="70"/>
                  </a:lnTo>
                  <a:lnTo>
                    <a:pt x="103" y="71"/>
                  </a:lnTo>
                  <a:lnTo>
                    <a:pt x="120" y="64"/>
                  </a:lnTo>
                  <a:lnTo>
                    <a:pt x="125" y="59"/>
                  </a:lnTo>
                  <a:lnTo>
                    <a:pt x="123" y="56"/>
                  </a:lnTo>
                  <a:lnTo>
                    <a:pt x="123" y="38"/>
                  </a:lnTo>
                  <a:lnTo>
                    <a:pt x="123" y="37"/>
                  </a:lnTo>
                  <a:lnTo>
                    <a:pt x="118" y="32"/>
                  </a:lnTo>
                  <a:lnTo>
                    <a:pt x="109" y="29"/>
                  </a:lnTo>
                  <a:lnTo>
                    <a:pt x="107" y="27"/>
                  </a:lnTo>
                  <a:lnTo>
                    <a:pt x="100" y="28"/>
                  </a:lnTo>
                  <a:lnTo>
                    <a:pt x="95" y="33"/>
                  </a:lnTo>
                  <a:lnTo>
                    <a:pt x="90" y="33"/>
                  </a:lnTo>
                  <a:lnTo>
                    <a:pt x="85" y="31"/>
                  </a:lnTo>
                  <a:lnTo>
                    <a:pt x="82" y="28"/>
                  </a:lnTo>
                  <a:lnTo>
                    <a:pt x="82" y="26"/>
                  </a:lnTo>
                  <a:lnTo>
                    <a:pt x="75" y="26"/>
                  </a:lnTo>
                  <a:lnTo>
                    <a:pt x="73" y="23"/>
                  </a:lnTo>
                  <a:lnTo>
                    <a:pt x="71" y="20"/>
                  </a:lnTo>
                  <a:lnTo>
                    <a:pt x="66" y="20"/>
                  </a:lnTo>
                  <a:lnTo>
                    <a:pt x="59" y="15"/>
                  </a:lnTo>
                  <a:lnTo>
                    <a:pt x="57" y="10"/>
                  </a:lnTo>
                  <a:lnTo>
                    <a:pt x="52" y="4"/>
                  </a:lnTo>
                  <a:lnTo>
                    <a:pt x="39" y="4"/>
                  </a:lnTo>
                  <a:lnTo>
                    <a:pt x="33"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82" name="Google Shape;2282;p5">
              <a:extLst>
                <a:ext uri="{FF2B5EF4-FFF2-40B4-BE49-F238E27FC236}">
                  <a16:creationId xmlns:a16="http://schemas.microsoft.com/office/drawing/2014/main" id="{B917FEE9-4D09-427E-E308-3095D0CFF2CC}"/>
                </a:ext>
              </a:extLst>
            </p:cNvPr>
            <p:cNvSpPr/>
            <p:nvPr/>
          </p:nvSpPr>
          <p:spPr>
            <a:xfrm>
              <a:off x="3264693" y="3497609"/>
              <a:ext cx="57150" cy="50800"/>
            </a:xfrm>
            <a:custGeom>
              <a:avLst/>
              <a:gdLst/>
              <a:ahLst/>
              <a:cxnLst/>
              <a:rect l="l" t="t" r="r" b="b"/>
              <a:pathLst>
                <a:path w="180" h="157" extrusionOk="0">
                  <a:moveTo>
                    <a:pt x="121" y="16"/>
                  </a:moveTo>
                  <a:lnTo>
                    <a:pt x="118" y="18"/>
                  </a:lnTo>
                  <a:lnTo>
                    <a:pt x="104" y="21"/>
                  </a:lnTo>
                  <a:lnTo>
                    <a:pt x="94" y="21"/>
                  </a:lnTo>
                  <a:lnTo>
                    <a:pt x="89" y="20"/>
                  </a:lnTo>
                  <a:lnTo>
                    <a:pt x="81" y="12"/>
                  </a:lnTo>
                  <a:lnTo>
                    <a:pt x="72" y="9"/>
                  </a:lnTo>
                  <a:lnTo>
                    <a:pt x="67" y="9"/>
                  </a:lnTo>
                  <a:lnTo>
                    <a:pt x="59" y="11"/>
                  </a:lnTo>
                  <a:lnTo>
                    <a:pt x="50" y="11"/>
                  </a:lnTo>
                  <a:lnTo>
                    <a:pt x="27" y="5"/>
                  </a:lnTo>
                  <a:lnTo>
                    <a:pt x="17" y="0"/>
                  </a:lnTo>
                  <a:lnTo>
                    <a:pt x="13" y="0"/>
                  </a:lnTo>
                  <a:lnTo>
                    <a:pt x="6" y="6"/>
                  </a:lnTo>
                  <a:lnTo>
                    <a:pt x="5" y="7"/>
                  </a:lnTo>
                  <a:lnTo>
                    <a:pt x="2" y="12"/>
                  </a:lnTo>
                  <a:lnTo>
                    <a:pt x="2" y="15"/>
                  </a:lnTo>
                  <a:lnTo>
                    <a:pt x="6" y="21"/>
                  </a:lnTo>
                  <a:lnTo>
                    <a:pt x="6" y="33"/>
                  </a:lnTo>
                  <a:lnTo>
                    <a:pt x="2" y="36"/>
                  </a:lnTo>
                  <a:lnTo>
                    <a:pt x="0" y="42"/>
                  </a:lnTo>
                  <a:lnTo>
                    <a:pt x="3" y="53"/>
                  </a:lnTo>
                  <a:lnTo>
                    <a:pt x="7" y="60"/>
                  </a:lnTo>
                  <a:lnTo>
                    <a:pt x="11" y="66"/>
                  </a:lnTo>
                  <a:lnTo>
                    <a:pt x="18" y="71"/>
                  </a:lnTo>
                  <a:lnTo>
                    <a:pt x="23" y="71"/>
                  </a:lnTo>
                  <a:lnTo>
                    <a:pt x="33" y="76"/>
                  </a:lnTo>
                  <a:lnTo>
                    <a:pt x="39" y="82"/>
                  </a:lnTo>
                  <a:lnTo>
                    <a:pt x="44" y="85"/>
                  </a:lnTo>
                  <a:lnTo>
                    <a:pt x="45" y="85"/>
                  </a:lnTo>
                  <a:lnTo>
                    <a:pt x="50" y="74"/>
                  </a:lnTo>
                  <a:lnTo>
                    <a:pt x="49" y="69"/>
                  </a:lnTo>
                  <a:lnTo>
                    <a:pt x="40" y="65"/>
                  </a:lnTo>
                  <a:lnTo>
                    <a:pt x="39" y="61"/>
                  </a:lnTo>
                  <a:lnTo>
                    <a:pt x="45" y="59"/>
                  </a:lnTo>
                  <a:lnTo>
                    <a:pt x="51" y="60"/>
                  </a:lnTo>
                  <a:lnTo>
                    <a:pt x="59" y="68"/>
                  </a:lnTo>
                  <a:lnTo>
                    <a:pt x="65" y="77"/>
                  </a:lnTo>
                  <a:lnTo>
                    <a:pt x="68" y="83"/>
                  </a:lnTo>
                  <a:lnTo>
                    <a:pt x="76" y="92"/>
                  </a:lnTo>
                  <a:lnTo>
                    <a:pt x="78" y="92"/>
                  </a:lnTo>
                  <a:lnTo>
                    <a:pt x="106" y="104"/>
                  </a:lnTo>
                  <a:lnTo>
                    <a:pt x="119" y="115"/>
                  </a:lnTo>
                  <a:lnTo>
                    <a:pt x="121" y="142"/>
                  </a:lnTo>
                  <a:lnTo>
                    <a:pt x="122" y="144"/>
                  </a:lnTo>
                  <a:lnTo>
                    <a:pt x="130" y="149"/>
                  </a:lnTo>
                  <a:lnTo>
                    <a:pt x="138" y="151"/>
                  </a:lnTo>
                  <a:lnTo>
                    <a:pt x="141" y="150"/>
                  </a:lnTo>
                  <a:lnTo>
                    <a:pt x="136" y="139"/>
                  </a:lnTo>
                  <a:lnTo>
                    <a:pt x="140" y="136"/>
                  </a:lnTo>
                  <a:lnTo>
                    <a:pt x="141" y="136"/>
                  </a:lnTo>
                  <a:lnTo>
                    <a:pt x="145" y="139"/>
                  </a:lnTo>
                  <a:lnTo>
                    <a:pt x="151" y="145"/>
                  </a:lnTo>
                  <a:lnTo>
                    <a:pt x="154" y="156"/>
                  </a:lnTo>
                  <a:lnTo>
                    <a:pt x="157" y="157"/>
                  </a:lnTo>
                  <a:lnTo>
                    <a:pt x="158" y="157"/>
                  </a:lnTo>
                  <a:lnTo>
                    <a:pt x="165" y="147"/>
                  </a:lnTo>
                  <a:lnTo>
                    <a:pt x="168" y="142"/>
                  </a:lnTo>
                  <a:lnTo>
                    <a:pt x="167" y="130"/>
                  </a:lnTo>
                  <a:lnTo>
                    <a:pt x="168" y="126"/>
                  </a:lnTo>
                  <a:lnTo>
                    <a:pt x="172" y="123"/>
                  </a:lnTo>
                  <a:lnTo>
                    <a:pt x="173" y="118"/>
                  </a:lnTo>
                  <a:lnTo>
                    <a:pt x="169" y="114"/>
                  </a:lnTo>
                  <a:lnTo>
                    <a:pt x="162" y="109"/>
                  </a:lnTo>
                  <a:lnTo>
                    <a:pt x="164" y="95"/>
                  </a:lnTo>
                  <a:lnTo>
                    <a:pt x="170" y="86"/>
                  </a:lnTo>
                  <a:lnTo>
                    <a:pt x="174" y="86"/>
                  </a:lnTo>
                  <a:lnTo>
                    <a:pt x="176" y="87"/>
                  </a:lnTo>
                  <a:lnTo>
                    <a:pt x="179" y="87"/>
                  </a:lnTo>
                  <a:lnTo>
                    <a:pt x="180" y="86"/>
                  </a:lnTo>
                  <a:lnTo>
                    <a:pt x="174" y="81"/>
                  </a:lnTo>
                  <a:lnTo>
                    <a:pt x="161" y="72"/>
                  </a:lnTo>
                  <a:lnTo>
                    <a:pt x="141" y="54"/>
                  </a:lnTo>
                  <a:lnTo>
                    <a:pt x="133" y="43"/>
                  </a:lnTo>
                  <a:lnTo>
                    <a:pt x="127" y="27"/>
                  </a:lnTo>
                  <a:lnTo>
                    <a:pt x="125" y="25"/>
                  </a:lnTo>
                  <a:lnTo>
                    <a:pt x="122" y="16"/>
                  </a:lnTo>
                  <a:lnTo>
                    <a:pt x="121" y="1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83" name="Google Shape;2283;p5">
              <a:extLst>
                <a:ext uri="{FF2B5EF4-FFF2-40B4-BE49-F238E27FC236}">
                  <a16:creationId xmlns:a16="http://schemas.microsoft.com/office/drawing/2014/main" id="{02165301-D6FF-C34C-DC36-DBEA0BCC62A8}"/>
                </a:ext>
              </a:extLst>
            </p:cNvPr>
            <p:cNvSpPr/>
            <p:nvPr/>
          </p:nvSpPr>
          <p:spPr>
            <a:xfrm>
              <a:off x="3202781" y="3411884"/>
              <a:ext cx="106363" cy="53975"/>
            </a:xfrm>
            <a:custGeom>
              <a:avLst/>
              <a:gdLst/>
              <a:ahLst/>
              <a:cxnLst/>
              <a:rect l="l" t="t" r="r" b="b"/>
              <a:pathLst>
                <a:path w="337" h="166" extrusionOk="0">
                  <a:moveTo>
                    <a:pt x="337" y="54"/>
                  </a:moveTo>
                  <a:lnTo>
                    <a:pt x="326" y="54"/>
                  </a:lnTo>
                  <a:lnTo>
                    <a:pt x="312" y="60"/>
                  </a:lnTo>
                  <a:lnTo>
                    <a:pt x="309" y="65"/>
                  </a:lnTo>
                  <a:lnTo>
                    <a:pt x="300" y="70"/>
                  </a:lnTo>
                  <a:lnTo>
                    <a:pt x="290" y="70"/>
                  </a:lnTo>
                  <a:lnTo>
                    <a:pt x="283" y="75"/>
                  </a:lnTo>
                  <a:lnTo>
                    <a:pt x="266" y="75"/>
                  </a:lnTo>
                  <a:lnTo>
                    <a:pt x="263" y="72"/>
                  </a:lnTo>
                  <a:lnTo>
                    <a:pt x="259" y="68"/>
                  </a:lnTo>
                  <a:lnTo>
                    <a:pt x="253" y="66"/>
                  </a:lnTo>
                  <a:lnTo>
                    <a:pt x="252" y="70"/>
                  </a:lnTo>
                  <a:lnTo>
                    <a:pt x="250" y="71"/>
                  </a:lnTo>
                  <a:lnTo>
                    <a:pt x="246" y="72"/>
                  </a:lnTo>
                  <a:lnTo>
                    <a:pt x="242" y="79"/>
                  </a:lnTo>
                  <a:lnTo>
                    <a:pt x="239" y="92"/>
                  </a:lnTo>
                  <a:lnTo>
                    <a:pt x="236" y="95"/>
                  </a:lnTo>
                  <a:lnTo>
                    <a:pt x="226" y="97"/>
                  </a:lnTo>
                  <a:lnTo>
                    <a:pt x="221" y="102"/>
                  </a:lnTo>
                  <a:lnTo>
                    <a:pt x="220" y="104"/>
                  </a:lnTo>
                  <a:lnTo>
                    <a:pt x="216" y="106"/>
                  </a:lnTo>
                  <a:lnTo>
                    <a:pt x="213" y="112"/>
                  </a:lnTo>
                  <a:lnTo>
                    <a:pt x="205" y="113"/>
                  </a:lnTo>
                  <a:lnTo>
                    <a:pt x="205" y="115"/>
                  </a:lnTo>
                  <a:lnTo>
                    <a:pt x="202" y="117"/>
                  </a:lnTo>
                  <a:lnTo>
                    <a:pt x="196" y="117"/>
                  </a:lnTo>
                  <a:lnTo>
                    <a:pt x="188" y="111"/>
                  </a:lnTo>
                  <a:lnTo>
                    <a:pt x="181" y="108"/>
                  </a:lnTo>
                  <a:lnTo>
                    <a:pt x="175" y="118"/>
                  </a:lnTo>
                  <a:lnTo>
                    <a:pt x="171" y="126"/>
                  </a:lnTo>
                  <a:lnTo>
                    <a:pt x="154" y="128"/>
                  </a:lnTo>
                  <a:lnTo>
                    <a:pt x="149" y="126"/>
                  </a:lnTo>
                  <a:lnTo>
                    <a:pt x="146" y="134"/>
                  </a:lnTo>
                  <a:lnTo>
                    <a:pt x="148" y="149"/>
                  </a:lnTo>
                  <a:lnTo>
                    <a:pt x="144" y="150"/>
                  </a:lnTo>
                  <a:lnTo>
                    <a:pt x="139" y="155"/>
                  </a:lnTo>
                  <a:lnTo>
                    <a:pt x="135" y="162"/>
                  </a:lnTo>
                  <a:lnTo>
                    <a:pt x="132" y="165"/>
                  </a:lnTo>
                  <a:lnTo>
                    <a:pt x="115" y="166"/>
                  </a:lnTo>
                  <a:lnTo>
                    <a:pt x="115" y="163"/>
                  </a:lnTo>
                  <a:lnTo>
                    <a:pt x="107" y="156"/>
                  </a:lnTo>
                  <a:lnTo>
                    <a:pt x="107" y="152"/>
                  </a:lnTo>
                  <a:lnTo>
                    <a:pt x="106" y="147"/>
                  </a:lnTo>
                  <a:lnTo>
                    <a:pt x="99" y="144"/>
                  </a:lnTo>
                  <a:lnTo>
                    <a:pt x="92" y="145"/>
                  </a:lnTo>
                  <a:lnTo>
                    <a:pt x="90" y="142"/>
                  </a:lnTo>
                  <a:lnTo>
                    <a:pt x="90" y="124"/>
                  </a:lnTo>
                  <a:lnTo>
                    <a:pt x="90" y="123"/>
                  </a:lnTo>
                  <a:lnTo>
                    <a:pt x="85" y="118"/>
                  </a:lnTo>
                  <a:lnTo>
                    <a:pt x="76" y="115"/>
                  </a:lnTo>
                  <a:lnTo>
                    <a:pt x="74" y="113"/>
                  </a:lnTo>
                  <a:lnTo>
                    <a:pt x="67" y="114"/>
                  </a:lnTo>
                  <a:lnTo>
                    <a:pt x="62" y="119"/>
                  </a:lnTo>
                  <a:lnTo>
                    <a:pt x="57" y="119"/>
                  </a:lnTo>
                  <a:lnTo>
                    <a:pt x="52" y="117"/>
                  </a:lnTo>
                  <a:lnTo>
                    <a:pt x="49" y="114"/>
                  </a:lnTo>
                  <a:lnTo>
                    <a:pt x="49" y="112"/>
                  </a:lnTo>
                  <a:lnTo>
                    <a:pt x="42" y="112"/>
                  </a:lnTo>
                  <a:lnTo>
                    <a:pt x="40" y="109"/>
                  </a:lnTo>
                  <a:lnTo>
                    <a:pt x="38" y="106"/>
                  </a:lnTo>
                  <a:lnTo>
                    <a:pt x="33" y="106"/>
                  </a:lnTo>
                  <a:lnTo>
                    <a:pt x="26" y="101"/>
                  </a:lnTo>
                  <a:lnTo>
                    <a:pt x="24" y="96"/>
                  </a:lnTo>
                  <a:lnTo>
                    <a:pt x="19" y="90"/>
                  </a:lnTo>
                  <a:lnTo>
                    <a:pt x="6" y="90"/>
                  </a:lnTo>
                  <a:lnTo>
                    <a:pt x="0" y="86"/>
                  </a:lnTo>
                  <a:lnTo>
                    <a:pt x="3" y="85"/>
                  </a:lnTo>
                  <a:lnTo>
                    <a:pt x="5" y="80"/>
                  </a:lnTo>
                  <a:lnTo>
                    <a:pt x="13" y="75"/>
                  </a:lnTo>
                  <a:lnTo>
                    <a:pt x="13" y="71"/>
                  </a:lnTo>
                  <a:lnTo>
                    <a:pt x="11" y="66"/>
                  </a:lnTo>
                  <a:lnTo>
                    <a:pt x="10" y="65"/>
                  </a:lnTo>
                  <a:lnTo>
                    <a:pt x="10" y="60"/>
                  </a:lnTo>
                  <a:lnTo>
                    <a:pt x="11" y="56"/>
                  </a:lnTo>
                  <a:lnTo>
                    <a:pt x="20" y="50"/>
                  </a:lnTo>
                  <a:lnTo>
                    <a:pt x="21" y="49"/>
                  </a:lnTo>
                  <a:lnTo>
                    <a:pt x="25" y="48"/>
                  </a:lnTo>
                  <a:lnTo>
                    <a:pt x="38" y="37"/>
                  </a:lnTo>
                  <a:lnTo>
                    <a:pt x="56" y="25"/>
                  </a:lnTo>
                  <a:lnTo>
                    <a:pt x="59" y="18"/>
                  </a:lnTo>
                  <a:lnTo>
                    <a:pt x="60" y="15"/>
                  </a:lnTo>
                  <a:lnTo>
                    <a:pt x="74" y="13"/>
                  </a:lnTo>
                  <a:lnTo>
                    <a:pt x="85" y="9"/>
                  </a:lnTo>
                  <a:lnTo>
                    <a:pt x="92" y="7"/>
                  </a:lnTo>
                  <a:lnTo>
                    <a:pt x="110" y="9"/>
                  </a:lnTo>
                  <a:lnTo>
                    <a:pt x="124" y="11"/>
                  </a:lnTo>
                  <a:lnTo>
                    <a:pt x="148" y="11"/>
                  </a:lnTo>
                  <a:lnTo>
                    <a:pt x="166" y="7"/>
                  </a:lnTo>
                  <a:lnTo>
                    <a:pt x="178" y="6"/>
                  </a:lnTo>
                  <a:lnTo>
                    <a:pt x="183" y="5"/>
                  </a:lnTo>
                  <a:lnTo>
                    <a:pt x="188" y="1"/>
                  </a:lnTo>
                  <a:lnTo>
                    <a:pt x="199" y="0"/>
                  </a:lnTo>
                  <a:lnTo>
                    <a:pt x="207" y="2"/>
                  </a:lnTo>
                  <a:lnTo>
                    <a:pt x="209" y="5"/>
                  </a:lnTo>
                  <a:lnTo>
                    <a:pt x="223" y="5"/>
                  </a:lnTo>
                  <a:lnTo>
                    <a:pt x="231" y="1"/>
                  </a:lnTo>
                  <a:lnTo>
                    <a:pt x="240" y="1"/>
                  </a:lnTo>
                  <a:lnTo>
                    <a:pt x="245" y="2"/>
                  </a:lnTo>
                  <a:lnTo>
                    <a:pt x="257" y="9"/>
                  </a:lnTo>
                  <a:lnTo>
                    <a:pt x="271" y="9"/>
                  </a:lnTo>
                  <a:lnTo>
                    <a:pt x="283" y="11"/>
                  </a:lnTo>
                  <a:lnTo>
                    <a:pt x="293" y="16"/>
                  </a:lnTo>
                  <a:lnTo>
                    <a:pt x="304" y="27"/>
                  </a:lnTo>
                  <a:lnTo>
                    <a:pt x="327" y="38"/>
                  </a:lnTo>
                  <a:lnTo>
                    <a:pt x="332" y="43"/>
                  </a:lnTo>
                  <a:lnTo>
                    <a:pt x="337" y="52"/>
                  </a:lnTo>
                  <a:lnTo>
                    <a:pt x="337" y="5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84" name="Google Shape;2284;p5">
              <a:extLst>
                <a:ext uri="{FF2B5EF4-FFF2-40B4-BE49-F238E27FC236}">
                  <a16:creationId xmlns:a16="http://schemas.microsoft.com/office/drawing/2014/main" id="{E0E176DF-E829-0A9E-737A-6BB2D68A772F}"/>
                </a:ext>
              </a:extLst>
            </p:cNvPr>
            <p:cNvSpPr/>
            <p:nvPr/>
          </p:nvSpPr>
          <p:spPr>
            <a:xfrm>
              <a:off x="2721768" y="3094384"/>
              <a:ext cx="525463" cy="342900"/>
            </a:xfrm>
            <a:custGeom>
              <a:avLst/>
              <a:gdLst/>
              <a:ahLst/>
              <a:cxnLst/>
              <a:rect l="l" t="t" r="r" b="b"/>
              <a:pathLst>
                <a:path w="1657" h="1083" extrusionOk="0">
                  <a:moveTo>
                    <a:pt x="127" y="56"/>
                  </a:moveTo>
                  <a:lnTo>
                    <a:pt x="136" y="59"/>
                  </a:lnTo>
                  <a:lnTo>
                    <a:pt x="140" y="61"/>
                  </a:lnTo>
                  <a:lnTo>
                    <a:pt x="148" y="68"/>
                  </a:lnTo>
                  <a:lnTo>
                    <a:pt x="151" y="67"/>
                  </a:lnTo>
                  <a:lnTo>
                    <a:pt x="152" y="72"/>
                  </a:lnTo>
                  <a:lnTo>
                    <a:pt x="162" y="77"/>
                  </a:lnTo>
                  <a:lnTo>
                    <a:pt x="168" y="79"/>
                  </a:lnTo>
                  <a:lnTo>
                    <a:pt x="183" y="77"/>
                  </a:lnTo>
                  <a:lnTo>
                    <a:pt x="191" y="82"/>
                  </a:lnTo>
                  <a:lnTo>
                    <a:pt x="191" y="88"/>
                  </a:lnTo>
                  <a:lnTo>
                    <a:pt x="196" y="90"/>
                  </a:lnTo>
                  <a:lnTo>
                    <a:pt x="215" y="95"/>
                  </a:lnTo>
                  <a:lnTo>
                    <a:pt x="219" y="99"/>
                  </a:lnTo>
                  <a:lnTo>
                    <a:pt x="223" y="105"/>
                  </a:lnTo>
                  <a:lnTo>
                    <a:pt x="223" y="125"/>
                  </a:lnTo>
                  <a:lnTo>
                    <a:pt x="226" y="131"/>
                  </a:lnTo>
                  <a:lnTo>
                    <a:pt x="233" y="144"/>
                  </a:lnTo>
                  <a:lnTo>
                    <a:pt x="234" y="152"/>
                  </a:lnTo>
                  <a:lnTo>
                    <a:pt x="237" y="154"/>
                  </a:lnTo>
                  <a:lnTo>
                    <a:pt x="240" y="161"/>
                  </a:lnTo>
                  <a:lnTo>
                    <a:pt x="243" y="177"/>
                  </a:lnTo>
                  <a:lnTo>
                    <a:pt x="248" y="183"/>
                  </a:lnTo>
                  <a:lnTo>
                    <a:pt x="251" y="185"/>
                  </a:lnTo>
                  <a:lnTo>
                    <a:pt x="254" y="188"/>
                  </a:lnTo>
                  <a:lnTo>
                    <a:pt x="258" y="207"/>
                  </a:lnTo>
                  <a:lnTo>
                    <a:pt x="260" y="212"/>
                  </a:lnTo>
                  <a:lnTo>
                    <a:pt x="262" y="215"/>
                  </a:lnTo>
                  <a:lnTo>
                    <a:pt x="269" y="219"/>
                  </a:lnTo>
                  <a:lnTo>
                    <a:pt x="272" y="224"/>
                  </a:lnTo>
                  <a:lnTo>
                    <a:pt x="277" y="239"/>
                  </a:lnTo>
                  <a:lnTo>
                    <a:pt x="286" y="245"/>
                  </a:lnTo>
                  <a:lnTo>
                    <a:pt x="290" y="257"/>
                  </a:lnTo>
                  <a:lnTo>
                    <a:pt x="299" y="268"/>
                  </a:lnTo>
                  <a:lnTo>
                    <a:pt x="310" y="272"/>
                  </a:lnTo>
                  <a:lnTo>
                    <a:pt x="324" y="292"/>
                  </a:lnTo>
                  <a:lnTo>
                    <a:pt x="334" y="299"/>
                  </a:lnTo>
                  <a:lnTo>
                    <a:pt x="351" y="303"/>
                  </a:lnTo>
                  <a:lnTo>
                    <a:pt x="357" y="304"/>
                  </a:lnTo>
                  <a:lnTo>
                    <a:pt x="360" y="306"/>
                  </a:lnTo>
                  <a:lnTo>
                    <a:pt x="361" y="320"/>
                  </a:lnTo>
                  <a:lnTo>
                    <a:pt x="358" y="325"/>
                  </a:lnTo>
                  <a:lnTo>
                    <a:pt x="361" y="330"/>
                  </a:lnTo>
                  <a:lnTo>
                    <a:pt x="361" y="335"/>
                  </a:lnTo>
                  <a:lnTo>
                    <a:pt x="367" y="342"/>
                  </a:lnTo>
                  <a:lnTo>
                    <a:pt x="374" y="348"/>
                  </a:lnTo>
                  <a:lnTo>
                    <a:pt x="390" y="355"/>
                  </a:lnTo>
                  <a:lnTo>
                    <a:pt x="398" y="364"/>
                  </a:lnTo>
                  <a:lnTo>
                    <a:pt x="401" y="374"/>
                  </a:lnTo>
                  <a:lnTo>
                    <a:pt x="406" y="376"/>
                  </a:lnTo>
                  <a:lnTo>
                    <a:pt x="407" y="379"/>
                  </a:lnTo>
                  <a:lnTo>
                    <a:pt x="421" y="379"/>
                  </a:lnTo>
                  <a:lnTo>
                    <a:pt x="428" y="384"/>
                  </a:lnTo>
                  <a:lnTo>
                    <a:pt x="433" y="395"/>
                  </a:lnTo>
                  <a:lnTo>
                    <a:pt x="439" y="397"/>
                  </a:lnTo>
                  <a:lnTo>
                    <a:pt x="439" y="402"/>
                  </a:lnTo>
                  <a:lnTo>
                    <a:pt x="433" y="412"/>
                  </a:lnTo>
                  <a:lnTo>
                    <a:pt x="430" y="414"/>
                  </a:lnTo>
                  <a:lnTo>
                    <a:pt x="428" y="421"/>
                  </a:lnTo>
                  <a:lnTo>
                    <a:pt x="427" y="425"/>
                  </a:lnTo>
                  <a:lnTo>
                    <a:pt x="426" y="433"/>
                  </a:lnTo>
                  <a:lnTo>
                    <a:pt x="427" y="438"/>
                  </a:lnTo>
                  <a:lnTo>
                    <a:pt x="432" y="445"/>
                  </a:lnTo>
                  <a:lnTo>
                    <a:pt x="444" y="445"/>
                  </a:lnTo>
                  <a:lnTo>
                    <a:pt x="452" y="439"/>
                  </a:lnTo>
                  <a:lnTo>
                    <a:pt x="454" y="443"/>
                  </a:lnTo>
                  <a:lnTo>
                    <a:pt x="450" y="451"/>
                  </a:lnTo>
                  <a:lnTo>
                    <a:pt x="453" y="456"/>
                  </a:lnTo>
                  <a:lnTo>
                    <a:pt x="476" y="468"/>
                  </a:lnTo>
                  <a:lnTo>
                    <a:pt x="482" y="470"/>
                  </a:lnTo>
                  <a:lnTo>
                    <a:pt x="487" y="466"/>
                  </a:lnTo>
                  <a:lnTo>
                    <a:pt x="501" y="481"/>
                  </a:lnTo>
                  <a:lnTo>
                    <a:pt x="506" y="484"/>
                  </a:lnTo>
                  <a:lnTo>
                    <a:pt x="507" y="492"/>
                  </a:lnTo>
                  <a:lnTo>
                    <a:pt x="507" y="503"/>
                  </a:lnTo>
                  <a:lnTo>
                    <a:pt x="509" y="507"/>
                  </a:lnTo>
                  <a:lnTo>
                    <a:pt x="543" y="535"/>
                  </a:lnTo>
                  <a:lnTo>
                    <a:pt x="554" y="545"/>
                  </a:lnTo>
                  <a:lnTo>
                    <a:pt x="561" y="548"/>
                  </a:lnTo>
                  <a:lnTo>
                    <a:pt x="565" y="553"/>
                  </a:lnTo>
                  <a:lnTo>
                    <a:pt x="567" y="558"/>
                  </a:lnTo>
                  <a:lnTo>
                    <a:pt x="567" y="564"/>
                  </a:lnTo>
                  <a:lnTo>
                    <a:pt x="570" y="568"/>
                  </a:lnTo>
                  <a:lnTo>
                    <a:pt x="576" y="568"/>
                  </a:lnTo>
                  <a:lnTo>
                    <a:pt x="582" y="577"/>
                  </a:lnTo>
                  <a:lnTo>
                    <a:pt x="588" y="589"/>
                  </a:lnTo>
                  <a:lnTo>
                    <a:pt x="592" y="595"/>
                  </a:lnTo>
                  <a:lnTo>
                    <a:pt x="604" y="604"/>
                  </a:lnTo>
                  <a:lnTo>
                    <a:pt x="615" y="617"/>
                  </a:lnTo>
                  <a:lnTo>
                    <a:pt x="630" y="627"/>
                  </a:lnTo>
                  <a:lnTo>
                    <a:pt x="632" y="633"/>
                  </a:lnTo>
                  <a:lnTo>
                    <a:pt x="631" y="635"/>
                  </a:lnTo>
                  <a:lnTo>
                    <a:pt x="631" y="640"/>
                  </a:lnTo>
                  <a:lnTo>
                    <a:pt x="638" y="664"/>
                  </a:lnTo>
                  <a:lnTo>
                    <a:pt x="645" y="672"/>
                  </a:lnTo>
                  <a:lnTo>
                    <a:pt x="646" y="681"/>
                  </a:lnTo>
                  <a:lnTo>
                    <a:pt x="652" y="687"/>
                  </a:lnTo>
                  <a:lnTo>
                    <a:pt x="656" y="694"/>
                  </a:lnTo>
                  <a:lnTo>
                    <a:pt x="658" y="703"/>
                  </a:lnTo>
                  <a:lnTo>
                    <a:pt x="658" y="712"/>
                  </a:lnTo>
                  <a:lnTo>
                    <a:pt x="656" y="717"/>
                  </a:lnTo>
                  <a:lnTo>
                    <a:pt x="646" y="728"/>
                  </a:lnTo>
                  <a:lnTo>
                    <a:pt x="645" y="729"/>
                  </a:lnTo>
                  <a:lnTo>
                    <a:pt x="646" y="733"/>
                  </a:lnTo>
                  <a:lnTo>
                    <a:pt x="653" y="739"/>
                  </a:lnTo>
                  <a:lnTo>
                    <a:pt x="654" y="742"/>
                  </a:lnTo>
                  <a:lnTo>
                    <a:pt x="640" y="748"/>
                  </a:lnTo>
                  <a:lnTo>
                    <a:pt x="635" y="752"/>
                  </a:lnTo>
                  <a:lnTo>
                    <a:pt x="635" y="756"/>
                  </a:lnTo>
                  <a:lnTo>
                    <a:pt x="637" y="758"/>
                  </a:lnTo>
                  <a:lnTo>
                    <a:pt x="642" y="771"/>
                  </a:lnTo>
                  <a:lnTo>
                    <a:pt x="643" y="779"/>
                  </a:lnTo>
                  <a:lnTo>
                    <a:pt x="646" y="788"/>
                  </a:lnTo>
                  <a:lnTo>
                    <a:pt x="656" y="793"/>
                  </a:lnTo>
                  <a:lnTo>
                    <a:pt x="670" y="810"/>
                  </a:lnTo>
                  <a:lnTo>
                    <a:pt x="675" y="815"/>
                  </a:lnTo>
                  <a:lnTo>
                    <a:pt x="683" y="821"/>
                  </a:lnTo>
                  <a:lnTo>
                    <a:pt x="689" y="823"/>
                  </a:lnTo>
                  <a:lnTo>
                    <a:pt x="699" y="827"/>
                  </a:lnTo>
                  <a:lnTo>
                    <a:pt x="706" y="827"/>
                  </a:lnTo>
                  <a:lnTo>
                    <a:pt x="710" y="830"/>
                  </a:lnTo>
                  <a:lnTo>
                    <a:pt x="722" y="841"/>
                  </a:lnTo>
                  <a:lnTo>
                    <a:pt x="731" y="843"/>
                  </a:lnTo>
                  <a:lnTo>
                    <a:pt x="738" y="850"/>
                  </a:lnTo>
                  <a:lnTo>
                    <a:pt x="740" y="855"/>
                  </a:lnTo>
                  <a:lnTo>
                    <a:pt x="740" y="858"/>
                  </a:lnTo>
                  <a:lnTo>
                    <a:pt x="744" y="859"/>
                  </a:lnTo>
                  <a:lnTo>
                    <a:pt x="746" y="861"/>
                  </a:lnTo>
                  <a:lnTo>
                    <a:pt x="748" y="865"/>
                  </a:lnTo>
                  <a:lnTo>
                    <a:pt x="750" y="870"/>
                  </a:lnTo>
                  <a:lnTo>
                    <a:pt x="755" y="874"/>
                  </a:lnTo>
                  <a:lnTo>
                    <a:pt x="769" y="875"/>
                  </a:lnTo>
                  <a:lnTo>
                    <a:pt x="775" y="879"/>
                  </a:lnTo>
                  <a:lnTo>
                    <a:pt x="780" y="880"/>
                  </a:lnTo>
                  <a:lnTo>
                    <a:pt x="782" y="884"/>
                  </a:lnTo>
                  <a:lnTo>
                    <a:pt x="814" y="892"/>
                  </a:lnTo>
                  <a:lnTo>
                    <a:pt x="820" y="895"/>
                  </a:lnTo>
                  <a:lnTo>
                    <a:pt x="828" y="895"/>
                  </a:lnTo>
                  <a:lnTo>
                    <a:pt x="832" y="892"/>
                  </a:lnTo>
                  <a:lnTo>
                    <a:pt x="836" y="895"/>
                  </a:lnTo>
                  <a:lnTo>
                    <a:pt x="850" y="902"/>
                  </a:lnTo>
                  <a:lnTo>
                    <a:pt x="855" y="909"/>
                  </a:lnTo>
                  <a:lnTo>
                    <a:pt x="856" y="912"/>
                  </a:lnTo>
                  <a:lnTo>
                    <a:pt x="860" y="913"/>
                  </a:lnTo>
                  <a:lnTo>
                    <a:pt x="862" y="917"/>
                  </a:lnTo>
                  <a:lnTo>
                    <a:pt x="869" y="919"/>
                  </a:lnTo>
                  <a:lnTo>
                    <a:pt x="875" y="924"/>
                  </a:lnTo>
                  <a:lnTo>
                    <a:pt x="884" y="928"/>
                  </a:lnTo>
                  <a:lnTo>
                    <a:pt x="884" y="931"/>
                  </a:lnTo>
                  <a:lnTo>
                    <a:pt x="890" y="936"/>
                  </a:lnTo>
                  <a:lnTo>
                    <a:pt x="894" y="935"/>
                  </a:lnTo>
                  <a:lnTo>
                    <a:pt x="900" y="939"/>
                  </a:lnTo>
                  <a:lnTo>
                    <a:pt x="905" y="941"/>
                  </a:lnTo>
                  <a:lnTo>
                    <a:pt x="916" y="945"/>
                  </a:lnTo>
                  <a:lnTo>
                    <a:pt x="926" y="946"/>
                  </a:lnTo>
                  <a:lnTo>
                    <a:pt x="943" y="951"/>
                  </a:lnTo>
                  <a:lnTo>
                    <a:pt x="953" y="959"/>
                  </a:lnTo>
                  <a:lnTo>
                    <a:pt x="960" y="961"/>
                  </a:lnTo>
                  <a:lnTo>
                    <a:pt x="985" y="968"/>
                  </a:lnTo>
                  <a:lnTo>
                    <a:pt x="1000" y="974"/>
                  </a:lnTo>
                  <a:lnTo>
                    <a:pt x="1009" y="973"/>
                  </a:lnTo>
                  <a:lnTo>
                    <a:pt x="1019" y="983"/>
                  </a:lnTo>
                  <a:lnTo>
                    <a:pt x="1043" y="998"/>
                  </a:lnTo>
                  <a:lnTo>
                    <a:pt x="1049" y="999"/>
                  </a:lnTo>
                  <a:lnTo>
                    <a:pt x="1052" y="999"/>
                  </a:lnTo>
                  <a:lnTo>
                    <a:pt x="1057" y="1003"/>
                  </a:lnTo>
                  <a:lnTo>
                    <a:pt x="1063" y="1005"/>
                  </a:lnTo>
                  <a:lnTo>
                    <a:pt x="1074" y="1009"/>
                  </a:lnTo>
                  <a:lnTo>
                    <a:pt x="1103" y="1011"/>
                  </a:lnTo>
                  <a:lnTo>
                    <a:pt x="1113" y="1017"/>
                  </a:lnTo>
                  <a:lnTo>
                    <a:pt x="1120" y="1020"/>
                  </a:lnTo>
                  <a:lnTo>
                    <a:pt x="1122" y="1020"/>
                  </a:lnTo>
                  <a:lnTo>
                    <a:pt x="1130" y="1024"/>
                  </a:lnTo>
                  <a:lnTo>
                    <a:pt x="1145" y="1025"/>
                  </a:lnTo>
                  <a:lnTo>
                    <a:pt x="1152" y="1024"/>
                  </a:lnTo>
                  <a:lnTo>
                    <a:pt x="1158" y="1021"/>
                  </a:lnTo>
                  <a:lnTo>
                    <a:pt x="1162" y="1017"/>
                  </a:lnTo>
                  <a:lnTo>
                    <a:pt x="1173" y="1013"/>
                  </a:lnTo>
                  <a:lnTo>
                    <a:pt x="1181" y="1010"/>
                  </a:lnTo>
                  <a:lnTo>
                    <a:pt x="1202" y="995"/>
                  </a:lnTo>
                  <a:lnTo>
                    <a:pt x="1207" y="994"/>
                  </a:lnTo>
                  <a:lnTo>
                    <a:pt x="1215" y="992"/>
                  </a:lnTo>
                  <a:lnTo>
                    <a:pt x="1232" y="992"/>
                  </a:lnTo>
                  <a:lnTo>
                    <a:pt x="1244" y="995"/>
                  </a:lnTo>
                  <a:lnTo>
                    <a:pt x="1266" y="1004"/>
                  </a:lnTo>
                  <a:lnTo>
                    <a:pt x="1291" y="1015"/>
                  </a:lnTo>
                  <a:lnTo>
                    <a:pt x="1309" y="1033"/>
                  </a:lnTo>
                  <a:lnTo>
                    <a:pt x="1316" y="1042"/>
                  </a:lnTo>
                  <a:lnTo>
                    <a:pt x="1336" y="1060"/>
                  </a:lnTo>
                  <a:lnTo>
                    <a:pt x="1345" y="1070"/>
                  </a:lnTo>
                  <a:lnTo>
                    <a:pt x="1362" y="1083"/>
                  </a:lnTo>
                  <a:lnTo>
                    <a:pt x="1364" y="1081"/>
                  </a:lnTo>
                  <a:lnTo>
                    <a:pt x="1366" y="1065"/>
                  </a:lnTo>
                  <a:lnTo>
                    <a:pt x="1368" y="1063"/>
                  </a:lnTo>
                  <a:lnTo>
                    <a:pt x="1369" y="1060"/>
                  </a:lnTo>
                  <a:lnTo>
                    <a:pt x="1367" y="1053"/>
                  </a:lnTo>
                  <a:lnTo>
                    <a:pt x="1368" y="1052"/>
                  </a:lnTo>
                  <a:lnTo>
                    <a:pt x="1371" y="1047"/>
                  </a:lnTo>
                  <a:lnTo>
                    <a:pt x="1377" y="1037"/>
                  </a:lnTo>
                  <a:lnTo>
                    <a:pt x="1378" y="1033"/>
                  </a:lnTo>
                  <a:lnTo>
                    <a:pt x="1401" y="997"/>
                  </a:lnTo>
                  <a:lnTo>
                    <a:pt x="1431" y="994"/>
                  </a:lnTo>
                  <a:lnTo>
                    <a:pt x="1454" y="994"/>
                  </a:lnTo>
                  <a:lnTo>
                    <a:pt x="1455" y="995"/>
                  </a:lnTo>
                  <a:lnTo>
                    <a:pt x="1455" y="994"/>
                  </a:lnTo>
                  <a:lnTo>
                    <a:pt x="1457" y="979"/>
                  </a:lnTo>
                  <a:lnTo>
                    <a:pt x="1454" y="974"/>
                  </a:lnTo>
                  <a:lnTo>
                    <a:pt x="1444" y="966"/>
                  </a:lnTo>
                  <a:lnTo>
                    <a:pt x="1441" y="957"/>
                  </a:lnTo>
                  <a:lnTo>
                    <a:pt x="1425" y="947"/>
                  </a:lnTo>
                  <a:lnTo>
                    <a:pt x="1399" y="922"/>
                  </a:lnTo>
                  <a:lnTo>
                    <a:pt x="1401" y="923"/>
                  </a:lnTo>
                  <a:lnTo>
                    <a:pt x="1433" y="923"/>
                  </a:lnTo>
                  <a:lnTo>
                    <a:pt x="1433" y="896"/>
                  </a:lnTo>
                  <a:lnTo>
                    <a:pt x="1528" y="895"/>
                  </a:lnTo>
                  <a:lnTo>
                    <a:pt x="1541" y="892"/>
                  </a:lnTo>
                  <a:lnTo>
                    <a:pt x="1546" y="892"/>
                  </a:lnTo>
                  <a:lnTo>
                    <a:pt x="1561" y="864"/>
                  </a:lnTo>
                  <a:lnTo>
                    <a:pt x="1565" y="861"/>
                  </a:lnTo>
                  <a:lnTo>
                    <a:pt x="1571" y="863"/>
                  </a:lnTo>
                  <a:lnTo>
                    <a:pt x="1572" y="855"/>
                  </a:lnTo>
                  <a:lnTo>
                    <a:pt x="1583" y="839"/>
                  </a:lnTo>
                  <a:lnTo>
                    <a:pt x="1590" y="842"/>
                  </a:lnTo>
                  <a:lnTo>
                    <a:pt x="1588" y="858"/>
                  </a:lnTo>
                  <a:lnTo>
                    <a:pt x="1593" y="859"/>
                  </a:lnTo>
                  <a:lnTo>
                    <a:pt x="1595" y="861"/>
                  </a:lnTo>
                  <a:lnTo>
                    <a:pt x="1594" y="876"/>
                  </a:lnTo>
                  <a:lnTo>
                    <a:pt x="1597" y="886"/>
                  </a:lnTo>
                  <a:lnTo>
                    <a:pt x="1600" y="881"/>
                  </a:lnTo>
                  <a:lnTo>
                    <a:pt x="1606" y="860"/>
                  </a:lnTo>
                  <a:lnTo>
                    <a:pt x="1608" y="849"/>
                  </a:lnTo>
                  <a:lnTo>
                    <a:pt x="1616" y="825"/>
                  </a:lnTo>
                  <a:lnTo>
                    <a:pt x="1619" y="815"/>
                  </a:lnTo>
                  <a:lnTo>
                    <a:pt x="1616" y="810"/>
                  </a:lnTo>
                  <a:lnTo>
                    <a:pt x="1611" y="806"/>
                  </a:lnTo>
                  <a:lnTo>
                    <a:pt x="1620" y="801"/>
                  </a:lnTo>
                  <a:lnTo>
                    <a:pt x="1619" y="794"/>
                  </a:lnTo>
                  <a:lnTo>
                    <a:pt x="1611" y="790"/>
                  </a:lnTo>
                  <a:lnTo>
                    <a:pt x="1617" y="782"/>
                  </a:lnTo>
                  <a:lnTo>
                    <a:pt x="1622" y="772"/>
                  </a:lnTo>
                  <a:lnTo>
                    <a:pt x="1622" y="763"/>
                  </a:lnTo>
                  <a:lnTo>
                    <a:pt x="1632" y="744"/>
                  </a:lnTo>
                  <a:lnTo>
                    <a:pt x="1641" y="736"/>
                  </a:lnTo>
                  <a:lnTo>
                    <a:pt x="1653" y="723"/>
                  </a:lnTo>
                  <a:lnTo>
                    <a:pt x="1656" y="714"/>
                  </a:lnTo>
                  <a:lnTo>
                    <a:pt x="1657" y="703"/>
                  </a:lnTo>
                  <a:lnTo>
                    <a:pt x="1654" y="692"/>
                  </a:lnTo>
                  <a:lnTo>
                    <a:pt x="1648" y="683"/>
                  </a:lnTo>
                  <a:lnTo>
                    <a:pt x="1617" y="680"/>
                  </a:lnTo>
                  <a:lnTo>
                    <a:pt x="1605" y="691"/>
                  </a:lnTo>
                  <a:lnTo>
                    <a:pt x="1605" y="678"/>
                  </a:lnTo>
                  <a:lnTo>
                    <a:pt x="1588" y="675"/>
                  </a:lnTo>
                  <a:lnTo>
                    <a:pt x="1576" y="676"/>
                  </a:lnTo>
                  <a:lnTo>
                    <a:pt x="1555" y="682"/>
                  </a:lnTo>
                  <a:lnTo>
                    <a:pt x="1544" y="690"/>
                  </a:lnTo>
                  <a:lnTo>
                    <a:pt x="1519" y="691"/>
                  </a:lnTo>
                  <a:lnTo>
                    <a:pt x="1504" y="691"/>
                  </a:lnTo>
                  <a:lnTo>
                    <a:pt x="1495" y="692"/>
                  </a:lnTo>
                  <a:lnTo>
                    <a:pt x="1484" y="697"/>
                  </a:lnTo>
                  <a:lnTo>
                    <a:pt x="1474" y="699"/>
                  </a:lnTo>
                  <a:lnTo>
                    <a:pt x="1464" y="708"/>
                  </a:lnTo>
                  <a:lnTo>
                    <a:pt x="1459" y="720"/>
                  </a:lnTo>
                  <a:lnTo>
                    <a:pt x="1457" y="750"/>
                  </a:lnTo>
                  <a:lnTo>
                    <a:pt x="1453" y="767"/>
                  </a:lnTo>
                  <a:lnTo>
                    <a:pt x="1449" y="779"/>
                  </a:lnTo>
                  <a:lnTo>
                    <a:pt x="1443" y="788"/>
                  </a:lnTo>
                  <a:lnTo>
                    <a:pt x="1441" y="801"/>
                  </a:lnTo>
                  <a:lnTo>
                    <a:pt x="1436" y="812"/>
                  </a:lnTo>
                  <a:lnTo>
                    <a:pt x="1426" y="823"/>
                  </a:lnTo>
                  <a:lnTo>
                    <a:pt x="1411" y="830"/>
                  </a:lnTo>
                  <a:lnTo>
                    <a:pt x="1414" y="849"/>
                  </a:lnTo>
                  <a:lnTo>
                    <a:pt x="1395" y="859"/>
                  </a:lnTo>
                  <a:lnTo>
                    <a:pt x="1387" y="860"/>
                  </a:lnTo>
                  <a:lnTo>
                    <a:pt x="1380" y="859"/>
                  </a:lnTo>
                  <a:lnTo>
                    <a:pt x="1377" y="854"/>
                  </a:lnTo>
                  <a:lnTo>
                    <a:pt x="1377" y="848"/>
                  </a:lnTo>
                  <a:lnTo>
                    <a:pt x="1368" y="846"/>
                  </a:lnTo>
                  <a:lnTo>
                    <a:pt x="1351" y="846"/>
                  </a:lnTo>
                  <a:lnTo>
                    <a:pt x="1345" y="848"/>
                  </a:lnTo>
                  <a:lnTo>
                    <a:pt x="1335" y="850"/>
                  </a:lnTo>
                  <a:lnTo>
                    <a:pt x="1321" y="858"/>
                  </a:lnTo>
                  <a:lnTo>
                    <a:pt x="1312" y="860"/>
                  </a:lnTo>
                  <a:lnTo>
                    <a:pt x="1303" y="859"/>
                  </a:lnTo>
                  <a:lnTo>
                    <a:pt x="1275" y="864"/>
                  </a:lnTo>
                  <a:lnTo>
                    <a:pt x="1251" y="876"/>
                  </a:lnTo>
                  <a:lnTo>
                    <a:pt x="1238" y="876"/>
                  </a:lnTo>
                  <a:lnTo>
                    <a:pt x="1226" y="868"/>
                  </a:lnTo>
                  <a:lnTo>
                    <a:pt x="1215" y="853"/>
                  </a:lnTo>
                  <a:lnTo>
                    <a:pt x="1210" y="849"/>
                  </a:lnTo>
                  <a:lnTo>
                    <a:pt x="1210" y="852"/>
                  </a:lnTo>
                  <a:lnTo>
                    <a:pt x="1195" y="850"/>
                  </a:lnTo>
                  <a:lnTo>
                    <a:pt x="1183" y="846"/>
                  </a:lnTo>
                  <a:lnTo>
                    <a:pt x="1175" y="843"/>
                  </a:lnTo>
                  <a:lnTo>
                    <a:pt x="1169" y="839"/>
                  </a:lnTo>
                  <a:lnTo>
                    <a:pt x="1164" y="832"/>
                  </a:lnTo>
                  <a:lnTo>
                    <a:pt x="1160" y="830"/>
                  </a:lnTo>
                  <a:lnTo>
                    <a:pt x="1154" y="822"/>
                  </a:lnTo>
                  <a:lnTo>
                    <a:pt x="1152" y="820"/>
                  </a:lnTo>
                  <a:lnTo>
                    <a:pt x="1149" y="820"/>
                  </a:lnTo>
                  <a:lnTo>
                    <a:pt x="1148" y="818"/>
                  </a:lnTo>
                  <a:lnTo>
                    <a:pt x="1146" y="809"/>
                  </a:lnTo>
                  <a:lnTo>
                    <a:pt x="1130" y="773"/>
                  </a:lnTo>
                  <a:lnTo>
                    <a:pt x="1126" y="766"/>
                  </a:lnTo>
                  <a:lnTo>
                    <a:pt x="1120" y="761"/>
                  </a:lnTo>
                  <a:lnTo>
                    <a:pt x="1108" y="747"/>
                  </a:lnTo>
                  <a:lnTo>
                    <a:pt x="1103" y="741"/>
                  </a:lnTo>
                  <a:lnTo>
                    <a:pt x="1088" y="717"/>
                  </a:lnTo>
                  <a:lnTo>
                    <a:pt x="1084" y="705"/>
                  </a:lnTo>
                  <a:lnTo>
                    <a:pt x="1086" y="703"/>
                  </a:lnTo>
                  <a:lnTo>
                    <a:pt x="1090" y="696"/>
                  </a:lnTo>
                  <a:lnTo>
                    <a:pt x="1090" y="690"/>
                  </a:lnTo>
                  <a:lnTo>
                    <a:pt x="1089" y="686"/>
                  </a:lnTo>
                  <a:lnTo>
                    <a:pt x="1071" y="664"/>
                  </a:lnTo>
                  <a:lnTo>
                    <a:pt x="1063" y="645"/>
                  </a:lnTo>
                  <a:lnTo>
                    <a:pt x="1063" y="634"/>
                  </a:lnTo>
                  <a:lnTo>
                    <a:pt x="1068" y="611"/>
                  </a:lnTo>
                  <a:lnTo>
                    <a:pt x="1067" y="574"/>
                  </a:lnTo>
                  <a:lnTo>
                    <a:pt x="1067" y="562"/>
                  </a:lnTo>
                  <a:lnTo>
                    <a:pt x="1065" y="552"/>
                  </a:lnTo>
                  <a:lnTo>
                    <a:pt x="1061" y="547"/>
                  </a:lnTo>
                  <a:lnTo>
                    <a:pt x="1060" y="529"/>
                  </a:lnTo>
                  <a:lnTo>
                    <a:pt x="1060" y="505"/>
                  </a:lnTo>
                  <a:lnTo>
                    <a:pt x="1057" y="502"/>
                  </a:lnTo>
                  <a:lnTo>
                    <a:pt x="1057" y="498"/>
                  </a:lnTo>
                  <a:lnTo>
                    <a:pt x="1062" y="484"/>
                  </a:lnTo>
                  <a:lnTo>
                    <a:pt x="1068" y="479"/>
                  </a:lnTo>
                  <a:lnTo>
                    <a:pt x="1071" y="467"/>
                  </a:lnTo>
                  <a:lnTo>
                    <a:pt x="1071" y="459"/>
                  </a:lnTo>
                  <a:lnTo>
                    <a:pt x="1073" y="455"/>
                  </a:lnTo>
                  <a:lnTo>
                    <a:pt x="1086" y="459"/>
                  </a:lnTo>
                  <a:lnTo>
                    <a:pt x="1089" y="457"/>
                  </a:lnTo>
                  <a:lnTo>
                    <a:pt x="1095" y="450"/>
                  </a:lnTo>
                  <a:lnTo>
                    <a:pt x="1098" y="444"/>
                  </a:lnTo>
                  <a:lnTo>
                    <a:pt x="1099" y="434"/>
                  </a:lnTo>
                  <a:lnTo>
                    <a:pt x="1098" y="433"/>
                  </a:lnTo>
                  <a:lnTo>
                    <a:pt x="1095" y="439"/>
                  </a:lnTo>
                  <a:lnTo>
                    <a:pt x="1093" y="443"/>
                  </a:lnTo>
                  <a:lnTo>
                    <a:pt x="1090" y="444"/>
                  </a:lnTo>
                  <a:lnTo>
                    <a:pt x="1089" y="444"/>
                  </a:lnTo>
                  <a:lnTo>
                    <a:pt x="1090" y="438"/>
                  </a:lnTo>
                  <a:lnTo>
                    <a:pt x="1095" y="425"/>
                  </a:lnTo>
                  <a:lnTo>
                    <a:pt x="1078" y="424"/>
                  </a:lnTo>
                  <a:lnTo>
                    <a:pt x="1060" y="416"/>
                  </a:lnTo>
                  <a:lnTo>
                    <a:pt x="1033" y="413"/>
                  </a:lnTo>
                  <a:lnTo>
                    <a:pt x="1018" y="405"/>
                  </a:lnTo>
                  <a:lnTo>
                    <a:pt x="1004" y="403"/>
                  </a:lnTo>
                  <a:lnTo>
                    <a:pt x="987" y="392"/>
                  </a:lnTo>
                  <a:lnTo>
                    <a:pt x="970" y="366"/>
                  </a:lnTo>
                  <a:lnTo>
                    <a:pt x="955" y="319"/>
                  </a:lnTo>
                  <a:lnTo>
                    <a:pt x="938" y="308"/>
                  </a:lnTo>
                  <a:lnTo>
                    <a:pt x="930" y="288"/>
                  </a:lnTo>
                  <a:lnTo>
                    <a:pt x="914" y="271"/>
                  </a:lnTo>
                  <a:lnTo>
                    <a:pt x="894" y="225"/>
                  </a:lnTo>
                  <a:lnTo>
                    <a:pt x="883" y="217"/>
                  </a:lnTo>
                  <a:lnTo>
                    <a:pt x="877" y="207"/>
                  </a:lnTo>
                  <a:lnTo>
                    <a:pt x="860" y="191"/>
                  </a:lnTo>
                  <a:lnTo>
                    <a:pt x="852" y="181"/>
                  </a:lnTo>
                  <a:lnTo>
                    <a:pt x="807" y="183"/>
                  </a:lnTo>
                  <a:lnTo>
                    <a:pt x="796" y="180"/>
                  </a:lnTo>
                  <a:lnTo>
                    <a:pt x="785" y="185"/>
                  </a:lnTo>
                  <a:lnTo>
                    <a:pt x="782" y="188"/>
                  </a:lnTo>
                  <a:lnTo>
                    <a:pt x="759" y="235"/>
                  </a:lnTo>
                  <a:lnTo>
                    <a:pt x="735" y="230"/>
                  </a:lnTo>
                  <a:lnTo>
                    <a:pt x="711" y="214"/>
                  </a:lnTo>
                  <a:lnTo>
                    <a:pt x="692" y="198"/>
                  </a:lnTo>
                  <a:lnTo>
                    <a:pt x="678" y="180"/>
                  </a:lnTo>
                  <a:lnTo>
                    <a:pt x="664" y="129"/>
                  </a:lnTo>
                  <a:lnTo>
                    <a:pt x="635" y="110"/>
                  </a:lnTo>
                  <a:lnTo>
                    <a:pt x="615" y="93"/>
                  </a:lnTo>
                  <a:lnTo>
                    <a:pt x="606" y="80"/>
                  </a:lnTo>
                  <a:lnTo>
                    <a:pt x="594" y="74"/>
                  </a:lnTo>
                  <a:lnTo>
                    <a:pt x="587" y="62"/>
                  </a:lnTo>
                  <a:lnTo>
                    <a:pt x="582" y="59"/>
                  </a:lnTo>
                  <a:lnTo>
                    <a:pt x="572" y="53"/>
                  </a:lnTo>
                  <a:lnTo>
                    <a:pt x="482" y="54"/>
                  </a:lnTo>
                  <a:lnTo>
                    <a:pt x="481" y="84"/>
                  </a:lnTo>
                  <a:lnTo>
                    <a:pt x="437" y="84"/>
                  </a:lnTo>
                  <a:lnTo>
                    <a:pt x="334" y="84"/>
                  </a:lnTo>
                  <a:lnTo>
                    <a:pt x="125" y="7"/>
                  </a:lnTo>
                  <a:lnTo>
                    <a:pt x="124" y="0"/>
                  </a:lnTo>
                  <a:lnTo>
                    <a:pt x="0" y="10"/>
                  </a:lnTo>
                  <a:lnTo>
                    <a:pt x="7" y="18"/>
                  </a:lnTo>
                  <a:lnTo>
                    <a:pt x="8" y="25"/>
                  </a:lnTo>
                  <a:lnTo>
                    <a:pt x="12" y="31"/>
                  </a:lnTo>
                  <a:lnTo>
                    <a:pt x="16" y="41"/>
                  </a:lnTo>
                  <a:lnTo>
                    <a:pt x="22" y="47"/>
                  </a:lnTo>
                  <a:lnTo>
                    <a:pt x="22" y="52"/>
                  </a:lnTo>
                  <a:lnTo>
                    <a:pt x="25" y="52"/>
                  </a:lnTo>
                  <a:lnTo>
                    <a:pt x="29" y="57"/>
                  </a:lnTo>
                  <a:lnTo>
                    <a:pt x="30" y="73"/>
                  </a:lnTo>
                  <a:lnTo>
                    <a:pt x="48" y="99"/>
                  </a:lnTo>
                  <a:lnTo>
                    <a:pt x="50" y="106"/>
                  </a:lnTo>
                  <a:lnTo>
                    <a:pt x="50" y="111"/>
                  </a:lnTo>
                  <a:lnTo>
                    <a:pt x="52" y="112"/>
                  </a:lnTo>
                  <a:lnTo>
                    <a:pt x="54" y="117"/>
                  </a:lnTo>
                  <a:lnTo>
                    <a:pt x="57" y="120"/>
                  </a:lnTo>
                  <a:lnTo>
                    <a:pt x="65" y="137"/>
                  </a:lnTo>
                  <a:lnTo>
                    <a:pt x="65" y="147"/>
                  </a:lnTo>
                  <a:lnTo>
                    <a:pt x="66" y="149"/>
                  </a:lnTo>
                  <a:lnTo>
                    <a:pt x="70" y="145"/>
                  </a:lnTo>
                  <a:lnTo>
                    <a:pt x="72" y="147"/>
                  </a:lnTo>
                  <a:lnTo>
                    <a:pt x="75" y="155"/>
                  </a:lnTo>
                  <a:lnTo>
                    <a:pt x="78" y="176"/>
                  </a:lnTo>
                  <a:lnTo>
                    <a:pt x="82" y="187"/>
                  </a:lnTo>
                  <a:lnTo>
                    <a:pt x="84" y="191"/>
                  </a:lnTo>
                  <a:lnTo>
                    <a:pt x="94" y="195"/>
                  </a:lnTo>
                  <a:lnTo>
                    <a:pt x="98" y="197"/>
                  </a:lnTo>
                  <a:lnTo>
                    <a:pt x="104" y="198"/>
                  </a:lnTo>
                  <a:lnTo>
                    <a:pt x="111" y="208"/>
                  </a:lnTo>
                  <a:lnTo>
                    <a:pt x="121" y="209"/>
                  </a:lnTo>
                  <a:lnTo>
                    <a:pt x="126" y="217"/>
                  </a:lnTo>
                  <a:lnTo>
                    <a:pt x="132" y="228"/>
                  </a:lnTo>
                  <a:lnTo>
                    <a:pt x="136" y="230"/>
                  </a:lnTo>
                  <a:lnTo>
                    <a:pt x="147" y="241"/>
                  </a:lnTo>
                  <a:lnTo>
                    <a:pt x="151" y="244"/>
                  </a:lnTo>
                  <a:lnTo>
                    <a:pt x="170" y="268"/>
                  </a:lnTo>
                  <a:lnTo>
                    <a:pt x="172" y="276"/>
                  </a:lnTo>
                  <a:lnTo>
                    <a:pt x="172" y="284"/>
                  </a:lnTo>
                  <a:lnTo>
                    <a:pt x="173" y="287"/>
                  </a:lnTo>
                  <a:lnTo>
                    <a:pt x="172" y="290"/>
                  </a:lnTo>
                  <a:lnTo>
                    <a:pt x="173" y="295"/>
                  </a:lnTo>
                  <a:lnTo>
                    <a:pt x="168" y="296"/>
                  </a:lnTo>
                  <a:lnTo>
                    <a:pt x="164" y="300"/>
                  </a:lnTo>
                  <a:lnTo>
                    <a:pt x="164" y="305"/>
                  </a:lnTo>
                  <a:lnTo>
                    <a:pt x="167" y="306"/>
                  </a:lnTo>
                  <a:lnTo>
                    <a:pt x="165" y="311"/>
                  </a:lnTo>
                  <a:lnTo>
                    <a:pt x="159" y="306"/>
                  </a:lnTo>
                  <a:lnTo>
                    <a:pt x="142" y="311"/>
                  </a:lnTo>
                  <a:lnTo>
                    <a:pt x="120" y="309"/>
                  </a:lnTo>
                  <a:lnTo>
                    <a:pt x="120" y="317"/>
                  </a:lnTo>
                  <a:lnTo>
                    <a:pt x="122" y="319"/>
                  </a:lnTo>
                  <a:lnTo>
                    <a:pt x="126" y="315"/>
                  </a:lnTo>
                  <a:lnTo>
                    <a:pt x="137" y="326"/>
                  </a:lnTo>
                  <a:lnTo>
                    <a:pt x="147" y="330"/>
                  </a:lnTo>
                  <a:lnTo>
                    <a:pt x="149" y="333"/>
                  </a:lnTo>
                  <a:lnTo>
                    <a:pt x="152" y="344"/>
                  </a:lnTo>
                  <a:lnTo>
                    <a:pt x="156" y="347"/>
                  </a:lnTo>
                  <a:lnTo>
                    <a:pt x="165" y="348"/>
                  </a:lnTo>
                  <a:lnTo>
                    <a:pt x="170" y="351"/>
                  </a:lnTo>
                  <a:lnTo>
                    <a:pt x="173" y="357"/>
                  </a:lnTo>
                  <a:lnTo>
                    <a:pt x="179" y="358"/>
                  </a:lnTo>
                  <a:lnTo>
                    <a:pt x="188" y="363"/>
                  </a:lnTo>
                  <a:lnTo>
                    <a:pt x="192" y="369"/>
                  </a:lnTo>
                  <a:lnTo>
                    <a:pt x="199" y="373"/>
                  </a:lnTo>
                  <a:lnTo>
                    <a:pt x="212" y="375"/>
                  </a:lnTo>
                  <a:lnTo>
                    <a:pt x="222" y="363"/>
                  </a:lnTo>
                  <a:lnTo>
                    <a:pt x="224" y="368"/>
                  </a:lnTo>
                  <a:lnTo>
                    <a:pt x="223" y="375"/>
                  </a:lnTo>
                  <a:lnTo>
                    <a:pt x="227" y="380"/>
                  </a:lnTo>
                  <a:lnTo>
                    <a:pt x="239" y="397"/>
                  </a:lnTo>
                  <a:lnTo>
                    <a:pt x="251" y="405"/>
                  </a:lnTo>
                  <a:lnTo>
                    <a:pt x="258" y="408"/>
                  </a:lnTo>
                  <a:lnTo>
                    <a:pt x="264" y="408"/>
                  </a:lnTo>
                  <a:lnTo>
                    <a:pt x="267" y="414"/>
                  </a:lnTo>
                  <a:lnTo>
                    <a:pt x="277" y="436"/>
                  </a:lnTo>
                  <a:lnTo>
                    <a:pt x="278" y="444"/>
                  </a:lnTo>
                  <a:lnTo>
                    <a:pt x="280" y="466"/>
                  </a:lnTo>
                  <a:lnTo>
                    <a:pt x="276" y="483"/>
                  </a:lnTo>
                  <a:lnTo>
                    <a:pt x="272" y="491"/>
                  </a:lnTo>
                  <a:lnTo>
                    <a:pt x="272" y="497"/>
                  </a:lnTo>
                  <a:lnTo>
                    <a:pt x="275" y="492"/>
                  </a:lnTo>
                  <a:lnTo>
                    <a:pt x="277" y="491"/>
                  </a:lnTo>
                  <a:lnTo>
                    <a:pt x="280" y="495"/>
                  </a:lnTo>
                  <a:lnTo>
                    <a:pt x="286" y="494"/>
                  </a:lnTo>
                  <a:lnTo>
                    <a:pt x="291" y="498"/>
                  </a:lnTo>
                  <a:lnTo>
                    <a:pt x="292" y="504"/>
                  </a:lnTo>
                  <a:lnTo>
                    <a:pt x="294" y="508"/>
                  </a:lnTo>
                  <a:lnTo>
                    <a:pt x="305" y="509"/>
                  </a:lnTo>
                  <a:lnTo>
                    <a:pt x="305" y="514"/>
                  </a:lnTo>
                  <a:lnTo>
                    <a:pt x="315" y="524"/>
                  </a:lnTo>
                  <a:lnTo>
                    <a:pt x="334" y="534"/>
                  </a:lnTo>
                  <a:lnTo>
                    <a:pt x="340" y="541"/>
                  </a:lnTo>
                  <a:lnTo>
                    <a:pt x="361" y="559"/>
                  </a:lnTo>
                  <a:lnTo>
                    <a:pt x="368" y="562"/>
                  </a:lnTo>
                  <a:lnTo>
                    <a:pt x="379" y="575"/>
                  </a:lnTo>
                  <a:lnTo>
                    <a:pt x="388" y="600"/>
                  </a:lnTo>
                  <a:lnTo>
                    <a:pt x="394" y="606"/>
                  </a:lnTo>
                  <a:lnTo>
                    <a:pt x="399" y="607"/>
                  </a:lnTo>
                  <a:lnTo>
                    <a:pt x="404" y="601"/>
                  </a:lnTo>
                  <a:lnTo>
                    <a:pt x="412" y="597"/>
                  </a:lnTo>
                  <a:lnTo>
                    <a:pt x="419" y="590"/>
                  </a:lnTo>
                  <a:lnTo>
                    <a:pt x="422" y="584"/>
                  </a:lnTo>
                  <a:lnTo>
                    <a:pt x="423" y="575"/>
                  </a:lnTo>
                  <a:lnTo>
                    <a:pt x="421" y="569"/>
                  </a:lnTo>
                  <a:lnTo>
                    <a:pt x="415" y="563"/>
                  </a:lnTo>
                  <a:lnTo>
                    <a:pt x="412" y="557"/>
                  </a:lnTo>
                  <a:lnTo>
                    <a:pt x="404" y="546"/>
                  </a:lnTo>
                  <a:lnTo>
                    <a:pt x="404" y="541"/>
                  </a:lnTo>
                  <a:lnTo>
                    <a:pt x="390" y="532"/>
                  </a:lnTo>
                  <a:lnTo>
                    <a:pt x="382" y="524"/>
                  </a:lnTo>
                  <a:lnTo>
                    <a:pt x="373" y="531"/>
                  </a:lnTo>
                  <a:lnTo>
                    <a:pt x="367" y="529"/>
                  </a:lnTo>
                  <a:lnTo>
                    <a:pt x="362" y="524"/>
                  </a:lnTo>
                  <a:lnTo>
                    <a:pt x="355" y="511"/>
                  </a:lnTo>
                  <a:lnTo>
                    <a:pt x="353" y="507"/>
                  </a:lnTo>
                  <a:lnTo>
                    <a:pt x="353" y="488"/>
                  </a:lnTo>
                  <a:lnTo>
                    <a:pt x="346" y="475"/>
                  </a:lnTo>
                  <a:lnTo>
                    <a:pt x="342" y="468"/>
                  </a:lnTo>
                  <a:lnTo>
                    <a:pt x="341" y="470"/>
                  </a:lnTo>
                  <a:lnTo>
                    <a:pt x="341" y="451"/>
                  </a:lnTo>
                  <a:lnTo>
                    <a:pt x="333" y="445"/>
                  </a:lnTo>
                  <a:lnTo>
                    <a:pt x="330" y="441"/>
                  </a:lnTo>
                  <a:lnTo>
                    <a:pt x="324" y="434"/>
                  </a:lnTo>
                  <a:lnTo>
                    <a:pt x="323" y="424"/>
                  </a:lnTo>
                  <a:lnTo>
                    <a:pt x="320" y="405"/>
                  </a:lnTo>
                  <a:lnTo>
                    <a:pt x="317" y="402"/>
                  </a:lnTo>
                  <a:lnTo>
                    <a:pt x="315" y="395"/>
                  </a:lnTo>
                  <a:lnTo>
                    <a:pt x="308" y="379"/>
                  </a:lnTo>
                  <a:lnTo>
                    <a:pt x="299" y="370"/>
                  </a:lnTo>
                  <a:lnTo>
                    <a:pt x="294" y="370"/>
                  </a:lnTo>
                  <a:lnTo>
                    <a:pt x="296" y="382"/>
                  </a:lnTo>
                  <a:lnTo>
                    <a:pt x="299" y="387"/>
                  </a:lnTo>
                  <a:lnTo>
                    <a:pt x="298" y="387"/>
                  </a:lnTo>
                  <a:lnTo>
                    <a:pt x="292" y="380"/>
                  </a:lnTo>
                  <a:lnTo>
                    <a:pt x="292" y="375"/>
                  </a:lnTo>
                  <a:lnTo>
                    <a:pt x="287" y="368"/>
                  </a:lnTo>
                  <a:lnTo>
                    <a:pt x="285" y="360"/>
                  </a:lnTo>
                  <a:lnTo>
                    <a:pt x="285" y="358"/>
                  </a:lnTo>
                  <a:lnTo>
                    <a:pt x="282" y="353"/>
                  </a:lnTo>
                  <a:lnTo>
                    <a:pt x="274" y="349"/>
                  </a:lnTo>
                  <a:lnTo>
                    <a:pt x="272" y="341"/>
                  </a:lnTo>
                  <a:lnTo>
                    <a:pt x="266" y="330"/>
                  </a:lnTo>
                  <a:lnTo>
                    <a:pt x="247" y="309"/>
                  </a:lnTo>
                  <a:lnTo>
                    <a:pt x="244" y="298"/>
                  </a:lnTo>
                  <a:lnTo>
                    <a:pt x="243" y="289"/>
                  </a:lnTo>
                  <a:lnTo>
                    <a:pt x="240" y="282"/>
                  </a:lnTo>
                  <a:lnTo>
                    <a:pt x="239" y="274"/>
                  </a:lnTo>
                  <a:lnTo>
                    <a:pt x="238" y="274"/>
                  </a:lnTo>
                  <a:lnTo>
                    <a:pt x="237" y="271"/>
                  </a:lnTo>
                  <a:lnTo>
                    <a:pt x="234" y="269"/>
                  </a:lnTo>
                  <a:lnTo>
                    <a:pt x="231" y="271"/>
                  </a:lnTo>
                  <a:lnTo>
                    <a:pt x="229" y="269"/>
                  </a:lnTo>
                  <a:lnTo>
                    <a:pt x="224" y="261"/>
                  </a:lnTo>
                  <a:lnTo>
                    <a:pt x="219" y="246"/>
                  </a:lnTo>
                  <a:lnTo>
                    <a:pt x="217" y="247"/>
                  </a:lnTo>
                  <a:lnTo>
                    <a:pt x="215" y="246"/>
                  </a:lnTo>
                  <a:lnTo>
                    <a:pt x="208" y="241"/>
                  </a:lnTo>
                  <a:lnTo>
                    <a:pt x="204" y="242"/>
                  </a:lnTo>
                  <a:lnTo>
                    <a:pt x="197" y="229"/>
                  </a:lnTo>
                  <a:lnTo>
                    <a:pt x="195" y="218"/>
                  </a:lnTo>
                  <a:lnTo>
                    <a:pt x="175" y="202"/>
                  </a:lnTo>
                  <a:lnTo>
                    <a:pt x="170" y="197"/>
                  </a:lnTo>
                  <a:lnTo>
                    <a:pt x="168" y="192"/>
                  </a:lnTo>
                  <a:lnTo>
                    <a:pt x="164" y="190"/>
                  </a:lnTo>
                  <a:lnTo>
                    <a:pt x="157" y="188"/>
                  </a:lnTo>
                  <a:lnTo>
                    <a:pt x="156" y="183"/>
                  </a:lnTo>
                  <a:lnTo>
                    <a:pt x="152" y="176"/>
                  </a:lnTo>
                  <a:lnTo>
                    <a:pt x="148" y="169"/>
                  </a:lnTo>
                  <a:lnTo>
                    <a:pt x="143" y="164"/>
                  </a:lnTo>
                  <a:lnTo>
                    <a:pt x="140" y="143"/>
                  </a:lnTo>
                  <a:lnTo>
                    <a:pt x="138" y="125"/>
                  </a:lnTo>
                  <a:lnTo>
                    <a:pt x="137" y="115"/>
                  </a:lnTo>
                  <a:lnTo>
                    <a:pt x="132" y="107"/>
                  </a:lnTo>
                  <a:lnTo>
                    <a:pt x="130" y="100"/>
                  </a:lnTo>
                  <a:lnTo>
                    <a:pt x="127" y="82"/>
                  </a:lnTo>
                  <a:lnTo>
                    <a:pt x="127" y="72"/>
                  </a:lnTo>
                  <a:lnTo>
                    <a:pt x="129" y="64"/>
                  </a:lnTo>
                  <a:lnTo>
                    <a:pt x="127" y="5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285" name="Google Shape;2285;p5">
              <a:extLst>
                <a:ext uri="{FF2B5EF4-FFF2-40B4-BE49-F238E27FC236}">
                  <a16:creationId xmlns:a16="http://schemas.microsoft.com/office/drawing/2014/main" id="{E15FA570-0786-2544-09D1-196E1F167D41}"/>
                </a:ext>
              </a:extLst>
            </p:cNvPr>
            <p:cNvGrpSpPr/>
            <p:nvPr/>
          </p:nvGrpSpPr>
          <p:grpSpPr>
            <a:xfrm>
              <a:off x="1832768" y="1897419"/>
              <a:ext cx="1765300" cy="1346205"/>
              <a:chOff x="672" y="1356"/>
              <a:chExt cx="1112" cy="848"/>
            </a:xfrm>
            <a:grpFill/>
          </p:grpSpPr>
          <p:grpSp>
            <p:nvGrpSpPr>
              <p:cNvPr id="2286" name="Google Shape;2286;p5">
                <a:extLst>
                  <a:ext uri="{FF2B5EF4-FFF2-40B4-BE49-F238E27FC236}">
                    <a16:creationId xmlns:a16="http://schemas.microsoft.com/office/drawing/2014/main" id="{FA527909-2AC6-9F49-8FD2-4F24EDCED12E}"/>
                  </a:ext>
                </a:extLst>
              </p:cNvPr>
              <p:cNvGrpSpPr/>
              <p:nvPr/>
            </p:nvGrpSpPr>
            <p:grpSpPr>
              <a:xfrm>
                <a:off x="672" y="1356"/>
                <a:ext cx="418" cy="413"/>
                <a:chOff x="672" y="1356"/>
                <a:chExt cx="418" cy="413"/>
              </a:xfrm>
              <a:grpFill/>
            </p:grpSpPr>
            <p:sp>
              <p:nvSpPr>
                <p:cNvPr id="2287" name="Google Shape;2287;p5">
                  <a:extLst>
                    <a:ext uri="{FF2B5EF4-FFF2-40B4-BE49-F238E27FC236}">
                      <a16:creationId xmlns:a16="http://schemas.microsoft.com/office/drawing/2014/main" id="{F5E80EEC-0FED-6832-5172-D9ADAD2B660F}"/>
                    </a:ext>
                  </a:extLst>
                </p:cNvPr>
                <p:cNvSpPr/>
                <p:nvPr/>
              </p:nvSpPr>
              <p:spPr>
                <a:xfrm>
                  <a:off x="776" y="1738"/>
                  <a:ext cx="3" cy="7"/>
                </a:xfrm>
                <a:custGeom>
                  <a:avLst/>
                  <a:gdLst/>
                  <a:ahLst/>
                  <a:cxnLst/>
                  <a:rect l="l" t="t" r="r" b="b"/>
                  <a:pathLst>
                    <a:path w="12" h="33" extrusionOk="0">
                      <a:moveTo>
                        <a:pt x="3" y="0"/>
                      </a:moveTo>
                      <a:lnTo>
                        <a:pt x="0" y="5"/>
                      </a:lnTo>
                      <a:lnTo>
                        <a:pt x="1" y="3"/>
                      </a:lnTo>
                      <a:lnTo>
                        <a:pt x="7" y="3"/>
                      </a:lnTo>
                      <a:lnTo>
                        <a:pt x="12" y="6"/>
                      </a:lnTo>
                      <a:lnTo>
                        <a:pt x="9" y="10"/>
                      </a:lnTo>
                      <a:lnTo>
                        <a:pt x="11" y="13"/>
                      </a:lnTo>
                      <a:lnTo>
                        <a:pt x="5" y="33"/>
                      </a:lnTo>
                      <a:lnTo>
                        <a:pt x="4" y="29"/>
                      </a:lnTo>
                      <a:lnTo>
                        <a:pt x="4" y="9"/>
                      </a:lnTo>
                      <a:lnTo>
                        <a:pt x="3" y="6"/>
                      </a:lnTo>
                      <a:lnTo>
                        <a:pt x="3"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88" name="Google Shape;2288;p5">
                  <a:extLst>
                    <a:ext uri="{FF2B5EF4-FFF2-40B4-BE49-F238E27FC236}">
                      <a16:creationId xmlns:a16="http://schemas.microsoft.com/office/drawing/2014/main" id="{246BEDBB-03C1-230D-AC40-BE168179B1F5}"/>
                    </a:ext>
                  </a:extLst>
                </p:cNvPr>
                <p:cNvSpPr/>
                <p:nvPr/>
              </p:nvSpPr>
              <p:spPr>
                <a:xfrm>
                  <a:off x="833" y="1721"/>
                  <a:ext cx="6" cy="4"/>
                </a:xfrm>
                <a:custGeom>
                  <a:avLst/>
                  <a:gdLst/>
                  <a:ahLst/>
                  <a:cxnLst/>
                  <a:rect l="l" t="t" r="r" b="b"/>
                  <a:pathLst>
                    <a:path w="27" h="18" extrusionOk="0">
                      <a:moveTo>
                        <a:pt x="13" y="9"/>
                      </a:moveTo>
                      <a:lnTo>
                        <a:pt x="5" y="18"/>
                      </a:lnTo>
                      <a:lnTo>
                        <a:pt x="0" y="9"/>
                      </a:lnTo>
                      <a:lnTo>
                        <a:pt x="5" y="2"/>
                      </a:lnTo>
                      <a:lnTo>
                        <a:pt x="10" y="0"/>
                      </a:lnTo>
                      <a:lnTo>
                        <a:pt x="13" y="1"/>
                      </a:lnTo>
                      <a:lnTo>
                        <a:pt x="26" y="1"/>
                      </a:lnTo>
                      <a:lnTo>
                        <a:pt x="27" y="3"/>
                      </a:lnTo>
                      <a:lnTo>
                        <a:pt x="13" y="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89" name="Google Shape;2289;p5">
                  <a:extLst>
                    <a:ext uri="{FF2B5EF4-FFF2-40B4-BE49-F238E27FC236}">
                      <a16:creationId xmlns:a16="http://schemas.microsoft.com/office/drawing/2014/main" id="{51575AE6-6293-223A-7EDA-021582503AE6}"/>
                    </a:ext>
                  </a:extLst>
                </p:cNvPr>
                <p:cNvSpPr/>
                <p:nvPr/>
              </p:nvSpPr>
              <p:spPr>
                <a:xfrm>
                  <a:off x="817" y="1706"/>
                  <a:ext cx="29" cy="24"/>
                </a:xfrm>
                <a:custGeom>
                  <a:avLst/>
                  <a:gdLst/>
                  <a:ahLst/>
                  <a:cxnLst/>
                  <a:rect l="l" t="t" r="r" b="b"/>
                  <a:pathLst>
                    <a:path w="145" h="117" extrusionOk="0">
                      <a:moveTo>
                        <a:pt x="4" y="59"/>
                      </a:moveTo>
                      <a:lnTo>
                        <a:pt x="0" y="60"/>
                      </a:lnTo>
                      <a:lnTo>
                        <a:pt x="0" y="56"/>
                      </a:lnTo>
                      <a:lnTo>
                        <a:pt x="9" y="56"/>
                      </a:lnTo>
                      <a:lnTo>
                        <a:pt x="9" y="47"/>
                      </a:lnTo>
                      <a:lnTo>
                        <a:pt x="21" y="33"/>
                      </a:lnTo>
                      <a:lnTo>
                        <a:pt x="25" y="34"/>
                      </a:lnTo>
                      <a:lnTo>
                        <a:pt x="28" y="30"/>
                      </a:lnTo>
                      <a:lnTo>
                        <a:pt x="39" y="29"/>
                      </a:lnTo>
                      <a:lnTo>
                        <a:pt x="45" y="29"/>
                      </a:lnTo>
                      <a:lnTo>
                        <a:pt x="39" y="38"/>
                      </a:lnTo>
                      <a:lnTo>
                        <a:pt x="44" y="39"/>
                      </a:lnTo>
                      <a:lnTo>
                        <a:pt x="47" y="44"/>
                      </a:lnTo>
                      <a:lnTo>
                        <a:pt x="48" y="51"/>
                      </a:lnTo>
                      <a:lnTo>
                        <a:pt x="57" y="54"/>
                      </a:lnTo>
                      <a:lnTo>
                        <a:pt x="58" y="43"/>
                      </a:lnTo>
                      <a:lnTo>
                        <a:pt x="60" y="39"/>
                      </a:lnTo>
                      <a:lnTo>
                        <a:pt x="58" y="34"/>
                      </a:lnTo>
                      <a:lnTo>
                        <a:pt x="63" y="32"/>
                      </a:lnTo>
                      <a:lnTo>
                        <a:pt x="50" y="16"/>
                      </a:lnTo>
                      <a:lnTo>
                        <a:pt x="49" y="9"/>
                      </a:lnTo>
                      <a:lnTo>
                        <a:pt x="53" y="6"/>
                      </a:lnTo>
                      <a:lnTo>
                        <a:pt x="61" y="4"/>
                      </a:lnTo>
                      <a:lnTo>
                        <a:pt x="66" y="14"/>
                      </a:lnTo>
                      <a:lnTo>
                        <a:pt x="68" y="24"/>
                      </a:lnTo>
                      <a:lnTo>
                        <a:pt x="70" y="25"/>
                      </a:lnTo>
                      <a:lnTo>
                        <a:pt x="75" y="16"/>
                      </a:lnTo>
                      <a:lnTo>
                        <a:pt x="80" y="12"/>
                      </a:lnTo>
                      <a:lnTo>
                        <a:pt x="90" y="14"/>
                      </a:lnTo>
                      <a:lnTo>
                        <a:pt x="93" y="9"/>
                      </a:lnTo>
                      <a:lnTo>
                        <a:pt x="95" y="6"/>
                      </a:lnTo>
                      <a:lnTo>
                        <a:pt x="90" y="0"/>
                      </a:lnTo>
                      <a:lnTo>
                        <a:pt x="96" y="2"/>
                      </a:lnTo>
                      <a:lnTo>
                        <a:pt x="100" y="1"/>
                      </a:lnTo>
                      <a:lnTo>
                        <a:pt x="104" y="2"/>
                      </a:lnTo>
                      <a:lnTo>
                        <a:pt x="104" y="14"/>
                      </a:lnTo>
                      <a:lnTo>
                        <a:pt x="108" y="18"/>
                      </a:lnTo>
                      <a:lnTo>
                        <a:pt x="117" y="4"/>
                      </a:lnTo>
                      <a:lnTo>
                        <a:pt x="125" y="2"/>
                      </a:lnTo>
                      <a:lnTo>
                        <a:pt x="128" y="7"/>
                      </a:lnTo>
                      <a:lnTo>
                        <a:pt x="127" y="20"/>
                      </a:lnTo>
                      <a:lnTo>
                        <a:pt x="125" y="23"/>
                      </a:lnTo>
                      <a:lnTo>
                        <a:pt x="125" y="29"/>
                      </a:lnTo>
                      <a:lnTo>
                        <a:pt x="127" y="29"/>
                      </a:lnTo>
                      <a:lnTo>
                        <a:pt x="128" y="34"/>
                      </a:lnTo>
                      <a:lnTo>
                        <a:pt x="145" y="34"/>
                      </a:lnTo>
                      <a:lnTo>
                        <a:pt x="138" y="49"/>
                      </a:lnTo>
                      <a:lnTo>
                        <a:pt x="129" y="49"/>
                      </a:lnTo>
                      <a:lnTo>
                        <a:pt x="111" y="39"/>
                      </a:lnTo>
                      <a:lnTo>
                        <a:pt x="104" y="40"/>
                      </a:lnTo>
                      <a:lnTo>
                        <a:pt x="102" y="49"/>
                      </a:lnTo>
                      <a:lnTo>
                        <a:pt x="118" y="52"/>
                      </a:lnTo>
                      <a:lnTo>
                        <a:pt x="122" y="56"/>
                      </a:lnTo>
                      <a:lnTo>
                        <a:pt x="122" y="65"/>
                      </a:lnTo>
                      <a:lnTo>
                        <a:pt x="112" y="63"/>
                      </a:lnTo>
                      <a:lnTo>
                        <a:pt x="112" y="56"/>
                      </a:lnTo>
                      <a:lnTo>
                        <a:pt x="108" y="56"/>
                      </a:lnTo>
                      <a:lnTo>
                        <a:pt x="103" y="61"/>
                      </a:lnTo>
                      <a:lnTo>
                        <a:pt x="93" y="63"/>
                      </a:lnTo>
                      <a:lnTo>
                        <a:pt x="96" y="63"/>
                      </a:lnTo>
                      <a:lnTo>
                        <a:pt x="100" y="68"/>
                      </a:lnTo>
                      <a:lnTo>
                        <a:pt x="95" y="68"/>
                      </a:lnTo>
                      <a:lnTo>
                        <a:pt x="84" y="72"/>
                      </a:lnTo>
                      <a:lnTo>
                        <a:pt x="74" y="86"/>
                      </a:lnTo>
                      <a:lnTo>
                        <a:pt x="66" y="87"/>
                      </a:lnTo>
                      <a:lnTo>
                        <a:pt x="65" y="90"/>
                      </a:lnTo>
                      <a:lnTo>
                        <a:pt x="66" y="94"/>
                      </a:lnTo>
                      <a:lnTo>
                        <a:pt x="66" y="102"/>
                      </a:lnTo>
                      <a:lnTo>
                        <a:pt x="63" y="109"/>
                      </a:lnTo>
                      <a:lnTo>
                        <a:pt x="43" y="117"/>
                      </a:lnTo>
                      <a:lnTo>
                        <a:pt x="47" y="108"/>
                      </a:lnTo>
                      <a:lnTo>
                        <a:pt x="53" y="100"/>
                      </a:lnTo>
                      <a:lnTo>
                        <a:pt x="53" y="95"/>
                      </a:lnTo>
                      <a:lnTo>
                        <a:pt x="44" y="93"/>
                      </a:lnTo>
                      <a:lnTo>
                        <a:pt x="43" y="87"/>
                      </a:lnTo>
                      <a:lnTo>
                        <a:pt x="44" y="83"/>
                      </a:lnTo>
                      <a:lnTo>
                        <a:pt x="39" y="79"/>
                      </a:lnTo>
                      <a:lnTo>
                        <a:pt x="31" y="77"/>
                      </a:lnTo>
                      <a:lnTo>
                        <a:pt x="27" y="79"/>
                      </a:lnTo>
                      <a:lnTo>
                        <a:pt x="29" y="82"/>
                      </a:lnTo>
                      <a:lnTo>
                        <a:pt x="36" y="83"/>
                      </a:lnTo>
                      <a:lnTo>
                        <a:pt x="37" y="102"/>
                      </a:lnTo>
                      <a:lnTo>
                        <a:pt x="29" y="106"/>
                      </a:lnTo>
                      <a:lnTo>
                        <a:pt x="20" y="98"/>
                      </a:lnTo>
                      <a:lnTo>
                        <a:pt x="17" y="88"/>
                      </a:lnTo>
                      <a:lnTo>
                        <a:pt x="16" y="78"/>
                      </a:lnTo>
                      <a:lnTo>
                        <a:pt x="14" y="68"/>
                      </a:lnTo>
                      <a:lnTo>
                        <a:pt x="7" y="66"/>
                      </a:lnTo>
                      <a:lnTo>
                        <a:pt x="4" y="5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90" name="Google Shape;2290;p5">
                  <a:extLst>
                    <a:ext uri="{FF2B5EF4-FFF2-40B4-BE49-F238E27FC236}">
                      <a16:creationId xmlns:a16="http://schemas.microsoft.com/office/drawing/2014/main" id="{D02123D3-DA56-A010-FA85-CD5EBA1501AC}"/>
                    </a:ext>
                  </a:extLst>
                </p:cNvPr>
                <p:cNvSpPr/>
                <p:nvPr/>
              </p:nvSpPr>
              <p:spPr>
                <a:xfrm>
                  <a:off x="672" y="1356"/>
                  <a:ext cx="328" cy="411"/>
                </a:xfrm>
                <a:custGeom>
                  <a:avLst/>
                  <a:gdLst/>
                  <a:ahLst/>
                  <a:cxnLst/>
                  <a:rect l="l" t="t" r="r" b="b"/>
                  <a:pathLst>
                    <a:path w="1638" h="2054" extrusionOk="0">
                      <a:moveTo>
                        <a:pt x="1486" y="1466"/>
                      </a:moveTo>
                      <a:lnTo>
                        <a:pt x="1486" y="1356"/>
                      </a:lnTo>
                      <a:lnTo>
                        <a:pt x="1486" y="1249"/>
                      </a:lnTo>
                      <a:lnTo>
                        <a:pt x="1486" y="1148"/>
                      </a:lnTo>
                      <a:lnTo>
                        <a:pt x="1486" y="1039"/>
                      </a:lnTo>
                      <a:lnTo>
                        <a:pt x="1486" y="915"/>
                      </a:lnTo>
                      <a:lnTo>
                        <a:pt x="1486" y="793"/>
                      </a:lnTo>
                      <a:lnTo>
                        <a:pt x="1486" y="678"/>
                      </a:lnTo>
                      <a:lnTo>
                        <a:pt x="1486" y="553"/>
                      </a:lnTo>
                      <a:lnTo>
                        <a:pt x="1486" y="409"/>
                      </a:lnTo>
                      <a:lnTo>
                        <a:pt x="1486" y="266"/>
                      </a:lnTo>
                      <a:lnTo>
                        <a:pt x="1484" y="263"/>
                      </a:lnTo>
                      <a:lnTo>
                        <a:pt x="1477" y="263"/>
                      </a:lnTo>
                      <a:lnTo>
                        <a:pt x="1475" y="270"/>
                      </a:lnTo>
                      <a:lnTo>
                        <a:pt x="1470" y="280"/>
                      </a:lnTo>
                      <a:lnTo>
                        <a:pt x="1467" y="276"/>
                      </a:lnTo>
                      <a:lnTo>
                        <a:pt x="1456" y="259"/>
                      </a:lnTo>
                      <a:lnTo>
                        <a:pt x="1429" y="248"/>
                      </a:lnTo>
                      <a:lnTo>
                        <a:pt x="1427" y="242"/>
                      </a:lnTo>
                      <a:lnTo>
                        <a:pt x="1408" y="232"/>
                      </a:lnTo>
                      <a:lnTo>
                        <a:pt x="1408" y="228"/>
                      </a:lnTo>
                      <a:lnTo>
                        <a:pt x="1403" y="221"/>
                      </a:lnTo>
                      <a:lnTo>
                        <a:pt x="1365" y="201"/>
                      </a:lnTo>
                      <a:lnTo>
                        <a:pt x="1361" y="205"/>
                      </a:lnTo>
                      <a:lnTo>
                        <a:pt x="1355" y="206"/>
                      </a:lnTo>
                      <a:lnTo>
                        <a:pt x="1350" y="202"/>
                      </a:lnTo>
                      <a:lnTo>
                        <a:pt x="1351" y="214"/>
                      </a:lnTo>
                      <a:lnTo>
                        <a:pt x="1349" y="220"/>
                      </a:lnTo>
                      <a:lnTo>
                        <a:pt x="1341" y="209"/>
                      </a:lnTo>
                      <a:lnTo>
                        <a:pt x="1335" y="205"/>
                      </a:lnTo>
                      <a:lnTo>
                        <a:pt x="1330" y="209"/>
                      </a:lnTo>
                      <a:lnTo>
                        <a:pt x="1303" y="214"/>
                      </a:lnTo>
                      <a:lnTo>
                        <a:pt x="1302" y="217"/>
                      </a:lnTo>
                      <a:lnTo>
                        <a:pt x="1290" y="225"/>
                      </a:lnTo>
                      <a:lnTo>
                        <a:pt x="1280" y="225"/>
                      </a:lnTo>
                      <a:lnTo>
                        <a:pt x="1273" y="217"/>
                      </a:lnTo>
                      <a:lnTo>
                        <a:pt x="1271" y="225"/>
                      </a:lnTo>
                      <a:lnTo>
                        <a:pt x="1252" y="223"/>
                      </a:lnTo>
                      <a:lnTo>
                        <a:pt x="1251" y="221"/>
                      </a:lnTo>
                      <a:lnTo>
                        <a:pt x="1253" y="215"/>
                      </a:lnTo>
                      <a:lnTo>
                        <a:pt x="1232" y="211"/>
                      </a:lnTo>
                      <a:lnTo>
                        <a:pt x="1222" y="201"/>
                      </a:lnTo>
                      <a:lnTo>
                        <a:pt x="1211" y="194"/>
                      </a:lnTo>
                      <a:lnTo>
                        <a:pt x="1178" y="194"/>
                      </a:lnTo>
                      <a:lnTo>
                        <a:pt x="1158" y="199"/>
                      </a:lnTo>
                      <a:lnTo>
                        <a:pt x="1128" y="183"/>
                      </a:lnTo>
                      <a:lnTo>
                        <a:pt x="1115" y="180"/>
                      </a:lnTo>
                      <a:lnTo>
                        <a:pt x="1107" y="172"/>
                      </a:lnTo>
                      <a:lnTo>
                        <a:pt x="1091" y="167"/>
                      </a:lnTo>
                      <a:lnTo>
                        <a:pt x="1074" y="166"/>
                      </a:lnTo>
                      <a:lnTo>
                        <a:pt x="1072" y="156"/>
                      </a:lnTo>
                      <a:lnTo>
                        <a:pt x="1054" y="152"/>
                      </a:lnTo>
                      <a:lnTo>
                        <a:pt x="1032" y="142"/>
                      </a:lnTo>
                      <a:lnTo>
                        <a:pt x="1010" y="142"/>
                      </a:lnTo>
                      <a:lnTo>
                        <a:pt x="1001" y="148"/>
                      </a:lnTo>
                      <a:lnTo>
                        <a:pt x="975" y="158"/>
                      </a:lnTo>
                      <a:lnTo>
                        <a:pt x="977" y="152"/>
                      </a:lnTo>
                      <a:lnTo>
                        <a:pt x="985" y="151"/>
                      </a:lnTo>
                      <a:lnTo>
                        <a:pt x="983" y="144"/>
                      </a:lnTo>
                      <a:lnTo>
                        <a:pt x="977" y="141"/>
                      </a:lnTo>
                      <a:lnTo>
                        <a:pt x="967" y="140"/>
                      </a:lnTo>
                      <a:lnTo>
                        <a:pt x="929" y="151"/>
                      </a:lnTo>
                      <a:lnTo>
                        <a:pt x="899" y="148"/>
                      </a:lnTo>
                      <a:lnTo>
                        <a:pt x="908" y="140"/>
                      </a:lnTo>
                      <a:lnTo>
                        <a:pt x="909" y="132"/>
                      </a:lnTo>
                      <a:lnTo>
                        <a:pt x="872" y="132"/>
                      </a:lnTo>
                      <a:lnTo>
                        <a:pt x="866" y="129"/>
                      </a:lnTo>
                      <a:lnTo>
                        <a:pt x="887" y="128"/>
                      </a:lnTo>
                      <a:lnTo>
                        <a:pt x="882" y="120"/>
                      </a:lnTo>
                      <a:lnTo>
                        <a:pt x="872" y="120"/>
                      </a:lnTo>
                      <a:lnTo>
                        <a:pt x="870" y="114"/>
                      </a:lnTo>
                      <a:lnTo>
                        <a:pt x="877" y="99"/>
                      </a:lnTo>
                      <a:lnTo>
                        <a:pt x="877" y="87"/>
                      </a:lnTo>
                      <a:lnTo>
                        <a:pt x="859" y="80"/>
                      </a:lnTo>
                      <a:lnTo>
                        <a:pt x="843" y="80"/>
                      </a:lnTo>
                      <a:lnTo>
                        <a:pt x="845" y="94"/>
                      </a:lnTo>
                      <a:lnTo>
                        <a:pt x="843" y="91"/>
                      </a:lnTo>
                      <a:lnTo>
                        <a:pt x="835" y="94"/>
                      </a:lnTo>
                      <a:lnTo>
                        <a:pt x="832" y="81"/>
                      </a:lnTo>
                      <a:lnTo>
                        <a:pt x="827" y="69"/>
                      </a:lnTo>
                      <a:lnTo>
                        <a:pt x="817" y="69"/>
                      </a:lnTo>
                      <a:lnTo>
                        <a:pt x="807" y="71"/>
                      </a:lnTo>
                      <a:lnTo>
                        <a:pt x="790" y="83"/>
                      </a:lnTo>
                      <a:lnTo>
                        <a:pt x="785" y="75"/>
                      </a:lnTo>
                      <a:lnTo>
                        <a:pt x="778" y="80"/>
                      </a:lnTo>
                      <a:lnTo>
                        <a:pt x="771" y="91"/>
                      </a:lnTo>
                      <a:lnTo>
                        <a:pt x="763" y="91"/>
                      </a:lnTo>
                      <a:lnTo>
                        <a:pt x="757" y="83"/>
                      </a:lnTo>
                      <a:lnTo>
                        <a:pt x="747" y="83"/>
                      </a:lnTo>
                      <a:lnTo>
                        <a:pt x="740" y="78"/>
                      </a:lnTo>
                      <a:lnTo>
                        <a:pt x="744" y="70"/>
                      </a:lnTo>
                      <a:lnTo>
                        <a:pt x="733" y="45"/>
                      </a:lnTo>
                      <a:lnTo>
                        <a:pt x="716" y="39"/>
                      </a:lnTo>
                      <a:lnTo>
                        <a:pt x="716" y="48"/>
                      </a:lnTo>
                      <a:lnTo>
                        <a:pt x="709" y="40"/>
                      </a:lnTo>
                      <a:lnTo>
                        <a:pt x="710" y="51"/>
                      </a:lnTo>
                      <a:lnTo>
                        <a:pt x="704" y="51"/>
                      </a:lnTo>
                      <a:lnTo>
                        <a:pt x="697" y="58"/>
                      </a:lnTo>
                      <a:lnTo>
                        <a:pt x="695" y="72"/>
                      </a:lnTo>
                      <a:lnTo>
                        <a:pt x="704" y="83"/>
                      </a:lnTo>
                      <a:lnTo>
                        <a:pt x="704" y="91"/>
                      </a:lnTo>
                      <a:lnTo>
                        <a:pt x="705" y="103"/>
                      </a:lnTo>
                      <a:lnTo>
                        <a:pt x="695" y="103"/>
                      </a:lnTo>
                      <a:lnTo>
                        <a:pt x="694" y="94"/>
                      </a:lnTo>
                      <a:lnTo>
                        <a:pt x="688" y="87"/>
                      </a:lnTo>
                      <a:lnTo>
                        <a:pt x="683" y="94"/>
                      </a:lnTo>
                      <a:lnTo>
                        <a:pt x="678" y="83"/>
                      </a:lnTo>
                      <a:lnTo>
                        <a:pt x="676" y="96"/>
                      </a:lnTo>
                      <a:lnTo>
                        <a:pt x="657" y="83"/>
                      </a:lnTo>
                      <a:lnTo>
                        <a:pt x="649" y="82"/>
                      </a:lnTo>
                      <a:lnTo>
                        <a:pt x="646" y="85"/>
                      </a:lnTo>
                      <a:lnTo>
                        <a:pt x="654" y="66"/>
                      </a:lnTo>
                      <a:lnTo>
                        <a:pt x="660" y="70"/>
                      </a:lnTo>
                      <a:lnTo>
                        <a:pt x="672" y="64"/>
                      </a:lnTo>
                      <a:lnTo>
                        <a:pt x="689" y="49"/>
                      </a:lnTo>
                      <a:lnTo>
                        <a:pt x="690" y="42"/>
                      </a:lnTo>
                      <a:lnTo>
                        <a:pt x="689" y="33"/>
                      </a:lnTo>
                      <a:lnTo>
                        <a:pt x="681" y="26"/>
                      </a:lnTo>
                      <a:lnTo>
                        <a:pt x="661" y="30"/>
                      </a:lnTo>
                      <a:lnTo>
                        <a:pt x="660" y="27"/>
                      </a:lnTo>
                      <a:lnTo>
                        <a:pt x="658" y="16"/>
                      </a:lnTo>
                      <a:lnTo>
                        <a:pt x="650" y="11"/>
                      </a:lnTo>
                      <a:lnTo>
                        <a:pt x="642" y="15"/>
                      </a:lnTo>
                      <a:lnTo>
                        <a:pt x="635" y="10"/>
                      </a:lnTo>
                      <a:lnTo>
                        <a:pt x="627" y="0"/>
                      </a:lnTo>
                      <a:lnTo>
                        <a:pt x="622" y="3"/>
                      </a:lnTo>
                      <a:lnTo>
                        <a:pt x="619" y="10"/>
                      </a:lnTo>
                      <a:lnTo>
                        <a:pt x="613" y="17"/>
                      </a:lnTo>
                      <a:lnTo>
                        <a:pt x="612" y="24"/>
                      </a:lnTo>
                      <a:lnTo>
                        <a:pt x="609" y="22"/>
                      </a:lnTo>
                      <a:lnTo>
                        <a:pt x="612" y="33"/>
                      </a:lnTo>
                      <a:lnTo>
                        <a:pt x="608" y="37"/>
                      </a:lnTo>
                      <a:lnTo>
                        <a:pt x="602" y="33"/>
                      </a:lnTo>
                      <a:lnTo>
                        <a:pt x="598" y="35"/>
                      </a:lnTo>
                      <a:lnTo>
                        <a:pt x="597" y="40"/>
                      </a:lnTo>
                      <a:lnTo>
                        <a:pt x="591" y="48"/>
                      </a:lnTo>
                      <a:lnTo>
                        <a:pt x="584" y="60"/>
                      </a:lnTo>
                      <a:lnTo>
                        <a:pt x="558" y="86"/>
                      </a:lnTo>
                      <a:lnTo>
                        <a:pt x="536" y="86"/>
                      </a:lnTo>
                      <a:lnTo>
                        <a:pt x="537" y="91"/>
                      </a:lnTo>
                      <a:lnTo>
                        <a:pt x="511" y="96"/>
                      </a:lnTo>
                      <a:lnTo>
                        <a:pt x="491" y="91"/>
                      </a:lnTo>
                      <a:lnTo>
                        <a:pt x="495" y="96"/>
                      </a:lnTo>
                      <a:lnTo>
                        <a:pt x="486" y="101"/>
                      </a:lnTo>
                      <a:lnTo>
                        <a:pt x="489" y="113"/>
                      </a:lnTo>
                      <a:lnTo>
                        <a:pt x="472" y="103"/>
                      </a:lnTo>
                      <a:lnTo>
                        <a:pt x="480" y="92"/>
                      </a:lnTo>
                      <a:lnTo>
                        <a:pt x="483" y="83"/>
                      </a:lnTo>
                      <a:lnTo>
                        <a:pt x="496" y="78"/>
                      </a:lnTo>
                      <a:lnTo>
                        <a:pt x="500" y="73"/>
                      </a:lnTo>
                      <a:lnTo>
                        <a:pt x="478" y="81"/>
                      </a:lnTo>
                      <a:lnTo>
                        <a:pt x="466" y="88"/>
                      </a:lnTo>
                      <a:lnTo>
                        <a:pt x="452" y="101"/>
                      </a:lnTo>
                      <a:lnTo>
                        <a:pt x="448" y="109"/>
                      </a:lnTo>
                      <a:lnTo>
                        <a:pt x="448" y="113"/>
                      </a:lnTo>
                      <a:lnTo>
                        <a:pt x="440" y="116"/>
                      </a:lnTo>
                      <a:lnTo>
                        <a:pt x="445" y="121"/>
                      </a:lnTo>
                      <a:lnTo>
                        <a:pt x="452" y="124"/>
                      </a:lnTo>
                      <a:lnTo>
                        <a:pt x="457" y="136"/>
                      </a:lnTo>
                      <a:lnTo>
                        <a:pt x="464" y="141"/>
                      </a:lnTo>
                      <a:lnTo>
                        <a:pt x="474" y="139"/>
                      </a:lnTo>
                      <a:lnTo>
                        <a:pt x="461" y="145"/>
                      </a:lnTo>
                      <a:lnTo>
                        <a:pt x="453" y="145"/>
                      </a:lnTo>
                      <a:lnTo>
                        <a:pt x="450" y="155"/>
                      </a:lnTo>
                      <a:lnTo>
                        <a:pt x="453" y="162"/>
                      </a:lnTo>
                      <a:lnTo>
                        <a:pt x="452" y="174"/>
                      </a:lnTo>
                      <a:lnTo>
                        <a:pt x="447" y="182"/>
                      </a:lnTo>
                      <a:lnTo>
                        <a:pt x="442" y="175"/>
                      </a:lnTo>
                      <a:lnTo>
                        <a:pt x="442" y="162"/>
                      </a:lnTo>
                      <a:lnTo>
                        <a:pt x="434" y="168"/>
                      </a:lnTo>
                      <a:lnTo>
                        <a:pt x="440" y="158"/>
                      </a:lnTo>
                      <a:lnTo>
                        <a:pt x="439" y="146"/>
                      </a:lnTo>
                      <a:lnTo>
                        <a:pt x="445" y="140"/>
                      </a:lnTo>
                      <a:lnTo>
                        <a:pt x="442" y="131"/>
                      </a:lnTo>
                      <a:lnTo>
                        <a:pt x="432" y="128"/>
                      </a:lnTo>
                      <a:lnTo>
                        <a:pt x="405" y="148"/>
                      </a:lnTo>
                      <a:lnTo>
                        <a:pt x="405" y="152"/>
                      </a:lnTo>
                      <a:lnTo>
                        <a:pt x="418" y="145"/>
                      </a:lnTo>
                      <a:lnTo>
                        <a:pt x="408" y="156"/>
                      </a:lnTo>
                      <a:lnTo>
                        <a:pt x="366" y="184"/>
                      </a:lnTo>
                      <a:lnTo>
                        <a:pt x="348" y="188"/>
                      </a:lnTo>
                      <a:lnTo>
                        <a:pt x="338" y="200"/>
                      </a:lnTo>
                      <a:lnTo>
                        <a:pt x="342" y="191"/>
                      </a:lnTo>
                      <a:lnTo>
                        <a:pt x="342" y="183"/>
                      </a:lnTo>
                      <a:lnTo>
                        <a:pt x="348" y="177"/>
                      </a:lnTo>
                      <a:lnTo>
                        <a:pt x="337" y="175"/>
                      </a:lnTo>
                      <a:lnTo>
                        <a:pt x="326" y="200"/>
                      </a:lnTo>
                      <a:lnTo>
                        <a:pt x="323" y="211"/>
                      </a:lnTo>
                      <a:lnTo>
                        <a:pt x="342" y="228"/>
                      </a:lnTo>
                      <a:lnTo>
                        <a:pt x="353" y="233"/>
                      </a:lnTo>
                      <a:lnTo>
                        <a:pt x="353" y="239"/>
                      </a:lnTo>
                      <a:lnTo>
                        <a:pt x="324" y="225"/>
                      </a:lnTo>
                      <a:lnTo>
                        <a:pt x="321" y="218"/>
                      </a:lnTo>
                      <a:lnTo>
                        <a:pt x="312" y="217"/>
                      </a:lnTo>
                      <a:lnTo>
                        <a:pt x="307" y="227"/>
                      </a:lnTo>
                      <a:lnTo>
                        <a:pt x="285" y="253"/>
                      </a:lnTo>
                      <a:lnTo>
                        <a:pt x="295" y="258"/>
                      </a:lnTo>
                      <a:lnTo>
                        <a:pt x="318" y="259"/>
                      </a:lnTo>
                      <a:lnTo>
                        <a:pt x="314" y="261"/>
                      </a:lnTo>
                      <a:lnTo>
                        <a:pt x="287" y="261"/>
                      </a:lnTo>
                      <a:lnTo>
                        <a:pt x="280" y="264"/>
                      </a:lnTo>
                      <a:lnTo>
                        <a:pt x="279" y="268"/>
                      </a:lnTo>
                      <a:lnTo>
                        <a:pt x="291" y="282"/>
                      </a:lnTo>
                      <a:lnTo>
                        <a:pt x="302" y="288"/>
                      </a:lnTo>
                      <a:lnTo>
                        <a:pt x="299" y="293"/>
                      </a:lnTo>
                      <a:lnTo>
                        <a:pt x="279" y="279"/>
                      </a:lnTo>
                      <a:lnTo>
                        <a:pt x="280" y="287"/>
                      </a:lnTo>
                      <a:lnTo>
                        <a:pt x="273" y="318"/>
                      </a:lnTo>
                      <a:lnTo>
                        <a:pt x="270" y="323"/>
                      </a:lnTo>
                      <a:lnTo>
                        <a:pt x="269" y="306"/>
                      </a:lnTo>
                      <a:lnTo>
                        <a:pt x="263" y="331"/>
                      </a:lnTo>
                      <a:lnTo>
                        <a:pt x="251" y="356"/>
                      </a:lnTo>
                      <a:lnTo>
                        <a:pt x="226" y="379"/>
                      </a:lnTo>
                      <a:lnTo>
                        <a:pt x="189" y="388"/>
                      </a:lnTo>
                      <a:lnTo>
                        <a:pt x="155" y="393"/>
                      </a:lnTo>
                      <a:lnTo>
                        <a:pt x="127" y="401"/>
                      </a:lnTo>
                      <a:lnTo>
                        <a:pt x="117" y="400"/>
                      </a:lnTo>
                      <a:lnTo>
                        <a:pt x="125" y="397"/>
                      </a:lnTo>
                      <a:lnTo>
                        <a:pt x="124" y="393"/>
                      </a:lnTo>
                      <a:lnTo>
                        <a:pt x="102" y="395"/>
                      </a:lnTo>
                      <a:lnTo>
                        <a:pt x="102" y="397"/>
                      </a:lnTo>
                      <a:lnTo>
                        <a:pt x="103" y="401"/>
                      </a:lnTo>
                      <a:lnTo>
                        <a:pt x="101" y="419"/>
                      </a:lnTo>
                      <a:lnTo>
                        <a:pt x="101" y="435"/>
                      </a:lnTo>
                      <a:lnTo>
                        <a:pt x="98" y="453"/>
                      </a:lnTo>
                      <a:lnTo>
                        <a:pt x="103" y="455"/>
                      </a:lnTo>
                      <a:lnTo>
                        <a:pt x="108" y="452"/>
                      </a:lnTo>
                      <a:lnTo>
                        <a:pt x="102" y="459"/>
                      </a:lnTo>
                      <a:lnTo>
                        <a:pt x="88" y="465"/>
                      </a:lnTo>
                      <a:lnTo>
                        <a:pt x="85" y="471"/>
                      </a:lnTo>
                      <a:lnTo>
                        <a:pt x="79" y="471"/>
                      </a:lnTo>
                      <a:lnTo>
                        <a:pt x="86" y="465"/>
                      </a:lnTo>
                      <a:lnTo>
                        <a:pt x="88" y="457"/>
                      </a:lnTo>
                      <a:lnTo>
                        <a:pt x="86" y="458"/>
                      </a:lnTo>
                      <a:lnTo>
                        <a:pt x="71" y="468"/>
                      </a:lnTo>
                      <a:lnTo>
                        <a:pt x="69" y="474"/>
                      </a:lnTo>
                      <a:lnTo>
                        <a:pt x="102" y="489"/>
                      </a:lnTo>
                      <a:lnTo>
                        <a:pt x="112" y="500"/>
                      </a:lnTo>
                      <a:lnTo>
                        <a:pt x="118" y="511"/>
                      </a:lnTo>
                      <a:lnTo>
                        <a:pt x="140" y="524"/>
                      </a:lnTo>
                      <a:lnTo>
                        <a:pt x="152" y="527"/>
                      </a:lnTo>
                      <a:lnTo>
                        <a:pt x="182" y="556"/>
                      </a:lnTo>
                      <a:lnTo>
                        <a:pt x="206" y="572"/>
                      </a:lnTo>
                      <a:lnTo>
                        <a:pt x="221" y="587"/>
                      </a:lnTo>
                      <a:lnTo>
                        <a:pt x="221" y="592"/>
                      </a:lnTo>
                      <a:lnTo>
                        <a:pt x="230" y="599"/>
                      </a:lnTo>
                      <a:lnTo>
                        <a:pt x="233" y="608"/>
                      </a:lnTo>
                      <a:lnTo>
                        <a:pt x="237" y="621"/>
                      </a:lnTo>
                      <a:lnTo>
                        <a:pt x="241" y="626"/>
                      </a:lnTo>
                      <a:lnTo>
                        <a:pt x="238" y="629"/>
                      </a:lnTo>
                      <a:lnTo>
                        <a:pt x="240" y="641"/>
                      </a:lnTo>
                      <a:lnTo>
                        <a:pt x="244" y="657"/>
                      </a:lnTo>
                      <a:lnTo>
                        <a:pt x="259" y="659"/>
                      </a:lnTo>
                      <a:lnTo>
                        <a:pt x="268" y="666"/>
                      </a:lnTo>
                      <a:lnTo>
                        <a:pt x="291" y="675"/>
                      </a:lnTo>
                      <a:lnTo>
                        <a:pt x="287" y="670"/>
                      </a:lnTo>
                      <a:lnTo>
                        <a:pt x="292" y="666"/>
                      </a:lnTo>
                      <a:lnTo>
                        <a:pt x="294" y="658"/>
                      </a:lnTo>
                      <a:lnTo>
                        <a:pt x="308" y="659"/>
                      </a:lnTo>
                      <a:lnTo>
                        <a:pt x="310" y="657"/>
                      </a:lnTo>
                      <a:lnTo>
                        <a:pt x="307" y="651"/>
                      </a:lnTo>
                      <a:lnTo>
                        <a:pt x="313" y="648"/>
                      </a:lnTo>
                      <a:lnTo>
                        <a:pt x="317" y="648"/>
                      </a:lnTo>
                      <a:lnTo>
                        <a:pt x="305" y="673"/>
                      </a:lnTo>
                      <a:lnTo>
                        <a:pt x="310" y="677"/>
                      </a:lnTo>
                      <a:lnTo>
                        <a:pt x="319" y="670"/>
                      </a:lnTo>
                      <a:lnTo>
                        <a:pt x="335" y="666"/>
                      </a:lnTo>
                      <a:lnTo>
                        <a:pt x="348" y="667"/>
                      </a:lnTo>
                      <a:lnTo>
                        <a:pt x="354" y="669"/>
                      </a:lnTo>
                      <a:lnTo>
                        <a:pt x="362" y="678"/>
                      </a:lnTo>
                      <a:lnTo>
                        <a:pt x="359" y="683"/>
                      </a:lnTo>
                      <a:lnTo>
                        <a:pt x="349" y="686"/>
                      </a:lnTo>
                      <a:lnTo>
                        <a:pt x="343" y="705"/>
                      </a:lnTo>
                      <a:lnTo>
                        <a:pt x="355" y="723"/>
                      </a:lnTo>
                      <a:lnTo>
                        <a:pt x="372" y="736"/>
                      </a:lnTo>
                      <a:lnTo>
                        <a:pt x="375" y="729"/>
                      </a:lnTo>
                      <a:lnTo>
                        <a:pt x="375" y="718"/>
                      </a:lnTo>
                      <a:lnTo>
                        <a:pt x="378" y="713"/>
                      </a:lnTo>
                      <a:lnTo>
                        <a:pt x="377" y="724"/>
                      </a:lnTo>
                      <a:lnTo>
                        <a:pt x="381" y="727"/>
                      </a:lnTo>
                      <a:lnTo>
                        <a:pt x="383" y="721"/>
                      </a:lnTo>
                      <a:lnTo>
                        <a:pt x="399" y="720"/>
                      </a:lnTo>
                      <a:lnTo>
                        <a:pt x="415" y="731"/>
                      </a:lnTo>
                      <a:lnTo>
                        <a:pt x="427" y="727"/>
                      </a:lnTo>
                      <a:lnTo>
                        <a:pt x="436" y="717"/>
                      </a:lnTo>
                      <a:lnTo>
                        <a:pt x="446" y="720"/>
                      </a:lnTo>
                      <a:lnTo>
                        <a:pt x="453" y="713"/>
                      </a:lnTo>
                      <a:lnTo>
                        <a:pt x="469" y="716"/>
                      </a:lnTo>
                      <a:lnTo>
                        <a:pt x="464" y="722"/>
                      </a:lnTo>
                      <a:lnTo>
                        <a:pt x="440" y="731"/>
                      </a:lnTo>
                      <a:lnTo>
                        <a:pt x="435" y="739"/>
                      </a:lnTo>
                      <a:lnTo>
                        <a:pt x="441" y="742"/>
                      </a:lnTo>
                      <a:lnTo>
                        <a:pt x="443" y="736"/>
                      </a:lnTo>
                      <a:lnTo>
                        <a:pt x="467" y="728"/>
                      </a:lnTo>
                      <a:lnTo>
                        <a:pt x="472" y="732"/>
                      </a:lnTo>
                      <a:lnTo>
                        <a:pt x="472" y="739"/>
                      </a:lnTo>
                      <a:lnTo>
                        <a:pt x="464" y="745"/>
                      </a:lnTo>
                      <a:lnTo>
                        <a:pt x="442" y="747"/>
                      </a:lnTo>
                      <a:lnTo>
                        <a:pt x="434" y="750"/>
                      </a:lnTo>
                      <a:lnTo>
                        <a:pt x="430" y="756"/>
                      </a:lnTo>
                      <a:lnTo>
                        <a:pt x="410" y="759"/>
                      </a:lnTo>
                      <a:lnTo>
                        <a:pt x="403" y="758"/>
                      </a:lnTo>
                      <a:lnTo>
                        <a:pt x="398" y="750"/>
                      </a:lnTo>
                      <a:lnTo>
                        <a:pt x="392" y="748"/>
                      </a:lnTo>
                      <a:lnTo>
                        <a:pt x="389" y="744"/>
                      </a:lnTo>
                      <a:lnTo>
                        <a:pt x="382" y="743"/>
                      </a:lnTo>
                      <a:lnTo>
                        <a:pt x="381" y="737"/>
                      </a:lnTo>
                      <a:lnTo>
                        <a:pt x="376" y="738"/>
                      </a:lnTo>
                      <a:lnTo>
                        <a:pt x="369" y="744"/>
                      </a:lnTo>
                      <a:lnTo>
                        <a:pt x="351" y="744"/>
                      </a:lnTo>
                      <a:lnTo>
                        <a:pt x="342" y="736"/>
                      </a:lnTo>
                      <a:lnTo>
                        <a:pt x="332" y="717"/>
                      </a:lnTo>
                      <a:lnTo>
                        <a:pt x="338" y="734"/>
                      </a:lnTo>
                      <a:lnTo>
                        <a:pt x="344" y="744"/>
                      </a:lnTo>
                      <a:lnTo>
                        <a:pt x="339" y="755"/>
                      </a:lnTo>
                      <a:lnTo>
                        <a:pt x="339" y="766"/>
                      </a:lnTo>
                      <a:lnTo>
                        <a:pt x="346" y="769"/>
                      </a:lnTo>
                      <a:lnTo>
                        <a:pt x="344" y="764"/>
                      </a:lnTo>
                      <a:lnTo>
                        <a:pt x="349" y="753"/>
                      </a:lnTo>
                      <a:lnTo>
                        <a:pt x="361" y="755"/>
                      </a:lnTo>
                      <a:lnTo>
                        <a:pt x="388" y="764"/>
                      </a:lnTo>
                      <a:lnTo>
                        <a:pt x="394" y="771"/>
                      </a:lnTo>
                      <a:lnTo>
                        <a:pt x="393" y="780"/>
                      </a:lnTo>
                      <a:lnTo>
                        <a:pt x="385" y="791"/>
                      </a:lnTo>
                      <a:lnTo>
                        <a:pt x="386" y="785"/>
                      </a:lnTo>
                      <a:lnTo>
                        <a:pt x="383" y="779"/>
                      </a:lnTo>
                      <a:lnTo>
                        <a:pt x="364" y="771"/>
                      </a:lnTo>
                      <a:lnTo>
                        <a:pt x="354" y="793"/>
                      </a:lnTo>
                      <a:lnTo>
                        <a:pt x="350" y="802"/>
                      </a:lnTo>
                      <a:lnTo>
                        <a:pt x="350" y="809"/>
                      </a:lnTo>
                      <a:lnTo>
                        <a:pt x="346" y="814"/>
                      </a:lnTo>
                      <a:lnTo>
                        <a:pt x="339" y="810"/>
                      </a:lnTo>
                      <a:lnTo>
                        <a:pt x="337" y="804"/>
                      </a:lnTo>
                      <a:lnTo>
                        <a:pt x="332" y="798"/>
                      </a:lnTo>
                      <a:lnTo>
                        <a:pt x="322" y="801"/>
                      </a:lnTo>
                      <a:lnTo>
                        <a:pt x="321" y="803"/>
                      </a:lnTo>
                      <a:lnTo>
                        <a:pt x="314" y="799"/>
                      </a:lnTo>
                      <a:lnTo>
                        <a:pt x="302" y="802"/>
                      </a:lnTo>
                      <a:lnTo>
                        <a:pt x="300" y="797"/>
                      </a:lnTo>
                      <a:lnTo>
                        <a:pt x="296" y="801"/>
                      </a:lnTo>
                      <a:lnTo>
                        <a:pt x="297" y="795"/>
                      </a:lnTo>
                      <a:lnTo>
                        <a:pt x="289" y="796"/>
                      </a:lnTo>
                      <a:lnTo>
                        <a:pt x="285" y="802"/>
                      </a:lnTo>
                      <a:lnTo>
                        <a:pt x="280" y="799"/>
                      </a:lnTo>
                      <a:lnTo>
                        <a:pt x="269" y="797"/>
                      </a:lnTo>
                      <a:lnTo>
                        <a:pt x="246" y="799"/>
                      </a:lnTo>
                      <a:lnTo>
                        <a:pt x="237" y="792"/>
                      </a:lnTo>
                      <a:lnTo>
                        <a:pt x="237" y="782"/>
                      </a:lnTo>
                      <a:lnTo>
                        <a:pt x="221" y="781"/>
                      </a:lnTo>
                      <a:lnTo>
                        <a:pt x="238" y="767"/>
                      </a:lnTo>
                      <a:lnTo>
                        <a:pt x="237" y="756"/>
                      </a:lnTo>
                      <a:lnTo>
                        <a:pt x="238" y="744"/>
                      </a:lnTo>
                      <a:lnTo>
                        <a:pt x="237" y="736"/>
                      </a:lnTo>
                      <a:lnTo>
                        <a:pt x="227" y="729"/>
                      </a:lnTo>
                      <a:lnTo>
                        <a:pt x="230" y="727"/>
                      </a:lnTo>
                      <a:lnTo>
                        <a:pt x="246" y="724"/>
                      </a:lnTo>
                      <a:lnTo>
                        <a:pt x="227" y="723"/>
                      </a:lnTo>
                      <a:lnTo>
                        <a:pt x="215" y="727"/>
                      </a:lnTo>
                      <a:lnTo>
                        <a:pt x="188" y="728"/>
                      </a:lnTo>
                      <a:lnTo>
                        <a:pt x="172" y="747"/>
                      </a:lnTo>
                      <a:lnTo>
                        <a:pt x="160" y="749"/>
                      </a:lnTo>
                      <a:lnTo>
                        <a:pt x="154" y="753"/>
                      </a:lnTo>
                      <a:lnTo>
                        <a:pt x="149" y="752"/>
                      </a:lnTo>
                      <a:lnTo>
                        <a:pt x="136" y="761"/>
                      </a:lnTo>
                      <a:lnTo>
                        <a:pt x="125" y="772"/>
                      </a:lnTo>
                      <a:lnTo>
                        <a:pt x="135" y="780"/>
                      </a:lnTo>
                      <a:lnTo>
                        <a:pt x="141" y="790"/>
                      </a:lnTo>
                      <a:lnTo>
                        <a:pt x="136" y="792"/>
                      </a:lnTo>
                      <a:lnTo>
                        <a:pt x="115" y="793"/>
                      </a:lnTo>
                      <a:lnTo>
                        <a:pt x="111" y="790"/>
                      </a:lnTo>
                      <a:lnTo>
                        <a:pt x="109" y="783"/>
                      </a:lnTo>
                      <a:lnTo>
                        <a:pt x="101" y="787"/>
                      </a:lnTo>
                      <a:lnTo>
                        <a:pt x="77" y="802"/>
                      </a:lnTo>
                      <a:lnTo>
                        <a:pt x="71" y="810"/>
                      </a:lnTo>
                      <a:lnTo>
                        <a:pt x="68" y="808"/>
                      </a:lnTo>
                      <a:lnTo>
                        <a:pt x="66" y="814"/>
                      </a:lnTo>
                      <a:lnTo>
                        <a:pt x="61" y="823"/>
                      </a:lnTo>
                      <a:lnTo>
                        <a:pt x="50" y="828"/>
                      </a:lnTo>
                      <a:lnTo>
                        <a:pt x="45" y="822"/>
                      </a:lnTo>
                      <a:lnTo>
                        <a:pt x="36" y="829"/>
                      </a:lnTo>
                      <a:lnTo>
                        <a:pt x="32" y="835"/>
                      </a:lnTo>
                      <a:lnTo>
                        <a:pt x="32" y="840"/>
                      </a:lnTo>
                      <a:lnTo>
                        <a:pt x="34" y="842"/>
                      </a:lnTo>
                      <a:lnTo>
                        <a:pt x="11" y="855"/>
                      </a:lnTo>
                      <a:lnTo>
                        <a:pt x="6" y="856"/>
                      </a:lnTo>
                      <a:lnTo>
                        <a:pt x="12" y="842"/>
                      </a:lnTo>
                      <a:lnTo>
                        <a:pt x="0" y="850"/>
                      </a:lnTo>
                      <a:lnTo>
                        <a:pt x="0" y="858"/>
                      </a:lnTo>
                      <a:lnTo>
                        <a:pt x="6" y="865"/>
                      </a:lnTo>
                      <a:lnTo>
                        <a:pt x="43" y="889"/>
                      </a:lnTo>
                      <a:lnTo>
                        <a:pt x="71" y="899"/>
                      </a:lnTo>
                      <a:lnTo>
                        <a:pt x="75" y="898"/>
                      </a:lnTo>
                      <a:lnTo>
                        <a:pt x="70" y="890"/>
                      </a:lnTo>
                      <a:lnTo>
                        <a:pt x="107" y="903"/>
                      </a:lnTo>
                      <a:lnTo>
                        <a:pt x="90" y="910"/>
                      </a:lnTo>
                      <a:lnTo>
                        <a:pt x="81" y="922"/>
                      </a:lnTo>
                      <a:lnTo>
                        <a:pt x="72" y="919"/>
                      </a:lnTo>
                      <a:lnTo>
                        <a:pt x="74" y="911"/>
                      </a:lnTo>
                      <a:lnTo>
                        <a:pt x="70" y="906"/>
                      </a:lnTo>
                      <a:lnTo>
                        <a:pt x="68" y="915"/>
                      </a:lnTo>
                      <a:lnTo>
                        <a:pt x="80" y="941"/>
                      </a:lnTo>
                      <a:lnTo>
                        <a:pt x="91" y="952"/>
                      </a:lnTo>
                      <a:lnTo>
                        <a:pt x="91" y="963"/>
                      </a:lnTo>
                      <a:lnTo>
                        <a:pt x="88" y="976"/>
                      </a:lnTo>
                      <a:lnTo>
                        <a:pt x="100" y="990"/>
                      </a:lnTo>
                      <a:lnTo>
                        <a:pt x="104" y="991"/>
                      </a:lnTo>
                      <a:lnTo>
                        <a:pt x="108" y="996"/>
                      </a:lnTo>
                      <a:lnTo>
                        <a:pt x="150" y="1005"/>
                      </a:lnTo>
                      <a:lnTo>
                        <a:pt x="160" y="1003"/>
                      </a:lnTo>
                      <a:lnTo>
                        <a:pt x="179" y="1013"/>
                      </a:lnTo>
                      <a:lnTo>
                        <a:pt x="210" y="997"/>
                      </a:lnTo>
                      <a:lnTo>
                        <a:pt x="231" y="1001"/>
                      </a:lnTo>
                      <a:lnTo>
                        <a:pt x="247" y="996"/>
                      </a:lnTo>
                      <a:lnTo>
                        <a:pt x="263" y="1003"/>
                      </a:lnTo>
                      <a:lnTo>
                        <a:pt x="275" y="1017"/>
                      </a:lnTo>
                      <a:lnTo>
                        <a:pt x="278" y="1013"/>
                      </a:lnTo>
                      <a:lnTo>
                        <a:pt x="279" y="1003"/>
                      </a:lnTo>
                      <a:lnTo>
                        <a:pt x="270" y="1001"/>
                      </a:lnTo>
                      <a:lnTo>
                        <a:pt x="263" y="995"/>
                      </a:lnTo>
                      <a:lnTo>
                        <a:pt x="260" y="990"/>
                      </a:lnTo>
                      <a:lnTo>
                        <a:pt x="275" y="989"/>
                      </a:lnTo>
                      <a:lnTo>
                        <a:pt x="280" y="997"/>
                      </a:lnTo>
                      <a:lnTo>
                        <a:pt x="290" y="1005"/>
                      </a:lnTo>
                      <a:lnTo>
                        <a:pt x="294" y="1033"/>
                      </a:lnTo>
                      <a:lnTo>
                        <a:pt x="297" y="1033"/>
                      </a:lnTo>
                      <a:lnTo>
                        <a:pt x="303" y="1017"/>
                      </a:lnTo>
                      <a:lnTo>
                        <a:pt x="312" y="1002"/>
                      </a:lnTo>
                      <a:lnTo>
                        <a:pt x="324" y="990"/>
                      </a:lnTo>
                      <a:lnTo>
                        <a:pt x="330" y="981"/>
                      </a:lnTo>
                      <a:lnTo>
                        <a:pt x="351" y="971"/>
                      </a:lnTo>
                      <a:lnTo>
                        <a:pt x="350" y="964"/>
                      </a:lnTo>
                      <a:lnTo>
                        <a:pt x="365" y="970"/>
                      </a:lnTo>
                      <a:lnTo>
                        <a:pt x="371" y="969"/>
                      </a:lnTo>
                      <a:lnTo>
                        <a:pt x="377" y="962"/>
                      </a:lnTo>
                      <a:lnTo>
                        <a:pt x="389" y="954"/>
                      </a:lnTo>
                      <a:lnTo>
                        <a:pt x="400" y="968"/>
                      </a:lnTo>
                      <a:lnTo>
                        <a:pt x="405" y="970"/>
                      </a:lnTo>
                      <a:lnTo>
                        <a:pt x="405" y="984"/>
                      </a:lnTo>
                      <a:lnTo>
                        <a:pt x="400" y="995"/>
                      </a:lnTo>
                      <a:lnTo>
                        <a:pt x="394" y="1003"/>
                      </a:lnTo>
                      <a:lnTo>
                        <a:pt x="382" y="1008"/>
                      </a:lnTo>
                      <a:lnTo>
                        <a:pt x="373" y="1003"/>
                      </a:lnTo>
                      <a:lnTo>
                        <a:pt x="365" y="1003"/>
                      </a:lnTo>
                      <a:lnTo>
                        <a:pt x="365" y="1014"/>
                      </a:lnTo>
                      <a:lnTo>
                        <a:pt x="367" y="1021"/>
                      </a:lnTo>
                      <a:lnTo>
                        <a:pt x="372" y="1016"/>
                      </a:lnTo>
                      <a:lnTo>
                        <a:pt x="382" y="1019"/>
                      </a:lnTo>
                      <a:lnTo>
                        <a:pt x="387" y="1033"/>
                      </a:lnTo>
                      <a:lnTo>
                        <a:pt x="397" y="1052"/>
                      </a:lnTo>
                      <a:lnTo>
                        <a:pt x="396" y="1061"/>
                      </a:lnTo>
                      <a:lnTo>
                        <a:pt x="394" y="1065"/>
                      </a:lnTo>
                      <a:lnTo>
                        <a:pt x="400" y="1070"/>
                      </a:lnTo>
                      <a:lnTo>
                        <a:pt x="403" y="1077"/>
                      </a:lnTo>
                      <a:lnTo>
                        <a:pt x="404" y="1084"/>
                      </a:lnTo>
                      <a:lnTo>
                        <a:pt x="403" y="1098"/>
                      </a:lnTo>
                      <a:lnTo>
                        <a:pt x="394" y="1115"/>
                      </a:lnTo>
                      <a:lnTo>
                        <a:pt x="387" y="1125"/>
                      </a:lnTo>
                      <a:lnTo>
                        <a:pt x="380" y="1132"/>
                      </a:lnTo>
                      <a:lnTo>
                        <a:pt x="371" y="1135"/>
                      </a:lnTo>
                      <a:lnTo>
                        <a:pt x="360" y="1135"/>
                      </a:lnTo>
                      <a:lnTo>
                        <a:pt x="353" y="1140"/>
                      </a:lnTo>
                      <a:lnTo>
                        <a:pt x="344" y="1138"/>
                      </a:lnTo>
                      <a:lnTo>
                        <a:pt x="326" y="1143"/>
                      </a:lnTo>
                      <a:lnTo>
                        <a:pt x="322" y="1143"/>
                      </a:lnTo>
                      <a:lnTo>
                        <a:pt x="332" y="1132"/>
                      </a:lnTo>
                      <a:lnTo>
                        <a:pt x="330" y="1130"/>
                      </a:lnTo>
                      <a:lnTo>
                        <a:pt x="321" y="1131"/>
                      </a:lnTo>
                      <a:lnTo>
                        <a:pt x="317" y="1135"/>
                      </a:lnTo>
                      <a:lnTo>
                        <a:pt x="312" y="1147"/>
                      </a:lnTo>
                      <a:lnTo>
                        <a:pt x="303" y="1158"/>
                      </a:lnTo>
                      <a:lnTo>
                        <a:pt x="286" y="1174"/>
                      </a:lnTo>
                      <a:lnTo>
                        <a:pt x="280" y="1183"/>
                      </a:lnTo>
                      <a:lnTo>
                        <a:pt x="271" y="1186"/>
                      </a:lnTo>
                      <a:lnTo>
                        <a:pt x="260" y="1183"/>
                      </a:lnTo>
                      <a:lnTo>
                        <a:pt x="256" y="1179"/>
                      </a:lnTo>
                      <a:lnTo>
                        <a:pt x="240" y="1191"/>
                      </a:lnTo>
                      <a:lnTo>
                        <a:pt x="222" y="1197"/>
                      </a:lnTo>
                      <a:lnTo>
                        <a:pt x="219" y="1202"/>
                      </a:lnTo>
                      <a:lnTo>
                        <a:pt x="217" y="1207"/>
                      </a:lnTo>
                      <a:lnTo>
                        <a:pt x="220" y="1211"/>
                      </a:lnTo>
                      <a:lnTo>
                        <a:pt x="222" y="1219"/>
                      </a:lnTo>
                      <a:lnTo>
                        <a:pt x="219" y="1224"/>
                      </a:lnTo>
                      <a:lnTo>
                        <a:pt x="201" y="1221"/>
                      </a:lnTo>
                      <a:lnTo>
                        <a:pt x="190" y="1223"/>
                      </a:lnTo>
                      <a:lnTo>
                        <a:pt x="178" y="1237"/>
                      </a:lnTo>
                      <a:lnTo>
                        <a:pt x="174" y="1245"/>
                      </a:lnTo>
                      <a:lnTo>
                        <a:pt x="170" y="1243"/>
                      </a:lnTo>
                      <a:lnTo>
                        <a:pt x="162" y="1244"/>
                      </a:lnTo>
                      <a:lnTo>
                        <a:pt x="145" y="1266"/>
                      </a:lnTo>
                      <a:lnTo>
                        <a:pt x="142" y="1267"/>
                      </a:lnTo>
                      <a:lnTo>
                        <a:pt x="139" y="1271"/>
                      </a:lnTo>
                      <a:lnTo>
                        <a:pt x="138" y="1277"/>
                      </a:lnTo>
                      <a:lnTo>
                        <a:pt x="128" y="1299"/>
                      </a:lnTo>
                      <a:lnTo>
                        <a:pt x="127" y="1305"/>
                      </a:lnTo>
                      <a:lnTo>
                        <a:pt x="128" y="1323"/>
                      </a:lnTo>
                      <a:lnTo>
                        <a:pt x="125" y="1328"/>
                      </a:lnTo>
                      <a:lnTo>
                        <a:pt x="117" y="1330"/>
                      </a:lnTo>
                      <a:lnTo>
                        <a:pt x="111" y="1329"/>
                      </a:lnTo>
                      <a:lnTo>
                        <a:pt x="107" y="1330"/>
                      </a:lnTo>
                      <a:lnTo>
                        <a:pt x="107" y="1336"/>
                      </a:lnTo>
                      <a:lnTo>
                        <a:pt x="118" y="1345"/>
                      </a:lnTo>
                      <a:lnTo>
                        <a:pt x="115" y="1348"/>
                      </a:lnTo>
                      <a:lnTo>
                        <a:pt x="104" y="1351"/>
                      </a:lnTo>
                      <a:lnTo>
                        <a:pt x="102" y="1358"/>
                      </a:lnTo>
                      <a:lnTo>
                        <a:pt x="101" y="1366"/>
                      </a:lnTo>
                      <a:lnTo>
                        <a:pt x="104" y="1363"/>
                      </a:lnTo>
                      <a:lnTo>
                        <a:pt x="124" y="1360"/>
                      </a:lnTo>
                      <a:lnTo>
                        <a:pt x="131" y="1357"/>
                      </a:lnTo>
                      <a:lnTo>
                        <a:pt x="138" y="1351"/>
                      </a:lnTo>
                      <a:lnTo>
                        <a:pt x="156" y="1348"/>
                      </a:lnTo>
                      <a:lnTo>
                        <a:pt x="157" y="1352"/>
                      </a:lnTo>
                      <a:lnTo>
                        <a:pt x="151" y="1355"/>
                      </a:lnTo>
                      <a:lnTo>
                        <a:pt x="155" y="1358"/>
                      </a:lnTo>
                      <a:lnTo>
                        <a:pt x="134" y="1362"/>
                      </a:lnTo>
                      <a:lnTo>
                        <a:pt x="125" y="1366"/>
                      </a:lnTo>
                      <a:lnTo>
                        <a:pt x="119" y="1373"/>
                      </a:lnTo>
                      <a:lnTo>
                        <a:pt x="118" y="1378"/>
                      </a:lnTo>
                      <a:lnTo>
                        <a:pt x="133" y="1388"/>
                      </a:lnTo>
                      <a:lnTo>
                        <a:pt x="145" y="1378"/>
                      </a:lnTo>
                      <a:lnTo>
                        <a:pt x="151" y="1379"/>
                      </a:lnTo>
                      <a:lnTo>
                        <a:pt x="146" y="1385"/>
                      </a:lnTo>
                      <a:lnTo>
                        <a:pt x="144" y="1394"/>
                      </a:lnTo>
                      <a:lnTo>
                        <a:pt x="147" y="1405"/>
                      </a:lnTo>
                      <a:lnTo>
                        <a:pt x="151" y="1410"/>
                      </a:lnTo>
                      <a:lnTo>
                        <a:pt x="152" y="1417"/>
                      </a:lnTo>
                      <a:lnTo>
                        <a:pt x="156" y="1423"/>
                      </a:lnTo>
                      <a:lnTo>
                        <a:pt x="161" y="1427"/>
                      </a:lnTo>
                      <a:lnTo>
                        <a:pt x="165" y="1425"/>
                      </a:lnTo>
                      <a:lnTo>
                        <a:pt x="174" y="1411"/>
                      </a:lnTo>
                      <a:lnTo>
                        <a:pt x="176" y="1420"/>
                      </a:lnTo>
                      <a:lnTo>
                        <a:pt x="179" y="1422"/>
                      </a:lnTo>
                      <a:lnTo>
                        <a:pt x="193" y="1420"/>
                      </a:lnTo>
                      <a:lnTo>
                        <a:pt x="184" y="1436"/>
                      </a:lnTo>
                      <a:lnTo>
                        <a:pt x="197" y="1441"/>
                      </a:lnTo>
                      <a:lnTo>
                        <a:pt x="219" y="1446"/>
                      </a:lnTo>
                      <a:lnTo>
                        <a:pt x="230" y="1439"/>
                      </a:lnTo>
                      <a:lnTo>
                        <a:pt x="238" y="1439"/>
                      </a:lnTo>
                      <a:lnTo>
                        <a:pt x="242" y="1449"/>
                      </a:lnTo>
                      <a:lnTo>
                        <a:pt x="237" y="1457"/>
                      </a:lnTo>
                      <a:lnTo>
                        <a:pt x="220" y="1463"/>
                      </a:lnTo>
                      <a:lnTo>
                        <a:pt x="214" y="1474"/>
                      </a:lnTo>
                      <a:lnTo>
                        <a:pt x="203" y="1487"/>
                      </a:lnTo>
                      <a:lnTo>
                        <a:pt x="197" y="1497"/>
                      </a:lnTo>
                      <a:lnTo>
                        <a:pt x="194" y="1506"/>
                      </a:lnTo>
                      <a:lnTo>
                        <a:pt x="194" y="1514"/>
                      </a:lnTo>
                      <a:lnTo>
                        <a:pt x="204" y="1533"/>
                      </a:lnTo>
                      <a:lnTo>
                        <a:pt x="209" y="1534"/>
                      </a:lnTo>
                      <a:lnTo>
                        <a:pt x="216" y="1529"/>
                      </a:lnTo>
                      <a:lnTo>
                        <a:pt x="224" y="1527"/>
                      </a:lnTo>
                      <a:lnTo>
                        <a:pt x="226" y="1531"/>
                      </a:lnTo>
                      <a:lnTo>
                        <a:pt x="222" y="1535"/>
                      </a:lnTo>
                      <a:lnTo>
                        <a:pt x="224" y="1538"/>
                      </a:lnTo>
                      <a:lnTo>
                        <a:pt x="237" y="1538"/>
                      </a:lnTo>
                      <a:lnTo>
                        <a:pt x="235" y="1540"/>
                      </a:lnTo>
                      <a:lnTo>
                        <a:pt x="222" y="1541"/>
                      </a:lnTo>
                      <a:lnTo>
                        <a:pt x="215" y="1546"/>
                      </a:lnTo>
                      <a:lnTo>
                        <a:pt x="220" y="1554"/>
                      </a:lnTo>
                      <a:lnTo>
                        <a:pt x="232" y="1563"/>
                      </a:lnTo>
                      <a:lnTo>
                        <a:pt x="238" y="1563"/>
                      </a:lnTo>
                      <a:lnTo>
                        <a:pt x="243" y="1566"/>
                      </a:lnTo>
                      <a:lnTo>
                        <a:pt x="248" y="1565"/>
                      </a:lnTo>
                      <a:lnTo>
                        <a:pt x="254" y="1568"/>
                      </a:lnTo>
                      <a:lnTo>
                        <a:pt x="262" y="1567"/>
                      </a:lnTo>
                      <a:lnTo>
                        <a:pt x="269" y="1571"/>
                      </a:lnTo>
                      <a:lnTo>
                        <a:pt x="276" y="1571"/>
                      </a:lnTo>
                      <a:lnTo>
                        <a:pt x="278" y="1565"/>
                      </a:lnTo>
                      <a:lnTo>
                        <a:pt x="285" y="1559"/>
                      </a:lnTo>
                      <a:lnTo>
                        <a:pt x="301" y="1536"/>
                      </a:lnTo>
                      <a:lnTo>
                        <a:pt x="307" y="1519"/>
                      </a:lnTo>
                      <a:lnTo>
                        <a:pt x="313" y="1517"/>
                      </a:lnTo>
                      <a:lnTo>
                        <a:pt x="312" y="1512"/>
                      </a:lnTo>
                      <a:lnTo>
                        <a:pt x="305" y="1507"/>
                      </a:lnTo>
                      <a:lnTo>
                        <a:pt x="301" y="1496"/>
                      </a:lnTo>
                      <a:lnTo>
                        <a:pt x="318" y="1468"/>
                      </a:lnTo>
                      <a:lnTo>
                        <a:pt x="334" y="1457"/>
                      </a:lnTo>
                      <a:lnTo>
                        <a:pt x="342" y="1447"/>
                      </a:lnTo>
                      <a:lnTo>
                        <a:pt x="348" y="1442"/>
                      </a:lnTo>
                      <a:lnTo>
                        <a:pt x="361" y="1441"/>
                      </a:lnTo>
                      <a:lnTo>
                        <a:pt x="328" y="1471"/>
                      </a:lnTo>
                      <a:lnTo>
                        <a:pt x="312" y="1495"/>
                      </a:lnTo>
                      <a:lnTo>
                        <a:pt x="311" y="1501"/>
                      </a:lnTo>
                      <a:lnTo>
                        <a:pt x="312" y="1504"/>
                      </a:lnTo>
                      <a:lnTo>
                        <a:pt x="318" y="1509"/>
                      </a:lnTo>
                      <a:lnTo>
                        <a:pt x="321" y="1519"/>
                      </a:lnTo>
                      <a:lnTo>
                        <a:pt x="322" y="1528"/>
                      </a:lnTo>
                      <a:lnTo>
                        <a:pt x="326" y="1538"/>
                      </a:lnTo>
                      <a:lnTo>
                        <a:pt x="333" y="1546"/>
                      </a:lnTo>
                      <a:lnTo>
                        <a:pt x="343" y="1576"/>
                      </a:lnTo>
                      <a:lnTo>
                        <a:pt x="349" y="1583"/>
                      </a:lnTo>
                      <a:lnTo>
                        <a:pt x="349" y="1589"/>
                      </a:lnTo>
                      <a:lnTo>
                        <a:pt x="338" y="1604"/>
                      </a:lnTo>
                      <a:lnTo>
                        <a:pt x="337" y="1608"/>
                      </a:lnTo>
                      <a:lnTo>
                        <a:pt x="333" y="1609"/>
                      </a:lnTo>
                      <a:lnTo>
                        <a:pt x="332" y="1617"/>
                      </a:lnTo>
                      <a:lnTo>
                        <a:pt x="338" y="1631"/>
                      </a:lnTo>
                      <a:lnTo>
                        <a:pt x="343" y="1627"/>
                      </a:lnTo>
                      <a:lnTo>
                        <a:pt x="350" y="1627"/>
                      </a:lnTo>
                      <a:lnTo>
                        <a:pt x="356" y="1631"/>
                      </a:lnTo>
                      <a:lnTo>
                        <a:pt x="351" y="1633"/>
                      </a:lnTo>
                      <a:lnTo>
                        <a:pt x="345" y="1641"/>
                      </a:lnTo>
                      <a:lnTo>
                        <a:pt x="346" y="1657"/>
                      </a:lnTo>
                      <a:lnTo>
                        <a:pt x="351" y="1657"/>
                      </a:lnTo>
                      <a:lnTo>
                        <a:pt x="355" y="1660"/>
                      </a:lnTo>
                      <a:lnTo>
                        <a:pt x="351" y="1662"/>
                      </a:lnTo>
                      <a:lnTo>
                        <a:pt x="342" y="1673"/>
                      </a:lnTo>
                      <a:lnTo>
                        <a:pt x="333" y="1673"/>
                      </a:lnTo>
                      <a:lnTo>
                        <a:pt x="326" y="1680"/>
                      </a:lnTo>
                      <a:lnTo>
                        <a:pt x="345" y="1683"/>
                      </a:lnTo>
                      <a:lnTo>
                        <a:pt x="357" y="1676"/>
                      </a:lnTo>
                      <a:lnTo>
                        <a:pt x="366" y="1664"/>
                      </a:lnTo>
                      <a:lnTo>
                        <a:pt x="373" y="1662"/>
                      </a:lnTo>
                      <a:lnTo>
                        <a:pt x="388" y="1649"/>
                      </a:lnTo>
                      <a:lnTo>
                        <a:pt x="399" y="1649"/>
                      </a:lnTo>
                      <a:lnTo>
                        <a:pt x="413" y="1637"/>
                      </a:lnTo>
                      <a:lnTo>
                        <a:pt x="426" y="1611"/>
                      </a:lnTo>
                      <a:lnTo>
                        <a:pt x="429" y="1620"/>
                      </a:lnTo>
                      <a:lnTo>
                        <a:pt x="429" y="1630"/>
                      </a:lnTo>
                      <a:lnTo>
                        <a:pt x="425" y="1635"/>
                      </a:lnTo>
                      <a:lnTo>
                        <a:pt x="425" y="1642"/>
                      </a:lnTo>
                      <a:lnTo>
                        <a:pt x="426" y="1648"/>
                      </a:lnTo>
                      <a:lnTo>
                        <a:pt x="432" y="1654"/>
                      </a:lnTo>
                      <a:lnTo>
                        <a:pt x="436" y="1653"/>
                      </a:lnTo>
                      <a:lnTo>
                        <a:pt x="440" y="1659"/>
                      </a:lnTo>
                      <a:lnTo>
                        <a:pt x="446" y="1662"/>
                      </a:lnTo>
                      <a:lnTo>
                        <a:pt x="456" y="1653"/>
                      </a:lnTo>
                      <a:lnTo>
                        <a:pt x="458" y="1648"/>
                      </a:lnTo>
                      <a:lnTo>
                        <a:pt x="461" y="1652"/>
                      </a:lnTo>
                      <a:lnTo>
                        <a:pt x="466" y="1652"/>
                      </a:lnTo>
                      <a:lnTo>
                        <a:pt x="464" y="1658"/>
                      </a:lnTo>
                      <a:lnTo>
                        <a:pt x="470" y="1662"/>
                      </a:lnTo>
                      <a:lnTo>
                        <a:pt x="477" y="1670"/>
                      </a:lnTo>
                      <a:lnTo>
                        <a:pt x="491" y="1699"/>
                      </a:lnTo>
                      <a:lnTo>
                        <a:pt x="498" y="1703"/>
                      </a:lnTo>
                      <a:lnTo>
                        <a:pt x="501" y="1702"/>
                      </a:lnTo>
                      <a:lnTo>
                        <a:pt x="509" y="1694"/>
                      </a:lnTo>
                      <a:lnTo>
                        <a:pt x="509" y="1678"/>
                      </a:lnTo>
                      <a:lnTo>
                        <a:pt x="504" y="1668"/>
                      </a:lnTo>
                      <a:lnTo>
                        <a:pt x="506" y="1664"/>
                      </a:lnTo>
                      <a:lnTo>
                        <a:pt x="511" y="1654"/>
                      </a:lnTo>
                      <a:lnTo>
                        <a:pt x="520" y="1647"/>
                      </a:lnTo>
                      <a:lnTo>
                        <a:pt x="522" y="1641"/>
                      </a:lnTo>
                      <a:lnTo>
                        <a:pt x="526" y="1640"/>
                      </a:lnTo>
                      <a:lnTo>
                        <a:pt x="526" y="1647"/>
                      </a:lnTo>
                      <a:lnTo>
                        <a:pt x="522" y="1660"/>
                      </a:lnTo>
                      <a:lnTo>
                        <a:pt x="538" y="1676"/>
                      </a:lnTo>
                      <a:lnTo>
                        <a:pt x="548" y="1679"/>
                      </a:lnTo>
                      <a:lnTo>
                        <a:pt x="572" y="1667"/>
                      </a:lnTo>
                      <a:lnTo>
                        <a:pt x="590" y="1653"/>
                      </a:lnTo>
                      <a:lnTo>
                        <a:pt x="607" y="1636"/>
                      </a:lnTo>
                      <a:lnTo>
                        <a:pt x="619" y="1629"/>
                      </a:lnTo>
                      <a:lnTo>
                        <a:pt x="620" y="1632"/>
                      </a:lnTo>
                      <a:lnTo>
                        <a:pt x="606" y="1658"/>
                      </a:lnTo>
                      <a:lnTo>
                        <a:pt x="599" y="1663"/>
                      </a:lnTo>
                      <a:lnTo>
                        <a:pt x="603" y="1664"/>
                      </a:lnTo>
                      <a:lnTo>
                        <a:pt x="603" y="1667"/>
                      </a:lnTo>
                      <a:lnTo>
                        <a:pt x="595" y="1679"/>
                      </a:lnTo>
                      <a:lnTo>
                        <a:pt x="584" y="1686"/>
                      </a:lnTo>
                      <a:lnTo>
                        <a:pt x="579" y="1713"/>
                      </a:lnTo>
                      <a:lnTo>
                        <a:pt x="588" y="1714"/>
                      </a:lnTo>
                      <a:lnTo>
                        <a:pt x="575" y="1729"/>
                      </a:lnTo>
                      <a:lnTo>
                        <a:pt x="570" y="1760"/>
                      </a:lnTo>
                      <a:lnTo>
                        <a:pt x="569" y="1775"/>
                      </a:lnTo>
                      <a:lnTo>
                        <a:pt x="566" y="1783"/>
                      </a:lnTo>
                      <a:lnTo>
                        <a:pt x="560" y="1792"/>
                      </a:lnTo>
                      <a:lnTo>
                        <a:pt x="549" y="1814"/>
                      </a:lnTo>
                      <a:lnTo>
                        <a:pt x="545" y="1810"/>
                      </a:lnTo>
                      <a:lnTo>
                        <a:pt x="541" y="1812"/>
                      </a:lnTo>
                      <a:lnTo>
                        <a:pt x="538" y="1819"/>
                      </a:lnTo>
                      <a:lnTo>
                        <a:pt x="525" y="1837"/>
                      </a:lnTo>
                      <a:lnTo>
                        <a:pt x="522" y="1837"/>
                      </a:lnTo>
                      <a:lnTo>
                        <a:pt x="518" y="1846"/>
                      </a:lnTo>
                      <a:lnTo>
                        <a:pt x="516" y="1858"/>
                      </a:lnTo>
                      <a:lnTo>
                        <a:pt x="512" y="1866"/>
                      </a:lnTo>
                      <a:lnTo>
                        <a:pt x="506" y="1863"/>
                      </a:lnTo>
                      <a:lnTo>
                        <a:pt x="502" y="1867"/>
                      </a:lnTo>
                      <a:lnTo>
                        <a:pt x="498" y="1863"/>
                      </a:lnTo>
                      <a:lnTo>
                        <a:pt x="484" y="1877"/>
                      </a:lnTo>
                      <a:lnTo>
                        <a:pt x="472" y="1879"/>
                      </a:lnTo>
                      <a:lnTo>
                        <a:pt x="456" y="1891"/>
                      </a:lnTo>
                      <a:lnTo>
                        <a:pt x="451" y="1890"/>
                      </a:lnTo>
                      <a:lnTo>
                        <a:pt x="431" y="1910"/>
                      </a:lnTo>
                      <a:lnTo>
                        <a:pt x="423" y="1925"/>
                      </a:lnTo>
                      <a:lnTo>
                        <a:pt x="416" y="1932"/>
                      </a:lnTo>
                      <a:lnTo>
                        <a:pt x="414" y="1939"/>
                      </a:lnTo>
                      <a:lnTo>
                        <a:pt x="412" y="1952"/>
                      </a:lnTo>
                      <a:lnTo>
                        <a:pt x="410" y="1953"/>
                      </a:lnTo>
                      <a:lnTo>
                        <a:pt x="424" y="1958"/>
                      </a:lnTo>
                      <a:lnTo>
                        <a:pt x="427" y="1964"/>
                      </a:lnTo>
                      <a:lnTo>
                        <a:pt x="418" y="1963"/>
                      </a:lnTo>
                      <a:lnTo>
                        <a:pt x="412" y="1958"/>
                      </a:lnTo>
                      <a:lnTo>
                        <a:pt x="404" y="1955"/>
                      </a:lnTo>
                      <a:lnTo>
                        <a:pt x="403" y="1960"/>
                      </a:lnTo>
                      <a:lnTo>
                        <a:pt x="399" y="1963"/>
                      </a:lnTo>
                      <a:lnTo>
                        <a:pt x="394" y="1960"/>
                      </a:lnTo>
                      <a:lnTo>
                        <a:pt x="389" y="1953"/>
                      </a:lnTo>
                      <a:lnTo>
                        <a:pt x="393" y="1948"/>
                      </a:lnTo>
                      <a:lnTo>
                        <a:pt x="393" y="1943"/>
                      </a:lnTo>
                      <a:lnTo>
                        <a:pt x="383" y="1945"/>
                      </a:lnTo>
                      <a:lnTo>
                        <a:pt x="375" y="1942"/>
                      </a:lnTo>
                      <a:lnTo>
                        <a:pt x="370" y="1943"/>
                      </a:lnTo>
                      <a:lnTo>
                        <a:pt x="365" y="1947"/>
                      </a:lnTo>
                      <a:lnTo>
                        <a:pt x="349" y="1953"/>
                      </a:lnTo>
                      <a:lnTo>
                        <a:pt x="326" y="1968"/>
                      </a:lnTo>
                      <a:lnTo>
                        <a:pt x="310" y="1982"/>
                      </a:lnTo>
                      <a:lnTo>
                        <a:pt x="303" y="1992"/>
                      </a:lnTo>
                      <a:lnTo>
                        <a:pt x="301" y="1995"/>
                      </a:lnTo>
                      <a:lnTo>
                        <a:pt x="300" y="1997"/>
                      </a:lnTo>
                      <a:lnTo>
                        <a:pt x="300" y="2006"/>
                      </a:lnTo>
                      <a:lnTo>
                        <a:pt x="286" y="2013"/>
                      </a:lnTo>
                      <a:lnTo>
                        <a:pt x="286" y="2018"/>
                      </a:lnTo>
                      <a:lnTo>
                        <a:pt x="281" y="2022"/>
                      </a:lnTo>
                      <a:lnTo>
                        <a:pt x="276" y="2018"/>
                      </a:lnTo>
                      <a:lnTo>
                        <a:pt x="274" y="2018"/>
                      </a:lnTo>
                      <a:lnTo>
                        <a:pt x="270" y="2022"/>
                      </a:lnTo>
                      <a:lnTo>
                        <a:pt x="263" y="2026"/>
                      </a:lnTo>
                      <a:lnTo>
                        <a:pt x="258" y="2028"/>
                      </a:lnTo>
                      <a:lnTo>
                        <a:pt x="252" y="2031"/>
                      </a:lnTo>
                      <a:lnTo>
                        <a:pt x="252" y="2033"/>
                      </a:lnTo>
                      <a:lnTo>
                        <a:pt x="257" y="2033"/>
                      </a:lnTo>
                      <a:lnTo>
                        <a:pt x="260" y="2042"/>
                      </a:lnTo>
                      <a:lnTo>
                        <a:pt x="259" y="2054"/>
                      </a:lnTo>
                      <a:lnTo>
                        <a:pt x="263" y="2054"/>
                      </a:lnTo>
                      <a:lnTo>
                        <a:pt x="269" y="2050"/>
                      </a:lnTo>
                      <a:lnTo>
                        <a:pt x="271" y="2044"/>
                      </a:lnTo>
                      <a:lnTo>
                        <a:pt x="269" y="2031"/>
                      </a:lnTo>
                      <a:lnTo>
                        <a:pt x="274" y="2031"/>
                      </a:lnTo>
                      <a:lnTo>
                        <a:pt x="278" y="2040"/>
                      </a:lnTo>
                      <a:lnTo>
                        <a:pt x="284" y="2045"/>
                      </a:lnTo>
                      <a:lnTo>
                        <a:pt x="301" y="2038"/>
                      </a:lnTo>
                      <a:lnTo>
                        <a:pt x="297" y="2019"/>
                      </a:lnTo>
                      <a:lnTo>
                        <a:pt x="299" y="2017"/>
                      </a:lnTo>
                      <a:lnTo>
                        <a:pt x="305" y="2023"/>
                      </a:lnTo>
                      <a:lnTo>
                        <a:pt x="307" y="2028"/>
                      </a:lnTo>
                      <a:lnTo>
                        <a:pt x="306" y="2034"/>
                      </a:lnTo>
                      <a:lnTo>
                        <a:pt x="312" y="2034"/>
                      </a:lnTo>
                      <a:lnTo>
                        <a:pt x="316" y="2036"/>
                      </a:lnTo>
                      <a:lnTo>
                        <a:pt x="322" y="2033"/>
                      </a:lnTo>
                      <a:lnTo>
                        <a:pt x="324" y="2029"/>
                      </a:lnTo>
                      <a:lnTo>
                        <a:pt x="328" y="2031"/>
                      </a:lnTo>
                      <a:lnTo>
                        <a:pt x="332" y="2028"/>
                      </a:lnTo>
                      <a:lnTo>
                        <a:pt x="334" y="2020"/>
                      </a:lnTo>
                      <a:lnTo>
                        <a:pt x="342" y="2013"/>
                      </a:lnTo>
                      <a:lnTo>
                        <a:pt x="344" y="2001"/>
                      </a:lnTo>
                      <a:lnTo>
                        <a:pt x="349" y="1987"/>
                      </a:lnTo>
                      <a:lnTo>
                        <a:pt x="356" y="1982"/>
                      </a:lnTo>
                      <a:lnTo>
                        <a:pt x="364" y="1981"/>
                      </a:lnTo>
                      <a:lnTo>
                        <a:pt x="365" y="1992"/>
                      </a:lnTo>
                      <a:lnTo>
                        <a:pt x="357" y="2001"/>
                      </a:lnTo>
                      <a:lnTo>
                        <a:pt x="360" y="2006"/>
                      </a:lnTo>
                      <a:lnTo>
                        <a:pt x="373" y="2002"/>
                      </a:lnTo>
                      <a:lnTo>
                        <a:pt x="388" y="1993"/>
                      </a:lnTo>
                      <a:lnTo>
                        <a:pt x="402" y="1996"/>
                      </a:lnTo>
                      <a:lnTo>
                        <a:pt x="402" y="1990"/>
                      </a:lnTo>
                      <a:lnTo>
                        <a:pt x="404" y="1988"/>
                      </a:lnTo>
                      <a:lnTo>
                        <a:pt x="405" y="1983"/>
                      </a:lnTo>
                      <a:lnTo>
                        <a:pt x="413" y="1991"/>
                      </a:lnTo>
                      <a:lnTo>
                        <a:pt x="418" y="1982"/>
                      </a:lnTo>
                      <a:lnTo>
                        <a:pt x="419" y="1980"/>
                      </a:lnTo>
                      <a:lnTo>
                        <a:pt x="423" y="1976"/>
                      </a:lnTo>
                      <a:lnTo>
                        <a:pt x="432" y="1975"/>
                      </a:lnTo>
                      <a:lnTo>
                        <a:pt x="436" y="1969"/>
                      </a:lnTo>
                      <a:lnTo>
                        <a:pt x="441" y="1966"/>
                      </a:lnTo>
                      <a:lnTo>
                        <a:pt x="446" y="1966"/>
                      </a:lnTo>
                      <a:lnTo>
                        <a:pt x="450" y="1961"/>
                      </a:lnTo>
                      <a:lnTo>
                        <a:pt x="457" y="1961"/>
                      </a:lnTo>
                      <a:lnTo>
                        <a:pt x="459" y="1968"/>
                      </a:lnTo>
                      <a:lnTo>
                        <a:pt x="459" y="1979"/>
                      </a:lnTo>
                      <a:lnTo>
                        <a:pt x="458" y="1986"/>
                      </a:lnTo>
                      <a:lnTo>
                        <a:pt x="459" y="1987"/>
                      </a:lnTo>
                      <a:lnTo>
                        <a:pt x="468" y="1969"/>
                      </a:lnTo>
                      <a:lnTo>
                        <a:pt x="470" y="1955"/>
                      </a:lnTo>
                      <a:lnTo>
                        <a:pt x="473" y="1958"/>
                      </a:lnTo>
                      <a:lnTo>
                        <a:pt x="478" y="1958"/>
                      </a:lnTo>
                      <a:lnTo>
                        <a:pt x="495" y="1954"/>
                      </a:lnTo>
                      <a:lnTo>
                        <a:pt x="506" y="1945"/>
                      </a:lnTo>
                      <a:lnTo>
                        <a:pt x="512" y="1945"/>
                      </a:lnTo>
                      <a:lnTo>
                        <a:pt x="516" y="1941"/>
                      </a:lnTo>
                      <a:lnTo>
                        <a:pt x="515" y="1931"/>
                      </a:lnTo>
                      <a:lnTo>
                        <a:pt x="515" y="1925"/>
                      </a:lnTo>
                      <a:lnTo>
                        <a:pt x="506" y="1922"/>
                      </a:lnTo>
                      <a:lnTo>
                        <a:pt x="498" y="1915"/>
                      </a:lnTo>
                      <a:lnTo>
                        <a:pt x="493" y="1907"/>
                      </a:lnTo>
                      <a:lnTo>
                        <a:pt x="490" y="1898"/>
                      </a:lnTo>
                      <a:lnTo>
                        <a:pt x="495" y="1898"/>
                      </a:lnTo>
                      <a:lnTo>
                        <a:pt x="499" y="1909"/>
                      </a:lnTo>
                      <a:lnTo>
                        <a:pt x="504" y="1915"/>
                      </a:lnTo>
                      <a:lnTo>
                        <a:pt x="513" y="1916"/>
                      </a:lnTo>
                      <a:lnTo>
                        <a:pt x="528" y="1902"/>
                      </a:lnTo>
                      <a:lnTo>
                        <a:pt x="538" y="1899"/>
                      </a:lnTo>
                      <a:lnTo>
                        <a:pt x="556" y="1899"/>
                      </a:lnTo>
                      <a:lnTo>
                        <a:pt x="560" y="1890"/>
                      </a:lnTo>
                      <a:lnTo>
                        <a:pt x="558" y="1889"/>
                      </a:lnTo>
                      <a:lnTo>
                        <a:pt x="548" y="1891"/>
                      </a:lnTo>
                      <a:lnTo>
                        <a:pt x="552" y="1886"/>
                      </a:lnTo>
                      <a:lnTo>
                        <a:pt x="564" y="1879"/>
                      </a:lnTo>
                      <a:lnTo>
                        <a:pt x="569" y="1884"/>
                      </a:lnTo>
                      <a:lnTo>
                        <a:pt x="577" y="1884"/>
                      </a:lnTo>
                      <a:lnTo>
                        <a:pt x="576" y="1872"/>
                      </a:lnTo>
                      <a:lnTo>
                        <a:pt x="577" y="1864"/>
                      </a:lnTo>
                      <a:lnTo>
                        <a:pt x="584" y="1862"/>
                      </a:lnTo>
                      <a:lnTo>
                        <a:pt x="596" y="1867"/>
                      </a:lnTo>
                      <a:lnTo>
                        <a:pt x="609" y="1855"/>
                      </a:lnTo>
                      <a:lnTo>
                        <a:pt x="611" y="1850"/>
                      </a:lnTo>
                      <a:lnTo>
                        <a:pt x="615" y="1851"/>
                      </a:lnTo>
                      <a:lnTo>
                        <a:pt x="618" y="1848"/>
                      </a:lnTo>
                      <a:lnTo>
                        <a:pt x="619" y="1843"/>
                      </a:lnTo>
                      <a:lnTo>
                        <a:pt x="625" y="1847"/>
                      </a:lnTo>
                      <a:lnTo>
                        <a:pt x="627" y="1843"/>
                      </a:lnTo>
                      <a:lnTo>
                        <a:pt x="634" y="1839"/>
                      </a:lnTo>
                      <a:lnTo>
                        <a:pt x="639" y="1831"/>
                      </a:lnTo>
                      <a:lnTo>
                        <a:pt x="639" y="1818"/>
                      </a:lnTo>
                      <a:lnTo>
                        <a:pt x="633" y="1818"/>
                      </a:lnTo>
                      <a:lnTo>
                        <a:pt x="630" y="1815"/>
                      </a:lnTo>
                      <a:lnTo>
                        <a:pt x="635" y="1809"/>
                      </a:lnTo>
                      <a:lnTo>
                        <a:pt x="652" y="1797"/>
                      </a:lnTo>
                      <a:lnTo>
                        <a:pt x="655" y="1800"/>
                      </a:lnTo>
                      <a:lnTo>
                        <a:pt x="658" y="1788"/>
                      </a:lnTo>
                      <a:lnTo>
                        <a:pt x="672" y="1788"/>
                      </a:lnTo>
                      <a:lnTo>
                        <a:pt x="673" y="1783"/>
                      </a:lnTo>
                      <a:lnTo>
                        <a:pt x="676" y="1778"/>
                      </a:lnTo>
                      <a:lnTo>
                        <a:pt x="677" y="1770"/>
                      </a:lnTo>
                      <a:lnTo>
                        <a:pt x="684" y="1770"/>
                      </a:lnTo>
                      <a:lnTo>
                        <a:pt x="693" y="1775"/>
                      </a:lnTo>
                      <a:lnTo>
                        <a:pt x="698" y="1764"/>
                      </a:lnTo>
                      <a:lnTo>
                        <a:pt x="701" y="1762"/>
                      </a:lnTo>
                      <a:lnTo>
                        <a:pt x="708" y="1757"/>
                      </a:lnTo>
                      <a:lnTo>
                        <a:pt x="712" y="1751"/>
                      </a:lnTo>
                      <a:lnTo>
                        <a:pt x="714" y="1746"/>
                      </a:lnTo>
                      <a:lnTo>
                        <a:pt x="726" y="1742"/>
                      </a:lnTo>
                      <a:lnTo>
                        <a:pt x="740" y="1739"/>
                      </a:lnTo>
                      <a:lnTo>
                        <a:pt x="746" y="1729"/>
                      </a:lnTo>
                      <a:lnTo>
                        <a:pt x="752" y="1732"/>
                      </a:lnTo>
                      <a:lnTo>
                        <a:pt x="763" y="1726"/>
                      </a:lnTo>
                      <a:lnTo>
                        <a:pt x="764" y="1717"/>
                      </a:lnTo>
                      <a:lnTo>
                        <a:pt x="757" y="1712"/>
                      </a:lnTo>
                      <a:lnTo>
                        <a:pt x="767" y="1707"/>
                      </a:lnTo>
                      <a:lnTo>
                        <a:pt x="767" y="1703"/>
                      </a:lnTo>
                      <a:lnTo>
                        <a:pt x="765" y="1699"/>
                      </a:lnTo>
                      <a:lnTo>
                        <a:pt x="767" y="1692"/>
                      </a:lnTo>
                      <a:lnTo>
                        <a:pt x="773" y="1691"/>
                      </a:lnTo>
                      <a:lnTo>
                        <a:pt x="779" y="1681"/>
                      </a:lnTo>
                      <a:lnTo>
                        <a:pt x="796" y="1675"/>
                      </a:lnTo>
                      <a:lnTo>
                        <a:pt x="803" y="1668"/>
                      </a:lnTo>
                      <a:lnTo>
                        <a:pt x="805" y="1660"/>
                      </a:lnTo>
                      <a:lnTo>
                        <a:pt x="805" y="1653"/>
                      </a:lnTo>
                      <a:lnTo>
                        <a:pt x="801" y="1649"/>
                      </a:lnTo>
                      <a:lnTo>
                        <a:pt x="787" y="1642"/>
                      </a:lnTo>
                      <a:lnTo>
                        <a:pt x="785" y="1637"/>
                      </a:lnTo>
                      <a:lnTo>
                        <a:pt x="776" y="1633"/>
                      </a:lnTo>
                      <a:lnTo>
                        <a:pt x="762" y="1638"/>
                      </a:lnTo>
                      <a:lnTo>
                        <a:pt x="757" y="1636"/>
                      </a:lnTo>
                      <a:lnTo>
                        <a:pt x="765" y="1605"/>
                      </a:lnTo>
                      <a:lnTo>
                        <a:pt x="765" y="1600"/>
                      </a:lnTo>
                      <a:lnTo>
                        <a:pt x="779" y="1598"/>
                      </a:lnTo>
                      <a:lnTo>
                        <a:pt x="785" y="1592"/>
                      </a:lnTo>
                      <a:lnTo>
                        <a:pt x="785" y="1586"/>
                      </a:lnTo>
                      <a:lnTo>
                        <a:pt x="791" y="1582"/>
                      </a:lnTo>
                      <a:lnTo>
                        <a:pt x="791" y="1574"/>
                      </a:lnTo>
                      <a:lnTo>
                        <a:pt x="790" y="1566"/>
                      </a:lnTo>
                      <a:lnTo>
                        <a:pt x="795" y="1570"/>
                      </a:lnTo>
                      <a:lnTo>
                        <a:pt x="797" y="1561"/>
                      </a:lnTo>
                      <a:lnTo>
                        <a:pt x="805" y="1559"/>
                      </a:lnTo>
                      <a:lnTo>
                        <a:pt x="805" y="1568"/>
                      </a:lnTo>
                      <a:lnTo>
                        <a:pt x="816" y="1566"/>
                      </a:lnTo>
                      <a:lnTo>
                        <a:pt x="822" y="1561"/>
                      </a:lnTo>
                      <a:lnTo>
                        <a:pt x="822" y="1554"/>
                      </a:lnTo>
                      <a:lnTo>
                        <a:pt x="812" y="1550"/>
                      </a:lnTo>
                      <a:lnTo>
                        <a:pt x="818" y="1546"/>
                      </a:lnTo>
                      <a:lnTo>
                        <a:pt x="834" y="1545"/>
                      </a:lnTo>
                      <a:lnTo>
                        <a:pt x="843" y="1533"/>
                      </a:lnTo>
                      <a:lnTo>
                        <a:pt x="843" y="1525"/>
                      </a:lnTo>
                      <a:lnTo>
                        <a:pt x="840" y="1519"/>
                      </a:lnTo>
                      <a:lnTo>
                        <a:pt x="821" y="1502"/>
                      </a:lnTo>
                      <a:lnTo>
                        <a:pt x="827" y="1501"/>
                      </a:lnTo>
                      <a:lnTo>
                        <a:pt x="833" y="1508"/>
                      </a:lnTo>
                      <a:lnTo>
                        <a:pt x="846" y="1508"/>
                      </a:lnTo>
                      <a:lnTo>
                        <a:pt x="864" y="1490"/>
                      </a:lnTo>
                      <a:lnTo>
                        <a:pt x="870" y="1470"/>
                      </a:lnTo>
                      <a:lnTo>
                        <a:pt x="889" y="1447"/>
                      </a:lnTo>
                      <a:lnTo>
                        <a:pt x="892" y="1433"/>
                      </a:lnTo>
                      <a:lnTo>
                        <a:pt x="925" y="1415"/>
                      </a:lnTo>
                      <a:lnTo>
                        <a:pt x="950" y="1390"/>
                      </a:lnTo>
                      <a:lnTo>
                        <a:pt x="950" y="1383"/>
                      </a:lnTo>
                      <a:lnTo>
                        <a:pt x="948" y="1374"/>
                      </a:lnTo>
                      <a:lnTo>
                        <a:pt x="950" y="1362"/>
                      </a:lnTo>
                      <a:lnTo>
                        <a:pt x="953" y="1353"/>
                      </a:lnTo>
                      <a:lnTo>
                        <a:pt x="959" y="1342"/>
                      </a:lnTo>
                      <a:lnTo>
                        <a:pt x="973" y="1305"/>
                      </a:lnTo>
                      <a:lnTo>
                        <a:pt x="974" y="1296"/>
                      </a:lnTo>
                      <a:lnTo>
                        <a:pt x="974" y="1287"/>
                      </a:lnTo>
                      <a:lnTo>
                        <a:pt x="977" y="1276"/>
                      </a:lnTo>
                      <a:lnTo>
                        <a:pt x="982" y="1278"/>
                      </a:lnTo>
                      <a:lnTo>
                        <a:pt x="983" y="1287"/>
                      </a:lnTo>
                      <a:lnTo>
                        <a:pt x="978" y="1329"/>
                      </a:lnTo>
                      <a:lnTo>
                        <a:pt x="973" y="1342"/>
                      </a:lnTo>
                      <a:lnTo>
                        <a:pt x="961" y="1364"/>
                      </a:lnTo>
                      <a:lnTo>
                        <a:pt x="957" y="1378"/>
                      </a:lnTo>
                      <a:lnTo>
                        <a:pt x="957" y="1390"/>
                      </a:lnTo>
                      <a:lnTo>
                        <a:pt x="962" y="1395"/>
                      </a:lnTo>
                      <a:lnTo>
                        <a:pt x="983" y="1394"/>
                      </a:lnTo>
                      <a:lnTo>
                        <a:pt x="1002" y="1373"/>
                      </a:lnTo>
                      <a:lnTo>
                        <a:pt x="1017" y="1366"/>
                      </a:lnTo>
                      <a:lnTo>
                        <a:pt x="1027" y="1364"/>
                      </a:lnTo>
                      <a:lnTo>
                        <a:pt x="1018" y="1374"/>
                      </a:lnTo>
                      <a:lnTo>
                        <a:pt x="1011" y="1378"/>
                      </a:lnTo>
                      <a:lnTo>
                        <a:pt x="1001" y="1385"/>
                      </a:lnTo>
                      <a:lnTo>
                        <a:pt x="996" y="1395"/>
                      </a:lnTo>
                      <a:lnTo>
                        <a:pt x="988" y="1401"/>
                      </a:lnTo>
                      <a:lnTo>
                        <a:pt x="988" y="1411"/>
                      </a:lnTo>
                      <a:lnTo>
                        <a:pt x="995" y="1418"/>
                      </a:lnTo>
                      <a:lnTo>
                        <a:pt x="1021" y="1425"/>
                      </a:lnTo>
                      <a:lnTo>
                        <a:pt x="1042" y="1436"/>
                      </a:lnTo>
                      <a:lnTo>
                        <a:pt x="999" y="1428"/>
                      </a:lnTo>
                      <a:lnTo>
                        <a:pt x="983" y="1436"/>
                      </a:lnTo>
                      <a:lnTo>
                        <a:pt x="975" y="1434"/>
                      </a:lnTo>
                      <a:lnTo>
                        <a:pt x="968" y="1422"/>
                      </a:lnTo>
                      <a:lnTo>
                        <a:pt x="962" y="1423"/>
                      </a:lnTo>
                      <a:lnTo>
                        <a:pt x="954" y="1428"/>
                      </a:lnTo>
                      <a:lnTo>
                        <a:pt x="946" y="1437"/>
                      </a:lnTo>
                      <a:lnTo>
                        <a:pt x="918" y="1450"/>
                      </a:lnTo>
                      <a:lnTo>
                        <a:pt x="913" y="1459"/>
                      </a:lnTo>
                      <a:lnTo>
                        <a:pt x="916" y="1471"/>
                      </a:lnTo>
                      <a:lnTo>
                        <a:pt x="916" y="1487"/>
                      </a:lnTo>
                      <a:lnTo>
                        <a:pt x="914" y="1504"/>
                      </a:lnTo>
                      <a:lnTo>
                        <a:pt x="910" y="1513"/>
                      </a:lnTo>
                      <a:lnTo>
                        <a:pt x="902" y="1522"/>
                      </a:lnTo>
                      <a:lnTo>
                        <a:pt x="897" y="1534"/>
                      </a:lnTo>
                      <a:lnTo>
                        <a:pt x="896" y="1541"/>
                      </a:lnTo>
                      <a:lnTo>
                        <a:pt x="891" y="1551"/>
                      </a:lnTo>
                      <a:lnTo>
                        <a:pt x="888" y="1561"/>
                      </a:lnTo>
                      <a:lnTo>
                        <a:pt x="892" y="1567"/>
                      </a:lnTo>
                      <a:lnTo>
                        <a:pt x="904" y="1574"/>
                      </a:lnTo>
                      <a:lnTo>
                        <a:pt x="931" y="1557"/>
                      </a:lnTo>
                      <a:lnTo>
                        <a:pt x="936" y="1559"/>
                      </a:lnTo>
                      <a:lnTo>
                        <a:pt x="931" y="1571"/>
                      </a:lnTo>
                      <a:lnTo>
                        <a:pt x="926" y="1579"/>
                      </a:lnTo>
                      <a:lnTo>
                        <a:pt x="919" y="1586"/>
                      </a:lnTo>
                      <a:lnTo>
                        <a:pt x="913" y="1586"/>
                      </a:lnTo>
                      <a:lnTo>
                        <a:pt x="912" y="1589"/>
                      </a:lnTo>
                      <a:lnTo>
                        <a:pt x="916" y="1593"/>
                      </a:lnTo>
                      <a:lnTo>
                        <a:pt x="904" y="1589"/>
                      </a:lnTo>
                      <a:lnTo>
                        <a:pt x="902" y="1589"/>
                      </a:lnTo>
                      <a:lnTo>
                        <a:pt x="899" y="1592"/>
                      </a:lnTo>
                      <a:lnTo>
                        <a:pt x="898" y="1598"/>
                      </a:lnTo>
                      <a:lnTo>
                        <a:pt x="892" y="1592"/>
                      </a:lnTo>
                      <a:lnTo>
                        <a:pt x="888" y="1598"/>
                      </a:lnTo>
                      <a:lnTo>
                        <a:pt x="889" y="1604"/>
                      </a:lnTo>
                      <a:lnTo>
                        <a:pt x="883" y="1606"/>
                      </a:lnTo>
                      <a:lnTo>
                        <a:pt x="883" y="1615"/>
                      </a:lnTo>
                      <a:lnTo>
                        <a:pt x="892" y="1617"/>
                      </a:lnTo>
                      <a:lnTo>
                        <a:pt x="896" y="1622"/>
                      </a:lnTo>
                      <a:lnTo>
                        <a:pt x="907" y="1619"/>
                      </a:lnTo>
                      <a:lnTo>
                        <a:pt x="923" y="1617"/>
                      </a:lnTo>
                      <a:lnTo>
                        <a:pt x="923" y="1608"/>
                      </a:lnTo>
                      <a:lnTo>
                        <a:pt x="924" y="1605"/>
                      </a:lnTo>
                      <a:lnTo>
                        <a:pt x="932" y="1609"/>
                      </a:lnTo>
                      <a:lnTo>
                        <a:pt x="939" y="1614"/>
                      </a:lnTo>
                      <a:lnTo>
                        <a:pt x="948" y="1595"/>
                      </a:lnTo>
                      <a:lnTo>
                        <a:pt x="957" y="1584"/>
                      </a:lnTo>
                      <a:lnTo>
                        <a:pt x="963" y="1586"/>
                      </a:lnTo>
                      <a:lnTo>
                        <a:pt x="970" y="1581"/>
                      </a:lnTo>
                      <a:lnTo>
                        <a:pt x="970" y="1592"/>
                      </a:lnTo>
                      <a:lnTo>
                        <a:pt x="968" y="1603"/>
                      </a:lnTo>
                      <a:lnTo>
                        <a:pt x="980" y="1583"/>
                      </a:lnTo>
                      <a:lnTo>
                        <a:pt x="980" y="1572"/>
                      </a:lnTo>
                      <a:lnTo>
                        <a:pt x="993" y="1565"/>
                      </a:lnTo>
                      <a:lnTo>
                        <a:pt x="997" y="1568"/>
                      </a:lnTo>
                      <a:lnTo>
                        <a:pt x="1002" y="1560"/>
                      </a:lnTo>
                      <a:lnTo>
                        <a:pt x="1000" y="1550"/>
                      </a:lnTo>
                      <a:lnTo>
                        <a:pt x="1001" y="1546"/>
                      </a:lnTo>
                      <a:lnTo>
                        <a:pt x="1005" y="1540"/>
                      </a:lnTo>
                      <a:lnTo>
                        <a:pt x="1007" y="1554"/>
                      </a:lnTo>
                      <a:lnTo>
                        <a:pt x="1011" y="1566"/>
                      </a:lnTo>
                      <a:lnTo>
                        <a:pt x="1013" y="1551"/>
                      </a:lnTo>
                      <a:lnTo>
                        <a:pt x="1015" y="1540"/>
                      </a:lnTo>
                      <a:lnTo>
                        <a:pt x="1020" y="1534"/>
                      </a:lnTo>
                      <a:lnTo>
                        <a:pt x="1020" y="1524"/>
                      </a:lnTo>
                      <a:lnTo>
                        <a:pt x="1023" y="1536"/>
                      </a:lnTo>
                      <a:lnTo>
                        <a:pt x="1028" y="1534"/>
                      </a:lnTo>
                      <a:lnTo>
                        <a:pt x="1033" y="1534"/>
                      </a:lnTo>
                      <a:lnTo>
                        <a:pt x="1038" y="1538"/>
                      </a:lnTo>
                      <a:lnTo>
                        <a:pt x="1055" y="1540"/>
                      </a:lnTo>
                      <a:lnTo>
                        <a:pt x="1064" y="1534"/>
                      </a:lnTo>
                      <a:lnTo>
                        <a:pt x="1069" y="1533"/>
                      </a:lnTo>
                      <a:lnTo>
                        <a:pt x="1074" y="1518"/>
                      </a:lnTo>
                      <a:lnTo>
                        <a:pt x="1077" y="1519"/>
                      </a:lnTo>
                      <a:lnTo>
                        <a:pt x="1083" y="1517"/>
                      </a:lnTo>
                      <a:lnTo>
                        <a:pt x="1088" y="1509"/>
                      </a:lnTo>
                      <a:lnTo>
                        <a:pt x="1085" y="1508"/>
                      </a:lnTo>
                      <a:lnTo>
                        <a:pt x="1082" y="1504"/>
                      </a:lnTo>
                      <a:lnTo>
                        <a:pt x="1076" y="1506"/>
                      </a:lnTo>
                      <a:lnTo>
                        <a:pt x="1081" y="1496"/>
                      </a:lnTo>
                      <a:lnTo>
                        <a:pt x="1088" y="1486"/>
                      </a:lnTo>
                      <a:lnTo>
                        <a:pt x="1093" y="1486"/>
                      </a:lnTo>
                      <a:lnTo>
                        <a:pt x="1096" y="1476"/>
                      </a:lnTo>
                      <a:lnTo>
                        <a:pt x="1091" y="1469"/>
                      </a:lnTo>
                      <a:lnTo>
                        <a:pt x="1082" y="1477"/>
                      </a:lnTo>
                      <a:lnTo>
                        <a:pt x="1076" y="1477"/>
                      </a:lnTo>
                      <a:lnTo>
                        <a:pt x="1065" y="1482"/>
                      </a:lnTo>
                      <a:lnTo>
                        <a:pt x="1064" y="1474"/>
                      </a:lnTo>
                      <a:lnTo>
                        <a:pt x="1074" y="1470"/>
                      </a:lnTo>
                      <a:lnTo>
                        <a:pt x="1082" y="1463"/>
                      </a:lnTo>
                      <a:lnTo>
                        <a:pt x="1083" y="1453"/>
                      </a:lnTo>
                      <a:lnTo>
                        <a:pt x="1076" y="1458"/>
                      </a:lnTo>
                      <a:lnTo>
                        <a:pt x="1076" y="1453"/>
                      </a:lnTo>
                      <a:lnTo>
                        <a:pt x="1066" y="1454"/>
                      </a:lnTo>
                      <a:lnTo>
                        <a:pt x="1066" y="1448"/>
                      </a:lnTo>
                      <a:lnTo>
                        <a:pt x="1063" y="1447"/>
                      </a:lnTo>
                      <a:lnTo>
                        <a:pt x="1066" y="1439"/>
                      </a:lnTo>
                      <a:lnTo>
                        <a:pt x="1077" y="1436"/>
                      </a:lnTo>
                      <a:lnTo>
                        <a:pt x="1083" y="1425"/>
                      </a:lnTo>
                      <a:lnTo>
                        <a:pt x="1074" y="1423"/>
                      </a:lnTo>
                      <a:lnTo>
                        <a:pt x="1082" y="1411"/>
                      </a:lnTo>
                      <a:lnTo>
                        <a:pt x="1086" y="1409"/>
                      </a:lnTo>
                      <a:lnTo>
                        <a:pt x="1090" y="1417"/>
                      </a:lnTo>
                      <a:lnTo>
                        <a:pt x="1093" y="1416"/>
                      </a:lnTo>
                      <a:lnTo>
                        <a:pt x="1098" y="1405"/>
                      </a:lnTo>
                      <a:lnTo>
                        <a:pt x="1109" y="1394"/>
                      </a:lnTo>
                      <a:lnTo>
                        <a:pt x="1109" y="1404"/>
                      </a:lnTo>
                      <a:lnTo>
                        <a:pt x="1099" y="1421"/>
                      </a:lnTo>
                      <a:lnTo>
                        <a:pt x="1096" y="1431"/>
                      </a:lnTo>
                      <a:lnTo>
                        <a:pt x="1102" y="1437"/>
                      </a:lnTo>
                      <a:lnTo>
                        <a:pt x="1111" y="1436"/>
                      </a:lnTo>
                      <a:lnTo>
                        <a:pt x="1114" y="1431"/>
                      </a:lnTo>
                      <a:lnTo>
                        <a:pt x="1114" y="1415"/>
                      </a:lnTo>
                      <a:lnTo>
                        <a:pt x="1115" y="1405"/>
                      </a:lnTo>
                      <a:lnTo>
                        <a:pt x="1120" y="1418"/>
                      </a:lnTo>
                      <a:lnTo>
                        <a:pt x="1120" y="1426"/>
                      </a:lnTo>
                      <a:lnTo>
                        <a:pt x="1128" y="1427"/>
                      </a:lnTo>
                      <a:lnTo>
                        <a:pt x="1144" y="1425"/>
                      </a:lnTo>
                      <a:lnTo>
                        <a:pt x="1150" y="1426"/>
                      </a:lnTo>
                      <a:lnTo>
                        <a:pt x="1160" y="1423"/>
                      </a:lnTo>
                      <a:lnTo>
                        <a:pt x="1166" y="1414"/>
                      </a:lnTo>
                      <a:lnTo>
                        <a:pt x="1178" y="1409"/>
                      </a:lnTo>
                      <a:lnTo>
                        <a:pt x="1190" y="1409"/>
                      </a:lnTo>
                      <a:lnTo>
                        <a:pt x="1189" y="1412"/>
                      </a:lnTo>
                      <a:lnTo>
                        <a:pt x="1173" y="1415"/>
                      </a:lnTo>
                      <a:lnTo>
                        <a:pt x="1173" y="1422"/>
                      </a:lnTo>
                      <a:lnTo>
                        <a:pt x="1171" y="1432"/>
                      </a:lnTo>
                      <a:lnTo>
                        <a:pt x="1171" y="1439"/>
                      </a:lnTo>
                      <a:lnTo>
                        <a:pt x="1177" y="1442"/>
                      </a:lnTo>
                      <a:lnTo>
                        <a:pt x="1194" y="1436"/>
                      </a:lnTo>
                      <a:lnTo>
                        <a:pt x="1195" y="1441"/>
                      </a:lnTo>
                      <a:lnTo>
                        <a:pt x="1179" y="1450"/>
                      </a:lnTo>
                      <a:lnTo>
                        <a:pt x="1168" y="1454"/>
                      </a:lnTo>
                      <a:lnTo>
                        <a:pt x="1183" y="1457"/>
                      </a:lnTo>
                      <a:lnTo>
                        <a:pt x="1190" y="1448"/>
                      </a:lnTo>
                      <a:lnTo>
                        <a:pt x="1200" y="1443"/>
                      </a:lnTo>
                      <a:lnTo>
                        <a:pt x="1204" y="1446"/>
                      </a:lnTo>
                      <a:lnTo>
                        <a:pt x="1190" y="1463"/>
                      </a:lnTo>
                      <a:lnTo>
                        <a:pt x="1208" y="1458"/>
                      </a:lnTo>
                      <a:lnTo>
                        <a:pt x="1212" y="1461"/>
                      </a:lnTo>
                      <a:lnTo>
                        <a:pt x="1222" y="1460"/>
                      </a:lnTo>
                      <a:lnTo>
                        <a:pt x="1224" y="1463"/>
                      </a:lnTo>
                      <a:lnTo>
                        <a:pt x="1216" y="1475"/>
                      </a:lnTo>
                      <a:lnTo>
                        <a:pt x="1224" y="1477"/>
                      </a:lnTo>
                      <a:lnTo>
                        <a:pt x="1238" y="1495"/>
                      </a:lnTo>
                      <a:lnTo>
                        <a:pt x="1246" y="1498"/>
                      </a:lnTo>
                      <a:lnTo>
                        <a:pt x="1253" y="1497"/>
                      </a:lnTo>
                      <a:lnTo>
                        <a:pt x="1253" y="1493"/>
                      </a:lnTo>
                      <a:lnTo>
                        <a:pt x="1254" y="1490"/>
                      </a:lnTo>
                      <a:lnTo>
                        <a:pt x="1254" y="1485"/>
                      </a:lnTo>
                      <a:lnTo>
                        <a:pt x="1258" y="1482"/>
                      </a:lnTo>
                      <a:lnTo>
                        <a:pt x="1263" y="1481"/>
                      </a:lnTo>
                      <a:lnTo>
                        <a:pt x="1268" y="1485"/>
                      </a:lnTo>
                      <a:lnTo>
                        <a:pt x="1270" y="1491"/>
                      </a:lnTo>
                      <a:lnTo>
                        <a:pt x="1270" y="1500"/>
                      </a:lnTo>
                      <a:lnTo>
                        <a:pt x="1279" y="1506"/>
                      </a:lnTo>
                      <a:lnTo>
                        <a:pt x="1284" y="1512"/>
                      </a:lnTo>
                      <a:lnTo>
                        <a:pt x="1287" y="1514"/>
                      </a:lnTo>
                      <a:lnTo>
                        <a:pt x="1289" y="1509"/>
                      </a:lnTo>
                      <a:lnTo>
                        <a:pt x="1296" y="1514"/>
                      </a:lnTo>
                      <a:lnTo>
                        <a:pt x="1301" y="1513"/>
                      </a:lnTo>
                      <a:lnTo>
                        <a:pt x="1307" y="1517"/>
                      </a:lnTo>
                      <a:lnTo>
                        <a:pt x="1313" y="1524"/>
                      </a:lnTo>
                      <a:lnTo>
                        <a:pt x="1313" y="1528"/>
                      </a:lnTo>
                      <a:lnTo>
                        <a:pt x="1312" y="1531"/>
                      </a:lnTo>
                      <a:lnTo>
                        <a:pt x="1316" y="1534"/>
                      </a:lnTo>
                      <a:lnTo>
                        <a:pt x="1324" y="1535"/>
                      </a:lnTo>
                      <a:lnTo>
                        <a:pt x="1337" y="1530"/>
                      </a:lnTo>
                      <a:lnTo>
                        <a:pt x="1370" y="1529"/>
                      </a:lnTo>
                      <a:lnTo>
                        <a:pt x="1373" y="1523"/>
                      </a:lnTo>
                      <a:lnTo>
                        <a:pt x="1383" y="1528"/>
                      </a:lnTo>
                      <a:lnTo>
                        <a:pt x="1387" y="1523"/>
                      </a:lnTo>
                      <a:lnTo>
                        <a:pt x="1399" y="1525"/>
                      </a:lnTo>
                      <a:lnTo>
                        <a:pt x="1405" y="1531"/>
                      </a:lnTo>
                      <a:lnTo>
                        <a:pt x="1437" y="1538"/>
                      </a:lnTo>
                      <a:lnTo>
                        <a:pt x="1445" y="1539"/>
                      </a:lnTo>
                      <a:lnTo>
                        <a:pt x="1459" y="1531"/>
                      </a:lnTo>
                      <a:lnTo>
                        <a:pt x="1466" y="1536"/>
                      </a:lnTo>
                      <a:lnTo>
                        <a:pt x="1467" y="1539"/>
                      </a:lnTo>
                      <a:lnTo>
                        <a:pt x="1459" y="1541"/>
                      </a:lnTo>
                      <a:lnTo>
                        <a:pt x="1458" y="1545"/>
                      </a:lnTo>
                      <a:lnTo>
                        <a:pt x="1463" y="1549"/>
                      </a:lnTo>
                      <a:lnTo>
                        <a:pt x="1483" y="1557"/>
                      </a:lnTo>
                      <a:lnTo>
                        <a:pt x="1504" y="1562"/>
                      </a:lnTo>
                      <a:lnTo>
                        <a:pt x="1522" y="1565"/>
                      </a:lnTo>
                      <a:lnTo>
                        <a:pt x="1540" y="1556"/>
                      </a:lnTo>
                      <a:lnTo>
                        <a:pt x="1555" y="1538"/>
                      </a:lnTo>
                      <a:lnTo>
                        <a:pt x="1559" y="1529"/>
                      </a:lnTo>
                      <a:lnTo>
                        <a:pt x="1563" y="1525"/>
                      </a:lnTo>
                      <a:lnTo>
                        <a:pt x="1574" y="1540"/>
                      </a:lnTo>
                      <a:lnTo>
                        <a:pt x="1580" y="1546"/>
                      </a:lnTo>
                      <a:lnTo>
                        <a:pt x="1590" y="1550"/>
                      </a:lnTo>
                      <a:lnTo>
                        <a:pt x="1586" y="1551"/>
                      </a:lnTo>
                      <a:lnTo>
                        <a:pt x="1579" y="1557"/>
                      </a:lnTo>
                      <a:lnTo>
                        <a:pt x="1579" y="1565"/>
                      </a:lnTo>
                      <a:lnTo>
                        <a:pt x="1580" y="1571"/>
                      </a:lnTo>
                      <a:lnTo>
                        <a:pt x="1581" y="1578"/>
                      </a:lnTo>
                      <a:lnTo>
                        <a:pt x="1579" y="1582"/>
                      </a:lnTo>
                      <a:lnTo>
                        <a:pt x="1574" y="1577"/>
                      </a:lnTo>
                      <a:lnTo>
                        <a:pt x="1572" y="1557"/>
                      </a:lnTo>
                      <a:lnTo>
                        <a:pt x="1574" y="1552"/>
                      </a:lnTo>
                      <a:lnTo>
                        <a:pt x="1574" y="1545"/>
                      </a:lnTo>
                      <a:lnTo>
                        <a:pt x="1570" y="1539"/>
                      </a:lnTo>
                      <a:lnTo>
                        <a:pt x="1567" y="1536"/>
                      </a:lnTo>
                      <a:lnTo>
                        <a:pt x="1563" y="1541"/>
                      </a:lnTo>
                      <a:lnTo>
                        <a:pt x="1561" y="1546"/>
                      </a:lnTo>
                      <a:lnTo>
                        <a:pt x="1561" y="1560"/>
                      </a:lnTo>
                      <a:lnTo>
                        <a:pt x="1564" y="1563"/>
                      </a:lnTo>
                      <a:lnTo>
                        <a:pt x="1564" y="1570"/>
                      </a:lnTo>
                      <a:lnTo>
                        <a:pt x="1563" y="1574"/>
                      </a:lnTo>
                      <a:lnTo>
                        <a:pt x="1560" y="1578"/>
                      </a:lnTo>
                      <a:lnTo>
                        <a:pt x="1555" y="1579"/>
                      </a:lnTo>
                      <a:lnTo>
                        <a:pt x="1548" y="1587"/>
                      </a:lnTo>
                      <a:lnTo>
                        <a:pt x="1552" y="1592"/>
                      </a:lnTo>
                      <a:lnTo>
                        <a:pt x="1567" y="1595"/>
                      </a:lnTo>
                      <a:lnTo>
                        <a:pt x="1567" y="1599"/>
                      </a:lnTo>
                      <a:lnTo>
                        <a:pt x="1572" y="1601"/>
                      </a:lnTo>
                      <a:lnTo>
                        <a:pt x="1579" y="1601"/>
                      </a:lnTo>
                      <a:lnTo>
                        <a:pt x="1581" y="1603"/>
                      </a:lnTo>
                      <a:lnTo>
                        <a:pt x="1580" y="1606"/>
                      </a:lnTo>
                      <a:lnTo>
                        <a:pt x="1598" y="1614"/>
                      </a:lnTo>
                      <a:lnTo>
                        <a:pt x="1612" y="1627"/>
                      </a:lnTo>
                      <a:lnTo>
                        <a:pt x="1612" y="1624"/>
                      </a:lnTo>
                      <a:lnTo>
                        <a:pt x="1615" y="1620"/>
                      </a:lnTo>
                      <a:lnTo>
                        <a:pt x="1629" y="1620"/>
                      </a:lnTo>
                      <a:lnTo>
                        <a:pt x="1630" y="1619"/>
                      </a:lnTo>
                      <a:lnTo>
                        <a:pt x="1631" y="1608"/>
                      </a:lnTo>
                      <a:lnTo>
                        <a:pt x="1628" y="1599"/>
                      </a:lnTo>
                      <a:lnTo>
                        <a:pt x="1630" y="1598"/>
                      </a:lnTo>
                      <a:lnTo>
                        <a:pt x="1635" y="1600"/>
                      </a:lnTo>
                      <a:lnTo>
                        <a:pt x="1638" y="1595"/>
                      </a:lnTo>
                      <a:lnTo>
                        <a:pt x="1635" y="1592"/>
                      </a:lnTo>
                      <a:lnTo>
                        <a:pt x="1608" y="1557"/>
                      </a:lnTo>
                      <a:lnTo>
                        <a:pt x="1603" y="1546"/>
                      </a:lnTo>
                      <a:lnTo>
                        <a:pt x="1590" y="1535"/>
                      </a:lnTo>
                      <a:lnTo>
                        <a:pt x="1583" y="1529"/>
                      </a:lnTo>
                      <a:lnTo>
                        <a:pt x="1587" y="1529"/>
                      </a:lnTo>
                      <a:lnTo>
                        <a:pt x="1587" y="1523"/>
                      </a:lnTo>
                      <a:lnTo>
                        <a:pt x="1587" y="1501"/>
                      </a:lnTo>
                      <a:lnTo>
                        <a:pt x="1554" y="1502"/>
                      </a:lnTo>
                      <a:lnTo>
                        <a:pt x="1542" y="1517"/>
                      </a:lnTo>
                      <a:lnTo>
                        <a:pt x="1536" y="1514"/>
                      </a:lnTo>
                      <a:lnTo>
                        <a:pt x="1521" y="1503"/>
                      </a:lnTo>
                      <a:lnTo>
                        <a:pt x="1506" y="1514"/>
                      </a:lnTo>
                      <a:lnTo>
                        <a:pt x="1486" y="1502"/>
                      </a:lnTo>
                      <a:lnTo>
                        <a:pt x="1486" y="146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91" name="Google Shape;2291;p5">
                  <a:extLst>
                    <a:ext uri="{FF2B5EF4-FFF2-40B4-BE49-F238E27FC236}">
                      <a16:creationId xmlns:a16="http://schemas.microsoft.com/office/drawing/2014/main" id="{5BA9B3C1-3304-CC5B-852E-FD5BCA9571A6}"/>
                    </a:ext>
                  </a:extLst>
                </p:cNvPr>
                <p:cNvSpPr/>
                <p:nvPr/>
              </p:nvSpPr>
              <p:spPr>
                <a:xfrm>
                  <a:off x="999" y="1668"/>
                  <a:ext cx="91" cy="101"/>
                </a:xfrm>
                <a:custGeom>
                  <a:avLst/>
                  <a:gdLst/>
                  <a:ahLst/>
                  <a:cxnLst/>
                  <a:rect l="l" t="t" r="r" b="b"/>
                  <a:pathLst>
                    <a:path w="456" h="507" extrusionOk="0">
                      <a:moveTo>
                        <a:pt x="10" y="44"/>
                      </a:moveTo>
                      <a:lnTo>
                        <a:pt x="26" y="57"/>
                      </a:lnTo>
                      <a:lnTo>
                        <a:pt x="36" y="81"/>
                      </a:lnTo>
                      <a:lnTo>
                        <a:pt x="39" y="87"/>
                      </a:lnTo>
                      <a:lnTo>
                        <a:pt x="39" y="90"/>
                      </a:lnTo>
                      <a:lnTo>
                        <a:pt x="42" y="92"/>
                      </a:lnTo>
                      <a:lnTo>
                        <a:pt x="55" y="87"/>
                      </a:lnTo>
                      <a:lnTo>
                        <a:pt x="71" y="73"/>
                      </a:lnTo>
                      <a:lnTo>
                        <a:pt x="87" y="68"/>
                      </a:lnTo>
                      <a:lnTo>
                        <a:pt x="91" y="60"/>
                      </a:lnTo>
                      <a:lnTo>
                        <a:pt x="91" y="51"/>
                      </a:lnTo>
                      <a:lnTo>
                        <a:pt x="93" y="47"/>
                      </a:lnTo>
                      <a:lnTo>
                        <a:pt x="100" y="44"/>
                      </a:lnTo>
                      <a:lnTo>
                        <a:pt x="102" y="41"/>
                      </a:lnTo>
                      <a:lnTo>
                        <a:pt x="103" y="29"/>
                      </a:lnTo>
                      <a:lnTo>
                        <a:pt x="108" y="23"/>
                      </a:lnTo>
                      <a:lnTo>
                        <a:pt x="129" y="17"/>
                      </a:lnTo>
                      <a:lnTo>
                        <a:pt x="151" y="0"/>
                      </a:lnTo>
                      <a:lnTo>
                        <a:pt x="156" y="1"/>
                      </a:lnTo>
                      <a:lnTo>
                        <a:pt x="162" y="7"/>
                      </a:lnTo>
                      <a:lnTo>
                        <a:pt x="171" y="25"/>
                      </a:lnTo>
                      <a:lnTo>
                        <a:pt x="174" y="29"/>
                      </a:lnTo>
                      <a:lnTo>
                        <a:pt x="179" y="29"/>
                      </a:lnTo>
                      <a:lnTo>
                        <a:pt x="183" y="41"/>
                      </a:lnTo>
                      <a:lnTo>
                        <a:pt x="192" y="55"/>
                      </a:lnTo>
                      <a:lnTo>
                        <a:pt x="194" y="63"/>
                      </a:lnTo>
                      <a:lnTo>
                        <a:pt x="206" y="74"/>
                      </a:lnTo>
                      <a:lnTo>
                        <a:pt x="210" y="90"/>
                      </a:lnTo>
                      <a:lnTo>
                        <a:pt x="210" y="93"/>
                      </a:lnTo>
                      <a:lnTo>
                        <a:pt x="214" y="100"/>
                      </a:lnTo>
                      <a:lnTo>
                        <a:pt x="235" y="109"/>
                      </a:lnTo>
                      <a:lnTo>
                        <a:pt x="246" y="120"/>
                      </a:lnTo>
                      <a:lnTo>
                        <a:pt x="253" y="141"/>
                      </a:lnTo>
                      <a:lnTo>
                        <a:pt x="264" y="160"/>
                      </a:lnTo>
                      <a:lnTo>
                        <a:pt x="292" y="206"/>
                      </a:lnTo>
                      <a:lnTo>
                        <a:pt x="299" y="224"/>
                      </a:lnTo>
                      <a:lnTo>
                        <a:pt x="300" y="227"/>
                      </a:lnTo>
                      <a:lnTo>
                        <a:pt x="303" y="227"/>
                      </a:lnTo>
                      <a:lnTo>
                        <a:pt x="308" y="245"/>
                      </a:lnTo>
                      <a:lnTo>
                        <a:pt x="322" y="262"/>
                      </a:lnTo>
                      <a:lnTo>
                        <a:pt x="326" y="270"/>
                      </a:lnTo>
                      <a:lnTo>
                        <a:pt x="326" y="273"/>
                      </a:lnTo>
                      <a:lnTo>
                        <a:pt x="323" y="278"/>
                      </a:lnTo>
                      <a:lnTo>
                        <a:pt x="324" y="283"/>
                      </a:lnTo>
                      <a:lnTo>
                        <a:pt x="334" y="292"/>
                      </a:lnTo>
                      <a:lnTo>
                        <a:pt x="338" y="299"/>
                      </a:lnTo>
                      <a:lnTo>
                        <a:pt x="338" y="303"/>
                      </a:lnTo>
                      <a:lnTo>
                        <a:pt x="343" y="320"/>
                      </a:lnTo>
                      <a:lnTo>
                        <a:pt x="348" y="329"/>
                      </a:lnTo>
                      <a:lnTo>
                        <a:pt x="353" y="335"/>
                      </a:lnTo>
                      <a:lnTo>
                        <a:pt x="365" y="342"/>
                      </a:lnTo>
                      <a:lnTo>
                        <a:pt x="401" y="352"/>
                      </a:lnTo>
                      <a:lnTo>
                        <a:pt x="426" y="373"/>
                      </a:lnTo>
                      <a:lnTo>
                        <a:pt x="431" y="379"/>
                      </a:lnTo>
                      <a:lnTo>
                        <a:pt x="450" y="384"/>
                      </a:lnTo>
                      <a:lnTo>
                        <a:pt x="452" y="388"/>
                      </a:lnTo>
                      <a:lnTo>
                        <a:pt x="456" y="394"/>
                      </a:lnTo>
                      <a:lnTo>
                        <a:pt x="456" y="396"/>
                      </a:lnTo>
                      <a:lnTo>
                        <a:pt x="453" y="401"/>
                      </a:lnTo>
                      <a:lnTo>
                        <a:pt x="451" y="416"/>
                      </a:lnTo>
                      <a:lnTo>
                        <a:pt x="451" y="443"/>
                      </a:lnTo>
                      <a:lnTo>
                        <a:pt x="456" y="459"/>
                      </a:lnTo>
                      <a:lnTo>
                        <a:pt x="456" y="464"/>
                      </a:lnTo>
                      <a:lnTo>
                        <a:pt x="453" y="470"/>
                      </a:lnTo>
                      <a:lnTo>
                        <a:pt x="451" y="474"/>
                      </a:lnTo>
                      <a:lnTo>
                        <a:pt x="450" y="481"/>
                      </a:lnTo>
                      <a:lnTo>
                        <a:pt x="441" y="480"/>
                      </a:lnTo>
                      <a:lnTo>
                        <a:pt x="435" y="488"/>
                      </a:lnTo>
                      <a:lnTo>
                        <a:pt x="429" y="496"/>
                      </a:lnTo>
                      <a:lnTo>
                        <a:pt x="424" y="498"/>
                      </a:lnTo>
                      <a:lnTo>
                        <a:pt x="419" y="498"/>
                      </a:lnTo>
                      <a:lnTo>
                        <a:pt x="415" y="503"/>
                      </a:lnTo>
                      <a:lnTo>
                        <a:pt x="410" y="496"/>
                      </a:lnTo>
                      <a:lnTo>
                        <a:pt x="409" y="507"/>
                      </a:lnTo>
                      <a:lnTo>
                        <a:pt x="404" y="506"/>
                      </a:lnTo>
                      <a:lnTo>
                        <a:pt x="403" y="496"/>
                      </a:lnTo>
                      <a:lnTo>
                        <a:pt x="403" y="482"/>
                      </a:lnTo>
                      <a:lnTo>
                        <a:pt x="409" y="480"/>
                      </a:lnTo>
                      <a:lnTo>
                        <a:pt x="413" y="482"/>
                      </a:lnTo>
                      <a:lnTo>
                        <a:pt x="416" y="479"/>
                      </a:lnTo>
                      <a:lnTo>
                        <a:pt x="419" y="480"/>
                      </a:lnTo>
                      <a:lnTo>
                        <a:pt x="421" y="475"/>
                      </a:lnTo>
                      <a:lnTo>
                        <a:pt x="425" y="474"/>
                      </a:lnTo>
                      <a:lnTo>
                        <a:pt x="423" y="467"/>
                      </a:lnTo>
                      <a:lnTo>
                        <a:pt x="421" y="454"/>
                      </a:lnTo>
                      <a:lnTo>
                        <a:pt x="416" y="453"/>
                      </a:lnTo>
                      <a:lnTo>
                        <a:pt x="414" y="456"/>
                      </a:lnTo>
                      <a:lnTo>
                        <a:pt x="410" y="456"/>
                      </a:lnTo>
                      <a:lnTo>
                        <a:pt x="408" y="454"/>
                      </a:lnTo>
                      <a:lnTo>
                        <a:pt x="407" y="439"/>
                      </a:lnTo>
                      <a:lnTo>
                        <a:pt x="408" y="432"/>
                      </a:lnTo>
                      <a:lnTo>
                        <a:pt x="405" y="426"/>
                      </a:lnTo>
                      <a:lnTo>
                        <a:pt x="404" y="416"/>
                      </a:lnTo>
                      <a:lnTo>
                        <a:pt x="397" y="402"/>
                      </a:lnTo>
                      <a:lnTo>
                        <a:pt x="394" y="390"/>
                      </a:lnTo>
                      <a:lnTo>
                        <a:pt x="392" y="395"/>
                      </a:lnTo>
                      <a:lnTo>
                        <a:pt x="393" y="388"/>
                      </a:lnTo>
                      <a:lnTo>
                        <a:pt x="397" y="382"/>
                      </a:lnTo>
                      <a:lnTo>
                        <a:pt x="394" y="377"/>
                      </a:lnTo>
                      <a:lnTo>
                        <a:pt x="389" y="378"/>
                      </a:lnTo>
                      <a:lnTo>
                        <a:pt x="382" y="386"/>
                      </a:lnTo>
                      <a:lnTo>
                        <a:pt x="377" y="390"/>
                      </a:lnTo>
                      <a:lnTo>
                        <a:pt x="375" y="396"/>
                      </a:lnTo>
                      <a:lnTo>
                        <a:pt x="367" y="393"/>
                      </a:lnTo>
                      <a:lnTo>
                        <a:pt x="362" y="396"/>
                      </a:lnTo>
                      <a:lnTo>
                        <a:pt x="356" y="400"/>
                      </a:lnTo>
                      <a:lnTo>
                        <a:pt x="358" y="404"/>
                      </a:lnTo>
                      <a:lnTo>
                        <a:pt x="355" y="411"/>
                      </a:lnTo>
                      <a:lnTo>
                        <a:pt x="354" y="415"/>
                      </a:lnTo>
                      <a:lnTo>
                        <a:pt x="354" y="418"/>
                      </a:lnTo>
                      <a:lnTo>
                        <a:pt x="350" y="423"/>
                      </a:lnTo>
                      <a:lnTo>
                        <a:pt x="346" y="423"/>
                      </a:lnTo>
                      <a:lnTo>
                        <a:pt x="346" y="429"/>
                      </a:lnTo>
                      <a:lnTo>
                        <a:pt x="342" y="434"/>
                      </a:lnTo>
                      <a:lnTo>
                        <a:pt x="338" y="431"/>
                      </a:lnTo>
                      <a:lnTo>
                        <a:pt x="333" y="423"/>
                      </a:lnTo>
                      <a:lnTo>
                        <a:pt x="331" y="416"/>
                      </a:lnTo>
                      <a:lnTo>
                        <a:pt x="332" y="411"/>
                      </a:lnTo>
                      <a:lnTo>
                        <a:pt x="337" y="410"/>
                      </a:lnTo>
                      <a:lnTo>
                        <a:pt x="342" y="405"/>
                      </a:lnTo>
                      <a:lnTo>
                        <a:pt x="346" y="389"/>
                      </a:lnTo>
                      <a:lnTo>
                        <a:pt x="346" y="375"/>
                      </a:lnTo>
                      <a:lnTo>
                        <a:pt x="351" y="370"/>
                      </a:lnTo>
                      <a:lnTo>
                        <a:pt x="367" y="369"/>
                      </a:lnTo>
                      <a:lnTo>
                        <a:pt x="369" y="366"/>
                      </a:lnTo>
                      <a:lnTo>
                        <a:pt x="350" y="359"/>
                      </a:lnTo>
                      <a:lnTo>
                        <a:pt x="344" y="352"/>
                      </a:lnTo>
                      <a:lnTo>
                        <a:pt x="335" y="348"/>
                      </a:lnTo>
                      <a:lnTo>
                        <a:pt x="329" y="339"/>
                      </a:lnTo>
                      <a:lnTo>
                        <a:pt x="328" y="320"/>
                      </a:lnTo>
                      <a:lnTo>
                        <a:pt x="318" y="319"/>
                      </a:lnTo>
                      <a:lnTo>
                        <a:pt x="317" y="315"/>
                      </a:lnTo>
                      <a:lnTo>
                        <a:pt x="317" y="310"/>
                      </a:lnTo>
                      <a:lnTo>
                        <a:pt x="315" y="307"/>
                      </a:lnTo>
                      <a:lnTo>
                        <a:pt x="302" y="305"/>
                      </a:lnTo>
                      <a:lnTo>
                        <a:pt x="299" y="302"/>
                      </a:lnTo>
                      <a:lnTo>
                        <a:pt x="290" y="288"/>
                      </a:lnTo>
                      <a:lnTo>
                        <a:pt x="289" y="283"/>
                      </a:lnTo>
                      <a:lnTo>
                        <a:pt x="303" y="296"/>
                      </a:lnTo>
                      <a:lnTo>
                        <a:pt x="305" y="299"/>
                      </a:lnTo>
                      <a:lnTo>
                        <a:pt x="300" y="287"/>
                      </a:lnTo>
                      <a:lnTo>
                        <a:pt x="300" y="278"/>
                      </a:lnTo>
                      <a:lnTo>
                        <a:pt x="296" y="278"/>
                      </a:lnTo>
                      <a:lnTo>
                        <a:pt x="291" y="282"/>
                      </a:lnTo>
                      <a:lnTo>
                        <a:pt x="286" y="282"/>
                      </a:lnTo>
                      <a:lnTo>
                        <a:pt x="281" y="278"/>
                      </a:lnTo>
                      <a:lnTo>
                        <a:pt x="281" y="275"/>
                      </a:lnTo>
                      <a:lnTo>
                        <a:pt x="280" y="273"/>
                      </a:lnTo>
                      <a:lnTo>
                        <a:pt x="276" y="273"/>
                      </a:lnTo>
                      <a:lnTo>
                        <a:pt x="275" y="276"/>
                      </a:lnTo>
                      <a:lnTo>
                        <a:pt x="270" y="278"/>
                      </a:lnTo>
                      <a:lnTo>
                        <a:pt x="264" y="271"/>
                      </a:lnTo>
                      <a:lnTo>
                        <a:pt x="263" y="267"/>
                      </a:lnTo>
                      <a:lnTo>
                        <a:pt x="264" y="261"/>
                      </a:lnTo>
                      <a:lnTo>
                        <a:pt x="279" y="260"/>
                      </a:lnTo>
                      <a:lnTo>
                        <a:pt x="281" y="255"/>
                      </a:lnTo>
                      <a:lnTo>
                        <a:pt x="270" y="255"/>
                      </a:lnTo>
                      <a:lnTo>
                        <a:pt x="265" y="253"/>
                      </a:lnTo>
                      <a:lnTo>
                        <a:pt x="265" y="250"/>
                      </a:lnTo>
                      <a:lnTo>
                        <a:pt x="268" y="246"/>
                      </a:lnTo>
                      <a:lnTo>
                        <a:pt x="267" y="244"/>
                      </a:lnTo>
                      <a:lnTo>
                        <a:pt x="262" y="244"/>
                      </a:lnTo>
                      <a:lnTo>
                        <a:pt x="262" y="237"/>
                      </a:lnTo>
                      <a:lnTo>
                        <a:pt x="268" y="233"/>
                      </a:lnTo>
                      <a:lnTo>
                        <a:pt x="267" y="229"/>
                      </a:lnTo>
                      <a:lnTo>
                        <a:pt x="256" y="233"/>
                      </a:lnTo>
                      <a:lnTo>
                        <a:pt x="253" y="229"/>
                      </a:lnTo>
                      <a:lnTo>
                        <a:pt x="257" y="219"/>
                      </a:lnTo>
                      <a:lnTo>
                        <a:pt x="279" y="230"/>
                      </a:lnTo>
                      <a:lnTo>
                        <a:pt x="284" y="238"/>
                      </a:lnTo>
                      <a:lnTo>
                        <a:pt x="289" y="239"/>
                      </a:lnTo>
                      <a:lnTo>
                        <a:pt x="286" y="239"/>
                      </a:lnTo>
                      <a:lnTo>
                        <a:pt x="281" y="232"/>
                      </a:lnTo>
                      <a:lnTo>
                        <a:pt x="280" y="222"/>
                      </a:lnTo>
                      <a:lnTo>
                        <a:pt x="276" y="219"/>
                      </a:lnTo>
                      <a:lnTo>
                        <a:pt x="276" y="223"/>
                      </a:lnTo>
                      <a:lnTo>
                        <a:pt x="272" y="219"/>
                      </a:lnTo>
                      <a:lnTo>
                        <a:pt x="263" y="208"/>
                      </a:lnTo>
                      <a:lnTo>
                        <a:pt x="260" y="203"/>
                      </a:lnTo>
                      <a:lnTo>
                        <a:pt x="264" y="198"/>
                      </a:lnTo>
                      <a:lnTo>
                        <a:pt x="275" y="201"/>
                      </a:lnTo>
                      <a:lnTo>
                        <a:pt x="279" y="198"/>
                      </a:lnTo>
                      <a:lnTo>
                        <a:pt x="273" y="196"/>
                      </a:lnTo>
                      <a:lnTo>
                        <a:pt x="254" y="196"/>
                      </a:lnTo>
                      <a:lnTo>
                        <a:pt x="254" y="203"/>
                      </a:lnTo>
                      <a:lnTo>
                        <a:pt x="249" y="208"/>
                      </a:lnTo>
                      <a:lnTo>
                        <a:pt x="247" y="203"/>
                      </a:lnTo>
                      <a:lnTo>
                        <a:pt x="243" y="196"/>
                      </a:lnTo>
                      <a:lnTo>
                        <a:pt x="245" y="190"/>
                      </a:lnTo>
                      <a:lnTo>
                        <a:pt x="251" y="190"/>
                      </a:lnTo>
                      <a:lnTo>
                        <a:pt x="262" y="181"/>
                      </a:lnTo>
                      <a:lnTo>
                        <a:pt x="259" y="178"/>
                      </a:lnTo>
                      <a:lnTo>
                        <a:pt x="251" y="184"/>
                      </a:lnTo>
                      <a:lnTo>
                        <a:pt x="249" y="180"/>
                      </a:lnTo>
                      <a:lnTo>
                        <a:pt x="256" y="169"/>
                      </a:lnTo>
                      <a:lnTo>
                        <a:pt x="249" y="169"/>
                      </a:lnTo>
                      <a:lnTo>
                        <a:pt x="246" y="173"/>
                      </a:lnTo>
                      <a:lnTo>
                        <a:pt x="243" y="180"/>
                      </a:lnTo>
                      <a:lnTo>
                        <a:pt x="238" y="186"/>
                      </a:lnTo>
                      <a:lnTo>
                        <a:pt x="233" y="183"/>
                      </a:lnTo>
                      <a:lnTo>
                        <a:pt x="230" y="171"/>
                      </a:lnTo>
                      <a:lnTo>
                        <a:pt x="230" y="165"/>
                      </a:lnTo>
                      <a:lnTo>
                        <a:pt x="226" y="162"/>
                      </a:lnTo>
                      <a:lnTo>
                        <a:pt x="224" y="162"/>
                      </a:lnTo>
                      <a:lnTo>
                        <a:pt x="219" y="165"/>
                      </a:lnTo>
                      <a:lnTo>
                        <a:pt x="215" y="159"/>
                      </a:lnTo>
                      <a:lnTo>
                        <a:pt x="202" y="148"/>
                      </a:lnTo>
                      <a:lnTo>
                        <a:pt x="190" y="146"/>
                      </a:lnTo>
                      <a:lnTo>
                        <a:pt x="183" y="130"/>
                      </a:lnTo>
                      <a:lnTo>
                        <a:pt x="178" y="124"/>
                      </a:lnTo>
                      <a:lnTo>
                        <a:pt x="181" y="117"/>
                      </a:lnTo>
                      <a:lnTo>
                        <a:pt x="178" y="104"/>
                      </a:lnTo>
                      <a:lnTo>
                        <a:pt x="173" y="108"/>
                      </a:lnTo>
                      <a:lnTo>
                        <a:pt x="162" y="68"/>
                      </a:lnTo>
                      <a:lnTo>
                        <a:pt x="156" y="52"/>
                      </a:lnTo>
                      <a:lnTo>
                        <a:pt x="154" y="40"/>
                      </a:lnTo>
                      <a:lnTo>
                        <a:pt x="149" y="49"/>
                      </a:lnTo>
                      <a:lnTo>
                        <a:pt x="155" y="63"/>
                      </a:lnTo>
                      <a:lnTo>
                        <a:pt x="154" y="67"/>
                      </a:lnTo>
                      <a:lnTo>
                        <a:pt x="150" y="63"/>
                      </a:lnTo>
                      <a:lnTo>
                        <a:pt x="155" y="81"/>
                      </a:lnTo>
                      <a:lnTo>
                        <a:pt x="155" y="85"/>
                      </a:lnTo>
                      <a:lnTo>
                        <a:pt x="163" y="105"/>
                      </a:lnTo>
                      <a:lnTo>
                        <a:pt x="166" y="126"/>
                      </a:lnTo>
                      <a:lnTo>
                        <a:pt x="172" y="142"/>
                      </a:lnTo>
                      <a:lnTo>
                        <a:pt x="173" y="149"/>
                      </a:lnTo>
                      <a:lnTo>
                        <a:pt x="168" y="160"/>
                      </a:lnTo>
                      <a:lnTo>
                        <a:pt x="166" y="165"/>
                      </a:lnTo>
                      <a:lnTo>
                        <a:pt x="157" y="163"/>
                      </a:lnTo>
                      <a:lnTo>
                        <a:pt x="152" y="142"/>
                      </a:lnTo>
                      <a:lnTo>
                        <a:pt x="147" y="136"/>
                      </a:lnTo>
                      <a:lnTo>
                        <a:pt x="146" y="147"/>
                      </a:lnTo>
                      <a:lnTo>
                        <a:pt x="129" y="146"/>
                      </a:lnTo>
                      <a:lnTo>
                        <a:pt x="129" y="128"/>
                      </a:lnTo>
                      <a:lnTo>
                        <a:pt x="133" y="127"/>
                      </a:lnTo>
                      <a:lnTo>
                        <a:pt x="127" y="122"/>
                      </a:lnTo>
                      <a:lnTo>
                        <a:pt x="120" y="110"/>
                      </a:lnTo>
                      <a:lnTo>
                        <a:pt x="120" y="100"/>
                      </a:lnTo>
                      <a:lnTo>
                        <a:pt x="123" y="98"/>
                      </a:lnTo>
                      <a:lnTo>
                        <a:pt x="117" y="90"/>
                      </a:lnTo>
                      <a:lnTo>
                        <a:pt x="113" y="92"/>
                      </a:lnTo>
                      <a:lnTo>
                        <a:pt x="112" y="104"/>
                      </a:lnTo>
                      <a:lnTo>
                        <a:pt x="106" y="106"/>
                      </a:lnTo>
                      <a:lnTo>
                        <a:pt x="98" y="100"/>
                      </a:lnTo>
                      <a:lnTo>
                        <a:pt x="90" y="85"/>
                      </a:lnTo>
                      <a:lnTo>
                        <a:pt x="86" y="84"/>
                      </a:lnTo>
                      <a:lnTo>
                        <a:pt x="87" y="90"/>
                      </a:lnTo>
                      <a:lnTo>
                        <a:pt x="85" y="93"/>
                      </a:lnTo>
                      <a:lnTo>
                        <a:pt x="77" y="88"/>
                      </a:lnTo>
                      <a:lnTo>
                        <a:pt x="71" y="82"/>
                      </a:lnTo>
                      <a:lnTo>
                        <a:pt x="75" y="88"/>
                      </a:lnTo>
                      <a:lnTo>
                        <a:pt x="73" y="92"/>
                      </a:lnTo>
                      <a:lnTo>
                        <a:pt x="66" y="93"/>
                      </a:lnTo>
                      <a:lnTo>
                        <a:pt x="66" y="94"/>
                      </a:lnTo>
                      <a:lnTo>
                        <a:pt x="77" y="95"/>
                      </a:lnTo>
                      <a:lnTo>
                        <a:pt x="86" y="101"/>
                      </a:lnTo>
                      <a:lnTo>
                        <a:pt x="88" y="106"/>
                      </a:lnTo>
                      <a:lnTo>
                        <a:pt x="87" y="108"/>
                      </a:lnTo>
                      <a:lnTo>
                        <a:pt x="98" y="115"/>
                      </a:lnTo>
                      <a:lnTo>
                        <a:pt x="98" y="121"/>
                      </a:lnTo>
                      <a:lnTo>
                        <a:pt x="101" y="122"/>
                      </a:lnTo>
                      <a:lnTo>
                        <a:pt x="103" y="121"/>
                      </a:lnTo>
                      <a:lnTo>
                        <a:pt x="108" y="121"/>
                      </a:lnTo>
                      <a:lnTo>
                        <a:pt x="116" y="135"/>
                      </a:lnTo>
                      <a:lnTo>
                        <a:pt x="117" y="141"/>
                      </a:lnTo>
                      <a:lnTo>
                        <a:pt x="116" y="148"/>
                      </a:lnTo>
                      <a:lnTo>
                        <a:pt x="108" y="153"/>
                      </a:lnTo>
                      <a:lnTo>
                        <a:pt x="98" y="154"/>
                      </a:lnTo>
                      <a:lnTo>
                        <a:pt x="96" y="148"/>
                      </a:lnTo>
                      <a:lnTo>
                        <a:pt x="97" y="149"/>
                      </a:lnTo>
                      <a:lnTo>
                        <a:pt x="97" y="158"/>
                      </a:lnTo>
                      <a:lnTo>
                        <a:pt x="86" y="162"/>
                      </a:lnTo>
                      <a:lnTo>
                        <a:pt x="66" y="144"/>
                      </a:lnTo>
                      <a:lnTo>
                        <a:pt x="54" y="141"/>
                      </a:lnTo>
                      <a:lnTo>
                        <a:pt x="48" y="135"/>
                      </a:lnTo>
                      <a:lnTo>
                        <a:pt x="41" y="130"/>
                      </a:lnTo>
                      <a:lnTo>
                        <a:pt x="33" y="127"/>
                      </a:lnTo>
                      <a:lnTo>
                        <a:pt x="38" y="115"/>
                      </a:lnTo>
                      <a:lnTo>
                        <a:pt x="33" y="114"/>
                      </a:lnTo>
                      <a:lnTo>
                        <a:pt x="27" y="116"/>
                      </a:lnTo>
                      <a:lnTo>
                        <a:pt x="17" y="105"/>
                      </a:lnTo>
                      <a:lnTo>
                        <a:pt x="1" y="82"/>
                      </a:lnTo>
                      <a:lnTo>
                        <a:pt x="0" y="73"/>
                      </a:lnTo>
                      <a:lnTo>
                        <a:pt x="3" y="66"/>
                      </a:lnTo>
                      <a:lnTo>
                        <a:pt x="5" y="47"/>
                      </a:lnTo>
                      <a:lnTo>
                        <a:pt x="10" y="4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grpSp>
            <p:nvGrpSpPr>
              <p:cNvPr id="2292" name="Google Shape;2292;p5">
                <a:extLst>
                  <a:ext uri="{FF2B5EF4-FFF2-40B4-BE49-F238E27FC236}">
                    <a16:creationId xmlns:a16="http://schemas.microsoft.com/office/drawing/2014/main" id="{2B0AEC15-ADF4-F793-60BE-251EA20258D9}"/>
                  </a:ext>
                </a:extLst>
              </p:cNvPr>
              <p:cNvGrpSpPr/>
              <p:nvPr/>
            </p:nvGrpSpPr>
            <p:grpSpPr>
              <a:xfrm>
                <a:off x="1149" y="1865"/>
                <a:ext cx="635" cy="339"/>
                <a:chOff x="1149" y="1865"/>
                <a:chExt cx="635" cy="339"/>
              </a:xfrm>
              <a:grpFill/>
            </p:grpSpPr>
            <p:sp>
              <p:nvSpPr>
                <p:cNvPr id="2293" name="Google Shape;2293;p5">
                  <a:extLst>
                    <a:ext uri="{FF2B5EF4-FFF2-40B4-BE49-F238E27FC236}">
                      <a16:creationId xmlns:a16="http://schemas.microsoft.com/office/drawing/2014/main" id="{0FA00031-7E1E-A02A-922E-1A75A238E07C}"/>
                    </a:ext>
                  </a:extLst>
                </p:cNvPr>
                <p:cNvSpPr/>
                <p:nvPr/>
              </p:nvSpPr>
              <p:spPr>
                <a:xfrm>
                  <a:off x="1782" y="1939"/>
                  <a:ext cx="2" cy="3"/>
                </a:xfrm>
                <a:custGeom>
                  <a:avLst/>
                  <a:gdLst/>
                  <a:ahLst/>
                  <a:cxnLst/>
                  <a:rect l="l" t="t" r="r" b="b"/>
                  <a:pathLst>
                    <a:path w="10" h="15" extrusionOk="0">
                      <a:moveTo>
                        <a:pt x="5" y="0"/>
                      </a:moveTo>
                      <a:lnTo>
                        <a:pt x="2" y="3"/>
                      </a:lnTo>
                      <a:lnTo>
                        <a:pt x="1" y="10"/>
                      </a:lnTo>
                      <a:lnTo>
                        <a:pt x="0" y="15"/>
                      </a:lnTo>
                      <a:lnTo>
                        <a:pt x="5" y="10"/>
                      </a:lnTo>
                      <a:lnTo>
                        <a:pt x="8" y="10"/>
                      </a:lnTo>
                      <a:lnTo>
                        <a:pt x="8" y="6"/>
                      </a:lnTo>
                      <a:lnTo>
                        <a:pt x="10" y="1"/>
                      </a:lnTo>
                      <a:lnTo>
                        <a:pt x="5"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94" name="Google Shape;2294;p5">
                  <a:extLst>
                    <a:ext uri="{FF2B5EF4-FFF2-40B4-BE49-F238E27FC236}">
                      <a16:creationId xmlns:a16="http://schemas.microsoft.com/office/drawing/2014/main" id="{E68D341E-EBBF-3FB7-528D-21BBCD69C7DE}"/>
                    </a:ext>
                  </a:extLst>
                </p:cNvPr>
                <p:cNvSpPr/>
                <p:nvPr/>
              </p:nvSpPr>
              <p:spPr>
                <a:xfrm>
                  <a:off x="1782" y="1939"/>
                  <a:ext cx="2" cy="3"/>
                </a:xfrm>
                <a:custGeom>
                  <a:avLst/>
                  <a:gdLst/>
                  <a:ahLst/>
                  <a:cxnLst/>
                  <a:rect l="l" t="t" r="r" b="b"/>
                  <a:pathLst>
                    <a:path w="10" h="15" extrusionOk="0">
                      <a:moveTo>
                        <a:pt x="5" y="0"/>
                      </a:moveTo>
                      <a:lnTo>
                        <a:pt x="2" y="3"/>
                      </a:lnTo>
                      <a:lnTo>
                        <a:pt x="1" y="10"/>
                      </a:lnTo>
                      <a:lnTo>
                        <a:pt x="0" y="15"/>
                      </a:lnTo>
                      <a:lnTo>
                        <a:pt x="5" y="10"/>
                      </a:lnTo>
                      <a:lnTo>
                        <a:pt x="8" y="10"/>
                      </a:lnTo>
                      <a:lnTo>
                        <a:pt x="8" y="6"/>
                      </a:lnTo>
                      <a:lnTo>
                        <a:pt x="10" y="1"/>
                      </a:lnTo>
                      <a:lnTo>
                        <a:pt x="5"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95" name="Google Shape;2295;p5">
                  <a:extLst>
                    <a:ext uri="{FF2B5EF4-FFF2-40B4-BE49-F238E27FC236}">
                      <a16:creationId xmlns:a16="http://schemas.microsoft.com/office/drawing/2014/main" id="{E75189F6-7BB4-C635-F420-F92ECD90AA6B}"/>
                    </a:ext>
                  </a:extLst>
                </p:cNvPr>
                <p:cNvSpPr/>
                <p:nvPr/>
              </p:nvSpPr>
              <p:spPr>
                <a:xfrm>
                  <a:off x="1671" y="2027"/>
                  <a:ext cx="1" cy="1"/>
                </a:xfrm>
                <a:custGeom>
                  <a:avLst/>
                  <a:gdLst/>
                  <a:ahLst/>
                  <a:cxnLst/>
                  <a:rect l="l" t="t" r="r" b="b"/>
                  <a:pathLst>
                    <a:path w="120000" h="3" extrusionOk="0">
                      <a:moveTo>
                        <a:pt x="0" y="3"/>
                      </a:moveTo>
                      <a:lnTo>
                        <a:pt x="0" y="0"/>
                      </a:lnTo>
                      <a:lnTo>
                        <a:pt x="0" y="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96" name="Google Shape;2296;p5">
                  <a:extLst>
                    <a:ext uri="{FF2B5EF4-FFF2-40B4-BE49-F238E27FC236}">
                      <a16:creationId xmlns:a16="http://schemas.microsoft.com/office/drawing/2014/main" id="{FEC30A35-9490-5680-5CD5-6582CE15706B}"/>
                    </a:ext>
                  </a:extLst>
                </p:cNvPr>
                <p:cNvSpPr/>
                <p:nvPr/>
              </p:nvSpPr>
              <p:spPr>
                <a:xfrm>
                  <a:off x="1670" y="2025"/>
                  <a:ext cx="1" cy="1"/>
                </a:xfrm>
                <a:custGeom>
                  <a:avLst/>
                  <a:gdLst/>
                  <a:ahLst/>
                  <a:cxnLst/>
                  <a:rect l="l" t="t" r="r" b="b"/>
                  <a:pathLst>
                    <a:path w="5" h="6" extrusionOk="0">
                      <a:moveTo>
                        <a:pt x="3" y="2"/>
                      </a:moveTo>
                      <a:lnTo>
                        <a:pt x="0" y="0"/>
                      </a:lnTo>
                      <a:lnTo>
                        <a:pt x="3" y="2"/>
                      </a:lnTo>
                      <a:lnTo>
                        <a:pt x="5" y="6"/>
                      </a:lnTo>
                      <a:lnTo>
                        <a:pt x="3" y="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297" name="Google Shape;2297;p5">
                  <a:extLst>
                    <a:ext uri="{FF2B5EF4-FFF2-40B4-BE49-F238E27FC236}">
                      <a16:creationId xmlns:a16="http://schemas.microsoft.com/office/drawing/2014/main" id="{C10D5D38-A2CD-9EB6-0883-5217BD7ABEE1}"/>
                    </a:ext>
                  </a:extLst>
                </p:cNvPr>
                <p:cNvSpPr/>
                <p:nvPr/>
              </p:nvSpPr>
              <p:spPr>
                <a:xfrm>
                  <a:off x="1149" y="1865"/>
                  <a:ext cx="633" cy="339"/>
                </a:xfrm>
                <a:custGeom>
                  <a:avLst/>
                  <a:gdLst/>
                  <a:ahLst/>
                  <a:cxnLst/>
                  <a:rect l="l" t="t" r="r" b="b"/>
                  <a:pathLst>
                    <a:path w="3166" h="1693" extrusionOk="0">
                      <a:moveTo>
                        <a:pt x="3165" y="365"/>
                      </a:moveTo>
                      <a:lnTo>
                        <a:pt x="3158" y="364"/>
                      </a:lnTo>
                      <a:lnTo>
                        <a:pt x="3160" y="361"/>
                      </a:lnTo>
                      <a:lnTo>
                        <a:pt x="3162" y="355"/>
                      </a:lnTo>
                      <a:lnTo>
                        <a:pt x="3162" y="344"/>
                      </a:lnTo>
                      <a:lnTo>
                        <a:pt x="3161" y="339"/>
                      </a:lnTo>
                      <a:lnTo>
                        <a:pt x="3160" y="343"/>
                      </a:lnTo>
                      <a:lnTo>
                        <a:pt x="3155" y="343"/>
                      </a:lnTo>
                      <a:lnTo>
                        <a:pt x="3146" y="342"/>
                      </a:lnTo>
                      <a:lnTo>
                        <a:pt x="3138" y="335"/>
                      </a:lnTo>
                      <a:lnTo>
                        <a:pt x="3135" y="330"/>
                      </a:lnTo>
                      <a:lnTo>
                        <a:pt x="3134" y="326"/>
                      </a:lnTo>
                      <a:lnTo>
                        <a:pt x="3134" y="310"/>
                      </a:lnTo>
                      <a:lnTo>
                        <a:pt x="3119" y="302"/>
                      </a:lnTo>
                      <a:lnTo>
                        <a:pt x="3119" y="246"/>
                      </a:lnTo>
                      <a:lnTo>
                        <a:pt x="3119" y="195"/>
                      </a:lnTo>
                      <a:lnTo>
                        <a:pt x="3093" y="170"/>
                      </a:lnTo>
                      <a:lnTo>
                        <a:pt x="3086" y="170"/>
                      </a:lnTo>
                      <a:lnTo>
                        <a:pt x="3079" y="181"/>
                      </a:lnTo>
                      <a:lnTo>
                        <a:pt x="3061" y="184"/>
                      </a:lnTo>
                      <a:lnTo>
                        <a:pt x="3049" y="179"/>
                      </a:lnTo>
                      <a:lnTo>
                        <a:pt x="3047" y="176"/>
                      </a:lnTo>
                      <a:lnTo>
                        <a:pt x="3044" y="170"/>
                      </a:lnTo>
                      <a:lnTo>
                        <a:pt x="3037" y="163"/>
                      </a:lnTo>
                      <a:lnTo>
                        <a:pt x="3031" y="162"/>
                      </a:lnTo>
                      <a:lnTo>
                        <a:pt x="3025" y="166"/>
                      </a:lnTo>
                      <a:lnTo>
                        <a:pt x="2998" y="211"/>
                      </a:lnTo>
                      <a:lnTo>
                        <a:pt x="2994" y="235"/>
                      </a:lnTo>
                      <a:lnTo>
                        <a:pt x="2988" y="247"/>
                      </a:lnTo>
                      <a:lnTo>
                        <a:pt x="2987" y="253"/>
                      </a:lnTo>
                      <a:lnTo>
                        <a:pt x="2982" y="262"/>
                      </a:lnTo>
                      <a:lnTo>
                        <a:pt x="2979" y="269"/>
                      </a:lnTo>
                      <a:lnTo>
                        <a:pt x="2975" y="305"/>
                      </a:lnTo>
                      <a:lnTo>
                        <a:pt x="2974" y="307"/>
                      </a:lnTo>
                      <a:lnTo>
                        <a:pt x="2967" y="312"/>
                      </a:lnTo>
                      <a:lnTo>
                        <a:pt x="2964" y="317"/>
                      </a:lnTo>
                      <a:lnTo>
                        <a:pt x="2963" y="322"/>
                      </a:lnTo>
                      <a:lnTo>
                        <a:pt x="2964" y="328"/>
                      </a:lnTo>
                      <a:lnTo>
                        <a:pt x="2964" y="330"/>
                      </a:lnTo>
                      <a:lnTo>
                        <a:pt x="2957" y="327"/>
                      </a:lnTo>
                      <a:lnTo>
                        <a:pt x="2956" y="328"/>
                      </a:lnTo>
                      <a:lnTo>
                        <a:pt x="2956" y="334"/>
                      </a:lnTo>
                      <a:lnTo>
                        <a:pt x="2945" y="330"/>
                      </a:lnTo>
                      <a:lnTo>
                        <a:pt x="2936" y="333"/>
                      </a:lnTo>
                      <a:lnTo>
                        <a:pt x="2934" y="335"/>
                      </a:lnTo>
                      <a:lnTo>
                        <a:pt x="2921" y="337"/>
                      </a:lnTo>
                      <a:lnTo>
                        <a:pt x="2918" y="340"/>
                      </a:lnTo>
                      <a:lnTo>
                        <a:pt x="2912" y="356"/>
                      </a:lnTo>
                      <a:lnTo>
                        <a:pt x="2910" y="356"/>
                      </a:lnTo>
                      <a:lnTo>
                        <a:pt x="2812" y="356"/>
                      </a:lnTo>
                      <a:lnTo>
                        <a:pt x="2737" y="356"/>
                      </a:lnTo>
                      <a:lnTo>
                        <a:pt x="2722" y="356"/>
                      </a:lnTo>
                      <a:lnTo>
                        <a:pt x="2706" y="371"/>
                      </a:lnTo>
                      <a:lnTo>
                        <a:pt x="2687" y="382"/>
                      </a:lnTo>
                      <a:lnTo>
                        <a:pt x="2684" y="387"/>
                      </a:lnTo>
                      <a:lnTo>
                        <a:pt x="2683" y="388"/>
                      </a:lnTo>
                      <a:lnTo>
                        <a:pt x="2682" y="394"/>
                      </a:lnTo>
                      <a:lnTo>
                        <a:pt x="2676" y="404"/>
                      </a:lnTo>
                      <a:lnTo>
                        <a:pt x="2655" y="418"/>
                      </a:lnTo>
                      <a:lnTo>
                        <a:pt x="2651" y="423"/>
                      </a:lnTo>
                      <a:lnTo>
                        <a:pt x="2652" y="428"/>
                      </a:lnTo>
                      <a:lnTo>
                        <a:pt x="2660" y="428"/>
                      </a:lnTo>
                      <a:lnTo>
                        <a:pt x="2663" y="431"/>
                      </a:lnTo>
                      <a:lnTo>
                        <a:pt x="2662" y="436"/>
                      </a:lnTo>
                      <a:lnTo>
                        <a:pt x="2659" y="439"/>
                      </a:lnTo>
                      <a:lnTo>
                        <a:pt x="2655" y="437"/>
                      </a:lnTo>
                      <a:lnTo>
                        <a:pt x="2654" y="440"/>
                      </a:lnTo>
                      <a:lnTo>
                        <a:pt x="2655" y="442"/>
                      </a:lnTo>
                      <a:lnTo>
                        <a:pt x="2660" y="448"/>
                      </a:lnTo>
                      <a:lnTo>
                        <a:pt x="2661" y="458"/>
                      </a:lnTo>
                      <a:lnTo>
                        <a:pt x="2660" y="466"/>
                      </a:lnTo>
                      <a:lnTo>
                        <a:pt x="2643" y="468"/>
                      </a:lnTo>
                      <a:lnTo>
                        <a:pt x="2627" y="480"/>
                      </a:lnTo>
                      <a:lnTo>
                        <a:pt x="2617" y="484"/>
                      </a:lnTo>
                      <a:lnTo>
                        <a:pt x="2597" y="484"/>
                      </a:lnTo>
                      <a:lnTo>
                        <a:pt x="2593" y="483"/>
                      </a:lnTo>
                      <a:lnTo>
                        <a:pt x="2582" y="486"/>
                      </a:lnTo>
                      <a:lnTo>
                        <a:pt x="2575" y="480"/>
                      </a:lnTo>
                      <a:lnTo>
                        <a:pt x="2560" y="477"/>
                      </a:lnTo>
                      <a:lnTo>
                        <a:pt x="2553" y="477"/>
                      </a:lnTo>
                      <a:lnTo>
                        <a:pt x="2532" y="479"/>
                      </a:lnTo>
                      <a:lnTo>
                        <a:pt x="2511" y="484"/>
                      </a:lnTo>
                      <a:lnTo>
                        <a:pt x="2501" y="489"/>
                      </a:lnTo>
                      <a:lnTo>
                        <a:pt x="2504" y="499"/>
                      </a:lnTo>
                      <a:lnTo>
                        <a:pt x="2509" y="506"/>
                      </a:lnTo>
                      <a:lnTo>
                        <a:pt x="2511" y="518"/>
                      </a:lnTo>
                      <a:lnTo>
                        <a:pt x="2499" y="531"/>
                      </a:lnTo>
                      <a:lnTo>
                        <a:pt x="2495" y="536"/>
                      </a:lnTo>
                      <a:lnTo>
                        <a:pt x="2491" y="538"/>
                      </a:lnTo>
                      <a:lnTo>
                        <a:pt x="2488" y="539"/>
                      </a:lnTo>
                      <a:lnTo>
                        <a:pt x="2478" y="549"/>
                      </a:lnTo>
                      <a:lnTo>
                        <a:pt x="2461" y="560"/>
                      </a:lnTo>
                      <a:lnTo>
                        <a:pt x="2452" y="566"/>
                      </a:lnTo>
                      <a:lnTo>
                        <a:pt x="2441" y="568"/>
                      </a:lnTo>
                      <a:lnTo>
                        <a:pt x="2432" y="575"/>
                      </a:lnTo>
                      <a:lnTo>
                        <a:pt x="2419" y="582"/>
                      </a:lnTo>
                      <a:lnTo>
                        <a:pt x="2404" y="585"/>
                      </a:lnTo>
                      <a:lnTo>
                        <a:pt x="2386" y="593"/>
                      </a:lnTo>
                      <a:lnTo>
                        <a:pt x="2350" y="614"/>
                      </a:lnTo>
                      <a:lnTo>
                        <a:pt x="2334" y="614"/>
                      </a:lnTo>
                      <a:lnTo>
                        <a:pt x="2316" y="620"/>
                      </a:lnTo>
                      <a:lnTo>
                        <a:pt x="2296" y="618"/>
                      </a:lnTo>
                      <a:lnTo>
                        <a:pt x="2294" y="614"/>
                      </a:lnTo>
                      <a:lnTo>
                        <a:pt x="2286" y="614"/>
                      </a:lnTo>
                      <a:lnTo>
                        <a:pt x="2281" y="613"/>
                      </a:lnTo>
                      <a:lnTo>
                        <a:pt x="2274" y="607"/>
                      </a:lnTo>
                      <a:lnTo>
                        <a:pt x="2259" y="602"/>
                      </a:lnTo>
                      <a:lnTo>
                        <a:pt x="2264" y="595"/>
                      </a:lnTo>
                      <a:lnTo>
                        <a:pt x="2278" y="581"/>
                      </a:lnTo>
                      <a:lnTo>
                        <a:pt x="2278" y="570"/>
                      </a:lnTo>
                      <a:lnTo>
                        <a:pt x="2283" y="558"/>
                      </a:lnTo>
                      <a:lnTo>
                        <a:pt x="2289" y="553"/>
                      </a:lnTo>
                      <a:lnTo>
                        <a:pt x="2289" y="545"/>
                      </a:lnTo>
                      <a:lnTo>
                        <a:pt x="2290" y="541"/>
                      </a:lnTo>
                      <a:lnTo>
                        <a:pt x="2296" y="534"/>
                      </a:lnTo>
                      <a:lnTo>
                        <a:pt x="2308" y="534"/>
                      </a:lnTo>
                      <a:lnTo>
                        <a:pt x="2308" y="534"/>
                      </a:lnTo>
                      <a:lnTo>
                        <a:pt x="2316" y="507"/>
                      </a:lnTo>
                      <a:lnTo>
                        <a:pt x="2316" y="500"/>
                      </a:lnTo>
                      <a:lnTo>
                        <a:pt x="2315" y="502"/>
                      </a:lnTo>
                      <a:lnTo>
                        <a:pt x="2312" y="496"/>
                      </a:lnTo>
                      <a:lnTo>
                        <a:pt x="2308" y="489"/>
                      </a:lnTo>
                      <a:lnTo>
                        <a:pt x="2306" y="467"/>
                      </a:lnTo>
                      <a:lnTo>
                        <a:pt x="2305" y="456"/>
                      </a:lnTo>
                      <a:lnTo>
                        <a:pt x="2301" y="445"/>
                      </a:lnTo>
                      <a:lnTo>
                        <a:pt x="2289" y="425"/>
                      </a:lnTo>
                      <a:lnTo>
                        <a:pt x="2280" y="426"/>
                      </a:lnTo>
                      <a:lnTo>
                        <a:pt x="2263" y="434"/>
                      </a:lnTo>
                      <a:lnTo>
                        <a:pt x="2262" y="435"/>
                      </a:lnTo>
                      <a:lnTo>
                        <a:pt x="2256" y="451"/>
                      </a:lnTo>
                      <a:lnTo>
                        <a:pt x="2248" y="456"/>
                      </a:lnTo>
                      <a:lnTo>
                        <a:pt x="2242" y="458"/>
                      </a:lnTo>
                      <a:lnTo>
                        <a:pt x="2235" y="456"/>
                      </a:lnTo>
                      <a:lnTo>
                        <a:pt x="2232" y="451"/>
                      </a:lnTo>
                      <a:lnTo>
                        <a:pt x="2235" y="442"/>
                      </a:lnTo>
                      <a:lnTo>
                        <a:pt x="2240" y="432"/>
                      </a:lnTo>
                      <a:lnTo>
                        <a:pt x="2254" y="421"/>
                      </a:lnTo>
                      <a:lnTo>
                        <a:pt x="2258" y="412"/>
                      </a:lnTo>
                      <a:lnTo>
                        <a:pt x="2264" y="404"/>
                      </a:lnTo>
                      <a:lnTo>
                        <a:pt x="2267" y="398"/>
                      </a:lnTo>
                      <a:lnTo>
                        <a:pt x="2267" y="388"/>
                      </a:lnTo>
                      <a:lnTo>
                        <a:pt x="2263" y="367"/>
                      </a:lnTo>
                      <a:lnTo>
                        <a:pt x="2259" y="360"/>
                      </a:lnTo>
                      <a:lnTo>
                        <a:pt x="2259" y="353"/>
                      </a:lnTo>
                      <a:lnTo>
                        <a:pt x="2262" y="349"/>
                      </a:lnTo>
                      <a:lnTo>
                        <a:pt x="2263" y="348"/>
                      </a:lnTo>
                      <a:lnTo>
                        <a:pt x="2257" y="334"/>
                      </a:lnTo>
                      <a:lnTo>
                        <a:pt x="2251" y="328"/>
                      </a:lnTo>
                      <a:lnTo>
                        <a:pt x="2235" y="323"/>
                      </a:lnTo>
                      <a:lnTo>
                        <a:pt x="2229" y="318"/>
                      </a:lnTo>
                      <a:lnTo>
                        <a:pt x="2225" y="316"/>
                      </a:lnTo>
                      <a:lnTo>
                        <a:pt x="2211" y="306"/>
                      </a:lnTo>
                      <a:lnTo>
                        <a:pt x="2206" y="303"/>
                      </a:lnTo>
                      <a:lnTo>
                        <a:pt x="2199" y="305"/>
                      </a:lnTo>
                      <a:lnTo>
                        <a:pt x="2198" y="302"/>
                      </a:lnTo>
                      <a:lnTo>
                        <a:pt x="2186" y="299"/>
                      </a:lnTo>
                      <a:lnTo>
                        <a:pt x="2175" y="300"/>
                      </a:lnTo>
                      <a:lnTo>
                        <a:pt x="2170" y="307"/>
                      </a:lnTo>
                      <a:lnTo>
                        <a:pt x="2170" y="312"/>
                      </a:lnTo>
                      <a:lnTo>
                        <a:pt x="2171" y="318"/>
                      </a:lnTo>
                      <a:lnTo>
                        <a:pt x="2176" y="324"/>
                      </a:lnTo>
                      <a:lnTo>
                        <a:pt x="2173" y="327"/>
                      </a:lnTo>
                      <a:lnTo>
                        <a:pt x="2160" y="333"/>
                      </a:lnTo>
                      <a:lnTo>
                        <a:pt x="2151" y="334"/>
                      </a:lnTo>
                      <a:lnTo>
                        <a:pt x="2150" y="349"/>
                      </a:lnTo>
                      <a:lnTo>
                        <a:pt x="2149" y="360"/>
                      </a:lnTo>
                      <a:lnTo>
                        <a:pt x="2144" y="361"/>
                      </a:lnTo>
                      <a:lnTo>
                        <a:pt x="2140" y="367"/>
                      </a:lnTo>
                      <a:lnTo>
                        <a:pt x="2139" y="364"/>
                      </a:lnTo>
                      <a:lnTo>
                        <a:pt x="2138" y="351"/>
                      </a:lnTo>
                      <a:lnTo>
                        <a:pt x="2135" y="345"/>
                      </a:lnTo>
                      <a:lnTo>
                        <a:pt x="2130" y="349"/>
                      </a:lnTo>
                      <a:lnTo>
                        <a:pt x="2125" y="355"/>
                      </a:lnTo>
                      <a:lnTo>
                        <a:pt x="2112" y="362"/>
                      </a:lnTo>
                      <a:lnTo>
                        <a:pt x="2109" y="372"/>
                      </a:lnTo>
                      <a:lnTo>
                        <a:pt x="2104" y="378"/>
                      </a:lnTo>
                      <a:lnTo>
                        <a:pt x="2104" y="389"/>
                      </a:lnTo>
                      <a:lnTo>
                        <a:pt x="2103" y="396"/>
                      </a:lnTo>
                      <a:lnTo>
                        <a:pt x="2102" y="408"/>
                      </a:lnTo>
                      <a:lnTo>
                        <a:pt x="2103" y="412"/>
                      </a:lnTo>
                      <a:lnTo>
                        <a:pt x="2097" y="416"/>
                      </a:lnTo>
                      <a:lnTo>
                        <a:pt x="2095" y="435"/>
                      </a:lnTo>
                      <a:lnTo>
                        <a:pt x="2090" y="457"/>
                      </a:lnTo>
                      <a:lnTo>
                        <a:pt x="2097" y="480"/>
                      </a:lnTo>
                      <a:lnTo>
                        <a:pt x="2103" y="490"/>
                      </a:lnTo>
                      <a:lnTo>
                        <a:pt x="2106" y="499"/>
                      </a:lnTo>
                      <a:lnTo>
                        <a:pt x="2104" y="533"/>
                      </a:lnTo>
                      <a:lnTo>
                        <a:pt x="2095" y="559"/>
                      </a:lnTo>
                      <a:lnTo>
                        <a:pt x="2084" y="580"/>
                      </a:lnTo>
                      <a:lnTo>
                        <a:pt x="2081" y="588"/>
                      </a:lnTo>
                      <a:lnTo>
                        <a:pt x="2068" y="597"/>
                      </a:lnTo>
                      <a:lnTo>
                        <a:pt x="2054" y="606"/>
                      </a:lnTo>
                      <a:lnTo>
                        <a:pt x="2046" y="606"/>
                      </a:lnTo>
                      <a:lnTo>
                        <a:pt x="2039" y="602"/>
                      </a:lnTo>
                      <a:lnTo>
                        <a:pt x="2034" y="601"/>
                      </a:lnTo>
                      <a:lnTo>
                        <a:pt x="2032" y="595"/>
                      </a:lnTo>
                      <a:lnTo>
                        <a:pt x="2028" y="582"/>
                      </a:lnTo>
                      <a:lnTo>
                        <a:pt x="2020" y="560"/>
                      </a:lnTo>
                      <a:lnTo>
                        <a:pt x="2020" y="545"/>
                      </a:lnTo>
                      <a:lnTo>
                        <a:pt x="2020" y="533"/>
                      </a:lnTo>
                      <a:lnTo>
                        <a:pt x="2020" y="525"/>
                      </a:lnTo>
                      <a:lnTo>
                        <a:pt x="2016" y="506"/>
                      </a:lnTo>
                      <a:lnTo>
                        <a:pt x="2015" y="490"/>
                      </a:lnTo>
                      <a:lnTo>
                        <a:pt x="2018" y="477"/>
                      </a:lnTo>
                      <a:lnTo>
                        <a:pt x="2027" y="456"/>
                      </a:lnTo>
                      <a:lnTo>
                        <a:pt x="2027" y="442"/>
                      </a:lnTo>
                      <a:lnTo>
                        <a:pt x="2030" y="432"/>
                      </a:lnTo>
                      <a:lnTo>
                        <a:pt x="2036" y="413"/>
                      </a:lnTo>
                      <a:lnTo>
                        <a:pt x="2036" y="404"/>
                      </a:lnTo>
                      <a:lnTo>
                        <a:pt x="2038" y="391"/>
                      </a:lnTo>
                      <a:lnTo>
                        <a:pt x="2043" y="378"/>
                      </a:lnTo>
                      <a:lnTo>
                        <a:pt x="2053" y="362"/>
                      </a:lnTo>
                      <a:lnTo>
                        <a:pt x="2060" y="344"/>
                      </a:lnTo>
                      <a:lnTo>
                        <a:pt x="2058" y="334"/>
                      </a:lnTo>
                      <a:lnTo>
                        <a:pt x="2044" y="350"/>
                      </a:lnTo>
                      <a:lnTo>
                        <a:pt x="2043" y="359"/>
                      </a:lnTo>
                      <a:lnTo>
                        <a:pt x="2041" y="367"/>
                      </a:lnTo>
                      <a:lnTo>
                        <a:pt x="2034" y="369"/>
                      </a:lnTo>
                      <a:lnTo>
                        <a:pt x="2011" y="389"/>
                      </a:lnTo>
                      <a:lnTo>
                        <a:pt x="2011" y="385"/>
                      </a:lnTo>
                      <a:lnTo>
                        <a:pt x="2018" y="369"/>
                      </a:lnTo>
                      <a:lnTo>
                        <a:pt x="2021" y="364"/>
                      </a:lnTo>
                      <a:lnTo>
                        <a:pt x="2027" y="359"/>
                      </a:lnTo>
                      <a:lnTo>
                        <a:pt x="2034" y="346"/>
                      </a:lnTo>
                      <a:lnTo>
                        <a:pt x="2057" y="308"/>
                      </a:lnTo>
                      <a:lnTo>
                        <a:pt x="2066" y="296"/>
                      </a:lnTo>
                      <a:lnTo>
                        <a:pt x="2070" y="297"/>
                      </a:lnTo>
                      <a:lnTo>
                        <a:pt x="2077" y="294"/>
                      </a:lnTo>
                      <a:lnTo>
                        <a:pt x="2085" y="287"/>
                      </a:lnTo>
                      <a:lnTo>
                        <a:pt x="2084" y="307"/>
                      </a:lnTo>
                      <a:lnTo>
                        <a:pt x="2090" y="306"/>
                      </a:lnTo>
                      <a:lnTo>
                        <a:pt x="2107" y="287"/>
                      </a:lnTo>
                      <a:lnTo>
                        <a:pt x="2120" y="284"/>
                      </a:lnTo>
                      <a:lnTo>
                        <a:pt x="2136" y="281"/>
                      </a:lnTo>
                      <a:lnTo>
                        <a:pt x="2144" y="273"/>
                      </a:lnTo>
                      <a:lnTo>
                        <a:pt x="2155" y="270"/>
                      </a:lnTo>
                      <a:lnTo>
                        <a:pt x="2167" y="274"/>
                      </a:lnTo>
                      <a:lnTo>
                        <a:pt x="2178" y="279"/>
                      </a:lnTo>
                      <a:lnTo>
                        <a:pt x="2181" y="281"/>
                      </a:lnTo>
                      <a:lnTo>
                        <a:pt x="2184" y="286"/>
                      </a:lnTo>
                      <a:lnTo>
                        <a:pt x="2193" y="286"/>
                      </a:lnTo>
                      <a:lnTo>
                        <a:pt x="2194" y="279"/>
                      </a:lnTo>
                      <a:lnTo>
                        <a:pt x="2197" y="275"/>
                      </a:lnTo>
                      <a:lnTo>
                        <a:pt x="2202" y="278"/>
                      </a:lnTo>
                      <a:lnTo>
                        <a:pt x="2205" y="284"/>
                      </a:lnTo>
                      <a:lnTo>
                        <a:pt x="2224" y="279"/>
                      </a:lnTo>
                      <a:lnTo>
                        <a:pt x="2231" y="279"/>
                      </a:lnTo>
                      <a:lnTo>
                        <a:pt x="2231" y="278"/>
                      </a:lnTo>
                      <a:lnTo>
                        <a:pt x="2230" y="275"/>
                      </a:lnTo>
                      <a:lnTo>
                        <a:pt x="2225" y="272"/>
                      </a:lnTo>
                      <a:lnTo>
                        <a:pt x="2221" y="267"/>
                      </a:lnTo>
                      <a:lnTo>
                        <a:pt x="2215" y="263"/>
                      </a:lnTo>
                      <a:lnTo>
                        <a:pt x="2215" y="252"/>
                      </a:lnTo>
                      <a:lnTo>
                        <a:pt x="2213" y="246"/>
                      </a:lnTo>
                      <a:lnTo>
                        <a:pt x="2211" y="242"/>
                      </a:lnTo>
                      <a:lnTo>
                        <a:pt x="2209" y="238"/>
                      </a:lnTo>
                      <a:lnTo>
                        <a:pt x="2202" y="238"/>
                      </a:lnTo>
                      <a:lnTo>
                        <a:pt x="2187" y="240"/>
                      </a:lnTo>
                      <a:lnTo>
                        <a:pt x="2179" y="238"/>
                      </a:lnTo>
                      <a:lnTo>
                        <a:pt x="2171" y="233"/>
                      </a:lnTo>
                      <a:lnTo>
                        <a:pt x="2171" y="222"/>
                      </a:lnTo>
                      <a:lnTo>
                        <a:pt x="2168" y="216"/>
                      </a:lnTo>
                      <a:lnTo>
                        <a:pt x="2160" y="216"/>
                      </a:lnTo>
                      <a:lnTo>
                        <a:pt x="2150" y="221"/>
                      </a:lnTo>
                      <a:lnTo>
                        <a:pt x="2141" y="224"/>
                      </a:lnTo>
                      <a:lnTo>
                        <a:pt x="2111" y="222"/>
                      </a:lnTo>
                      <a:lnTo>
                        <a:pt x="2101" y="229"/>
                      </a:lnTo>
                      <a:lnTo>
                        <a:pt x="2092" y="232"/>
                      </a:lnTo>
                      <a:lnTo>
                        <a:pt x="2085" y="240"/>
                      </a:lnTo>
                      <a:lnTo>
                        <a:pt x="2080" y="242"/>
                      </a:lnTo>
                      <a:lnTo>
                        <a:pt x="2055" y="237"/>
                      </a:lnTo>
                      <a:lnTo>
                        <a:pt x="2047" y="238"/>
                      </a:lnTo>
                      <a:lnTo>
                        <a:pt x="2036" y="227"/>
                      </a:lnTo>
                      <a:lnTo>
                        <a:pt x="2030" y="217"/>
                      </a:lnTo>
                      <a:lnTo>
                        <a:pt x="2011" y="208"/>
                      </a:lnTo>
                      <a:lnTo>
                        <a:pt x="1995" y="210"/>
                      </a:lnTo>
                      <a:lnTo>
                        <a:pt x="1990" y="209"/>
                      </a:lnTo>
                      <a:lnTo>
                        <a:pt x="1983" y="216"/>
                      </a:lnTo>
                      <a:lnTo>
                        <a:pt x="1982" y="213"/>
                      </a:lnTo>
                      <a:lnTo>
                        <a:pt x="1983" y="200"/>
                      </a:lnTo>
                      <a:lnTo>
                        <a:pt x="1988" y="194"/>
                      </a:lnTo>
                      <a:lnTo>
                        <a:pt x="1995" y="190"/>
                      </a:lnTo>
                      <a:lnTo>
                        <a:pt x="2011" y="171"/>
                      </a:lnTo>
                      <a:lnTo>
                        <a:pt x="2020" y="165"/>
                      </a:lnTo>
                      <a:lnTo>
                        <a:pt x="2021" y="160"/>
                      </a:lnTo>
                      <a:lnTo>
                        <a:pt x="2018" y="159"/>
                      </a:lnTo>
                      <a:lnTo>
                        <a:pt x="2007" y="160"/>
                      </a:lnTo>
                      <a:lnTo>
                        <a:pt x="1996" y="163"/>
                      </a:lnTo>
                      <a:lnTo>
                        <a:pt x="1985" y="170"/>
                      </a:lnTo>
                      <a:lnTo>
                        <a:pt x="1969" y="179"/>
                      </a:lnTo>
                      <a:lnTo>
                        <a:pt x="1958" y="193"/>
                      </a:lnTo>
                      <a:lnTo>
                        <a:pt x="1947" y="199"/>
                      </a:lnTo>
                      <a:lnTo>
                        <a:pt x="1936" y="208"/>
                      </a:lnTo>
                      <a:lnTo>
                        <a:pt x="1921" y="211"/>
                      </a:lnTo>
                      <a:lnTo>
                        <a:pt x="1909" y="215"/>
                      </a:lnTo>
                      <a:lnTo>
                        <a:pt x="1890" y="229"/>
                      </a:lnTo>
                      <a:lnTo>
                        <a:pt x="1877" y="230"/>
                      </a:lnTo>
                      <a:lnTo>
                        <a:pt x="1856" y="227"/>
                      </a:lnTo>
                      <a:lnTo>
                        <a:pt x="1853" y="232"/>
                      </a:lnTo>
                      <a:lnTo>
                        <a:pt x="1851" y="230"/>
                      </a:lnTo>
                      <a:lnTo>
                        <a:pt x="1854" y="219"/>
                      </a:lnTo>
                      <a:lnTo>
                        <a:pt x="1854" y="209"/>
                      </a:lnTo>
                      <a:lnTo>
                        <a:pt x="1848" y="203"/>
                      </a:lnTo>
                      <a:lnTo>
                        <a:pt x="1811" y="226"/>
                      </a:lnTo>
                      <a:lnTo>
                        <a:pt x="1799" y="229"/>
                      </a:lnTo>
                      <a:lnTo>
                        <a:pt x="1790" y="227"/>
                      </a:lnTo>
                      <a:lnTo>
                        <a:pt x="1785" y="221"/>
                      </a:lnTo>
                      <a:lnTo>
                        <a:pt x="1792" y="213"/>
                      </a:lnTo>
                      <a:lnTo>
                        <a:pt x="1831" y="179"/>
                      </a:lnTo>
                      <a:lnTo>
                        <a:pt x="1872" y="145"/>
                      </a:lnTo>
                      <a:lnTo>
                        <a:pt x="1892" y="138"/>
                      </a:lnTo>
                      <a:lnTo>
                        <a:pt x="1915" y="118"/>
                      </a:lnTo>
                      <a:lnTo>
                        <a:pt x="1910" y="118"/>
                      </a:lnTo>
                      <a:lnTo>
                        <a:pt x="1896" y="111"/>
                      </a:lnTo>
                      <a:lnTo>
                        <a:pt x="1870" y="111"/>
                      </a:lnTo>
                      <a:lnTo>
                        <a:pt x="1853" y="103"/>
                      </a:lnTo>
                      <a:lnTo>
                        <a:pt x="1844" y="104"/>
                      </a:lnTo>
                      <a:lnTo>
                        <a:pt x="1831" y="111"/>
                      </a:lnTo>
                      <a:lnTo>
                        <a:pt x="1824" y="112"/>
                      </a:lnTo>
                      <a:lnTo>
                        <a:pt x="1812" y="106"/>
                      </a:lnTo>
                      <a:lnTo>
                        <a:pt x="1805" y="96"/>
                      </a:lnTo>
                      <a:lnTo>
                        <a:pt x="1792" y="92"/>
                      </a:lnTo>
                      <a:lnTo>
                        <a:pt x="1785" y="86"/>
                      </a:lnTo>
                      <a:lnTo>
                        <a:pt x="1776" y="84"/>
                      </a:lnTo>
                      <a:lnTo>
                        <a:pt x="1772" y="81"/>
                      </a:lnTo>
                      <a:lnTo>
                        <a:pt x="1765" y="74"/>
                      </a:lnTo>
                      <a:lnTo>
                        <a:pt x="1757" y="68"/>
                      </a:lnTo>
                      <a:lnTo>
                        <a:pt x="1747" y="64"/>
                      </a:lnTo>
                      <a:lnTo>
                        <a:pt x="1721" y="63"/>
                      </a:lnTo>
                      <a:lnTo>
                        <a:pt x="1713" y="68"/>
                      </a:lnTo>
                      <a:lnTo>
                        <a:pt x="1702" y="68"/>
                      </a:lnTo>
                      <a:lnTo>
                        <a:pt x="1695" y="66"/>
                      </a:lnTo>
                      <a:lnTo>
                        <a:pt x="1695" y="64"/>
                      </a:lnTo>
                      <a:lnTo>
                        <a:pt x="1693" y="63"/>
                      </a:lnTo>
                      <a:lnTo>
                        <a:pt x="1679" y="59"/>
                      </a:lnTo>
                      <a:lnTo>
                        <a:pt x="1675" y="55"/>
                      </a:lnTo>
                      <a:lnTo>
                        <a:pt x="1665" y="58"/>
                      </a:lnTo>
                      <a:lnTo>
                        <a:pt x="1661" y="58"/>
                      </a:lnTo>
                      <a:lnTo>
                        <a:pt x="1660" y="55"/>
                      </a:lnTo>
                      <a:lnTo>
                        <a:pt x="1651" y="57"/>
                      </a:lnTo>
                      <a:lnTo>
                        <a:pt x="1643" y="34"/>
                      </a:lnTo>
                      <a:lnTo>
                        <a:pt x="1640" y="33"/>
                      </a:lnTo>
                      <a:lnTo>
                        <a:pt x="1629" y="1"/>
                      </a:lnTo>
                      <a:lnTo>
                        <a:pt x="1622" y="0"/>
                      </a:lnTo>
                      <a:lnTo>
                        <a:pt x="1617" y="0"/>
                      </a:lnTo>
                      <a:lnTo>
                        <a:pt x="1617" y="36"/>
                      </a:lnTo>
                      <a:lnTo>
                        <a:pt x="1558" y="36"/>
                      </a:lnTo>
                      <a:lnTo>
                        <a:pt x="1503" y="36"/>
                      </a:lnTo>
                      <a:lnTo>
                        <a:pt x="1503" y="36"/>
                      </a:lnTo>
                      <a:lnTo>
                        <a:pt x="1491" y="36"/>
                      </a:lnTo>
                      <a:lnTo>
                        <a:pt x="1445" y="36"/>
                      </a:lnTo>
                      <a:lnTo>
                        <a:pt x="1397" y="36"/>
                      </a:lnTo>
                      <a:lnTo>
                        <a:pt x="1344" y="36"/>
                      </a:lnTo>
                      <a:lnTo>
                        <a:pt x="1294" y="36"/>
                      </a:lnTo>
                      <a:lnTo>
                        <a:pt x="1277" y="36"/>
                      </a:lnTo>
                      <a:lnTo>
                        <a:pt x="1130" y="36"/>
                      </a:lnTo>
                      <a:lnTo>
                        <a:pt x="1086" y="36"/>
                      </a:lnTo>
                      <a:lnTo>
                        <a:pt x="1032" y="36"/>
                      </a:lnTo>
                      <a:lnTo>
                        <a:pt x="983" y="36"/>
                      </a:lnTo>
                      <a:lnTo>
                        <a:pt x="936" y="36"/>
                      </a:lnTo>
                      <a:lnTo>
                        <a:pt x="888" y="36"/>
                      </a:lnTo>
                      <a:lnTo>
                        <a:pt x="834" y="36"/>
                      </a:lnTo>
                      <a:lnTo>
                        <a:pt x="802" y="36"/>
                      </a:lnTo>
                      <a:lnTo>
                        <a:pt x="753" y="34"/>
                      </a:lnTo>
                      <a:lnTo>
                        <a:pt x="699" y="34"/>
                      </a:lnTo>
                      <a:lnTo>
                        <a:pt x="649" y="34"/>
                      </a:lnTo>
                      <a:lnTo>
                        <a:pt x="580" y="34"/>
                      </a:lnTo>
                      <a:lnTo>
                        <a:pt x="471" y="34"/>
                      </a:lnTo>
                      <a:lnTo>
                        <a:pt x="418" y="34"/>
                      </a:lnTo>
                      <a:lnTo>
                        <a:pt x="365" y="34"/>
                      </a:lnTo>
                      <a:lnTo>
                        <a:pt x="320" y="34"/>
                      </a:lnTo>
                      <a:lnTo>
                        <a:pt x="270" y="34"/>
                      </a:lnTo>
                      <a:lnTo>
                        <a:pt x="218" y="34"/>
                      </a:lnTo>
                      <a:lnTo>
                        <a:pt x="167" y="34"/>
                      </a:lnTo>
                      <a:lnTo>
                        <a:pt x="105" y="34"/>
                      </a:lnTo>
                      <a:lnTo>
                        <a:pt x="108" y="43"/>
                      </a:lnTo>
                      <a:lnTo>
                        <a:pt x="113" y="50"/>
                      </a:lnTo>
                      <a:lnTo>
                        <a:pt x="121" y="50"/>
                      </a:lnTo>
                      <a:lnTo>
                        <a:pt x="129" y="53"/>
                      </a:lnTo>
                      <a:lnTo>
                        <a:pt x="133" y="58"/>
                      </a:lnTo>
                      <a:lnTo>
                        <a:pt x="132" y="59"/>
                      </a:lnTo>
                      <a:lnTo>
                        <a:pt x="128" y="57"/>
                      </a:lnTo>
                      <a:lnTo>
                        <a:pt x="124" y="58"/>
                      </a:lnTo>
                      <a:lnTo>
                        <a:pt x="124" y="66"/>
                      </a:lnTo>
                      <a:lnTo>
                        <a:pt x="119" y="74"/>
                      </a:lnTo>
                      <a:lnTo>
                        <a:pt x="116" y="75"/>
                      </a:lnTo>
                      <a:lnTo>
                        <a:pt x="116" y="76"/>
                      </a:lnTo>
                      <a:lnTo>
                        <a:pt x="122" y="81"/>
                      </a:lnTo>
                      <a:lnTo>
                        <a:pt x="127" y="84"/>
                      </a:lnTo>
                      <a:lnTo>
                        <a:pt x="128" y="87"/>
                      </a:lnTo>
                      <a:lnTo>
                        <a:pt x="133" y="103"/>
                      </a:lnTo>
                      <a:lnTo>
                        <a:pt x="133" y="119"/>
                      </a:lnTo>
                      <a:lnTo>
                        <a:pt x="132" y="133"/>
                      </a:lnTo>
                      <a:lnTo>
                        <a:pt x="130" y="133"/>
                      </a:lnTo>
                      <a:lnTo>
                        <a:pt x="127" y="125"/>
                      </a:lnTo>
                      <a:lnTo>
                        <a:pt x="124" y="125"/>
                      </a:lnTo>
                      <a:lnTo>
                        <a:pt x="118" y="127"/>
                      </a:lnTo>
                      <a:lnTo>
                        <a:pt x="111" y="143"/>
                      </a:lnTo>
                      <a:lnTo>
                        <a:pt x="101" y="150"/>
                      </a:lnTo>
                      <a:lnTo>
                        <a:pt x="98" y="155"/>
                      </a:lnTo>
                      <a:lnTo>
                        <a:pt x="101" y="156"/>
                      </a:lnTo>
                      <a:lnTo>
                        <a:pt x="101" y="162"/>
                      </a:lnTo>
                      <a:lnTo>
                        <a:pt x="92" y="162"/>
                      </a:lnTo>
                      <a:lnTo>
                        <a:pt x="92" y="151"/>
                      </a:lnTo>
                      <a:lnTo>
                        <a:pt x="101" y="130"/>
                      </a:lnTo>
                      <a:lnTo>
                        <a:pt x="103" y="127"/>
                      </a:lnTo>
                      <a:lnTo>
                        <a:pt x="109" y="124"/>
                      </a:lnTo>
                      <a:lnTo>
                        <a:pt x="111" y="122"/>
                      </a:lnTo>
                      <a:lnTo>
                        <a:pt x="112" y="112"/>
                      </a:lnTo>
                      <a:lnTo>
                        <a:pt x="109" y="104"/>
                      </a:lnTo>
                      <a:lnTo>
                        <a:pt x="98" y="106"/>
                      </a:lnTo>
                      <a:lnTo>
                        <a:pt x="84" y="100"/>
                      </a:lnTo>
                      <a:lnTo>
                        <a:pt x="70" y="101"/>
                      </a:lnTo>
                      <a:lnTo>
                        <a:pt x="58" y="98"/>
                      </a:lnTo>
                      <a:lnTo>
                        <a:pt x="48" y="98"/>
                      </a:lnTo>
                      <a:lnTo>
                        <a:pt x="19" y="87"/>
                      </a:lnTo>
                      <a:lnTo>
                        <a:pt x="9" y="81"/>
                      </a:lnTo>
                      <a:lnTo>
                        <a:pt x="4" y="86"/>
                      </a:lnTo>
                      <a:lnTo>
                        <a:pt x="1" y="96"/>
                      </a:lnTo>
                      <a:lnTo>
                        <a:pt x="0" y="106"/>
                      </a:lnTo>
                      <a:lnTo>
                        <a:pt x="3" y="113"/>
                      </a:lnTo>
                      <a:lnTo>
                        <a:pt x="6" y="122"/>
                      </a:lnTo>
                      <a:lnTo>
                        <a:pt x="15" y="131"/>
                      </a:lnTo>
                      <a:lnTo>
                        <a:pt x="21" y="147"/>
                      </a:lnTo>
                      <a:lnTo>
                        <a:pt x="28" y="181"/>
                      </a:lnTo>
                      <a:lnTo>
                        <a:pt x="32" y="193"/>
                      </a:lnTo>
                      <a:lnTo>
                        <a:pt x="33" y="194"/>
                      </a:lnTo>
                      <a:lnTo>
                        <a:pt x="38" y="188"/>
                      </a:lnTo>
                      <a:lnTo>
                        <a:pt x="42" y="193"/>
                      </a:lnTo>
                      <a:lnTo>
                        <a:pt x="41" y="199"/>
                      </a:lnTo>
                      <a:lnTo>
                        <a:pt x="37" y="205"/>
                      </a:lnTo>
                      <a:lnTo>
                        <a:pt x="37" y="211"/>
                      </a:lnTo>
                      <a:lnTo>
                        <a:pt x="38" y="215"/>
                      </a:lnTo>
                      <a:lnTo>
                        <a:pt x="42" y="216"/>
                      </a:lnTo>
                      <a:lnTo>
                        <a:pt x="46" y="215"/>
                      </a:lnTo>
                      <a:lnTo>
                        <a:pt x="47" y="217"/>
                      </a:lnTo>
                      <a:lnTo>
                        <a:pt x="46" y="225"/>
                      </a:lnTo>
                      <a:lnTo>
                        <a:pt x="47" y="236"/>
                      </a:lnTo>
                      <a:lnTo>
                        <a:pt x="46" y="240"/>
                      </a:lnTo>
                      <a:lnTo>
                        <a:pt x="43" y="238"/>
                      </a:lnTo>
                      <a:lnTo>
                        <a:pt x="42" y="229"/>
                      </a:lnTo>
                      <a:lnTo>
                        <a:pt x="38" y="225"/>
                      </a:lnTo>
                      <a:lnTo>
                        <a:pt x="37" y="238"/>
                      </a:lnTo>
                      <a:lnTo>
                        <a:pt x="39" y="246"/>
                      </a:lnTo>
                      <a:lnTo>
                        <a:pt x="47" y="252"/>
                      </a:lnTo>
                      <a:lnTo>
                        <a:pt x="68" y="251"/>
                      </a:lnTo>
                      <a:lnTo>
                        <a:pt x="74" y="257"/>
                      </a:lnTo>
                      <a:lnTo>
                        <a:pt x="81" y="260"/>
                      </a:lnTo>
                      <a:lnTo>
                        <a:pt x="80" y="264"/>
                      </a:lnTo>
                      <a:lnTo>
                        <a:pt x="68" y="259"/>
                      </a:lnTo>
                      <a:lnTo>
                        <a:pt x="48" y="262"/>
                      </a:lnTo>
                      <a:lnTo>
                        <a:pt x="46" y="264"/>
                      </a:lnTo>
                      <a:lnTo>
                        <a:pt x="44" y="269"/>
                      </a:lnTo>
                      <a:lnTo>
                        <a:pt x="43" y="285"/>
                      </a:lnTo>
                      <a:lnTo>
                        <a:pt x="43" y="291"/>
                      </a:lnTo>
                      <a:lnTo>
                        <a:pt x="47" y="295"/>
                      </a:lnTo>
                      <a:lnTo>
                        <a:pt x="44" y="301"/>
                      </a:lnTo>
                      <a:lnTo>
                        <a:pt x="46" y="312"/>
                      </a:lnTo>
                      <a:lnTo>
                        <a:pt x="42" y="321"/>
                      </a:lnTo>
                      <a:lnTo>
                        <a:pt x="41" y="353"/>
                      </a:lnTo>
                      <a:lnTo>
                        <a:pt x="37" y="366"/>
                      </a:lnTo>
                      <a:lnTo>
                        <a:pt x="38" y="409"/>
                      </a:lnTo>
                      <a:lnTo>
                        <a:pt x="36" y="419"/>
                      </a:lnTo>
                      <a:lnTo>
                        <a:pt x="36" y="431"/>
                      </a:lnTo>
                      <a:lnTo>
                        <a:pt x="30" y="457"/>
                      </a:lnTo>
                      <a:lnTo>
                        <a:pt x="28" y="464"/>
                      </a:lnTo>
                      <a:lnTo>
                        <a:pt x="30" y="466"/>
                      </a:lnTo>
                      <a:lnTo>
                        <a:pt x="31" y="466"/>
                      </a:lnTo>
                      <a:lnTo>
                        <a:pt x="32" y="474"/>
                      </a:lnTo>
                      <a:lnTo>
                        <a:pt x="26" y="478"/>
                      </a:lnTo>
                      <a:lnTo>
                        <a:pt x="20" y="488"/>
                      </a:lnTo>
                      <a:lnTo>
                        <a:pt x="15" y="515"/>
                      </a:lnTo>
                      <a:lnTo>
                        <a:pt x="17" y="529"/>
                      </a:lnTo>
                      <a:lnTo>
                        <a:pt x="20" y="555"/>
                      </a:lnTo>
                      <a:lnTo>
                        <a:pt x="27" y="576"/>
                      </a:lnTo>
                      <a:lnTo>
                        <a:pt x="28" y="580"/>
                      </a:lnTo>
                      <a:lnTo>
                        <a:pt x="31" y="590"/>
                      </a:lnTo>
                      <a:lnTo>
                        <a:pt x="39" y="624"/>
                      </a:lnTo>
                      <a:lnTo>
                        <a:pt x="36" y="646"/>
                      </a:lnTo>
                      <a:lnTo>
                        <a:pt x="36" y="667"/>
                      </a:lnTo>
                      <a:lnTo>
                        <a:pt x="30" y="678"/>
                      </a:lnTo>
                      <a:lnTo>
                        <a:pt x="22" y="688"/>
                      </a:lnTo>
                      <a:lnTo>
                        <a:pt x="22" y="697"/>
                      </a:lnTo>
                      <a:lnTo>
                        <a:pt x="24" y="701"/>
                      </a:lnTo>
                      <a:lnTo>
                        <a:pt x="30" y="706"/>
                      </a:lnTo>
                      <a:lnTo>
                        <a:pt x="54" y="747"/>
                      </a:lnTo>
                      <a:lnTo>
                        <a:pt x="55" y="752"/>
                      </a:lnTo>
                      <a:lnTo>
                        <a:pt x="54" y="758"/>
                      </a:lnTo>
                      <a:lnTo>
                        <a:pt x="54" y="769"/>
                      </a:lnTo>
                      <a:lnTo>
                        <a:pt x="63" y="806"/>
                      </a:lnTo>
                      <a:lnTo>
                        <a:pt x="69" y="813"/>
                      </a:lnTo>
                      <a:lnTo>
                        <a:pt x="78" y="824"/>
                      </a:lnTo>
                      <a:lnTo>
                        <a:pt x="95" y="841"/>
                      </a:lnTo>
                      <a:lnTo>
                        <a:pt x="98" y="850"/>
                      </a:lnTo>
                      <a:lnTo>
                        <a:pt x="98" y="857"/>
                      </a:lnTo>
                      <a:lnTo>
                        <a:pt x="100" y="862"/>
                      </a:lnTo>
                      <a:lnTo>
                        <a:pt x="108" y="868"/>
                      </a:lnTo>
                      <a:lnTo>
                        <a:pt x="114" y="868"/>
                      </a:lnTo>
                      <a:lnTo>
                        <a:pt x="116" y="872"/>
                      </a:lnTo>
                      <a:lnTo>
                        <a:pt x="119" y="872"/>
                      </a:lnTo>
                      <a:lnTo>
                        <a:pt x="122" y="870"/>
                      </a:lnTo>
                      <a:lnTo>
                        <a:pt x="123" y="868"/>
                      </a:lnTo>
                      <a:lnTo>
                        <a:pt x="124" y="854"/>
                      </a:lnTo>
                      <a:lnTo>
                        <a:pt x="138" y="854"/>
                      </a:lnTo>
                      <a:lnTo>
                        <a:pt x="150" y="859"/>
                      </a:lnTo>
                      <a:lnTo>
                        <a:pt x="144" y="864"/>
                      </a:lnTo>
                      <a:lnTo>
                        <a:pt x="138" y="865"/>
                      </a:lnTo>
                      <a:lnTo>
                        <a:pt x="133" y="870"/>
                      </a:lnTo>
                      <a:lnTo>
                        <a:pt x="134" y="876"/>
                      </a:lnTo>
                      <a:lnTo>
                        <a:pt x="144" y="894"/>
                      </a:lnTo>
                      <a:lnTo>
                        <a:pt x="145" y="899"/>
                      </a:lnTo>
                      <a:lnTo>
                        <a:pt x="137" y="893"/>
                      </a:lnTo>
                      <a:lnTo>
                        <a:pt x="130" y="886"/>
                      </a:lnTo>
                      <a:lnTo>
                        <a:pt x="129" y="881"/>
                      </a:lnTo>
                      <a:lnTo>
                        <a:pt x="124" y="880"/>
                      </a:lnTo>
                      <a:lnTo>
                        <a:pt x="123" y="887"/>
                      </a:lnTo>
                      <a:lnTo>
                        <a:pt x="124" y="894"/>
                      </a:lnTo>
                      <a:lnTo>
                        <a:pt x="129" y="905"/>
                      </a:lnTo>
                      <a:lnTo>
                        <a:pt x="133" y="925"/>
                      </a:lnTo>
                      <a:lnTo>
                        <a:pt x="143" y="934"/>
                      </a:lnTo>
                      <a:lnTo>
                        <a:pt x="155" y="936"/>
                      </a:lnTo>
                      <a:lnTo>
                        <a:pt x="161" y="946"/>
                      </a:lnTo>
                      <a:lnTo>
                        <a:pt x="161" y="958"/>
                      </a:lnTo>
                      <a:lnTo>
                        <a:pt x="155" y="963"/>
                      </a:lnTo>
                      <a:lnTo>
                        <a:pt x="155" y="977"/>
                      </a:lnTo>
                      <a:lnTo>
                        <a:pt x="157" y="980"/>
                      </a:lnTo>
                      <a:lnTo>
                        <a:pt x="180" y="1004"/>
                      </a:lnTo>
                      <a:lnTo>
                        <a:pt x="192" y="1023"/>
                      </a:lnTo>
                      <a:lnTo>
                        <a:pt x="207" y="1038"/>
                      </a:lnTo>
                      <a:lnTo>
                        <a:pt x="213" y="1042"/>
                      </a:lnTo>
                      <a:lnTo>
                        <a:pt x="214" y="1053"/>
                      </a:lnTo>
                      <a:lnTo>
                        <a:pt x="223" y="1056"/>
                      </a:lnTo>
                      <a:lnTo>
                        <a:pt x="227" y="1064"/>
                      </a:lnTo>
                      <a:lnTo>
                        <a:pt x="227" y="1066"/>
                      </a:lnTo>
                      <a:lnTo>
                        <a:pt x="226" y="1072"/>
                      </a:lnTo>
                      <a:lnTo>
                        <a:pt x="226" y="1081"/>
                      </a:lnTo>
                      <a:lnTo>
                        <a:pt x="229" y="1096"/>
                      </a:lnTo>
                      <a:lnTo>
                        <a:pt x="231" y="1099"/>
                      </a:lnTo>
                      <a:lnTo>
                        <a:pt x="238" y="1102"/>
                      </a:lnTo>
                      <a:lnTo>
                        <a:pt x="257" y="1104"/>
                      </a:lnTo>
                      <a:lnTo>
                        <a:pt x="268" y="1110"/>
                      </a:lnTo>
                      <a:lnTo>
                        <a:pt x="273" y="1108"/>
                      </a:lnTo>
                      <a:lnTo>
                        <a:pt x="280" y="1109"/>
                      </a:lnTo>
                      <a:lnTo>
                        <a:pt x="289" y="1114"/>
                      </a:lnTo>
                      <a:lnTo>
                        <a:pt x="299" y="1118"/>
                      </a:lnTo>
                      <a:lnTo>
                        <a:pt x="302" y="1124"/>
                      </a:lnTo>
                      <a:lnTo>
                        <a:pt x="318" y="1130"/>
                      </a:lnTo>
                      <a:lnTo>
                        <a:pt x="324" y="1134"/>
                      </a:lnTo>
                      <a:lnTo>
                        <a:pt x="328" y="1137"/>
                      </a:lnTo>
                      <a:lnTo>
                        <a:pt x="331" y="1131"/>
                      </a:lnTo>
                      <a:lnTo>
                        <a:pt x="336" y="1131"/>
                      </a:lnTo>
                      <a:lnTo>
                        <a:pt x="339" y="1134"/>
                      </a:lnTo>
                      <a:lnTo>
                        <a:pt x="348" y="1141"/>
                      </a:lnTo>
                      <a:lnTo>
                        <a:pt x="349" y="1151"/>
                      </a:lnTo>
                      <a:lnTo>
                        <a:pt x="350" y="1153"/>
                      </a:lnTo>
                      <a:lnTo>
                        <a:pt x="364" y="1155"/>
                      </a:lnTo>
                      <a:lnTo>
                        <a:pt x="376" y="1161"/>
                      </a:lnTo>
                      <a:lnTo>
                        <a:pt x="383" y="1167"/>
                      </a:lnTo>
                      <a:lnTo>
                        <a:pt x="397" y="1183"/>
                      </a:lnTo>
                      <a:lnTo>
                        <a:pt x="406" y="1192"/>
                      </a:lnTo>
                      <a:lnTo>
                        <a:pt x="412" y="1201"/>
                      </a:lnTo>
                      <a:lnTo>
                        <a:pt x="415" y="1227"/>
                      </a:lnTo>
                      <a:lnTo>
                        <a:pt x="417" y="1233"/>
                      </a:lnTo>
                      <a:lnTo>
                        <a:pt x="541" y="1223"/>
                      </a:lnTo>
                      <a:lnTo>
                        <a:pt x="542" y="1230"/>
                      </a:lnTo>
                      <a:lnTo>
                        <a:pt x="751" y="1307"/>
                      </a:lnTo>
                      <a:lnTo>
                        <a:pt x="854" y="1307"/>
                      </a:lnTo>
                      <a:lnTo>
                        <a:pt x="898" y="1307"/>
                      </a:lnTo>
                      <a:lnTo>
                        <a:pt x="899" y="1277"/>
                      </a:lnTo>
                      <a:lnTo>
                        <a:pt x="989" y="1276"/>
                      </a:lnTo>
                      <a:lnTo>
                        <a:pt x="999" y="1282"/>
                      </a:lnTo>
                      <a:lnTo>
                        <a:pt x="1004" y="1285"/>
                      </a:lnTo>
                      <a:lnTo>
                        <a:pt x="1011" y="1297"/>
                      </a:lnTo>
                      <a:lnTo>
                        <a:pt x="1023" y="1303"/>
                      </a:lnTo>
                      <a:lnTo>
                        <a:pt x="1032" y="1316"/>
                      </a:lnTo>
                      <a:lnTo>
                        <a:pt x="1052" y="1333"/>
                      </a:lnTo>
                      <a:lnTo>
                        <a:pt x="1081" y="1352"/>
                      </a:lnTo>
                      <a:lnTo>
                        <a:pt x="1095" y="1403"/>
                      </a:lnTo>
                      <a:lnTo>
                        <a:pt x="1109" y="1421"/>
                      </a:lnTo>
                      <a:lnTo>
                        <a:pt x="1128" y="1437"/>
                      </a:lnTo>
                      <a:lnTo>
                        <a:pt x="1152" y="1453"/>
                      </a:lnTo>
                      <a:lnTo>
                        <a:pt x="1176" y="1458"/>
                      </a:lnTo>
                      <a:lnTo>
                        <a:pt x="1199" y="1411"/>
                      </a:lnTo>
                      <a:lnTo>
                        <a:pt x="1202" y="1408"/>
                      </a:lnTo>
                      <a:lnTo>
                        <a:pt x="1213" y="1403"/>
                      </a:lnTo>
                      <a:lnTo>
                        <a:pt x="1224" y="1406"/>
                      </a:lnTo>
                      <a:lnTo>
                        <a:pt x="1269" y="1404"/>
                      </a:lnTo>
                      <a:lnTo>
                        <a:pt x="1277" y="1414"/>
                      </a:lnTo>
                      <a:lnTo>
                        <a:pt x="1294" y="1430"/>
                      </a:lnTo>
                      <a:lnTo>
                        <a:pt x="1300" y="1440"/>
                      </a:lnTo>
                      <a:lnTo>
                        <a:pt x="1311" y="1448"/>
                      </a:lnTo>
                      <a:lnTo>
                        <a:pt x="1331" y="1494"/>
                      </a:lnTo>
                      <a:lnTo>
                        <a:pt x="1347" y="1511"/>
                      </a:lnTo>
                      <a:lnTo>
                        <a:pt x="1355" y="1531"/>
                      </a:lnTo>
                      <a:lnTo>
                        <a:pt x="1372" y="1542"/>
                      </a:lnTo>
                      <a:lnTo>
                        <a:pt x="1387" y="1589"/>
                      </a:lnTo>
                      <a:lnTo>
                        <a:pt x="1404" y="1615"/>
                      </a:lnTo>
                      <a:lnTo>
                        <a:pt x="1421" y="1626"/>
                      </a:lnTo>
                      <a:lnTo>
                        <a:pt x="1435" y="1628"/>
                      </a:lnTo>
                      <a:lnTo>
                        <a:pt x="1450" y="1636"/>
                      </a:lnTo>
                      <a:lnTo>
                        <a:pt x="1477" y="1639"/>
                      </a:lnTo>
                      <a:lnTo>
                        <a:pt x="1495" y="1647"/>
                      </a:lnTo>
                      <a:lnTo>
                        <a:pt x="1512" y="1648"/>
                      </a:lnTo>
                      <a:lnTo>
                        <a:pt x="1514" y="1647"/>
                      </a:lnTo>
                      <a:lnTo>
                        <a:pt x="1509" y="1644"/>
                      </a:lnTo>
                      <a:lnTo>
                        <a:pt x="1505" y="1632"/>
                      </a:lnTo>
                      <a:lnTo>
                        <a:pt x="1503" y="1625"/>
                      </a:lnTo>
                      <a:lnTo>
                        <a:pt x="1501" y="1624"/>
                      </a:lnTo>
                      <a:lnTo>
                        <a:pt x="1495" y="1598"/>
                      </a:lnTo>
                      <a:lnTo>
                        <a:pt x="1494" y="1588"/>
                      </a:lnTo>
                      <a:lnTo>
                        <a:pt x="1499" y="1585"/>
                      </a:lnTo>
                      <a:lnTo>
                        <a:pt x="1499" y="1572"/>
                      </a:lnTo>
                      <a:lnTo>
                        <a:pt x="1498" y="1571"/>
                      </a:lnTo>
                      <a:lnTo>
                        <a:pt x="1491" y="1570"/>
                      </a:lnTo>
                      <a:lnTo>
                        <a:pt x="1489" y="1567"/>
                      </a:lnTo>
                      <a:lnTo>
                        <a:pt x="1490" y="1564"/>
                      </a:lnTo>
                      <a:lnTo>
                        <a:pt x="1498" y="1564"/>
                      </a:lnTo>
                      <a:lnTo>
                        <a:pt x="1500" y="1566"/>
                      </a:lnTo>
                      <a:lnTo>
                        <a:pt x="1505" y="1564"/>
                      </a:lnTo>
                      <a:lnTo>
                        <a:pt x="1506" y="1556"/>
                      </a:lnTo>
                      <a:lnTo>
                        <a:pt x="1506" y="1543"/>
                      </a:lnTo>
                      <a:lnTo>
                        <a:pt x="1501" y="1533"/>
                      </a:lnTo>
                      <a:lnTo>
                        <a:pt x="1516" y="1531"/>
                      </a:lnTo>
                      <a:lnTo>
                        <a:pt x="1521" y="1521"/>
                      </a:lnTo>
                      <a:lnTo>
                        <a:pt x="1520" y="1518"/>
                      </a:lnTo>
                      <a:lnTo>
                        <a:pt x="1515" y="1519"/>
                      </a:lnTo>
                      <a:lnTo>
                        <a:pt x="1515" y="1515"/>
                      </a:lnTo>
                      <a:lnTo>
                        <a:pt x="1525" y="1508"/>
                      </a:lnTo>
                      <a:lnTo>
                        <a:pt x="1528" y="1510"/>
                      </a:lnTo>
                      <a:lnTo>
                        <a:pt x="1533" y="1502"/>
                      </a:lnTo>
                      <a:lnTo>
                        <a:pt x="1534" y="1500"/>
                      </a:lnTo>
                      <a:lnTo>
                        <a:pt x="1537" y="1496"/>
                      </a:lnTo>
                      <a:lnTo>
                        <a:pt x="1547" y="1496"/>
                      </a:lnTo>
                      <a:lnTo>
                        <a:pt x="1550" y="1494"/>
                      </a:lnTo>
                      <a:lnTo>
                        <a:pt x="1552" y="1489"/>
                      </a:lnTo>
                      <a:lnTo>
                        <a:pt x="1546" y="1485"/>
                      </a:lnTo>
                      <a:lnTo>
                        <a:pt x="1546" y="1480"/>
                      </a:lnTo>
                      <a:lnTo>
                        <a:pt x="1547" y="1476"/>
                      </a:lnTo>
                      <a:lnTo>
                        <a:pt x="1552" y="1479"/>
                      </a:lnTo>
                      <a:lnTo>
                        <a:pt x="1555" y="1481"/>
                      </a:lnTo>
                      <a:lnTo>
                        <a:pt x="1557" y="1481"/>
                      </a:lnTo>
                      <a:lnTo>
                        <a:pt x="1557" y="1476"/>
                      </a:lnTo>
                      <a:lnTo>
                        <a:pt x="1558" y="1475"/>
                      </a:lnTo>
                      <a:lnTo>
                        <a:pt x="1559" y="1476"/>
                      </a:lnTo>
                      <a:lnTo>
                        <a:pt x="1563" y="1480"/>
                      </a:lnTo>
                      <a:lnTo>
                        <a:pt x="1564" y="1480"/>
                      </a:lnTo>
                      <a:lnTo>
                        <a:pt x="1566" y="1479"/>
                      </a:lnTo>
                      <a:lnTo>
                        <a:pt x="1569" y="1475"/>
                      </a:lnTo>
                      <a:lnTo>
                        <a:pt x="1570" y="1474"/>
                      </a:lnTo>
                      <a:lnTo>
                        <a:pt x="1571" y="1483"/>
                      </a:lnTo>
                      <a:lnTo>
                        <a:pt x="1587" y="1476"/>
                      </a:lnTo>
                      <a:lnTo>
                        <a:pt x="1590" y="1478"/>
                      </a:lnTo>
                      <a:lnTo>
                        <a:pt x="1590" y="1479"/>
                      </a:lnTo>
                      <a:lnTo>
                        <a:pt x="1585" y="1481"/>
                      </a:lnTo>
                      <a:lnTo>
                        <a:pt x="1575" y="1485"/>
                      </a:lnTo>
                      <a:lnTo>
                        <a:pt x="1566" y="1489"/>
                      </a:lnTo>
                      <a:lnTo>
                        <a:pt x="1565" y="1492"/>
                      </a:lnTo>
                      <a:lnTo>
                        <a:pt x="1568" y="1492"/>
                      </a:lnTo>
                      <a:lnTo>
                        <a:pt x="1584" y="1486"/>
                      </a:lnTo>
                      <a:lnTo>
                        <a:pt x="1598" y="1479"/>
                      </a:lnTo>
                      <a:lnTo>
                        <a:pt x="1606" y="1473"/>
                      </a:lnTo>
                      <a:lnTo>
                        <a:pt x="1619" y="1463"/>
                      </a:lnTo>
                      <a:lnTo>
                        <a:pt x="1622" y="1459"/>
                      </a:lnTo>
                      <a:lnTo>
                        <a:pt x="1628" y="1443"/>
                      </a:lnTo>
                      <a:lnTo>
                        <a:pt x="1629" y="1410"/>
                      </a:lnTo>
                      <a:lnTo>
                        <a:pt x="1632" y="1408"/>
                      </a:lnTo>
                      <a:lnTo>
                        <a:pt x="1635" y="1406"/>
                      </a:lnTo>
                      <a:lnTo>
                        <a:pt x="1638" y="1406"/>
                      </a:lnTo>
                      <a:lnTo>
                        <a:pt x="1638" y="1419"/>
                      </a:lnTo>
                      <a:lnTo>
                        <a:pt x="1645" y="1419"/>
                      </a:lnTo>
                      <a:lnTo>
                        <a:pt x="1643" y="1422"/>
                      </a:lnTo>
                      <a:lnTo>
                        <a:pt x="1636" y="1425"/>
                      </a:lnTo>
                      <a:lnTo>
                        <a:pt x="1639" y="1426"/>
                      </a:lnTo>
                      <a:lnTo>
                        <a:pt x="1659" y="1419"/>
                      </a:lnTo>
                      <a:lnTo>
                        <a:pt x="1671" y="1411"/>
                      </a:lnTo>
                      <a:lnTo>
                        <a:pt x="1688" y="1411"/>
                      </a:lnTo>
                      <a:lnTo>
                        <a:pt x="1719" y="1406"/>
                      </a:lnTo>
                      <a:lnTo>
                        <a:pt x="1740" y="1413"/>
                      </a:lnTo>
                      <a:lnTo>
                        <a:pt x="1751" y="1418"/>
                      </a:lnTo>
                      <a:lnTo>
                        <a:pt x="1763" y="1420"/>
                      </a:lnTo>
                      <a:lnTo>
                        <a:pt x="1775" y="1420"/>
                      </a:lnTo>
                      <a:lnTo>
                        <a:pt x="1781" y="1414"/>
                      </a:lnTo>
                      <a:lnTo>
                        <a:pt x="1781" y="1409"/>
                      </a:lnTo>
                      <a:lnTo>
                        <a:pt x="1784" y="1405"/>
                      </a:lnTo>
                      <a:lnTo>
                        <a:pt x="1794" y="1405"/>
                      </a:lnTo>
                      <a:lnTo>
                        <a:pt x="1810" y="1414"/>
                      </a:lnTo>
                      <a:lnTo>
                        <a:pt x="1816" y="1421"/>
                      </a:lnTo>
                      <a:lnTo>
                        <a:pt x="1822" y="1422"/>
                      </a:lnTo>
                      <a:lnTo>
                        <a:pt x="1833" y="1440"/>
                      </a:lnTo>
                      <a:lnTo>
                        <a:pt x="1845" y="1440"/>
                      </a:lnTo>
                      <a:lnTo>
                        <a:pt x="1848" y="1442"/>
                      </a:lnTo>
                      <a:lnTo>
                        <a:pt x="1856" y="1445"/>
                      </a:lnTo>
                      <a:lnTo>
                        <a:pt x="1864" y="1441"/>
                      </a:lnTo>
                      <a:lnTo>
                        <a:pt x="1870" y="1445"/>
                      </a:lnTo>
                      <a:lnTo>
                        <a:pt x="1875" y="1442"/>
                      </a:lnTo>
                      <a:lnTo>
                        <a:pt x="1880" y="1442"/>
                      </a:lnTo>
                      <a:lnTo>
                        <a:pt x="1890" y="1445"/>
                      </a:lnTo>
                      <a:lnTo>
                        <a:pt x="1897" y="1436"/>
                      </a:lnTo>
                      <a:lnTo>
                        <a:pt x="1898" y="1433"/>
                      </a:lnTo>
                      <a:lnTo>
                        <a:pt x="1897" y="1429"/>
                      </a:lnTo>
                      <a:lnTo>
                        <a:pt x="1899" y="1427"/>
                      </a:lnTo>
                      <a:lnTo>
                        <a:pt x="1904" y="1427"/>
                      </a:lnTo>
                      <a:lnTo>
                        <a:pt x="1912" y="1435"/>
                      </a:lnTo>
                      <a:lnTo>
                        <a:pt x="1923" y="1440"/>
                      </a:lnTo>
                      <a:lnTo>
                        <a:pt x="1934" y="1453"/>
                      </a:lnTo>
                      <a:lnTo>
                        <a:pt x="1937" y="1452"/>
                      </a:lnTo>
                      <a:lnTo>
                        <a:pt x="1945" y="1449"/>
                      </a:lnTo>
                      <a:lnTo>
                        <a:pt x="1946" y="1445"/>
                      </a:lnTo>
                      <a:lnTo>
                        <a:pt x="1941" y="1438"/>
                      </a:lnTo>
                      <a:lnTo>
                        <a:pt x="1925" y="1430"/>
                      </a:lnTo>
                      <a:lnTo>
                        <a:pt x="1918" y="1420"/>
                      </a:lnTo>
                      <a:lnTo>
                        <a:pt x="1918" y="1418"/>
                      </a:lnTo>
                      <a:lnTo>
                        <a:pt x="1923" y="1410"/>
                      </a:lnTo>
                      <a:lnTo>
                        <a:pt x="1934" y="1402"/>
                      </a:lnTo>
                      <a:lnTo>
                        <a:pt x="1936" y="1387"/>
                      </a:lnTo>
                      <a:lnTo>
                        <a:pt x="1934" y="1386"/>
                      </a:lnTo>
                      <a:lnTo>
                        <a:pt x="1933" y="1384"/>
                      </a:lnTo>
                      <a:lnTo>
                        <a:pt x="1920" y="1389"/>
                      </a:lnTo>
                      <a:lnTo>
                        <a:pt x="1914" y="1395"/>
                      </a:lnTo>
                      <a:lnTo>
                        <a:pt x="1910" y="1394"/>
                      </a:lnTo>
                      <a:lnTo>
                        <a:pt x="1908" y="1383"/>
                      </a:lnTo>
                      <a:lnTo>
                        <a:pt x="1905" y="1382"/>
                      </a:lnTo>
                      <a:lnTo>
                        <a:pt x="1902" y="1383"/>
                      </a:lnTo>
                      <a:lnTo>
                        <a:pt x="1893" y="1388"/>
                      </a:lnTo>
                      <a:lnTo>
                        <a:pt x="1883" y="1389"/>
                      </a:lnTo>
                      <a:lnTo>
                        <a:pt x="1876" y="1382"/>
                      </a:lnTo>
                      <a:lnTo>
                        <a:pt x="1878" y="1371"/>
                      </a:lnTo>
                      <a:lnTo>
                        <a:pt x="1891" y="1367"/>
                      </a:lnTo>
                      <a:lnTo>
                        <a:pt x="1905" y="1375"/>
                      </a:lnTo>
                      <a:lnTo>
                        <a:pt x="1921" y="1377"/>
                      </a:lnTo>
                      <a:lnTo>
                        <a:pt x="1934" y="1371"/>
                      </a:lnTo>
                      <a:lnTo>
                        <a:pt x="1942" y="1373"/>
                      </a:lnTo>
                      <a:lnTo>
                        <a:pt x="1953" y="1366"/>
                      </a:lnTo>
                      <a:lnTo>
                        <a:pt x="1987" y="1368"/>
                      </a:lnTo>
                      <a:lnTo>
                        <a:pt x="1995" y="1370"/>
                      </a:lnTo>
                      <a:lnTo>
                        <a:pt x="1999" y="1367"/>
                      </a:lnTo>
                      <a:lnTo>
                        <a:pt x="2007" y="1334"/>
                      </a:lnTo>
                      <a:lnTo>
                        <a:pt x="2010" y="1341"/>
                      </a:lnTo>
                      <a:lnTo>
                        <a:pt x="2010" y="1350"/>
                      </a:lnTo>
                      <a:lnTo>
                        <a:pt x="2012" y="1363"/>
                      </a:lnTo>
                      <a:lnTo>
                        <a:pt x="2012" y="1367"/>
                      </a:lnTo>
                      <a:lnTo>
                        <a:pt x="2010" y="1373"/>
                      </a:lnTo>
                      <a:lnTo>
                        <a:pt x="2011" y="1377"/>
                      </a:lnTo>
                      <a:lnTo>
                        <a:pt x="2020" y="1376"/>
                      </a:lnTo>
                      <a:lnTo>
                        <a:pt x="2041" y="1370"/>
                      </a:lnTo>
                      <a:lnTo>
                        <a:pt x="2049" y="1361"/>
                      </a:lnTo>
                      <a:lnTo>
                        <a:pt x="2054" y="1361"/>
                      </a:lnTo>
                      <a:lnTo>
                        <a:pt x="2059" y="1356"/>
                      </a:lnTo>
                      <a:lnTo>
                        <a:pt x="2061" y="1356"/>
                      </a:lnTo>
                      <a:lnTo>
                        <a:pt x="2061" y="1359"/>
                      </a:lnTo>
                      <a:lnTo>
                        <a:pt x="2058" y="1366"/>
                      </a:lnTo>
                      <a:lnTo>
                        <a:pt x="2065" y="1366"/>
                      </a:lnTo>
                      <a:lnTo>
                        <a:pt x="2087" y="1361"/>
                      </a:lnTo>
                      <a:lnTo>
                        <a:pt x="2098" y="1361"/>
                      </a:lnTo>
                      <a:lnTo>
                        <a:pt x="2103" y="1362"/>
                      </a:lnTo>
                      <a:lnTo>
                        <a:pt x="2102" y="1366"/>
                      </a:lnTo>
                      <a:lnTo>
                        <a:pt x="2100" y="1367"/>
                      </a:lnTo>
                      <a:lnTo>
                        <a:pt x="2100" y="1370"/>
                      </a:lnTo>
                      <a:lnTo>
                        <a:pt x="2107" y="1373"/>
                      </a:lnTo>
                      <a:lnTo>
                        <a:pt x="2117" y="1377"/>
                      </a:lnTo>
                      <a:lnTo>
                        <a:pt x="2143" y="1392"/>
                      </a:lnTo>
                      <a:lnTo>
                        <a:pt x="2147" y="1397"/>
                      </a:lnTo>
                      <a:lnTo>
                        <a:pt x="2152" y="1406"/>
                      </a:lnTo>
                      <a:lnTo>
                        <a:pt x="2157" y="1410"/>
                      </a:lnTo>
                      <a:lnTo>
                        <a:pt x="2171" y="1406"/>
                      </a:lnTo>
                      <a:lnTo>
                        <a:pt x="2186" y="1404"/>
                      </a:lnTo>
                      <a:lnTo>
                        <a:pt x="2199" y="1397"/>
                      </a:lnTo>
                      <a:lnTo>
                        <a:pt x="2205" y="1397"/>
                      </a:lnTo>
                      <a:lnTo>
                        <a:pt x="2206" y="1397"/>
                      </a:lnTo>
                      <a:lnTo>
                        <a:pt x="2208" y="1390"/>
                      </a:lnTo>
                      <a:lnTo>
                        <a:pt x="2213" y="1387"/>
                      </a:lnTo>
                      <a:lnTo>
                        <a:pt x="2221" y="1387"/>
                      </a:lnTo>
                      <a:lnTo>
                        <a:pt x="2226" y="1387"/>
                      </a:lnTo>
                      <a:lnTo>
                        <a:pt x="2236" y="1390"/>
                      </a:lnTo>
                      <a:lnTo>
                        <a:pt x="2243" y="1398"/>
                      </a:lnTo>
                      <a:lnTo>
                        <a:pt x="2253" y="1409"/>
                      </a:lnTo>
                      <a:lnTo>
                        <a:pt x="2258" y="1411"/>
                      </a:lnTo>
                      <a:lnTo>
                        <a:pt x="2259" y="1421"/>
                      </a:lnTo>
                      <a:lnTo>
                        <a:pt x="2264" y="1424"/>
                      </a:lnTo>
                      <a:lnTo>
                        <a:pt x="2274" y="1437"/>
                      </a:lnTo>
                      <a:lnTo>
                        <a:pt x="2280" y="1441"/>
                      </a:lnTo>
                      <a:lnTo>
                        <a:pt x="2292" y="1446"/>
                      </a:lnTo>
                      <a:lnTo>
                        <a:pt x="2295" y="1449"/>
                      </a:lnTo>
                      <a:lnTo>
                        <a:pt x="2296" y="1457"/>
                      </a:lnTo>
                      <a:lnTo>
                        <a:pt x="2297" y="1476"/>
                      </a:lnTo>
                      <a:lnTo>
                        <a:pt x="2292" y="1511"/>
                      </a:lnTo>
                      <a:lnTo>
                        <a:pt x="2292" y="1517"/>
                      </a:lnTo>
                      <a:lnTo>
                        <a:pt x="2295" y="1527"/>
                      </a:lnTo>
                      <a:lnTo>
                        <a:pt x="2295" y="1528"/>
                      </a:lnTo>
                      <a:lnTo>
                        <a:pt x="2300" y="1528"/>
                      </a:lnTo>
                      <a:lnTo>
                        <a:pt x="2301" y="1518"/>
                      </a:lnTo>
                      <a:lnTo>
                        <a:pt x="2305" y="1521"/>
                      </a:lnTo>
                      <a:lnTo>
                        <a:pt x="2308" y="1524"/>
                      </a:lnTo>
                      <a:lnTo>
                        <a:pt x="2305" y="1537"/>
                      </a:lnTo>
                      <a:lnTo>
                        <a:pt x="2303" y="1545"/>
                      </a:lnTo>
                      <a:lnTo>
                        <a:pt x="2305" y="1556"/>
                      </a:lnTo>
                      <a:lnTo>
                        <a:pt x="2310" y="1566"/>
                      </a:lnTo>
                      <a:lnTo>
                        <a:pt x="2323" y="1587"/>
                      </a:lnTo>
                      <a:lnTo>
                        <a:pt x="2326" y="1587"/>
                      </a:lnTo>
                      <a:lnTo>
                        <a:pt x="2333" y="1585"/>
                      </a:lnTo>
                      <a:lnTo>
                        <a:pt x="2335" y="1602"/>
                      </a:lnTo>
                      <a:lnTo>
                        <a:pt x="2340" y="1601"/>
                      </a:lnTo>
                      <a:lnTo>
                        <a:pt x="2340" y="1601"/>
                      </a:lnTo>
                      <a:lnTo>
                        <a:pt x="2338" y="1605"/>
                      </a:lnTo>
                      <a:lnTo>
                        <a:pt x="2337" y="1609"/>
                      </a:lnTo>
                      <a:lnTo>
                        <a:pt x="2345" y="1623"/>
                      </a:lnTo>
                      <a:lnTo>
                        <a:pt x="2349" y="1635"/>
                      </a:lnTo>
                      <a:lnTo>
                        <a:pt x="2353" y="1641"/>
                      </a:lnTo>
                      <a:lnTo>
                        <a:pt x="2358" y="1647"/>
                      </a:lnTo>
                      <a:lnTo>
                        <a:pt x="2366" y="1647"/>
                      </a:lnTo>
                      <a:lnTo>
                        <a:pt x="2371" y="1653"/>
                      </a:lnTo>
                      <a:lnTo>
                        <a:pt x="2381" y="1674"/>
                      </a:lnTo>
                      <a:lnTo>
                        <a:pt x="2381" y="1688"/>
                      </a:lnTo>
                      <a:lnTo>
                        <a:pt x="2382" y="1690"/>
                      </a:lnTo>
                      <a:lnTo>
                        <a:pt x="2386" y="1693"/>
                      </a:lnTo>
                      <a:lnTo>
                        <a:pt x="2399" y="1693"/>
                      </a:lnTo>
                      <a:lnTo>
                        <a:pt x="2409" y="1690"/>
                      </a:lnTo>
                      <a:lnTo>
                        <a:pt x="2421" y="1684"/>
                      </a:lnTo>
                      <a:lnTo>
                        <a:pt x="2429" y="1688"/>
                      </a:lnTo>
                      <a:lnTo>
                        <a:pt x="2432" y="1680"/>
                      </a:lnTo>
                      <a:lnTo>
                        <a:pt x="2429" y="1677"/>
                      </a:lnTo>
                      <a:lnTo>
                        <a:pt x="2434" y="1657"/>
                      </a:lnTo>
                      <a:lnTo>
                        <a:pt x="2440" y="1636"/>
                      </a:lnTo>
                      <a:lnTo>
                        <a:pt x="2442" y="1617"/>
                      </a:lnTo>
                      <a:lnTo>
                        <a:pt x="2440" y="1597"/>
                      </a:lnTo>
                      <a:lnTo>
                        <a:pt x="2441" y="1583"/>
                      </a:lnTo>
                      <a:lnTo>
                        <a:pt x="2424" y="1539"/>
                      </a:lnTo>
                      <a:lnTo>
                        <a:pt x="2414" y="1522"/>
                      </a:lnTo>
                      <a:lnTo>
                        <a:pt x="2412" y="1508"/>
                      </a:lnTo>
                      <a:lnTo>
                        <a:pt x="2414" y="1492"/>
                      </a:lnTo>
                      <a:lnTo>
                        <a:pt x="2412" y="1483"/>
                      </a:lnTo>
                      <a:lnTo>
                        <a:pt x="2404" y="1469"/>
                      </a:lnTo>
                      <a:lnTo>
                        <a:pt x="2387" y="1441"/>
                      </a:lnTo>
                      <a:lnTo>
                        <a:pt x="2374" y="1400"/>
                      </a:lnTo>
                      <a:lnTo>
                        <a:pt x="2362" y="1354"/>
                      </a:lnTo>
                      <a:lnTo>
                        <a:pt x="2365" y="1348"/>
                      </a:lnTo>
                      <a:lnTo>
                        <a:pt x="2365" y="1332"/>
                      </a:lnTo>
                      <a:lnTo>
                        <a:pt x="2371" y="1322"/>
                      </a:lnTo>
                      <a:lnTo>
                        <a:pt x="2374" y="1311"/>
                      </a:lnTo>
                      <a:lnTo>
                        <a:pt x="2377" y="1302"/>
                      </a:lnTo>
                      <a:lnTo>
                        <a:pt x="2389" y="1274"/>
                      </a:lnTo>
                      <a:lnTo>
                        <a:pt x="2396" y="1264"/>
                      </a:lnTo>
                      <a:lnTo>
                        <a:pt x="2398" y="1264"/>
                      </a:lnTo>
                      <a:lnTo>
                        <a:pt x="2398" y="1259"/>
                      </a:lnTo>
                      <a:lnTo>
                        <a:pt x="2399" y="1257"/>
                      </a:lnTo>
                      <a:lnTo>
                        <a:pt x="2408" y="1252"/>
                      </a:lnTo>
                      <a:lnTo>
                        <a:pt x="2413" y="1252"/>
                      </a:lnTo>
                      <a:lnTo>
                        <a:pt x="2417" y="1247"/>
                      </a:lnTo>
                      <a:lnTo>
                        <a:pt x="2414" y="1242"/>
                      </a:lnTo>
                      <a:lnTo>
                        <a:pt x="2409" y="1234"/>
                      </a:lnTo>
                      <a:lnTo>
                        <a:pt x="2409" y="1232"/>
                      </a:lnTo>
                      <a:lnTo>
                        <a:pt x="2409" y="1230"/>
                      </a:lnTo>
                      <a:lnTo>
                        <a:pt x="2425" y="1228"/>
                      </a:lnTo>
                      <a:lnTo>
                        <a:pt x="2441" y="1230"/>
                      </a:lnTo>
                      <a:lnTo>
                        <a:pt x="2446" y="1228"/>
                      </a:lnTo>
                      <a:lnTo>
                        <a:pt x="2468" y="1210"/>
                      </a:lnTo>
                      <a:lnTo>
                        <a:pt x="2471" y="1210"/>
                      </a:lnTo>
                      <a:lnTo>
                        <a:pt x="2475" y="1206"/>
                      </a:lnTo>
                      <a:lnTo>
                        <a:pt x="2478" y="1199"/>
                      </a:lnTo>
                      <a:lnTo>
                        <a:pt x="2487" y="1196"/>
                      </a:lnTo>
                      <a:lnTo>
                        <a:pt x="2493" y="1192"/>
                      </a:lnTo>
                      <a:lnTo>
                        <a:pt x="2495" y="1185"/>
                      </a:lnTo>
                      <a:lnTo>
                        <a:pt x="2493" y="1179"/>
                      </a:lnTo>
                      <a:lnTo>
                        <a:pt x="2499" y="1174"/>
                      </a:lnTo>
                      <a:lnTo>
                        <a:pt x="2505" y="1163"/>
                      </a:lnTo>
                      <a:lnTo>
                        <a:pt x="2512" y="1156"/>
                      </a:lnTo>
                      <a:lnTo>
                        <a:pt x="2526" y="1150"/>
                      </a:lnTo>
                      <a:lnTo>
                        <a:pt x="2527" y="1145"/>
                      </a:lnTo>
                      <a:lnTo>
                        <a:pt x="2533" y="1144"/>
                      </a:lnTo>
                      <a:lnTo>
                        <a:pt x="2550" y="1141"/>
                      </a:lnTo>
                      <a:lnTo>
                        <a:pt x="2569" y="1133"/>
                      </a:lnTo>
                      <a:lnTo>
                        <a:pt x="2571" y="1126"/>
                      </a:lnTo>
                      <a:lnTo>
                        <a:pt x="2574" y="1123"/>
                      </a:lnTo>
                      <a:lnTo>
                        <a:pt x="2579" y="1118"/>
                      </a:lnTo>
                      <a:lnTo>
                        <a:pt x="2585" y="1109"/>
                      </a:lnTo>
                      <a:lnTo>
                        <a:pt x="2592" y="1103"/>
                      </a:lnTo>
                      <a:lnTo>
                        <a:pt x="2611" y="1094"/>
                      </a:lnTo>
                      <a:lnTo>
                        <a:pt x="2631" y="1093"/>
                      </a:lnTo>
                      <a:lnTo>
                        <a:pt x="2646" y="1083"/>
                      </a:lnTo>
                      <a:lnTo>
                        <a:pt x="2649" y="1079"/>
                      </a:lnTo>
                      <a:lnTo>
                        <a:pt x="2649" y="1071"/>
                      </a:lnTo>
                      <a:lnTo>
                        <a:pt x="2640" y="1069"/>
                      </a:lnTo>
                      <a:lnTo>
                        <a:pt x="2635" y="1071"/>
                      </a:lnTo>
                      <a:lnTo>
                        <a:pt x="2634" y="1074"/>
                      </a:lnTo>
                      <a:lnTo>
                        <a:pt x="2634" y="1071"/>
                      </a:lnTo>
                      <a:lnTo>
                        <a:pt x="2634" y="1065"/>
                      </a:lnTo>
                      <a:lnTo>
                        <a:pt x="2639" y="1061"/>
                      </a:lnTo>
                      <a:lnTo>
                        <a:pt x="2640" y="1056"/>
                      </a:lnTo>
                      <a:lnTo>
                        <a:pt x="2645" y="1053"/>
                      </a:lnTo>
                      <a:lnTo>
                        <a:pt x="2641" y="1048"/>
                      </a:lnTo>
                      <a:lnTo>
                        <a:pt x="2625" y="1042"/>
                      </a:lnTo>
                      <a:lnTo>
                        <a:pt x="2639" y="1042"/>
                      </a:lnTo>
                      <a:lnTo>
                        <a:pt x="2645" y="1037"/>
                      </a:lnTo>
                      <a:lnTo>
                        <a:pt x="2647" y="1043"/>
                      </a:lnTo>
                      <a:lnTo>
                        <a:pt x="2651" y="1043"/>
                      </a:lnTo>
                      <a:lnTo>
                        <a:pt x="2655" y="1048"/>
                      </a:lnTo>
                      <a:lnTo>
                        <a:pt x="2665" y="1048"/>
                      </a:lnTo>
                      <a:lnTo>
                        <a:pt x="2671" y="1044"/>
                      </a:lnTo>
                      <a:lnTo>
                        <a:pt x="2679" y="1032"/>
                      </a:lnTo>
                      <a:lnTo>
                        <a:pt x="2686" y="1028"/>
                      </a:lnTo>
                      <a:lnTo>
                        <a:pt x="2686" y="1020"/>
                      </a:lnTo>
                      <a:lnTo>
                        <a:pt x="2684" y="1013"/>
                      </a:lnTo>
                      <a:lnTo>
                        <a:pt x="2679" y="1007"/>
                      </a:lnTo>
                      <a:lnTo>
                        <a:pt x="2674" y="1012"/>
                      </a:lnTo>
                      <a:lnTo>
                        <a:pt x="2670" y="1023"/>
                      </a:lnTo>
                      <a:lnTo>
                        <a:pt x="2670" y="1023"/>
                      </a:lnTo>
                      <a:lnTo>
                        <a:pt x="2667" y="1018"/>
                      </a:lnTo>
                      <a:lnTo>
                        <a:pt x="2666" y="1006"/>
                      </a:lnTo>
                      <a:lnTo>
                        <a:pt x="2641" y="1010"/>
                      </a:lnTo>
                      <a:lnTo>
                        <a:pt x="2635" y="1008"/>
                      </a:lnTo>
                      <a:lnTo>
                        <a:pt x="2634" y="1001"/>
                      </a:lnTo>
                      <a:lnTo>
                        <a:pt x="2634" y="986"/>
                      </a:lnTo>
                      <a:lnTo>
                        <a:pt x="2635" y="984"/>
                      </a:lnTo>
                      <a:lnTo>
                        <a:pt x="2639" y="997"/>
                      </a:lnTo>
                      <a:lnTo>
                        <a:pt x="2643" y="1000"/>
                      </a:lnTo>
                      <a:lnTo>
                        <a:pt x="2647" y="1000"/>
                      </a:lnTo>
                      <a:lnTo>
                        <a:pt x="2662" y="991"/>
                      </a:lnTo>
                      <a:lnTo>
                        <a:pt x="2666" y="993"/>
                      </a:lnTo>
                      <a:lnTo>
                        <a:pt x="2666" y="989"/>
                      </a:lnTo>
                      <a:lnTo>
                        <a:pt x="2672" y="991"/>
                      </a:lnTo>
                      <a:lnTo>
                        <a:pt x="2678" y="991"/>
                      </a:lnTo>
                      <a:lnTo>
                        <a:pt x="2682" y="999"/>
                      </a:lnTo>
                      <a:lnTo>
                        <a:pt x="2682" y="997"/>
                      </a:lnTo>
                      <a:lnTo>
                        <a:pt x="2679" y="990"/>
                      </a:lnTo>
                      <a:lnTo>
                        <a:pt x="2677" y="984"/>
                      </a:lnTo>
                      <a:lnTo>
                        <a:pt x="2674" y="975"/>
                      </a:lnTo>
                      <a:lnTo>
                        <a:pt x="2673" y="973"/>
                      </a:lnTo>
                      <a:lnTo>
                        <a:pt x="2676" y="957"/>
                      </a:lnTo>
                      <a:lnTo>
                        <a:pt x="2674" y="943"/>
                      </a:lnTo>
                      <a:lnTo>
                        <a:pt x="2657" y="938"/>
                      </a:lnTo>
                      <a:lnTo>
                        <a:pt x="2655" y="940"/>
                      </a:lnTo>
                      <a:lnTo>
                        <a:pt x="2654" y="942"/>
                      </a:lnTo>
                      <a:lnTo>
                        <a:pt x="2647" y="940"/>
                      </a:lnTo>
                      <a:lnTo>
                        <a:pt x="2643" y="936"/>
                      </a:lnTo>
                      <a:lnTo>
                        <a:pt x="2643" y="931"/>
                      </a:lnTo>
                      <a:lnTo>
                        <a:pt x="2652" y="931"/>
                      </a:lnTo>
                      <a:lnTo>
                        <a:pt x="2657" y="929"/>
                      </a:lnTo>
                      <a:lnTo>
                        <a:pt x="2656" y="925"/>
                      </a:lnTo>
                      <a:lnTo>
                        <a:pt x="2651" y="923"/>
                      </a:lnTo>
                      <a:lnTo>
                        <a:pt x="2649" y="916"/>
                      </a:lnTo>
                      <a:lnTo>
                        <a:pt x="2649" y="913"/>
                      </a:lnTo>
                      <a:lnTo>
                        <a:pt x="2654" y="910"/>
                      </a:lnTo>
                      <a:lnTo>
                        <a:pt x="2657" y="910"/>
                      </a:lnTo>
                      <a:lnTo>
                        <a:pt x="2654" y="903"/>
                      </a:lnTo>
                      <a:lnTo>
                        <a:pt x="2649" y="899"/>
                      </a:lnTo>
                      <a:lnTo>
                        <a:pt x="2647" y="892"/>
                      </a:lnTo>
                      <a:lnTo>
                        <a:pt x="2647" y="891"/>
                      </a:lnTo>
                      <a:lnTo>
                        <a:pt x="2651" y="889"/>
                      </a:lnTo>
                      <a:lnTo>
                        <a:pt x="2654" y="877"/>
                      </a:lnTo>
                      <a:lnTo>
                        <a:pt x="2654" y="871"/>
                      </a:lnTo>
                      <a:lnTo>
                        <a:pt x="2647" y="864"/>
                      </a:lnTo>
                      <a:lnTo>
                        <a:pt x="2635" y="857"/>
                      </a:lnTo>
                      <a:lnTo>
                        <a:pt x="2625" y="855"/>
                      </a:lnTo>
                      <a:lnTo>
                        <a:pt x="2616" y="846"/>
                      </a:lnTo>
                      <a:lnTo>
                        <a:pt x="2598" y="838"/>
                      </a:lnTo>
                      <a:lnTo>
                        <a:pt x="2597" y="835"/>
                      </a:lnTo>
                      <a:lnTo>
                        <a:pt x="2597" y="832"/>
                      </a:lnTo>
                      <a:lnTo>
                        <a:pt x="2600" y="825"/>
                      </a:lnTo>
                      <a:lnTo>
                        <a:pt x="2604" y="824"/>
                      </a:lnTo>
                      <a:lnTo>
                        <a:pt x="2604" y="827"/>
                      </a:lnTo>
                      <a:lnTo>
                        <a:pt x="2601" y="833"/>
                      </a:lnTo>
                      <a:lnTo>
                        <a:pt x="2603" y="835"/>
                      </a:lnTo>
                      <a:lnTo>
                        <a:pt x="2611" y="837"/>
                      </a:lnTo>
                      <a:lnTo>
                        <a:pt x="2622" y="843"/>
                      </a:lnTo>
                      <a:lnTo>
                        <a:pt x="2628" y="843"/>
                      </a:lnTo>
                      <a:lnTo>
                        <a:pt x="2631" y="846"/>
                      </a:lnTo>
                      <a:lnTo>
                        <a:pt x="2639" y="849"/>
                      </a:lnTo>
                      <a:lnTo>
                        <a:pt x="2644" y="854"/>
                      </a:lnTo>
                      <a:lnTo>
                        <a:pt x="2651" y="857"/>
                      </a:lnTo>
                      <a:lnTo>
                        <a:pt x="2646" y="841"/>
                      </a:lnTo>
                      <a:lnTo>
                        <a:pt x="2640" y="835"/>
                      </a:lnTo>
                      <a:lnTo>
                        <a:pt x="2645" y="834"/>
                      </a:lnTo>
                      <a:lnTo>
                        <a:pt x="2645" y="833"/>
                      </a:lnTo>
                      <a:lnTo>
                        <a:pt x="2643" y="828"/>
                      </a:lnTo>
                      <a:lnTo>
                        <a:pt x="2641" y="816"/>
                      </a:lnTo>
                      <a:lnTo>
                        <a:pt x="2644" y="790"/>
                      </a:lnTo>
                      <a:lnTo>
                        <a:pt x="2641" y="781"/>
                      </a:lnTo>
                      <a:lnTo>
                        <a:pt x="2649" y="778"/>
                      </a:lnTo>
                      <a:lnTo>
                        <a:pt x="2662" y="767"/>
                      </a:lnTo>
                      <a:lnTo>
                        <a:pt x="2666" y="760"/>
                      </a:lnTo>
                      <a:lnTo>
                        <a:pt x="2668" y="755"/>
                      </a:lnTo>
                      <a:lnTo>
                        <a:pt x="2671" y="755"/>
                      </a:lnTo>
                      <a:lnTo>
                        <a:pt x="2673" y="758"/>
                      </a:lnTo>
                      <a:lnTo>
                        <a:pt x="2674" y="760"/>
                      </a:lnTo>
                      <a:lnTo>
                        <a:pt x="2672" y="767"/>
                      </a:lnTo>
                      <a:lnTo>
                        <a:pt x="2670" y="770"/>
                      </a:lnTo>
                      <a:lnTo>
                        <a:pt x="2665" y="773"/>
                      </a:lnTo>
                      <a:lnTo>
                        <a:pt x="2661" y="778"/>
                      </a:lnTo>
                      <a:lnTo>
                        <a:pt x="2661" y="782"/>
                      </a:lnTo>
                      <a:lnTo>
                        <a:pt x="2663" y="789"/>
                      </a:lnTo>
                      <a:lnTo>
                        <a:pt x="2662" y="792"/>
                      </a:lnTo>
                      <a:lnTo>
                        <a:pt x="2655" y="801"/>
                      </a:lnTo>
                      <a:lnTo>
                        <a:pt x="2656" y="803"/>
                      </a:lnTo>
                      <a:lnTo>
                        <a:pt x="2662" y="803"/>
                      </a:lnTo>
                      <a:lnTo>
                        <a:pt x="2663" y="806"/>
                      </a:lnTo>
                      <a:lnTo>
                        <a:pt x="2663" y="812"/>
                      </a:lnTo>
                      <a:lnTo>
                        <a:pt x="2663" y="821"/>
                      </a:lnTo>
                      <a:lnTo>
                        <a:pt x="2660" y="823"/>
                      </a:lnTo>
                      <a:lnTo>
                        <a:pt x="2657" y="827"/>
                      </a:lnTo>
                      <a:lnTo>
                        <a:pt x="2656" y="832"/>
                      </a:lnTo>
                      <a:lnTo>
                        <a:pt x="2657" y="838"/>
                      </a:lnTo>
                      <a:lnTo>
                        <a:pt x="2663" y="845"/>
                      </a:lnTo>
                      <a:lnTo>
                        <a:pt x="2672" y="846"/>
                      </a:lnTo>
                      <a:lnTo>
                        <a:pt x="2676" y="848"/>
                      </a:lnTo>
                      <a:lnTo>
                        <a:pt x="2681" y="859"/>
                      </a:lnTo>
                      <a:lnTo>
                        <a:pt x="2682" y="865"/>
                      </a:lnTo>
                      <a:lnTo>
                        <a:pt x="2683" y="867"/>
                      </a:lnTo>
                      <a:lnTo>
                        <a:pt x="2688" y="870"/>
                      </a:lnTo>
                      <a:lnTo>
                        <a:pt x="2687" y="876"/>
                      </a:lnTo>
                      <a:lnTo>
                        <a:pt x="2682" y="877"/>
                      </a:lnTo>
                      <a:lnTo>
                        <a:pt x="2679" y="881"/>
                      </a:lnTo>
                      <a:lnTo>
                        <a:pt x="2671" y="903"/>
                      </a:lnTo>
                      <a:lnTo>
                        <a:pt x="2671" y="911"/>
                      </a:lnTo>
                      <a:lnTo>
                        <a:pt x="2672" y="923"/>
                      </a:lnTo>
                      <a:lnTo>
                        <a:pt x="2674" y="925"/>
                      </a:lnTo>
                      <a:lnTo>
                        <a:pt x="2679" y="924"/>
                      </a:lnTo>
                      <a:lnTo>
                        <a:pt x="2683" y="921"/>
                      </a:lnTo>
                      <a:lnTo>
                        <a:pt x="2686" y="916"/>
                      </a:lnTo>
                      <a:lnTo>
                        <a:pt x="2693" y="892"/>
                      </a:lnTo>
                      <a:lnTo>
                        <a:pt x="2709" y="862"/>
                      </a:lnTo>
                      <a:lnTo>
                        <a:pt x="2709" y="854"/>
                      </a:lnTo>
                      <a:lnTo>
                        <a:pt x="2717" y="843"/>
                      </a:lnTo>
                      <a:lnTo>
                        <a:pt x="2720" y="834"/>
                      </a:lnTo>
                      <a:lnTo>
                        <a:pt x="2722" y="828"/>
                      </a:lnTo>
                      <a:lnTo>
                        <a:pt x="2717" y="811"/>
                      </a:lnTo>
                      <a:lnTo>
                        <a:pt x="2708" y="796"/>
                      </a:lnTo>
                      <a:lnTo>
                        <a:pt x="2694" y="771"/>
                      </a:lnTo>
                      <a:lnTo>
                        <a:pt x="2692" y="763"/>
                      </a:lnTo>
                      <a:lnTo>
                        <a:pt x="2694" y="757"/>
                      </a:lnTo>
                      <a:lnTo>
                        <a:pt x="2700" y="764"/>
                      </a:lnTo>
                      <a:lnTo>
                        <a:pt x="2708" y="773"/>
                      </a:lnTo>
                      <a:lnTo>
                        <a:pt x="2715" y="775"/>
                      </a:lnTo>
                      <a:lnTo>
                        <a:pt x="2721" y="780"/>
                      </a:lnTo>
                      <a:lnTo>
                        <a:pt x="2732" y="781"/>
                      </a:lnTo>
                      <a:lnTo>
                        <a:pt x="2731" y="795"/>
                      </a:lnTo>
                      <a:lnTo>
                        <a:pt x="2732" y="797"/>
                      </a:lnTo>
                      <a:lnTo>
                        <a:pt x="2740" y="790"/>
                      </a:lnTo>
                      <a:lnTo>
                        <a:pt x="2751" y="773"/>
                      </a:lnTo>
                      <a:lnTo>
                        <a:pt x="2758" y="765"/>
                      </a:lnTo>
                      <a:lnTo>
                        <a:pt x="2762" y="759"/>
                      </a:lnTo>
                      <a:lnTo>
                        <a:pt x="2762" y="754"/>
                      </a:lnTo>
                      <a:lnTo>
                        <a:pt x="2767" y="752"/>
                      </a:lnTo>
                      <a:lnTo>
                        <a:pt x="2769" y="749"/>
                      </a:lnTo>
                      <a:lnTo>
                        <a:pt x="2773" y="730"/>
                      </a:lnTo>
                      <a:lnTo>
                        <a:pt x="2774" y="727"/>
                      </a:lnTo>
                      <a:lnTo>
                        <a:pt x="2776" y="728"/>
                      </a:lnTo>
                      <a:lnTo>
                        <a:pt x="2779" y="727"/>
                      </a:lnTo>
                      <a:lnTo>
                        <a:pt x="2783" y="712"/>
                      </a:lnTo>
                      <a:lnTo>
                        <a:pt x="2784" y="708"/>
                      </a:lnTo>
                      <a:lnTo>
                        <a:pt x="2781" y="703"/>
                      </a:lnTo>
                      <a:lnTo>
                        <a:pt x="2776" y="697"/>
                      </a:lnTo>
                      <a:lnTo>
                        <a:pt x="2769" y="693"/>
                      </a:lnTo>
                      <a:lnTo>
                        <a:pt x="2769" y="690"/>
                      </a:lnTo>
                      <a:lnTo>
                        <a:pt x="2769" y="687"/>
                      </a:lnTo>
                      <a:lnTo>
                        <a:pt x="2773" y="678"/>
                      </a:lnTo>
                      <a:lnTo>
                        <a:pt x="2775" y="674"/>
                      </a:lnTo>
                      <a:lnTo>
                        <a:pt x="2785" y="662"/>
                      </a:lnTo>
                      <a:lnTo>
                        <a:pt x="2790" y="662"/>
                      </a:lnTo>
                      <a:lnTo>
                        <a:pt x="2796" y="652"/>
                      </a:lnTo>
                      <a:lnTo>
                        <a:pt x="2807" y="650"/>
                      </a:lnTo>
                      <a:lnTo>
                        <a:pt x="2819" y="644"/>
                      </a:lnTo>
                      <a:lnTo>
                        <a:pt x="2830" y="641"/>
                      </a:lnTo>
                      <a:lnTo>
                        <a:pt x="2835" y="635"/>
                      </a:lnTo>
                      <a:lnTo>
                        <a:pt x="2843" y="631"/>
                      </a:lnTo>
                      <a:lnTo>
                        <a:pt x="2856" y="634"/>
                      </a:lnTo>
                      <a:lnTo>
                        <a:pt x="2869" y="631"/>
                      </a:lnTo>
                      <a:lnTo>
                        <a:pt x="2894" y="630"/>
                      </a:lnTo>
                      <a:lnTo>
                        <a:pt x="2913" y="625"/>
                      </a:lnTo>
                      <a:lnTo>
                        <a:pt x="2918" y="623"/>
                      </a:lnTo>
                      <a:lnTo>
                        <a:pt x="2923" y="619"/>
                      </a:lnTo>
                      <a:lnTo>
                        <a:pt x="2929" y="604"/>
                      </a:lnTo>
                      <a:lnTo>
                        <a:pt x="2931" y="602"/>
                      </a:lnTo>
                      <a:lnTo>
                        <a:pt x="2936" y="604"/>
                      </a:lnTo>
                      <a:lnTo>
                        <a:pt x="2937" y="614"/>
                      </a:lnTo>
                      <a:lnTo>
                        <a:pt x="2941" y="614"/>
                      </a:lnTo>
                      <a:lnTo>
                        <a:pt x="2948" y="613"/>
                      </a:lnTo>
                      <a:lnTo>
                        <a:pt x="2963" y="604"/>
                      </a:lnTo>
                      <a:lnTo>
                        <a:pt x="2967" y="604"/>
                      </a:lnTo>
                      <a:lnTo>
                        <a:pt x="2969" y="612"/>
                      </a:lnTo>
                      <a:lnTo>
                        <a:pt x="2974" y="613"/>
                      </a:lnTo>
                      <a:lnTo>
                        <a:pt x="2987" y="608"/>
                      </a:lnTo>
                      <a:lnTo>
                        <a:pt x="2993" y="609"/>
                      </a:lnTo>
                      <a:lnTo>
                        <a:pt x="3004" y="602"/>
                      </a:lnTo>
                      <a:lnTo>
                        <a:pt x="3006" y="599"/>
                      </a:lnTo>
                      <a:lnTo>
                        <a:pt x="3004" y="586"/>
                      </a:lnTo>
                      <a:lnTo>
                        <a:pt x="3002" y="583"/>
                      </a:lnTo>
                      <a:lnTo>
                        <a:pt x="3000" y="583"/>
                      </a:lnTo>
                      <a:lnTo>
                        <a:pt x="3000" y="596"/>
                      </a:lnTo>
                      <a:lnTo>
                        <a:pt x="2999" y="599"/>
                      </a:lnTo>
                      <a:lnTo>
                        <a:pt x="2991" y="602"/>
                      </a:lnTo>
                      <a:lnTo>
                        <a:pt x="2982" y="599"/>
                      </a:lnTo>
                      <a:lnTo>
                        <a:pt x="2972" y="593"/>
                      </a:lnTo>
                      <a:lnTo>
                        <a:pt x="2967" y="582"/>
                      </a:lnTo>
                      <a:lnTo>
                        <a:pt x="2963" y="580"/>
                      </a:lnTo>
                      <a:lnTo>
                        <a:pt x="2962" y="569"/>
                      </a:lnTo>
                      <a:lnTo>
                        <a:pt x="2957" y="564"/>
                      </a:lnTo>
                      <a:lnTo>
                        <a:pt x="2948" y="559"/>
                      </a:lnTo>
                      <a:lnTo>
                        <a:pt x="2947" y="558"/>
                      </a:lnTo>
                      <a:lnTo>
                        <a:pt x="2947" y="552"/>
                      </a:lnTo>
                      <a:lnTo>
                        <a:pt x="2950" y="548"/>
                      </a:lnTo>
                      <a:lnTo>
                        <a:pt x="2953" y="547"/>
                      </a:lnTo>
                      <a:lnTo>
                        <a:pt x="2957" y="538"/>
                      </a:lnTo>
                      <a:lnTo>
                        <a:pt x="2962" y="536"/>
                      </a:lnTo>
                      <a:lnTo>
                        <a:pt x="2957" y="528"/>
                      </a:lnTo>
                      <a:lnTo>
                        <a:pt x="2951" y="515"/>
                      </a:lnTo>
                      <a:lnTo>
                        <a:pt x="2956" y="500"/>
                      </a:lnTo>
                      <a:lnTo>
                        <a:pt x="2971" y="488"/>
                      </a:lnTo>
                      <a:lnTo>
                        <a:pt x="2982" y="470"/>
                      </a:lnTo>
                      <a:lnTo>
                        <a:pt x="2987" y="466"/>
                      </a:lnTo>
                      <a:lnTo>
                        <a:pt x="2989" y="455"/>
                      </a:lnTo>
                      <a:lnTo>
                        <a:pt x="2996" y="446"/>
                      </a:lnTo>
                      <a:lnTo>
                        <a:pt x="3005" y="442"/>
                      </a:lnTo>
                      <a:lnTo>
                        <a:pt x="3009" y="443"/>
                      </a:lnTo>
                      <a:lnTo>
                        <a:pt x="3011" y="451"/>
                      </a:lnTo>
                      <a:lnTo>
                        <a:pt x="3014" y="451"/>
                      </a:lnTo>
                      <a:lnTo>
                        <a:pt x="3017" y="447"/>
                      </a:lnTo>
                      <a:lnTo>
                        <a:pt x="3020" y="437"/>
                      </a:lnTo>
                      <a:lnTo>
                        <a:pt x="3022" y="437"/>
                      </a:lnTo>
                      <a:lnTo>
                        <a:pt x="3025" y="441"/>
                      </a:lnTo>
                      <a:lnTo>
                        <a:pt x="3027" y="441"/>
                      </a:lnTo>
                      <a:lnTo>
                        <a:pt x="3032" y="440"/>
                      </a:lnTo>
                      <a:lnTo>
                        <a:pt x="3036" y="432"/>
                      </a:lnTo>
                      <a:lnTo>
                        <a:pt x="3039" y="429"/>
                      </a:lnTo>
                      <a:lnTo>
                        <a:pt x="3045" y="431"/>
                      </a:lnTo>
                      <a:lnTo>
                        <a:pt x="3048" y="430"/>
                      </a:lnTo>
                      <a:lnTo>
                        <a:pt x="3053" y="421"/>
                      </a:lnTo>
                      <a:lnTo>
                        <a:pt x="3054" y="414"/>
                      </a:lnTo>
                      <a:lnTo>
                        <a:pt x="3058" y="408"/>
                      </a:lnTo>
                      <a:lnTo>
                        <a:pt x="3059" y="398"/>
                      </a:lnTo>
                      <a:lnTo>
                        <a:pt x="3065" y="393"/>
                      </a:lnTo>
                      <a:lnTo>
                        <a:pt x="3068" y="392"/>
                      </a:lnTo>
                      <a:lnTo>
                        <a:pt x="3070" y="393"/>
                      </a:lnTo>
                      <a:lnTo>
                        <a:pt x="3071" y="400"/>
                      </a:lnTo>
                      <a:lnTo>
                        <a:pt x="3072" y="405"/>
                      </a:lnTo>
                      <a:lnTo>
                        <a:pt x="3077" y="407"/>
                      </a:lnTo>
                      <a:lnTo>
                        <a:pt x="3082" y="404"/>
                      </a:lnTo>
                      <a:lnTo>
                        <a:pt x="3092" y="412"/>
                      </a:lnTo>
                      <a:lnTo>
                        <a:pt x="3097" y="410"/>
                      </a:lnTo>
                      <a:lnTo>
                        <a:pt x="3100" y="405"/>
                      </a:lnTo>
                      <a:lnTo>
                        <a:pt x="3107" y="399"/>
                      </a:lnTo>
                      <a:lnTo>
                        <a:pt x="3112" y="399"/>
                      </a:lnTo>
                      <a:lnTo>
                        <a:pt x="3118" y="396"/>
                      </a:lnTo>
                      <a:lnTo>
                        <a:pt x="3120" y="389"/>
                      </a:lnTo>
                      <a:lnTo>
                        <a:pt x="3133" y="388"/>
                      </a:lnTo>
                      <a:lnTo>
                        <a:pt x="3136" y="387"/>
                      </a:lnTo>
                      <a:lnTo>
                        <a:pt x="3141" y="383"/>
                      </a:lnTo>
                      <a:lnTo>
                        <a:pt x="3147" y="383"/>
                      </a:lnTo>
                      <a:lnTo>
                        <a:pt x="3151" y="380"/>
                      </a:lnTo>
                      <a:lnTo>
                        <a:pt x="3158" y="380"/>
                      </a:lnTo>
                      <a:lnTo>
                        <a:pt x="3165" y="375"/>
                      </a:lnTo>
                      <a:lnTo>
                        <a:pt x="3166" y="370"/>
                      </a:lnTo>
                      <a:lnTo>
                        <a:pt x="3165" y="36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grpSp>
        <p:grpSp>
          <p:nvGrpSpPr>
            <p:cNvPr id="2298" name="Google Shape;2298;p5">
              <a:extLst>
                <a:ext uri="{FF2B5EF4-FFF2-40B4-BE49-F238E27FC236}">
                  <a16:creationId xmlns:a16="http://schemas.microsoft.com/office/drawing/2014/main" id="{90878ECD-0542-B314-22C2-DBB9D433EACF}"/>
                </a:ext>
              </a:extLst>
            </p:cNvPr>
            <p:cNvGrpSpPr/>
            <p:nvPr/>
          </p:nvGrpSpPr>
          <p:grpSpPr>
            <a:xfrm>
              <a:off x="2304740" y="1269239"/>
              <a:ext cx="1538772" cy="1622936"/>
              <a:chOff x="969" y="960"/>
              <a:chExt cx="969" cy="1022"/>
            </a:xfrm>
            <a:grpFill/>
          </p:grpSpPr>
          <p:sp>
            <p:nvSpPr>
              <p:cNvPr id="2299" name="Google Shape;2299;p5">
                <a:extLst>
                  <a:ext uri="{FF2B5EF4-FFF2-40B4-BE49-F238E27FC236}">
                    <a16:creationId xmlns:a16="http://schemas.microsoft.com/office/drawing/2014/main" id="{0C6C9467-0408-F8D9-75E3-E7BCEA8B563D}"/>
                  </a:ext>
                </a:extLst>
              </p:cNvPr>
              <p:cNvSpPr/>
              <p:nvPr/>
            </p:nvSpPr>
            <p:spPr>
              <a:xfrm>
                <a:off x="1903" y="1791"/>
                <a:ext cx="1" cy="1"/>
              </a:xfrm>
              <a:custGeom>
                <a:avLst/>
                <a:gdLst/>
                <a:ahLst/>
                <a:cxnLst/>
                <a:rect l="l" t="t" r="r" b="b"/>
                <a:pathLst>
                  <a:path w="3" h="2" extrusionOk="0">
                    <a:moveTo>
                      <a:pt x="0" y="0"/>
                    </a:moveTo>
                    <a:lnTo>
                      <a:pt x="0" y="1"/>
                    </a:lnTo>
                    <a:lnTo>
                      <a:pt x="3" y="2"/>
                    </a:lnTo>
                    <a:lnTo>
                      <a:pt x="0"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00" name="Google Shape;2300;p5">
                <a:extLst>
                  <a:ext uri="{FF2B5EF4-FFF2-40B4-BE49-F238E27FC236}">
                    <a16:creationId xmlns:a16="http://schemas.microsoft.com/office/drawing/2014/main" id="{284A4603-A503-5266-77AD-9D8D2D382335}"/>
                  </a:ext>
                </a:extLst>
              </p:cNvPr>
              <p:cNvSpPr/>
              <p:nvPr/>
            </p:nvSpPr>
            <p:spPr>
              <a:xfrm>
                <a:off x="1865" y="1826"/>
                <a:ext cx="73" cy="84"/>
              </a:xfrm>
              <a:custGeom>
                <a:avLst/>
                <a:gdLst/>
                <a:ahLst/>
                <a:cxnLst/>
                <a:rect l="l" t="t" r="r" b="b"/>
                <a:pathLst>
                  <a:path w="362" h="420" extrusionOk="0">
                    <a:moveTo>
                      <a:pt x="170" y="11"/>
                    </a:moveTo>
                    <a:lnTo>
                      <a:pt x="159" y="16"/>
                    </a:lnTo>
                    <a:lnTo>
                      <a:pt x="147" y="25"/>
                    </a:lnTo>
                    <a:lnTo>
                      <a:pt x="144" y="33"/>
                    </a:lnTo>
                    <a:lnTo>
                      <a:pt x="141" y="38"/>
                    </a:lnTo>
                    <a:lnTo>
                      <a:pt x="138" y="43"/>
                    </a:lnTo>
                    <a:lnTo>
                      <a:pt x="135" y="46"/>
                    </a:lnTo>
                    <a:lnTo>
                      <a:pt x="135" y="48"/>
                    </a:lnTo>
                    <a:lnTo>
                      <a:pt x="129" y="52"/>
                    </a:lnTo>
                    <a:lnTo>
                      <a:pt x="127" y="60"/>
                    </a:lnTo>
                    <a:lnTo>
                      <a:pt x="126" y="68"/>
                    </a:lnTo>
                    <a:lnTo>
                      <a:pt x="120" y="75"/>
                    </a:lnTo>
                    <a:lnTo>
                      <a:pt x="111" y="78"/>
                    </a:lnTo>
                    <a:lnTo>
                      <a:pt x="106" y="83"/>
                    </a:lnTo>
                    <a:lnTo>
                      <a:pt x="115" y="89"/>
                    </a:lnTo>
                    <a:lnTo>
                      <a:pt x="109" y="96"/>
                    </a:lnTo>
                    <a:lnTo>
                      <a:pt x="103" y="119"/>
                    </a:lnTo>
                    <a:lnTo>
                      <a:pt x="103" y="121"/>
                    </a:lnTo>
                    <a:lnTo>
                      <a:pt x="110" y="128"/>
                    </a:lnTo>
                    <a:lnTo>
                      <a:pt x="93" y="134"/>
                    </a:lnTo>
                    <a:lnTo>
                      <a:pt x="92" y="139"/>
                    </a:lnTo>
                    <a:lnTo>
                      <a:pt x="81" y="164"/>
                    </a:lnTo>
                    <a:lnTo>
                      <a:pt x="79" y="175"/>
                    </a:lnTo>
                    <a:lnTo>
                      <a:pt x="82" y="178"/>
                    </a:lnTo>
                    <a:lnTo>
                      <a:pt x="82" y="182"/>
                    </a:lnTo>
                    <a:lnTo>
                      <a:pt x="73" y="182"/>
                    </a:lnTo>
                    <a:lnTo>
                      <a:pt x="65" y="193"/>
                    </a:lnTo>
                    <a:lnTo>
                      <a:pt x="61" y="202"/>
                    </a:lnTo>
                    <a:lnTo>
                      <a:pt x="63" y="207"/>
                    </a:lnTo>
                    <a:lnTo>
                      <a:pt x="71" y="208"/>
                    </a:lnTo>
                    <a:lnTo>
                      <a:pt x="71" y="210"/>
                    </a:lnTo>
                    <a:lnTo>
                      <a:pt x="68" y="215"/>
                    </a:lnTo>
                    <a:lnTo>
                      <a:pt x="71" y="221"/>
                    </a:lnTo>
                    <a:lnTo>
                      <a:pt x="52" y="219"/>
                    </a:lnTo>
                    <a:lnTo>
                      <a:pt x="39" y="254"/>
                    </a:lnTo>
                    <a:lnTo>
                      <a:pt x="31" y="259"/>
                    </a:lnTo>
                    <a:lnTo>
                      <a:pt x="27" y="252"/>
                    </a:lnTo>
                    <a:lnTo>
                      <a:pt x="19" y="257"/>
                    </a:lnTo>
                    <a:lnTo>
                      <a:pt x="11" y="263"/>
                    </a:lnTo>
                    <a:lnTo>
                      <a:pt x="11" y="267"/>
                    </a:lnTo>
                    <a:lnTo>
                      <a:pt x="33" y="264"/>
                    </a:lnTo>
                    <a:lnTo>
                      <a:pt x="44" y="267"/>
                    </a:lnTo>
                    <a:lnTo>
                      <a:pt x="47" y="274"/>
                    </a:lnTo>
                    <a:lnTo>
                      <a:pt x="18" y="300"/>
                    </a:lnTo>
                    <a:lnTo>
                      <a:pt x="1" y="318"/>
                    </a:lnTo>
                    <a:lnTo>
                      <a:pt x="0" y="332"/>
                    </a:lnTo>
                    <a:lnTo>
                      <a:pt x="4" y="342"/>
                    </a:lnTo>
                    <a:lnTo>
                      <a:pt x="18" y="344"/>
                    </a:lnTo>
                    <a:lnTo>
                      <a:pt x="38" y="339"/>
                    </a:lnTo>
                    <a:lnTo>
                      <a:pt x="68" y="334"/>
                    </a:lnTo>
                    <a:lnTo>
                      <a:pt x="90" y="338"/>
                    </a:lnTo>
                    <a:lnTo>
                      <a:pt x="103" y="338"/>
                    </a:lnTo>
                    <a:lnTo>
                      <a:pt x="113" y="342"/>
                    </a:lnTo>
                    <a:lnTo>
                      <a:pt x="141" y="343"/>
                    </a:lnTo>
                    <a:lnTo>
                      <a:pt x="156" y="339"/>
                    </a:lnTo>
                    <a:lnTo>
                      <a:pt x="173" y="337"/>
                    </a:lnTo>
                    <a:lnTo>
                      <a:pt x="180" y="329"/>
                    </a:lnTo>
                    <a:lnTo>
                      <a:pt x="196" y="322"/>
                    </a:lnTo>
                    <a:lnTo>
                      <a:pt x="194" y="332"/>
                    </a:lnTo>
                    <a:lnTo>
                      <a:pt x="194" y="339"/>
                    </a:lnTo>
                    <a:lnTo>
                      <a:pt x="179" y="345"/>
                    </a:lnTo>
                    <a:lnTo>
                      <a:pt x="176" y="350"/>
                    </a:lnTo>
                    <a:lnTo>
                      <a:pt x="187" y="350"/>
                    </a:lnTo>
                    <a:lnTo>
                      <a:pt x="189" y="354"/>
                    </a:lnTo>
                    <a:lnTo>
                      <a:pt x="211" y="352"/>
                    </a:lnTo>
                    <a:lnTo>
                      <a:pt x="221" y="336"/>
                    </a:lnTo>
                    <a:lnTo>
                      <a:pt x="229" y="339"/>
                    </a:lnTo>
                    <a:lnTo>
                      <a:pt x="244" y="339"/>
                    </a:lnTo>
                    <a:lnTo>
                      <a:pt x="248" y="343"/>
                    </a:lnTo>
                    <a:lnTo>
                      <a:pt x="235" y="352"/>
                    </a:lnTo>
                    <a:lnTo>
                      <a:pt x="224" y="361"/>
                    </a:lnTo>
                    <a:lnTo>
                      <a:pt x="212" y="380"/>
                    </a:lnTo>
                    <a:lnTo>
                      <a:pt x="199" y="383"/>
                    </a:lnTo>
                    <a:lnTo>
                      <a:pt x="191" y="387"/>
                    </a:lnTo>
                    <a:lnTo>
                      <a:pt x="189" y="397"/>
                    </a:lnTo>
                    <a:lnTo>
                      <a:pt x="200" y="399"/>
                    </a:lnTo>
                    <a:lnTo>
                      <a:pt x="213" y="397"/>
                    </a:lnTo>
                    <a:lnTo>
                      <a:pt x="224" y="392"/>
                    </a:lnTo>
                    <a:lnTo>
                      <a:pt x="234" y="376"/>
                    </a:lnTo>
                    <a:lnTo>
                      <a:pt x="248" y="360"/>
                    </a:lnTo>
                    <a:lnTo>
                      <a:pt x="264" y="354"/>
                    </a:lnTo>
                    <a:lnTo>
                      <a:pt x="267" y="356"/>
                    </a:lnTo>
                    <a:lnTo>
                      <a:pt x="281" y="315"/>
                    </a:lnTo>
                    <a:lnTo>
                      <a:pt x="289" y="315"/>
                    </a:lnTo>
                    <a:lnTo>
                      <a:pt x="291" y="327"/>
                    </a:lnTo>
                    <a:lnTo>
                      <a:pt x="294" y="344"/>
                    </a:lnTo>
                    <a:lnTo>
                      <a:pt x="297" y="361"/>
                    </a:lnTo>
                    <a:lnTo>
                      <a:pt x="289" y="382"/>
                    </a:lnTo>
                    <a:lnTo>
                      <a:pt x="287" y="401"/>
                    </a:lnTo>
                    <a:lnTo>
                      <a:pt x="294" y="403"/>
                    </a:lnTo>
                    <a:lnTo>
                      <a:pt x="314" y="376"/>
                    </a:lnTo>
                    <a:lnTo>
                      <a:pt x="319" y="380"/>
                    </a:lnTo>
                    <a:lnTo>
                      <a:pt x="314" y="392"/>
                    </a:lnTo>
                    <a:lnTo>
                      <a:pt x="315" y="402"/>
                    </a:lnTo>
                    <a:lnTo>
                      <a:pt x="315" y="412"/>
                    </a:lnTo>
                    <a:lnTo>
                      <a:pt x="320" y="420"/>
                    </a:lnTo>
                    <a:lnTo>
                      <a:pt x="330" y="412"/>
                    </a:lnTo>
                    <a:lnTo>
                      <a:pt x="343" y="414"/>
                    </a:lnTo>
                    <a:lnTo>
                      <a:pt x="351" y="396"/>
                    </a:lnTo>
                    <a:lnTo>
                      <a:pt x="356" y="372"/>
                    </a:lnTo>
                    <a:lnTo>
                      <a:pt x="362" y="354"/>
                    </a:lnTo>
                    <a:lnTo>
                      <a:pt x="362" y="332"/>
                    </a:lnTo>
                    <a:lnTo>
                      <a:pt x="357" y="329"/>
                    </a:lnTo>
                    <a:lnTo>
                      <a:pt x="343" y="353"/>
                    </a:lnTo>
                    <a:lnTo>
                      <a:pt x="339" y="347"/>
                    </a:lnTo>
                    <a:lnTo>
                      <a:pt x="339" y="332"/>
                    </a:lnTo>
                    <a:lnTo>
                      <a:pt x="343" y="317"/>
                    </a:lnTo>
                    <a:lnTo>
                      <a:pt x="348" y="306"/>
                    </a:lnTo>
                    <a:lnTo>
                      <a:pt x="353" y="301"/>
                    </a:lnTo>
                    <a:lnTo>
                      <a:pt x="353" y="293"/>
                    </a:lnTo>
                    <a:lnTo>
                      <a:pt x="332" y="307"/>
                    </a:lnTo>
                    <a:lnTo>
                      <a:pt x="324" y="323"/>
                    </a:lnTo>
                    <a:lnTo>
                      <a:pt x="319" y="337"/>
                    </a:lnTo>
                    <a:lnTo>
                      <a:pt x="313" y="337"/>
                    </a:lnTo>
                    <a:lnTo>
                      <a:pt x="307" y="333"/>
                    </a:lnTo>
                    <a:lnTo>
                      <a:pt x="304" y="327"/>
                    </a:lnTo>
                    <a:lnTo>
                      <a:pt x="307" y="320"/>
                    </a:lnTo>
                    <a:lnTo>
                      <a:pt x="310" y="306"/>
                    </a:lnTo>
                    <a:lnTo>
                      <a:pt x="308" y="305"/>
                    </a:lnTo>
                    <a:lnTo>
                      <a:pt x="307" y="300"/>
                    </a:lnTo>
                    <a:lnTo>
                      <a:pt x="298" y="291"/>
                    </a:lnTo>
                    <a:lnTo>
                      <a:pt x="319" y="284"/>
                    </a:lnTo>
                    <a:lnTo>
                      <a:pt x="326" y="274"/>
                    </a:lnTo>
                    <a:lnTo>
                      <a:pt x="336" y="270"/>
                    </a:lnTo>
                    <a:lnTo>
                      <a:pt x="342" y="259"/>
                    </a:lnTo>
                    <a:lnTo>
                      <a:pt x="340" y="254"/>
                    </a:lnTo>
                    <a:lnTo>
                      <a:pt x="314" y="267"/>
                    </a:lnTo>
                    <a:lnTo>
                      <a:pt x="308" y="266"/>
                    </a:lnTo>
                    <a:lnTo>
                      <a:pt x="293" y="272"/>
                    </a:lnTo>
                    <a:lnTo>
                      <a:pt x="291" y="268"/>
                    </a:lnTo>
                    <a:lnTo>
                      <a:pt x="297" y="259"/>
                    </a:lnTo>
                    <a:lnTo>
                      <a:pt x="304" y="247"/>
                    </a:lnTo>
                    <a:lnTo>
                      <a:pt x="300" y="242"/>
                    </a:lnTo>
                    <a:lnTo>
                      <a:pt x="294" y="241"/>
                    </a:lnTo>
                    <a:lnTo>
                      <a:pt x="300" y="226"/>
                    </a:lnTo>
                    <a:lnTo>
                      <a:pt x="312" y="215"/>
                    </a:lnTo>
                    <a:lnTo>
                      <a:pt x="319" y="202"/>
                    </a:lnTo>
                    <a:lnTo>
                      <a:pt x="318" y="197"/>
                    </a:lnTo>
                    <a:lnTo>
                      <a:pt x="313" y="196"/>
                    </a:lnTo>
                    <a:lnTo>
                      <a:pt x="293" y="189"/>
                    </a:lnTo>
                    <a:lnTo>
                      <a:pt x="275" y="192"/>
                    </a:lnTo>
                    <a:lnTo>
                      <a:pt x="267" y="184"/>
                    </a:lnTo>
                    <a:lnTo>
                      <a:pt x="229" y="203"/>
                    </a:lnTo>
                    <a:lnTo>
                      <a:pt x="218" y="204"/>
                    </a:lnTo>
                    <a:lnTo>
                      <a:pt x="228" y="186"/>
                    </a:lnTo>
                    <a:lnTo>
                      <a:pt x="229" y="178"/>
                    </a:lnTo>
                    <a:lnTo>
                      <a:pt x="218" y="184"/>
                    </a:lnTo>
                    <a:lnTo>
                      <a:pt x="216" y="189"/>
                    </a:lnTo>
                    <a:lnTo>
                      <a:pt x="210" y="186"/>
                    </a:lnTo>
                    <a:lnTo>
                      <a:pt x="189" y="184"/>
                    </a:lnTo>
                    <a:lnTo>
                      <a:pt x="190" y="172"/>
                    </a:lnTo>
                    <a:lnTo>
                      <a:pt x="179" y="168"/>
                    </a:lnTo>
                    <a:lnTo>
                      <a:pt x="191" y="157"/>
                    </a:lnTo>
                    <a:lnTo>
                      <a:pt x="210" y="149"/>
                    </a:lnTo>
                    <a:lnTo>
                      <a:pt x="202" y="145"/>
                    </a:lnTo>
                    <a:lnTo>
                      <a:pt x="176" y="144"/>
                    </a:lnTo>
                    <a:lnTo>
                      <a:pt x="179" y="132"/>
                    </a:lnTo>
                    <a:lnTo>
                      <a:pt x="172" y="132"/>
                    </a:lnTo>
                    <a:lnTo>
                      <a:pt x="162" y="148"/>
                    </a:lnTo>
                    <a:lnTo>
                      <a:pt x="149" y="159"/>
                    </a:lnTo>
                    <a:lnTo>
                      <a:pt x="142" y="173"/>
                    </a:lnTo>
                    <a:lnTo>
                      <a:pt x="137" y="161"/>
                    </a:lnTo>
                    <a:lnTo>
                      <a:pt x="142" y="149"/>
                    </a:lnTo>
                    <a:lnTo>
                      <a:pt x="142" y="137"/>
                    </a:lnTo>
                    <a:lnTo>
                      <a:pt x="153" y="122"/>
                    </a:lnTo>
                    <a:lnTo>
                      <a:pt x="160" y="105"/>
                    </a:lnTo>
                    <a:lnTo>
                      <a:pt x="170" y="91"/>
                    </a:lnTo>
                    <a:lnTo>
                      <a:pt x="172" y="81"/>
                    </a:lnTo>
                    <a:lnTo>
                      <a:pt x="170" y="75"/>
                    </a:lnTo>
                    <a:lnTo>
                      <a:pt x="172" y="64"/>
                    </a:lnTo>
                    <a:lnTo>
                      <a:pt x="176" y="71"/>
                    </a:lnTo>
                    <a:lnTo>
                      <a:pt x="187" y="64"/>
                    </a:lnTo>
                    <a:lnTo>
                      <a:pt x="195" y="42"/>
                    </a:lnTo>
                    <a:lnTo>
                      <a:pt x="185" y="33"/>
                    </a:lnTo>
                    <a:lnTo>
                      <a:pt x="186" y="26"/>
                    </a:lnTo>
                    <a:lnTo>
                      <a:pt x="200" y="25"/>
                    </a:lnTo>
                    <a:lnTo>
                      <a:pt x="207" y="8"/>
                    </a:lnTo>
                    <a:lnTo>
                      <a:pt x="207" y="0"/>
                    </a:lnTo>
                    <a:lnTo>
                      <a:pt x="199" y="8"/>
                    </a:lnTo>
                    <a:lnTo>
                      <a:pt x="194" y="5"/>
                    </a:lnTo>
                    <a:lnTo>
                      <a:pt x="183" y="5"/>
                    </a:lnTo>
                    <a:lnTo>
                      <a:pt x="170" y="1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01" name="Google Shape;2301;p5">
                <a:extLst>
                  <a:ext uri="{FF2B5EF4-FFF2-40B4-BE49-F238E27FC236}">
                    <a16:creationId xmlns:a16="http://schemas.microsoft.com/office/drawing/2014/main" id="{52333D94-CABB-C1F8-7BD6-66644271C7D4}"/>
                  </a:ext>
                </a:extLst>
              </p:cNvPr>
              <p:cNvSpPr/>
              <p:nvPr/>
            </p:nvSpPr>
            <p:spPr>
              <a:xfrm>
                <a:off x="1108" y="1839"/>
                <a:ext cx="55" cy="43"/>
              </a:xfrm>
              <a:custGeom>
                <a:avLst/>
                <a:gdLst/>
                <a:ahLst/>
                <a:cxnLst/>
                <a:rect l="l" t="t" r="r" b="b"/>
                <a:pathLst>
                  <a:path w="275" h="214" extrusionOk="0">
                    <a:moveTo>
                      <a:pt x="45" y="41"/>
                    </a:moveTo>
                    <a:lnTo>
                      <a:pt x="48" y="41"/>
                    </a:lnTo>
                    <a:lnTo>
                      <a:pt x="48" y="42"/>
                    </a:lnTo>
                    <a:lnTo>
                      <a:pt x="48" y="41"/>
                    </a:lnTo>
                    <a:lnTo>
                      <a:pt x="45" y="31"/>
                    </a:lnTo>
                    <a:lnTo>
                      <a:pt x="45" y="22"/>
                    </a:lnTo>
                    <a:lnTo>
                      <a:pt x="24" y="20"/>
                    </a:lnTo>
                    <a:lnTo>
                      <a:pt x="19" y="15"/>
                    </a:lnTo>
                    <a:lnTo>
                      <a:pt x="16" y="21"/>
                    </a:lnTo>
                    <a:lnTo>
                      <a:pt x="13" y="27"/>
                    </a:lnTo>
                    <a:lnTo>
                      <a:pt x="6" y="24"/>
                    </a:lnTo>
                    <a:lnTo>
                      <a:pt x="0" y="19"/>
                    </a:lnTo>
                    <a:lnTo>
                      <a:pt x="0" y="11"/>
                    </a:lnTo>
                    <a:lnTo>
                      <a:pt x="2" y="6"/>
                    </a:lnTo>
                    <a:lnTo>
                      <a:pt x="8" y="2"/>
                    </a:lnTo>
                    <a:lnTo>
                      <a:pt x="18" y="0"/>
                    </a:lnTo>
                    <a:lnTo>
                      <a:pt x="28" y="4"/>
                    </a:lnTo>
                    <a:lnTo>
                      <a:pt x="38" y="9"/>
                    </a:lnTo>
                    <a:lnTo>
                      <a:pt x="46" y="10"/>
                    </a:lnTo>
                    <a:lnTo>
                      <a:pt x="56" y="18"/>
                    </a:lnTo>
                    <a:lnTo>
                      <a:pt x="89" y="31"/>
                    </a:lnTo>
                    <a:lnTo>
                      <a:pt x="119" y="38"/>
                    </a:lnTo>
                    <a:lnTo>
                      <a:pt x="134" y="43"/>
                    </a:lnTo>
                    <a:lnTo>
                      <a:pt x="148" y="46"/>
                    </a:lnTo>
                    <a:lnTo>
                      <a:pt x="153" y="51"/>
                    </a:lnTo>
                    <a:lnTo>
                      <a:pt x="157" y="57"/>
                    </a:lnTo>
                    <a:lnTo>
                      <a:pt x="158" y="65"/>
                    </a:lnTo>
                    <a:lnTo>
                      <a:pt x="188" y="99"/>
                    </a:lnTo>
                    <a:lnTo>
                      <a:pt x="189" y="101"/>
                    </a:lnTo>
                    <a:lnTo>
                      <a:pt x="188" y="106"/>
                    </a:lnTo>
                    <a:lnTo>
                      <a:pt x="190" y="112"/>
                    </a:lnTo>
                    <a:lnTo>
                      <a:pt x="194" y="116"/>
                    </a:lnTo>
                    <a:lnTo>
                      <a:pt x="206" y="126"/>
                    </a:lnTo>
                    <a:lnTo>
                      <a:pt x="215" y="129"/>
                    </a:lnTo>
                    <a:lnTo>
                      <a:pt x="225" y="131"/>
                    </a:lnTo>
                    <a:lnTo>
                      <a:pt x="228" y="134"/>
                    </a:lnTo>
                    <a:lnTo>
                      <a:pt x="236" y="137"/>
                    </a:lnTo>
                    <a:lnTo>
                      <a:pt x="250" y="151"/>
                    </a:lnTo>
                    <a:lnTo>
                      <a:pt x="253" y="160"/>
                    </a:lnTo>
                    <a:lnTo>
                      <a:pt x="260" y="174"/>
                    </a:lnTo>
                    <a:lnTo>
                      <a:pt x="261" y="180"/>
                    </a:lnTo>
                    <a:lnTo>
                      <a:pt x="264" y="189"/>
                    </a:lnTo>
                    <a:lnTo>
                      <a:pt x="266" y="194"/>
                    </a:lnTo>
                    <a:lnTo>
                      <a:pt x="269" y="188"/>
                    </a:lnTo>
                    <a:lnTo>
                      <a:pt x="275" y="202"/>
                    </a:lnTo>
                    <a:lnTo>
                      <a:pt x="272" y="203"/>
                    </a:lnTo>
                    <a:lnTo>
                      <a:pt x="271" y="209"/>
                    </a:lnTo>
                    <a:lnTo>
                      <a:pt x="264" y="214"/>
                    </a:lnTo>
                    <a:lnTo>
                      <a:pt x="258" y="214"/>
                    </a:lnTo>
                    <a:lnTo>
                      <a:pt x="239" y="207"/>
                    </a:lnTo>
                    <a:lnTo>
                      <a:pt x="222" y="198"/>
                    </a:lnTo>
                    <a:lnTo>
                      <a:pt x="222" y="196"/>
                    </a:lnTo>
                    <a:lnTo>
                      <a:pt x="217" y="193"/>
                    </a:lnTo>
                    <a:lnTo>
                      <a:pt x="211" y="196"/>
                    </a:lnTo>
                    <a:lnTo>
                      <a:pt x="196" y="189"/>
                    </a:lnTo>
                    <a:lnTo>
                      <a:pt x="196" y="185"/>
                    </a:lnTo>
                    <a:lnTo>
                      <a:pt x="200" y="180"/>
                    </a:lnTo>
                    <a:lnTo>
                      <a:pt x="202" y="175"/>
                    </a:lnTo>
                    <a:lnTo>
                      <a:pt x="199" y="176"/>
                    </a:lnTo>
                    <a:lnTo>
                      <a:pt x="196" y="182"/>
                    </a:lnTo>
                    <a:lnTo>
                      <a:pt x="190" y="183"/>
                    </a:lnTo>
                    <a:lnTo>
                      <a:pt x="182" y="176"/>
                    </a:lnTo>
                    <a:lnTo>
                      <a:pt x="179" y="172"/>
                    </a:lnTo>
                    <a:lnTo>
                      <a:pt x="179" y="167"/>
                    </a:lnTo>
                    <a:lnTo>
                      <a:pt x="184" y="165"/>
                    </a:lnTo>
                    <a:lnTo>
                      <a:pt x="190" y="160"/>
                    </a:lnTo>
                    <a:lnTo>
                      <a:pt x="184" y="159"/>
                    </a:lnTo>
                    <a:lnTo>
                      <a:pt x="178" y="155"/>
                    </a:lnTo>
                    <a:lnTo>
                      <a:pt x="173" y="161"/>
                    </a:lnTo>
                    <a:lnTo>
                      <a:pt x="166" y="160"/>
                    </a:lnTo>
                    <a:lnTo>
                      <a:pt x="153" y="162"/>
                    </a:lnTo>
                    <a:lnTo>
                      <a:pt x="143" y="154"/>
                    </a:lnTo>
                    <a:lnTo>
                      <a:pt x="147" y="155"/>
                    </a:lnTo>
                    <a:lnTo>
                      <a:pt x="157" y="153"/>
                    </a:lnTo>
                    <a:lnTo>
                      <a:pt x="153" y="145"/>
                    </a:lnTo>
                    <a:lnTo>
                      <a:pt x="143" y="135"/>
                    </a:lnTo>
                    <a:lnTo>
                      <a:pt x="132" y="134"/>
                    </a:lnTo>
                    <a:lnTo>
                      <a:pt x="130" y="129"/>
                    </a:lnTo>
                    <a:lnTo>
                      <a:pt x="120" y="124"/>
                    </a:lnTo>
                    <a:lnTo>
                      <a:pt x="109" y="126"/>
                    </a:lnTo>
                    <a:lnTo>
                      <a:pt x="104" y="124"/>
                    </a:lnTo>
                    <a:lnTo>
                      <a:pt x="100" y="112"/>
                    </a:lnTo>
                    <a:lnTo>
                      <a:pt x="105" y="108"/>
                    </a:lnTo>
                    <a:lnTo>
                      <a:pt x="118" y="110"/>
                    </a:lnTo>
                    <a:lnTo>
                      <a:pt x="129" y="105"/>
                    </a:lnTo>
                    <a:lnTo>
                      <a:pt x="119" y="100"/>
                    </a:lnTo>
                    <a:lnTo>
                      <a:pt x="109" y="102"/>
                    </a:lnTo>
                    <a:lnTo>
                      <a:pt x="107" y="100"/>
                    </a:lnTo>
                    <a:lnTo>
                      <a:pt x="105" y="94"/>
                    </a:lnTo>
                    <a:lnTo>
                      <a:pt x="99" y="99"/>
                    </a:lnTo>
                    <a:lnTo>
                      <a:pt x="96" y="89"/>
                    </a:lnTo>
                    <a:lnTo>
                      <a:pt x="86" y="83"/>
                    </a:lnTo>
                    <a:lnTo>
                      <a:pt x="82" y="84"/>
                    </a:lnTo>
                    <a:lnTo>
                      <a:pt x="80" y="80"/>
                    </a:lnTo>
                    <a:lnTo>
                      <a:pt x="72" y="86"/>
                    </a:lnTo>
                    <a:lnTo>
                      <a:pt x="65" y="80"/>
                    </a:lnTo>
                    <a:lnTo>
                      <a:pt x="66" y="70"/>
                    </a:lnTo>
                    <a:lnTo>
                      <a:pt x="70" y="65"/>
                    </a:lnTo>
                    <a:lnTo>
                      <a:pt x="66" y="65"/>
                    </a:lnTo>
                    <a:lnTo>
                      <a:pt x="60" y="61"/>
                    </a:lnTo>
                    <a:lnTo>
                      <a:pt x="56" y="70"/>
                    </a:lnTo>
                    <a:lnTo>
                      <a:pt x="49" y="61"/>
                    </a:lnTo>
                    <a:lnTo>
                      <a:pt x="45" y="62"/>
                    </a:lnTo>
                    <a:lnTo>
                      <a:pt x="40" y="59"/>
                    </a:lnTo>
                    <a:lnTo>
                      <a:pt x="34" y="67"/>
                    </a:lnTo>
                    <a:lnTo>
                      <a:pt x="29" y="64"/>
                    </a:lnTo>
                    <a:lnTo>
                      <a:pt x="27" y="62"/>
                    </a:lnTo>
                    <a:lnTo>
                      <a:pt x="29" y="57"/>
                    </a:lnTo>
                    <a:lnTo>
                      <a:pt x="30" y="48"/>
                    </a:lnTo>
                    <a:lnTo>
                      <a:pt x="24" y="45"/>
                    </a:lnTo>
                    <a:lnTo>
                      <a:pt x="23" y="37"/>
                    </a:lnTo>
                    <a:lnTo>
                      <a:pt x="33" y="35"/>
                    </a:lnTo>
                    <a:lnTo>
                      <a:pt x="41" y="36"/>
                    </a:lnTo>
                    <a:lnTo>
                      <a:pt x="45" y="4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02" name="Google Shape;2302;p5">
                <a:extLst>
                  <a:ext uri="{FF2B5EF4-FFF2-40B4-BE49-F238E27FC236}">
                    <a16:creationId xmlns:a16="http://schemas.microsoft.com/office/drawing/2014/main" id="{92DB9C02-F979-3624-6A4C-D008AF5832D5}"/>
                  </a:ext>
                </a:extLst>
              </p:cNvPr>
              <p:cNvSpPr/>
              <p:nvPr/>
            </p:nvSpPr>
            <p:spPr>
              <a:xfrm>
                <a:off x="1425" y="1404"/>
                <a:ext cx="47" cy="44"/>
              </a:xfrm>
              <a:custGeom>
                <a:avLst/>
                <a:gdLst/>
                <a:ahLst/>
                <a:cxnLst/>
                <a:rect l="l" t="t" r="r" b="b"/>
                <a:pathLst>
                  <a:path w="236" h="221" extrusionOk="0">
                    <a:moveTo>
                      <a:pt x="141" y="55"/>
                    </a:moveTo>
                    <a:lnTo>
                      <a:pt x="132" y="38"/>
                    </a:lnTo>
                    <a:lnTo>
                      <a:pt x="126" y="33"/>
                    </a:lnTo>
                    <a:lnTo>
                      <a:pt x="118" y="33"/>
                    </a:lnTo>
                    <a:lnTo>
                      <a:pt x="120" y="24"/>
                    </a:lnTo>
                    <a:lnTo>
                      <a:pt x="118" y="18"/>
                    </a:lnTo>
                    <a:lnTo>
                      <a:pt x="108" y="14"/>
                    </a:lnTo>
                    <a:lnTo>
                      <a:pt x="104" y="4"/>
                    </a:lnTo>
                    <a:lnTo>
                      <a:pt x="96" y="0"/>
                    </a:lnTo>
                    <a:lnTo>
                      <a:pt x="86" y="0"/>
                    </a:lnTo>
                    <a:lnTo>
                      <a:pt x="84" y="11"/>
                    </a:lnTo>
                    <a:lnTo>
                      <a:pt x="73" y="20"/>
                    </a:lnTo>
                    <a:lnTo>
                      <a:pt x="65" y="44"/>
                    </a:lnTo>
                    <a:lnTo>
                      <a:pt x="71" y="52"/>
                    </a:lnTo>
                    <a:lnTo>
                      <a:pt x="71" y="57"/>
                    </a:lnTo>
                    <a:lnTo>
                      <a:pt x="66" y="51"/>
                    </a:lnTo>
                    <a:lnTo>
                      <a:pt x="56" y="51"/>
                    </a:lnTo>
                    <a:lnTo>
                      <a:pt x="53" y="57"/>
                    </a:lnTo>
                    <a:lnTo>
                      <a:pt x="54" y="62"/>
                    </a:lnTo>
                    <a:lnTo>
                      <a:pt x="53" y="73"/>
                    </a:lnTo>
                    <a:lnTo>
                      <a:pt x="57" y="90"/>
                    </a:lnTo>
                    <a:lnTo>
                      <a:pt x="50" y="98"/>
                    </a:lnTo>
                    <a:lnTo>
                      <a:pt x="48" y="108"/>
                    </a:lnTo>
                    <a:lnTo>
                      <a:pt x="40" y="109"/>
                    </a:lnTo>
                    <a:lnTo>
                      <a:pt x="24" y="117"/>
                    </a:lnTo>
                    <a:lnTo>
                      <a:pt x="11" y="119"/>
                    </a:lnTo>
                    <a:lnTo>
                      <a:pt x="2" y="125"/>
                    </a:lnTo>
                    <a:lnTo>
                      <a:pt x="0" y="136"/>
                    </a:lnTo>
                    <a:lnTo>
                      <a:pt x="0" y="152"/>
                    </a:lnTo>
                    <a:lnTo>
                      <a:pt x="10" y="163"/>
                    </a:lnTo>
                    <a:lnTo>
                      <a:pt x="21" y="168"/>
                    </a:lnTo>
                    <a:lnTo>
                      <a:pt x="21" y="158"/>
                    </a:lnTo>
                    <a:lnTo>
                      <a:pt x="24" y="153"/>
                    </a:lnTo>
                    <a:lnTo>
                      <a:pt x="32" y="152"/>
                    </a:lnTo>
                    <a:lnTo>
                      <a:pt x="41" y="158"/>
                    </a:lnTo>
                    <a:lnTo>
                      <a:pt x="44" y="167"/>
                    </a:lnTo>
                    <a:lnTo>
                      <a:pt x="51" y="170"/>
                    </a:lnTo>
                    <a:lnTo>
                      <a:pt x="55" y="175"/>
                    </a:lnTo>
                    <a:lnTo>
                      <a:pt x="60" y="172"/>
                    </a:lnTo>
                    <a:lnTo>
                      <a:pt x="62" y="165"/>
                    </a:lnTo>
                    <a:lnTo>
                      <a:pt x="71" y="172"/>
                    </a:lnTo>
                    <a:lnTo>
                      <a:pt x="71" y="180"/>
                    </a:lnTo>
                    <a:lnTo>
                      <a:pt x="77" y="183"/>
                    </a:lnTo>
                    <a:lnTo>
                      <a:pt x="89" y="180"/>
                    </a:lnTo>
                    <a:lnTo>
                      <a:pt x="99" y="196"/>
                    </a:lnTo>
                    <a:lnTo>
                      <a:pt x="109" y="202"/>
                    </a:lnTo>
                    <a:lnTo>
                      <a:pt x="129" y="206"/>
                    </a:lnTo>
                    <a:lnTo>
                      <a:pt x="132" y="210"/>
                    </a:lnTo>
                    <a:lnTo>
                      <a:pt x="134" y="202"/>
                    </a:lnTo>
                    <a:lnTo>
                      <a:pt x="136" y="202"/>
                    </a:lnTo>
                    <a:lnTo>
                      <a:pt x="152" y="213"/>
                    </a:lnTo>
                    <a:lnTo>
                      <a:pt x="167" y="221"/>
                    </a:lnTo>
                    <a:lnTo>
                      <a:pt x="177" y="216"/>
                    </a:lnTo>
                    <a:lnTo>
                      <a:pt x="186" y="195"/>
                    </a:lnTo>
                    <a:lnTo>
                      <a:pt x="194" y="194"/>
                    </a:lnTo>
                    <a:lnTo>
                      <a:pt x="209" y="179"/>
                    </a:lnTo>
                    <a:lnTo>
                      <a:pt x="216" y="178"/>
                    </a:lnTo>
                    <a:lnTo>
                      <a:pt x="216" y="186"/>
                    </a:lnTo>
                    <a:lnTo>
                      <a:pt x="223" y="183"/>
                    </a:lnTo>
                    <a:lnTo>
                      <a:pt x="233" y="174"/>
                    </a:lnTo>
                    <a:lnTo>
                      <a:pt x="236" y="164"/>
                    </a:lnTo>
                    <a:lnTo>
                      <a:pt x="231" y="163"/>
                    </a:lnTo>
                    <a:lnTo>
                      <a:pt x="220" y="169"/>
                    </a:lnTo>
                    <a:lnTo>
                      <a:pt x="207" y="153"/>
                    </a:lnTo>
                    <a:lnTo>
                      <a:pt x="202" y="142"/>
                    </a:lnTo>
                    <a:lnTo>
                      <a:pt x="202" y="132"/>
                    </a:lnTo>
                    <a:lnTo>
                      <a:pt x="190" y="110"/>
                    </a:lnTo>
                    <a:lnTo>
                      <a:pt x="179" y="100"/>
                    </a:lnTo>
                    <a:lnTo>
                      <a:pt x="174" y="89"/>
                    </a:lnTo>
                    <a:lnTo>
                      <a:pt x="143" y="60"/>
                    </a:lnTo>
                    <a:lnTo>
                      <a:pt x="141" y="5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03" name="Google Shape;2303;p5">
                <a:extLst>
                  <a:ext uri="{FF2B5EF4-FFF2-40B4-BE49-F238E27FC236}">
                    <a16:creationId xmlns:a16="http://schemas.microsoft.com/office/drawing/2014/main" id="{726E5F38-1B73-7C16-8DBE-DCAC2869EA8F}"/>
                  </a:ext>
                </a:extLst>
              </p:cNvPr>
              <p:cNvSpPr/>
              <p:nvPr/>
            </p:nvSpPr>
            <p:spPr>
              <a:xfrm>
                <a:off x="1134" y="1234"/>
                <a:ext cx="117" cy="130"/>
              </a:xfrm>
              <a:custGeom>
                <a:avLst/>
                <a:gdLst/>
                <a:ahLst/>
                <a:cxnLst/>
                <a:rect l="l" t="t" r="r" b="b"/>
                <a:pathLst>
                  <a:path w="582" h="653" extrusionOk="0">
                    <a:moveTo>
                      <a:pt x="93" y="117"/>
                    </a:moveTo>
                    <a:lnTo>
                      <a:pt x="100" y="129"/>
                    </a:lnTo>
                    <a:lnTo>
                      <a:pt x="109" y="137"/>
                    </a:lnTo>
                    <a:lnTo>
                      <a:pt x="113" y="148"/>
                    </a:lnTo>
                    <a:lnTo>
                      <a:pt x="105" y="161"/>
                    </a:lnTo>
                    <a:lnTo>
                      <a:pt x="97" y="189"/>
                    </a:lnTo>
                    <a:lnTo>
                      <a:pt x="93" y="198"/>
                    </a:lnTo>
                    <a:lnTo>
                      <a:pt x="84" y="208"/>
                    </a:lnTo>
                    <a:lnTo>
                      <a:pt x="84" y="213"/>
                    </a:lnTo>
                    <a:lnTo>
                      <a:pt x="81" y="225"/>
                    </a:lnTo>
                    <a:lnTo>
                      <a:pt x="76" y="229"/>
                    </a:lnTo>
                    <a:lnTo>
                      <a:pt x="72" y="242"/>
                    </a:lnTo>
                    <a:lnTo>
                      <a:pt x="72" y="251"/>
                    </a:lnTo>
                    <a:lnTo>
                      <a:pt x="65" y="263"/>
                    </a:lnTo>
                    <a:lnTo>
                      <a:pt x="66" y="272"/>
                    </a:lnTo>
                    <a:lnTo>
                      <a:pt x="64" y="275"/>
                    </a:lnTo>
                    <a:lnTo>
                      <a:pt x="60" y="284"/>
                    </a:lnTo>
                    <a:lnTo>
                      <a:pt x="55" y="288"/>
                    </a:lnTo>
                    <a:lnTo>
                      <a:pt x="57" y="299"/>
                    </a:lnTo>
                    <a:lnTo>
                      <a:pt x="64" y="298"/>
                    </a:lnTo>
                    <a:lnTo>
                      <a:pt x="66" y="305"/>
                    </a:lnTo>
                    <a:lnTo>
                      <a:pt x="72" y="309"/>
                    </a:lnTo>
                    <a:lnTo>
                      <a:pt x="73" y="315"/>
                    </a:lnTo>
                    <a:lnTo>
                      <a:pt x="72" y="321"/>
                    </a:lnTo>
                    <a:lnTo>
                      <a:pt x="51" y="331"/>
                    </a:lnTo>
                    <a:lnTo>
                      <a:pt x="43" y="327"/>
                    </a:lnTo>
                    <a:lnTo>
                      <a:pt x="41" y="333"/>
                    </a:lnTo>
                    <a:lnTo>
                      <a:pt x="44" y="342"/>
                    </a:lnTo>
                    <a:lnTo>
                      <a:pt x="46" y="345"/>
                    </a:lnTo>
                    <a:lnTo>
                      <a:pt x="46" y="358"/>
                    </a:lnTo>
                    <a:lnTo>
                      <a:pt x="48" y="359"/>
                    </a:lnTo>
                    <a:lnTo>
                      <a:pt x="48" y="366"/>
                    </a:lnTo>
                    <a:lnTo>
                      <a:pt x="44" y="380"/>
                    </a:lnTo>
                    <a:lnTo>
                      <a:pt x="49" y="377"/>
                    </a:lnTo>
                    <a:lnTo>
                      <a:pt x="50" y="387"/>
                    </a:lnTo>
                    <a:lnTo>
                      <a:pt x="44" y="391"/>
                    </a:lnTo>
                    <a:lnTo>
                      <a:pt x="38" y="400"/>
                    </a:lnTo>
                    <a:lnTo>
                      <a:pt x="45" y="404"/>
                    </a:lnTo>
                    <a:lnTo>
                      <a:pt x="40" y="409"/>
                    </a:lnTo>
                    <a:lnTo>
                      <a:pt x="33" y="406"/>
                    </a:lnTo>
                    <a:lnTo>
                      <a:pt x="27" y="418"/>
                    </a:lnTo>
                    <a:lnTo>
                      <a:pt x="27" y="430"/>
                    </a:lnTo>
                    <a:lnTo>
                      <a:pt x="21" y="435"/>
                    </a:lnTo>
                    <a:lnTo>
                      <a:pt x="22" y="441"/>
                    </a:lnTo>
                    <a:lnTo>
                      <a:pt x="30" y="449"/>
                    </a:lnTo>
                    <a:lnTo>
                      <a:pt x="12" y="455"/>
                    </a:lnTo>
                    <a:lnTo>
                      <a:pt x="17" y="457"/>
                    </a:lnTo>
                    <a:lnTo>
                      <a:pt x="18" y="465"/>
                    </a:lnTo>
                    <a:lnTo>
                      <a:pt x="13" y="463"/>
                    </a:lnTo>
                    <a:lnTo>
                      <a:pt x="10" y="471"/>
                    </a:lnTo>
                    <a:lnTo>
                      <a:pt x="11" y="479"/>
                    </a:lnTo>
                    <a:lnTo>
                      <a:pt x="16" y="482"/>
                    </a:lnTo>
                    <a:lnTo>
                      <a:pt x="8" y="499"/>
                    </a:lnTo>
                    <a:lnTo>
                      <a:pt x="0" y="500"/>
                    </a:lnTo>
                    <a:lnTo>
                      <a:pt x="3" y="509"/>
                    </a:lnTo>
                    <a:lnTo>
                      <a:pt x="30" y="499"/>
                    </a:lnTo>
                    <a:lnTo>
                      <a:pt x="49" y="504"/>
                    </a:lnTo>
                    <a:lnTo>
                      <a:pt x="51" y="509"/>
                    </a:lnTo>
                    <a:lnTo>
                      <a:pt x="41" y="505"/>
                    </a:lnTo>
                    <a:lnTo>
                      <a:pt x="41" y="511"/>
                    </a:lnTo>
                    <a:lnTo>
                      <a:pt x="60" y="522"/>
                    </a:lnTo>
                    <a:lnTo>
                      <a:pt x="66" y="530"/>
                    </a:lnTo>
                    <a:lnTo>
                      <a:pt x="66" y="519"/>
                    </a:lnTo>
                    <a:lnTo>
                      <a:pt x="75" y="520"/>
                    </a:lnTo>
                    <a:lnTo>
                      <a:pt x="75" y="531"/>
                    </a:lnTo>
                    <a:lnTo>
                      <a:pt x="99" y="541"/>
                    </a:lnTo>
                    <a:lnTo>
                      <a:pt x="113" y="560"/>
                    </a:lnTo>
                    <a:lnTo>
                      <a:pt x="116" y="575"/>
                    </a:lnTo>
                    <a:lnTo>
                      <a:pt x="124" y="585"/>
                    </a:lnTo>
                    <a:lnTo>
                      <a:pt x="139" y="632"/>
                    </a:lnTo>
                    <a:lnTo>
                      <a:pt x="151" y="653"/>
                    </a:lnTo>
                    <a:lnTo>
                      <a:pt x="163" y="650"/>
                    </a:lnTo>
                    <a:lnTo>
                      <a:pt x="180" y="628"/>
                    </a:lnTo>
                    <a:lnTo>
                      <a:pt x="194" y="624"/>
                    </a:lnTo>
                    <a:lnTo>
                      <a:pt x="215" y="603"/>
                    </a:lnTo>
                    <a:lnTo>
                      <a:pt x="223" y="592"/>
                    </a:lnTo>
                    <a:lnTo>
                      <a:pt x="229" y="580"/>
                    </a:lnTo>
                    <a:lnTo>
                      <a:pt x="238" y="587"/>
                    </a:lnTo>
                    <a:lnTo>
                      <a:pt x="239" y="592"/>
                    </a:lnTo>
                    <a:lnTo>
                      <a:pt x="238" y="600"/>
                    </a:lnTo>
                    <a:lnTo>
                      <a:pt x="249" y="601"/>
                    </a:lnTo>
                    <a:lnTo>
                      <a:pt x="259" y="600"/>
                    </a:lnTo>
                    <a:lnTo>
                      <a:pt x="263" y="591"/>
                    </a:lnTo>
                    <a:lnTo>
                      <a:pt x="264" y="581"/>
                    </a:lnTo>
                    <a:lnTo>
                      <a:pt x="269" y="590"/>
                    </a:lnTo>
                    <a:lnTo>
                      <a:pt x="272" y="591"/>
                    </a:lnTo>
                    <a:lnTo>
                      <a:pt x="279" y="587"/>
                    </a:lnTo>
                    <a:lnTo>
                      <a:pt x="291" y="575"/>
                    </a:lnTo>
                    <a:lnTo>
                      <a:pt x="298" y="562"/>
                    </a:lnTo>
                    <a:lnTo>
                      <a:pt x="298" y="549"/>
                    </a:lnTo>
                    <a:lnTo>
                      <a:pt x="301" y="542"/>
                    </a:lnTo>
                    <a:lnTo>
                      <a:pt x="298" y="537"/>
                    </a:lnTo>
                    <a:lnTo>
                      <a:pt x="299" y="511"/>
                    </a:lnTo>
                    <a:lnTo>
                      <a:pt x="297" y="501"/>
                    </a:lnTo>
                    <a:lnTo>
                      <a:pt x="310" y="474"/>
                    </a:lnTo>
                    <a:lnTo>
                      <a:pt x="313" y="461"/>
                    </a:lnTo>
                    <a:lnTo>
                      <a:pt x="314" y="449"/>
                    </a:lnTo>
                    <a:lnTo>
                      <a:pt x="317" y="446"/>
                    </a:lnTo>
                    <a:lnTo>
                      <a:pt x="328" y="455"/>
                    </a:lnTo>
                    <a:lnTo>
                      <a:pt x="336" y="446"/>
                    </a:lnTo>
                    <a:lnTo>
                      <a:pt x="346" y="444"/>
                    </a:lnTo>
                    <a:lnTo>
                      <a:pt x="362" y="433"/>
                    </a:lnTo>
                    <a:lnTo>
                      <a:pt x="366" y="412"/>
                    </a:lnTo>
                    <a:lnTo>
                      <a:pt x="371" y="395"/>
                    </a:lnTo>
                    <a:lnTo>
                      <a:pt x="371" y="381"/>
                    </a:lnTo>
                    <a:lnTo>
                      <a:pt x="379" y="370"/>
                    </a:lnTo>
                    <a:lnTo>
                      <a:pt x="392" y="361"/>
                    </a:lnTo>
                    <a:lnTo>
                      <a:pt x="406" y="357"/>
                    </a:lnTo>
                    <a:lnTo>
                      <a:pt x="416" y="343"/>
                    </a:lnTo>
                    <a:lnTo>
                      <a:pt x="438" y="330"/>
                    </a:lnTo>
                    <a:lnTo>
                      <a:pt x="462" y="309"/>
                    </a:lnTo>
                    <a:lnTo>
                      <a:pt x="474" y="304"/>
                    </a:lnTo>
                    <a:lnTo>
                      <a:pt x="481" y="294"/>
                    </a:lnTo>
                    <a:lnTo>
                      <a:pt x="514" y="267"/>
                    </a:lnTo>
                    <a:lnTo>
                      <a:pt x="550" y="251"/>
                    </a:lnTo>
                    <a:lnTo>
                      <a:pt x="582" y="224"/>
                    </a:lnTo>
                    <a:lnTo>
                      <a:pt x="581" y="203"/>
                    </a:lnTo>
                    <a:lnTo>
                      <a:pt x="573" y="198"/>
                    </a:lnTo>
                    <a:lnTo>
                      <a:pt x="561" y="180"/>
                    </a:lnTo>
                    <a:lnTo>
                      <a:pt x="552" y="176"/>
                    </a:lnTo>
                    <a:lnTo>
                      <a:pt x="535" y="150"/>
                    </a:lnTo>
                    <a:lnTo>
                      <a:pt x="512" y="129"/>
                    </a:lnTo>
                    <a:lnTo>
                      <a:pt x="506" y="119"/>
                    </a:lnTo>
                    <a:lnTo>
                      <a:pt x="487" y="95"/>
                    </a:lnTo>
                    <a:lnTo>
                      <a:pt x="478" y="89"/>
                    </a:lnTo>
                    <a:lnTo>
                      <a:pt x="462" y="69"/>
                    </a:lnTo>
                    <a:lnTo>
                      <a:pt x="420" y="59"/>
                    </a:lnTo>
                    <a:lnTo>
                      <a:pt x="390" y="73"/>
                    </a:lnTo>
                    <a:lnTo>
                      <a:pt x="385" y="78"/>
                    </a:lnTo>
                    <a:lnTo>
                      <a:pt x="382" y="86"/>
                    </a:lnTo>
                    <a:lnTo>
                      <a:pt x="389" y="96"/>
                    </a:lnTo>
                    <a:lnTo>
                      <a:pt x="384" y="105"/>
                    </a:lnTo>
                    <a:lnTo>
                      <a:pt x="382" y="115"/>
                    </a:lnTo>
                    <a:lnTo>
                      <a:pt x="371" y="121"/>
                    </a:lnTo>
                    <a:lnTo>
                      <a:pt x="368" y="108"/>
                    </a:lnTo>
                    <a:lnTo>
                      <a:pt x="374" y="101"/>
                    </a:lnTo>
                    <a:lnTo>
                      <a:pt x="374" y="85"/>
                    </a:lnTo>
                    <a:lnTo>
                      <a:pt x="373" y="78"/>
                    </a:lnTo>
                    <a:lnTo>
                      <a:pt x="358" y="75"/>
                    </a:lnTo>
                    <a:lnTo>
                      <a:pt x="352" y="81"/>
                    </a:lnTo>
                    <a:lnTo>
                      <a:pt x="352" y="86"/>
                    </a:lnTo>
                    <a:lnTo>
                      <a:pt x="345" y="92"/>
                    </a:lnTo>
                    <a:lnTo>
                      <a:pt x="340" y="111"/>
                    </a:lnTo>
                    <a:lnTo>
                      <a:pt x="338" y="102"/>
                    </a:lnTo>
                    <a:lnTo>
                      <a:pt x="336" y="90"/>
                    </a:lnTo>
                    <a:lnTo>
                      <a:pt x="345" y="76"/>
                    </a:lnTo>
                    <a:lnTo>
                      <a:pt x="304" y="52"/>
                    </a:lnTo>
                    <a:lnTo>
                      <a:pt x="291" y="33"/>
                    </a:lnTo>
                    <a:lnTo>
                      <a:pt x="279" y="24"/>
                    </a:lnTo>
                    <a:lnTo>
                      <a:pt x="276" y="13"/>
                    </a:lnTo>
                    <a:lnTo>
                      <a:pt x="244" y="0"/>
                    </a:lnTo>
                    <a:lnTo>
                      <a:pt x="231" y="3"/>
                    </a:lnTo>
                    <a:lnTo>
                      <a:pt x="224" y="14"/>
                    </a:lnTo>
                    <a:lnTo>
                      <a:pt x="213" y="9"/>
                    </a:lnTo>
                    <a:lnTo>
                      <a:pt x="197" y="16"/>
                    </a:lnTo>
                    <a:lnTo>
                      <a:pt x="157" y="19"/>
                    </a:lnTo>
                    <a:lnTo>
                      <a:pt x="156" y="24"/>
                    </a:lnTo>
                    <a:lnTo>
                      <a:pt x="158" y="36"/>
                    </a:lnTo>
                    <a:lnTo>
                      <a:pt x="158" y="46"/>
                    </a:lnTo>
                    <a:lnTo>
                      <a:pt x="154" y="36"/>
                    </a:lnTo>
                    <a:lnTo>
                      <a:pt x="151" y="31"/>
                    </a:lnTo>
                    <a:lnTo>
                      <a:pt x="150" y="21"/>
                    </a:lnTo>
                    <a:lnTo>
                      <a:pt x="146" y="19"/>
                    </a:lnTo>
                    <a:lnTo>
                      <a:pt x="141" y="29"/>
                    </a:lnTo>
                    <a:lnTo>
                      <a:pt x="139" y="27"/>
                    </a:lnTo>
                    <a:lnTo>
                      <a:pt x="136" y="20"/>
                    </a:lnTo>
                    <a:lnTo>
                      <a:pt x="120" y="24"/>
                    </a:lnTo>
                    <a:lnTo>
                      <a:pt x="120" y="27"/>
                    </a:lnTo>
                    <a:lnTo>
                      <a:pt x="105" y="24"/>
                    </a:lnTo>
                    <a:lnTo>
                      <a:pt x="99" y="25"/>
                    </a:lnTo>
                    <a:lnTo>
                      <a:pt x="99" y="31"/>
                    </a:lnTo>
                    <a:lnTo>
                      <a:pt x="83" y="33"/>
                    </a:lnTo>
                    <a:lnTo>
                      <a:pt x="70" y="40"/>
                    </a:lnTo>
                    <a:lnTo>
                      <a:pt x="75" y="42"/>
                    </a:lnTo>
                    <a:lnTo>
                      <a:pt x="80" y="63"/>
                    </a:lnTo>
                    <a:lnTo>
                      <a:pt x="93" y="73"/>
                    </a:lnTo>
                    <a:lnTo>
                      <a:pt x="84" y="78"/>
                    </a:lnTo>
                    <a:lnTo>
                      <a:pt x="83" y="89"/>
                    </a:lnTo>
                    <a:lnTo>
                      <a:pt x="93" y="11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04" name="Google Shape;2304;p5">
                <a:extLst>
                  <a:ext uri="{FF2B5EF4-FFF2-40B4-BE49-F238E27FC236}">
                    <a16:creationId xmlns:a16="http://schemas.microsoft.com/office/drawing/2014/main" id="{636D9C80-D931-DAED-4B93-3832AD8734EA}"/>
                  </a:ext>
                </a:extLst>
              </p:cNvPr>
              <p:cNvSpPr/>
              <p:nvPr/>
            </p:nvSpPr>
            <p:spPr>
              <a:xfrm>
                <a:off x="1210" y="1283"/>
                <a:ext cx="200" cy="164"/>
              </a:xfrm>
              <a:custGeom>
                <a:avLst/>
                <a:gdLst/>
                <a:ahLst/>
                <a:cxnLst/>
                <a:rect l="l" t="t" r="r" b="b"/>
                <a:pathLst>
                  <a:path w="999" h="819" extrusionOk="0">
                    <a:moveTo>
                      <a:pt x="230" y="698"/>
                    </a:moveTo>
                    <a:lnTo>
                      <a:pt x="225" y="704"/>
                    </a:lnTo>
                    <a:lnTo>
                      <a:pt x="203" y="704"/>
                    </a:lnTo>
                    <a:lnTo>
                      <a:pt x="196" y="698"/>
                    </a:lnTo>
                    <a:lnTo>
                      <a:pt x="173" y="697"/>
                    </a:lnTo>
                    <a:lnTo>
                      <a:pt x="137" y="671"/>
                    </a:lnTo>
                    <a:lnTo>
                      <a:pt x="137" y="660"/>
                    </a:lnTo>
                    <a:lnTo>
                      <a:pt x="126" y="657"/>
                    </a:lnTo>
                    <a:lnTo>
                      <a:pt x="118" y="650"/>
                    </a:lnTo>
                    <a:lnTo>
                      <a:pt x="116" y="630"/>
                    </a:lnTo>
                    <a:lnTo>
                      <a:pt x="105" y="622"/>
                    </a:lnTo>
                    <a:lnTo>
                      <a:pt x="101" y="613"/>
                    </a:lnTo>
                    <a:lnTo>
                      <a:pt x="94" y="593"/>
                    </a:lnTo>
                    <a:lnTo>
                      <a:pt x="91" y="581"/>
                    </a:lnTo>
                    <a:lnTo>
                      <a:pt x="112" y="571"/>
                    </a:lnTo>
                    <a:lnTo>
                      <a:pt x="169" y="549"/>
                    </a:lnTo>
                    <a:lnTo>
                      <a:pt x="209" y="539"/>
                    </a:lnTo>
                    <a:lnTo>
                      <a:pt x="232" y="538"/>
                    </a:lnTo>
                    <a:lnTo>
                      <a:pt x="253" y="530"/>
                    </a:lnTo>
                    <a:lnTo>
                      <a:pt x="266" y="528"/>
                    </a:lnTo>
                    <a:lnTo>
                      <a:pt x="279" y="536"/>
                    </a:lnTo>
                    <a:lnTo>
                      <a:pt x="318" y="539"/>
                    </a:lnTo>
                    <a:lnTo>
                      <a:pt x="339" y="546"/>
                    </a:lnTo>
                    <a:lnTo>
                      <a:pt x="358" y="544"/>
                    </a:lnTo>
                    <a:lnTo>
                      <a:pt x="369" y="533"/>
                    </a:lnTo>
                    <a:lnTo>
                      <a:pt x="365" y="526"/>
                    </a:lnTo>
                    <a:lnTo>
                      <a:pt x="365" y="522"/>
                    </a:lnTo>
                    <a:lnTo>
                      <a:pt x="374" y="527"/>
                    </a:lnTo>
                    <a:lnTo>
                      <a:pt x="382" y="525"/>
                    </a:lnTo>
                    <a:lnTo>
                      <a:pt x="381" y="520"/>
                    </a:lnTo>
                    <a:lnTo>
                      <a:pt x="375" y="510"/>
                    </a:lnTo>
                    <a:lnTo>
                      <a:pt x="368" y="506"/>
                    </a:lnTo>
                    <a:lnTo>
                      <a:pt x="348" y="503"/>
                    </a:lnTo>
                    <a:lnTo>
                      <a:pt x="344" y="495"/>
                    </a:lnTo>
                    <a:lnTo>
                      <a:pt x="332" y="495"/>
                    </a:lnTo>
                    <a:lnTo>
                      <a:pt x="317" y="488"/>
                    </a:lnTo>
                    <a:lnTo>
                      <a:pt x="312" y="482"/>
                    </a:lnTo>
                    <a:lnTo>
                      <a:pt x="296" y="479"/>
                    </a:lnTo>
                    <a:lnTo>
                      <a:pt x="289" y="480"/>
                    </a:lnTo>
                    <a:lnTo>
                      <a:pt x="282" y="473"/>
                    </a:lnTo>
                    <a:lnTo>
                      <a:pt x="248" y="479"/>
                    </a:lnTo>
                    <a:lnTo>
                      <a:pt x="196" y="499"/>
                    </a:lnTo>
                    <a:lnTo>
                      <a:pt x="188" y="493"/>
                    </a:lnTo>
                    <a:lnTo>
                      <a:pt x="172" y="493"/>
                    </a:lnTo>
                    <a:lnTo>
                      <a:pt x="162" y="488"/>
                    </a:lnTo>
                    <a:lnTo>
                      <a:pt x="158" y="480"/>
                    </a:lnTo>
                    <a:lnTo>
                      <a:pt x="118" y="489"/>
                    </a:lnTo>
                    <a:lnTo>
                      <a:pt x="101" y="478"/>
                    </a:lnTo>
                    <a:lnTo>
                      <a:pt x="83" y="482"/>
                    </a:lnTo>
                    <a:lnTo>
                      <a:pt x="81" y="476"/>
                    </a:lnTo>
                    <a:lnTo>
                      <a:pt x="81" y="472"/>
                    </a:lnTo>
                    <a:lnTo>
                      <a:pt x="68" y="467"/>
                    </a:lnTo>
                    <a:lnTo>
                      <a:pt x="57" y="452"/>
                    </a:lnTo>
                    <a:lnTo>
                      <a:pt x="46" y="434"/>
                    </a:lnTo>
                    <a:lnTo>
                      <a:pt x="42" y="418"/>
                    </a:lnTo>
                    <a:lnTo>
                      <a:pt x="62" y="396"/>
                    </a:lnTo>
                    <a:lnTo>
                      <a:pt x="83" y="387"/>
                    </a:lnTo>
                    <a:lnTo>
                      <a:pt x="103" y="385"/>
                    </a:lnTo>
                    <a:lnTo>
                      <a:pt x="122" y="377"/>
                    </a:lnTo>
                    <a:lnTo>
                      <a:pt x="142" y="363"/>
                    </a:lnTo>
                    <a:lnTo>
                      <a:pt x="161" y="358"/>
                    </a:lnTo>
                    <a:lnTo>
                      <a:pt x="160" y="361"/>
                    </a:lnTo>
                    <a:lnTo>
                      <a:pt x="165" y="364"/>
                    </a:lnTo>
                    <a:lnTo>
                      <a:pt x="178" y="361"/>
                    </a:lnTo>
                    <a:lnTo>
                      <a:pt x="185" y="358"/>
                    </a:lnTo>
                    <a:lnTo>
                      <a:pt x="181" y="353"/>
                    </a:lnTo>
                    <a:lnTo>
                      <a:pt x="165" y="352"/>
                    </a:lnTo>
                    <a:lnTo>
                      <a:pt x="173" y="342"/>
                    </a:lnTo>
                    <a:lnTo>
                      <a:pt x="187" y="339"/>
                    </a:lnTo>
                    <a:lnTo>
                      <a:pt x="193" y="334"/>
                    </a:lnTo>
                    <a:lnTo>
                      <a:pt x="194" y="329"/>
                    </a:lnTo>
                    <a:lnTo>
                      <a:pt x="133" y="340"/>
                    </a:lnTo>
                    <a:lnTo>
                      <a:pt x="122" y="345"/>
                    </a:lnTo>
                    <a:lnTo>
                      <a:pt x="111" y="347"/>
                    </a:lnTo>
                    <a:lnTo>
                      <a:pt x="105" y="352"/>
                    </a:lnTo>
                    <a:lnTo>
                      <a:pt x="96" y="352"/>
                    </a:lnTo>
                    <a:lnTo>
                      <a:pt x="91" y="348"/>
                    </a:lnTo>
                    <a:lnTo>
                      <a:pt x="90" y="344"/>
                    </a:lnTo>
                    <a:lnTo>
                      <a:pt x="83" y="343"/>
                    </a:lnTo>
                    <a:lnTo>
                      <a:pt x="79" y="345"/>
                    </a:lnTo>
                    <a:lnTo>
                      <a:pt x="83" y="348"/>
                    </a:lnTo>
                    <a:lnTo>
                      <a:pt x="83" y="354"/>
                    </a:lnTo>
                    <a:lnTo>
                      <a:pt x="68" y="354"/>
                    </a:lnTo>
                    <a:lnTo>
                      <a:pt x="64" y="359"/>
                    </a:lnTo>
                    <a:lnTo>
                      <a:pt x="51" y="360"/>
                    </a:lnTo>
                    <a:lnTo>
                      <a:pt x="45" y="355"/>
                    </a:lnTo>
                    <a:lnTo>
                      <a:pt x="43" y="347"/>
                    </a:lnTo>
                    <a:lnTo>
                      <a:pt x="47" y="338"/>
                    </a:lnTo>
                    <a:lnTo>
                      <a:pt x="53" y="333"/>
                    </a:lnTo>
                    <a:lnTo>
                      <a:pt x="69" y="332"/>
                    </a:lnTo>
                    <a:lnTo>
                      <a:pt x="67" y="310"/>
                    </a:lnTo>
                    <a:lnTo>
                      <a:pt x="53" y="313"/>
                    </a:lnTo>
                    <a:lnTo>
                      <a:pt x="41" y="322"/>
                    </a:lnTo>
                    <a:lnTo>
                      <a:pt x="35" y="320"/>
                    </a:lnTo>
                    <a:lnTo>
                      <a:pt x="33" y="311"/>
                    </a:lnTo>
                    <a:lnTo>
                      <a:pt x="29" y="309"/>
                    </a:lnTo>
                    <a:lnTo>
                      <a:pt x="8" y="313"/>
                    </a:lnTo>
                    <a:lnTo>
                      <a:pt x="6" y="304"/>
                    </a:lnTo>
                    <a:lnTo>
                      <a:pt x="2" y="290"/>
                    </a:lnTo>
                    <a:lnTo>
                      <a:pt x="0" y="273"/>
                    </a:lnTo>
                    <a:lnTo>
                      <a:pt x="6" y="256"/>
                    </a:lnTo>
                    <a:lnTo>
                      <a:pt x="22" y="234"/>
                    </a:lnTo>
                    <a:lnTo>
                      <a:pt x="32" y="218"/>
                    </a:lnTo>
                    <a:lnTo>
                      <a:pt x="52" y="209"/>
                    </a:lnTo>
                    <a:lnTo>
                      <a:pt x="53" y="202"/>
                    </a:lnTo>
                    <a:lnTo>
                      <a:pt x="51" y="194"/>
                    </a:lnTo>
                    <a:lnTo>
                      <a:pt x="48" y="189"/>
                    </a:lnTo>
                    <a:lnTo>
                      <a:pt x="36" y="189"/>
                    </a:lnTo>
                    <a:lnTo>
                      <a:pt x="32" y="182"/>
                    </a:lnTo>
                    <a:lnTo>
                      <a:pt x="31" y="165"/>
                    </a:lnTo>
                    <a:lnTo>
                      <a:pt x="36" y="151"/>
                    </a:lnTo>
                    <a:lnTo>
                      <a:pt x="46" y="135"/>
                    </a:lnTo>
                    <a:lnTo>
                      <a:pt x="85" y="94"/>
                    </a:lnTo>
                    <a:lnTo>
                      <a:pt x="122" y="68"/>
                    </a:lnTo>
                    <a:lnTo>
                      <a:pt x="129" y="59"/>
                    </a:lnTo>
                    <a:lnTo>
                      <a:pt x="142" y="55"/>
                    </a:lnTo>
                    <a:lnTo>
                      <a:pt x="148" y="44"/>
                    </a:lnTo>
                    <a:lnTo>
                      <a:pt x="162" y="42"/>
                    </a:lnTo>
                    <a:lnTo>
                      <a:pt x="194" y="22"/>
                    </a:lnTo>
                    <a:lnTo>
                      <a:pt x="239" y="0"/>
                    </a:lnTo>
                    <a:lnTo>
                      <a:pt x="252" y="3"/>
                    </a:lnTo>
                    <a:lnTo>
                      <a:pt x="255" y="10"/>
                    </a:lnTo>
                    <a:lnTo>
                      <a:pt x="261" y="14"/>
                    </a:lnTo>
                    <a:lnTo>
                      <a:pt x="262" y="21"/>
                    </a:lnTo>
                    <a:lnTo>
                      <a:pt x="269" y="31"/>
                    </a:lnTo>
                    <a:lnTo>
                      <a:pt x="272" y="43"/>
                    </a:lnTo>
                    <a:lnTo>
                      <a:pt x="273" y="71"/>
                    </a:lnTo>
                    <a:lnTo>
                      <a:pt x="272" y="94"/>
                    </a:lnTo>
                    <a:lnTo>
                      <a:pt x="259" y="101"/>
                    </a:lnTo>
                    <a:lnTo>
                      <a:pt x="255" y="111"/>
                    </a:lnTo>
                    <a:lnTo>
                      <a:pt x="253" y="117"/>
                    </a:lnTo>
                    <a:lnTo>
                      <a:pt x="255" y="121"/>
                    </a:lnTo>
                    <a:lnTo>
                      <a:pt x="252" y="127"/>
                    </a:lnTo>
                    <a:lnTo>
                      <a:pt x="239" y="133"/>
                    </a:lnTo>
                    <a:lnTo>
                      <a:pt x="237" y="138"/>
                    </a:lnTo>
                    <a:lnTo>
                      <a:pt x="244" y="146"/>
                    </a:lnTo>
                    <a:lnTo>
                      <a:pt x="268" y="126"/>
                    </a:lnTo>
                    <a:lnTo>
                      <a:pt x="274" y="126"/>
                    </a:lnTo>
                    <a:lnTo>
                      <a:pt x="277" y="135"/>
                    </a:lnTo>
                    <a:lnTo>
                      <a:pt x="295" y="127"/>
                    </a:lnTo>
                    <a:lnTo>
                      <a:pt x="300" y="113"/>
                    </a:lnTo>
                    <a:lnTo>
                      <a:pt x="294" y="110"/>
                    </a:lnTo>
                    <a:lnTo>
                      <a:pt x="294" y="97"/>
                    </a:lnTo>
                    <a:lnTo>
                      <a:pt x="300" y="81"/>
                    </a:lnTo>
                    <a:lnTo>
                      <a:pt x="309" y="76"/>
                    </a:lnTo>
                    <a:lnTo>
                      <a:pt x="310" y="69"/>
                    </a:lnTo>
                    <a:lnTo>
                      <a:pt x="315" y="64"/>
                    </a:lnTo>
                    <a:lnTo>
                      <a:pt x="329" y="62"/>
                    </a:lnTo>
                    <a:lnTo>
                      <a:pt x="355" y="80"/>
                    </a:lnTo>
                    <a:lnTo>
                      <a:pt x="388" y="91"/>
                    </a:lnTo>
                    <a:lnTo>
                      <a:pt x="396" y="101"/>
                    </a:lnTo>
                    <a:lnTo>
                      <a:pt x="406" y="106"/>
                    </a:lnTo>
                    <a:lnTo>
                      <a:pt x="415" y="113"/>
                    </a:lnTo>
                    <a:lnTo>
                      <a:pt x="424" y="128"/>
                    </a:lnTo>
                    <a:lnTo>
                      <a:pt x="427" y="145"/>
                    </a:lnTo>
                    <a:lnTo>
                      <a:pt x="408" y="171"/>
                    </a:lnTo>
                    <a:lnTo>
                      <a:pt x="388" y="189"/>
                    </a:lnTo>
                    <a:lnTo>
                      <a:pt x="388" y="192"/>
                    </a:lnTo>
                    <a:lnTo>
                      <a:pt x="406" y="188"/>
                    </a:lnTo>
                    <a:lnTo>
                      <a:pt x="415" y="173"/>
                    </a:lnTo>
                    <a:lnTo>
                      <a:pt x="427" y="166"/>
                    </a:lnTo>
                    <a:lnTo>
                      <a:pt x="425" y="173"/>
                    </a:lnTo>
                    <a:lnTo>
                      <a:pt x="420" y="187"/>
                    </a:lnTo>
                    <a:lnTo>
                      <a:pt x="433" y="192"/>
                    </a:lnTo>
                    <a:lnTo>
                      <a:pt x="435" y="187"/>
                    </a:lnTo>
                    <a:lnTo>
                      <a:pt x="439" y="167"/>
                    </a:lnTo>
                    <a:lnTo>
                      <a:pt x="440" y="161"/>
                    </a:lnTo>
                    <a:lnTo>
                      <a:pt x="446" y="157"/>
                    </a:lnTo>
                    <a:lnTo>
                      <a:pt x="454" y="148"/>
                    </a:lnTo>
                    <a:lnTo>
                      <a:pt x="465" y="150"/>
                    </a:lnTo>
                    <a:lnTo>
                      <a:pt x="472" y="146"/>
                    </a:lnTo>
                    <a:lnTo>
                      <a:pt x="486" y="164"/>
                    </a:lnTo>
                    <a:lnTo>
                      <a:pt x="488" y="157"/>
                    </a:lnTo>
                    <a:lnTo>
                      <a:pt x="486" y="148"/>
                    </a:lnTo>
                    <a:lnTo>
                      <a:pt x="483" y="145"/>
                    </a:lnTo>
                    <a:lnTo>
                      <a:pt x="486" y="144"/>
                    </a:lnTo>
                    <a:lnTo>
                      <a:pt x="494" y="151"/>
                    </a:lnTo>
                    <a:lnTo>
                      <a:pt x="499" y="148"/>
                    </a:lnTo>
                    <a:lnTo>
                      <a:pt x="497" y="138"/>
                    </a:lnTo>
                    <a:lnTo>
                      <a:pt x="484" y="129"/>
                    </a:lnTo>
                    <a:lnTo>
                      <a:pt x="484" y="123"/>
                    </a:lnTo>
                    <a:lnTo>
                      <a:pt x="486" y="122"/>
                    </a:lnTo>
                    <a:lnTo>
                      <a:pt x="498" y="132"/>
                    </a:lnTo>
                    <a:lnTo>
                      <a:pt x="503" y="123"/>
                    </a:lnTo>
                    <a:lnTo>
                      <a:pt x="488" y="103"/>
                    </a:lnTo>
                    <a:lnTo>
                      <a:pt x="481" y="100"/>
                    </a:lnTo>
                    <a:lnTo>
                      <a:pt x="473" y="90"/>
                    </a:lnTo>
                    <a:lnTo>
                      <a:pt x="470" y="78"/>
                    </a:lnTo>
                    <a:lnTo>
                      <a:pt x="468" y="68"/>
                    </a:lnTo>
                    <a:lnTo>
                      <a:pt x="477" y="67"/>
                    </a:lnTo>
                    <a:lnTo>
                      <a:pt x="494" y="71"/>
                    </a:lnTo>
                    <a:lnTo>
                      <a:pt x="504" y="76"/>
                    </a:lnTo>
                    <a:lnTo>
                      <a:pt x="508" y="87"/>
                    </a:lnTo>
                    <a:lnTo>
                      <a:pt x="519" y="86"/>
                    </a:lnTo>
                    <a:lnTo>
                      <a:pt x="519" y="92"/>
                    </a:lnTo>
                    <a:lnTo>
                      <a:pt x="526" y="108"/>
                    </a:lnTo>
                    <a:lnTo>
                      <a:pt x="533" y="113"/>
                    </a:lnTo>
                    <a:lnTo>
                      <a:pt x="540" y="111"/>
                    </a:lnTo>
                    <a:lnTo>
                      <a:pt x="546" y="117"/>
                    </a:lnTo>
                    <a:lnTo>
                      <a:pt x="546" y="121"/>
                    </a:lnTo>
                    <a:lnTo>
                      <a:pt x="554" y="127"/>
                    </a:lnTo>
                    <a:lnTo>
                      <a:pt x="553" y="133"/>
                    </a:lnTo>
                    <a:lnTo>
                      <a:pt x="551" y="135"/>
                    </a:lnTo>
                    <a:lnTo>
                      <a:pt x="560" y="139"/>
                    </a:lnTo>
                    <a:lnTo>
                      <a:pt x="568" y="155"/>
                    </a:lnTo>
                    <a:lnTo>
                      <a:pt x="567" y="186"/>
                    </a:lnTo>
                    <a:lnTo>
                      <a:pt x="568" y="197"/>
                    </a:lnTo>
                    <a:lnTo>
                      <a:pt x="570" y="205"/>
                    </a:lnTo>
                    <a:lnTo>
                      <a:pt x="575" y="214"/>
                    </a:lnTo>
                    <a:lnTo>
                      <a:pt x="578" y="243"/>
                    </a:lnTo>
                    <a:lnTo>
                      <a:pt x="592" y="258"/>
                    </a:lnTo>
                    <a:lnTo>
                      <a:pt x="585" y="273"/>
                    </a:lnTo>
                    <a:lnTo>
                      <a:pt x="585" y="295"/>
                    </a:lnTo>
                    <a:lnTo>
                      <a:pt x="591" y="296"/>
                    </a:lnTo>
                    <a:lnTo>
                      <a:pt x="600" y="311"/>
                    </a:lnTo>
                    <a:lnTo>
                      <a:pt x="606" y="310"/>
                    </a:lnTo>
                    <a:lnTo>
                      <a:pt x="608" y="301"/>
                    </a:lnTo>
                    <a:lnTo>
                      <a:pt x="616" y="297"/>
                    </a:lnTo>
                    <a:lnTo>
                      <a:pt x="622" y="295"/>
                    </a:lnTo>
                    <a:lnTo>
                      <a:pt x="629" y="285"/>
                    </a:lnTo>
                    <a:lnTo>
                      <a:pt x="630" y="274"/>
                    </a:lnTo>
                    <a:lnTo>
                      <a:pt x="639" y="270"/>
                    </a:lnTo>
                    <a:lnTo>
                      <a:pt x="639" y="264"/>
                    </a:lnTo>
                    <a:lnTo>
                      <a:pt x="627" y="247"/>
                    </a:lnTo>
                    <a:lnTo>
                      <a:pt x="624" y="236"/>
                    </a:lnTo>
                    <a:lnTo>
                      <a:pt x="624" y="225"/>
                    </a:lnTo>
                    <a:lnTo>
                      <a:pt x="619" y="220"/>
                    </a:lnTo>
                    <a:lnTo>
                      <a:pt x="617" y="203"/>
                    </a:lnTo>
                    <a:lnTo>
                      <a:pt x="614" y="187"/>
                    </a:lnTo>
                    <a:lnTo>
                      <a:pt x="618" y="186"/>
                    </a:lnTo>
                    <a:lnTo>
                      <a:pt x="617" y="177"/>
                    </a:lnTo>
                    <a:lnTo>
                      <a:pt x="617" y="166"/>
                    </a:lnTo>
                    <a:lnTo>
                      <a:pt x="613" y="160"/>
                    </a:lnTo>
                    <a:lnTo>
                      <a:pt x="612" y="139"/>
                    </a:lnTo>
                    <a:lnTo>
                      <a:pt x="610" y="121"/>
                    </a:lnTo>
                    <a:lnTo>
                      <a:pt x="605" y="103"/>
                    </a:lnTo>
                    <a:lnTo>
                      <a:pt x="597" y="68"/>
                    </a:lnTo>
                    <a:lnTo>
                      <a:pt x="595" y="62"/>
                    </a:lnTo>
                    <a:lnTo>
                      <a:pt x="599" y="62"/>
                    </a:lnTo>
                    <a:lnTo>
                      <a:pt x="600" y="49"/>
                    </a:lnTo>
                    <a:lnTo>
                      <a:pt x="596" y="49"/>
                    </a:lnTo>
                    <a:lnTo>
                      <a:pt x="592" y="38"/>
                    </a:lnTo>
                    <a:lnTo>
                      <a:pt x="596" y="33"/>
                    </a:lnTo>
                    <a:lnTo>
                      <a:pt x="606" y="33"/>
                    </a:lnTo>
                    <a:lnTo>
                      <a:pt x="608" y="27"/>
                    </a:lnTo>
                    <a:lnTo>
                      <a:pt x="597" y="16"/>
                    </a:lnTo>
                    <a:lnTo>
                      <a:pt x="599" y="8"/>
                    </a:lnTo>
                    <a:lnTo>
                      <a:pt x="602" y="8"/>
                    </a:lnTo>
                    <a:lnTo>
                      <a:pt x="602" y="3"/>
                    </a:lnTo>
                    <a:lnTo>
                      <a:pt x="608" y="3"/>
                    </a:lnTo>
                    <a:lnTo>
                      <a:pt x="630" y="9"/>
                    </a:lnTo>
                    <a:lnTo>
                      <a:pt x="632" y="15"/>
                    </a:lnTo>
                    <a:lnTo>
                      <a:pt x="650" y="33"/>
                    </a:lnTo>
                    <a:lnTo>
                      <a:pt x="665" y="40"/>
                    </a:lnTo>
                    <a:lnTo>
                      <a:pt x="667" y="37"/>
                    </a:lnTo>
                    <a:lnTo>
                      <a:pt x="669" y="31"/>
                    </a:lnTo>
                    <a:lnTo>
                      <a:pt x="662" y="28"/>
                    </a:lnTo>
                    <a:lnTo>
                      <a:pt x="661" y="21"/>
                    </a:lnTo>
                    <a:lnTo>
                      <a:pt x="661" y="15"/>
                    </a:lnTo>
                    <a:lnTo>
                      <a:pt x="666" y="14"/>
                    </a:lnTo>
                    <a:lnTo>
                      <a:pt x="676" y="19"/>
                    </a:lnTo>
                    <a:lnTo>
                      <a:pt x="678" y="25"/>
                    </a:lnTo>
                    <a:lnTo>
                      <a:pt x="687" y="28"/>
                    </a:lnTo>
                    <a:lnTo>
                      <a:pt x="691" y="44"/>
                    </a:lnTo>
                    <a:lnTo>
                      <a:pt x="696" y="52"/>
                    </a:lnTo>
                    <a:lnTo>
                      <a:pt x="720" y="67"/>
                    </a:lnTo>
                    <a:lnTo>
                      <a:pt x="720" y="74"/>
                    </a:lnTo>
                    <a:lnTo>
                      <a:pt x="734" y="81"/>
                    </a:lnTo>
                    <a:lnTo>
                      <a:pt x="741" y="91"/>
                    </a:lnTo>
                    <a:lnTo>
                      <a:pt x="742" y="96"/>
                    </a:lnTo>
                    <a:lnTo>
                      <a:pt x="750" y="102"/>
                    </a:lnTo>
                    <a:lnTo>
                      <a:pt x="751" y="110"/>
                    </a:lnTo>
                    <a:lnTo>
                      <a:pt x="745" y="123"/>
                    </a:lnTo>
                    <a:lnTo>
                      <a:pt x="751" y="123"/>
                    </a:lnTo>
                    <a:lnTo>
                      <a:pt x="756" y="140"/>
                    </a:lnTo>
                    <a:lnTo>
                      <a:pt x="756" y="151"/>
                    </a:lnTo>
                    <a:lnTo>
                      <a:pt x="755" y="156"/>
                    </a:lnTo>
                    <a:lnTo>
                      <a:pt x="758" y="166"/>
                    </a:lnTo>
                    <a:lnTo>
                      <a:pt x="759" y="177"/>
                    </a:lnTo>
                    <a:lnTo>
                      <a:pt x="766" y="200"/>
                    </a:lnTo>
                    <a:lnTo>
                      <a:pt x="768" y="246"/>
                    </a:lnTo>
                    <a:lnTo>
                      <a:pt x="771" y="250"/>
                    </a:lnTo>
                    <a:lnTo>
                      <a:pt x="775" y="273"/>
                    </a:lnTo>
                    <a:lnTo>
                      <a:pt x="791" y="294"/>
                    </a:lnTo>
                    <a:lnTo>
                      <a:pt x="799" y="306"/>
                    </a:lnTo>
                    <a:lnTo>
                      <a:pt x="804" y="322"/>
                    </a:lnTo>
                    <a:lnTo>
                      <a:pt x="802" y="329"/>
                    </a:lnTo>
                    <a:lnTo>
                      <a:pt x="805" y="336"/>
                    </a:lnTo>
                    <a:lnTo>
                      <a:pt x="806" y="353"/>
                    </a:lnTo>
                    <a:lnTo>
                      <a:pt x="804" y="353"/>
                    </a:lnTo>
                    <a:lnTo>
                      <a:pt x="796" y="358"/>
                    </a:lnTo>
                    <a:lnTo>
                      <a:pt x="798" y="383"/>
                    </a:lnTo>
                    <a:lnTo>
                      <a:pt x="794" y="396"/>
                    </a:lnTo>
                    <a:lnTo>
                      <a:pt x="798" y="409"/>
                    </a:lnTo>
                    <a:lnTo>
                      <a:pt x="812" y="419"/>
                    </a:lnTo>
                    <a:lnTo>
                      <a:pt x="815" y="428"/>
                    </a:lnTo>
                    <a:lnTo>
                      <a:pt x="829" y="455"/>
                    </a:lnTo>
                    <a:lnTo>
                      <a:pt x="847" y="460"/>
                    </a:lnTo>
                    <a:lnTo>
                      <a:pt x="854" y="479"/>
                    </a:lnTo>
                    <a:lnTo>
                      <a:pt x="860" y="483"/>
                    </a:lnTo>
                    <a:lnTo>
                      <a:pt x="870" y="484"/>
                    </a:lnTo>
                    <a:lnTo>
                      <a:pt x="876" y="492"/>
                    </a:lnTo>
                    <a:lnTo>
                      <a:pt x="881" y="487"/>
                    </a:lnTo>
                    <a:lnTo>
                      <a:pt x="881" y="478"/>
                    </a:lnTo>
                    <a:lnTo>
                      <a:pt x="885" y="476"/>
                    </a:lnTo>
                    <a:lnTo>
                      <a:pt x="896" y="480"/>
                    </a:lnTo>
                    <a:lnTo>
                      <a:pt x="901" y="485"/>
                    </a:lnTo>
                    <a:lnTo>
                      <a:pt x="898" y="494"/>
                    </a:lnTo>
                    <a:lnTo>
                      <a:pt x="938" y="531"/>
                    </a:lnTo>
                    <a:lnTo>
                      <a:pt x="946" y="536"/>
                    </a:lnTo>
                    <a:lnTo>
                      <a:pt x="958" y="536"/>
                    </a:lnTo>
                    <a:lnTo>
                      <a:pt x="963" y="543"/>
                    </a:lnTo>
                    <a:lnTo>
                      <a:pt x="962" y="552"/>
                    </a:lnTo>
                    <a:lnTo>
                      <a:pt x="963" y="560"/>
                    </a:lnTo>
                    <a:lnTo>
                      <a:pt x="972" y="562"/>
                    </a:lnTo>
                    <a:lnTo>
                      <a:pt x="978" y="558"/>
                    </a:lnTo>
                    <a:lnTo>
                      <a:pt x="981" y="562"/>
                    </a:lnTo>
                    <a:lnTo>
                      <a:pt x="989" y="558"/>
                    </a:lnTo>
                    <a:lnTo>
                      <a:pt x="994" y="560"/>
                    </a:lnTo>
                    <a:lnTo>
                      <a:pt x="999" y="584"/>
                    </a:lnTo>
                    <a:lnTo>
                      <a:pt x="994" y="596"/>
                    </a:lnTo>
                    <a:lnTo>
                      <a:pt x="997" y="622"/>
                    </a:lnTo>
                    <a:lnTo>
                      <a:pt x="992" y="635"/>
                    </a:lnTo>
                    <a:lnTo>
                      <a:pt x="984" y="638"/>
                    </a:lnTo>
                    <a:lnTo>
                      <a:pt x="977" y="635"/>
                    </a:lnTo>
                    <a:lnTo>
                      <a:pt x="967" y="617"/>
                    </a:lnTo>
                    <a:lnTo>
                      <a:pt x="967" y="595"/>
                    </a:lnTo>
                    <a:lnTo>
                      <a:pt x="961" y="616"/>
                    </a:lnTo>
                    <a:lnTo>
                      <a:pt x="958" y="635"/>
                    </a:lnTo>
                    <a:lnTo>
                      <a:pt x="956" y="640"/>
                    </a:lnTo>
                    <a:lnTo>
                      <a:pt x="952" y="629"/>
                    </a:lnTo>
                    <a:lnTo>
                      <a:pt x="946" y="627"/>
                    </a:lnTo>
                    <a:lnTo>
                      <a:pt x="944" y="633"/>
                    </a:lnTo>
                    <a:lnTo>
                      <a:pt x="938" y="623"/>
                    </a:lnTo>
                    <a:lnTo>
                      <a:pt x="934" y="611"/>
                    </a:lnTo>
                    <a:lnTo>
                      <a:pt x="934" y="597"/>
                    </a:lnTo>
                    <a:lnTo>
                      <a:pt x="931" y="605"/>
                    </a:lnTo>
                    <a:lnTo>
                      <a:pt x="925" y="606"/>
                    </a:lnTo>
                    <a:lnTo>
                      <a:pt x="924" y="602"/>
                    </a:lnTo>
                    <a:lnTo>
                      <a:pt x="918" y="617"/>
                    </a:lnTo>
                    <a:lnTo>
                      <a:pt x="914" y="617"/>
                    </a:lnTo>
                    <a:lnTo>
                      <a:pt x="902" y="624"/>
                    </a:lnTo>
                    <a:lnTo>
                      <a:pt x="902" y="632"/>
                    </a:lnTo>
                    <a:lnTo>
                      <a:pt x="906" y="632"/>
                    </a:lnTo>
                    <a:lnTo>
                      <a:pt x="907" y="656"/>
                    </a:lnTo>
                    <a:lnTo>
                      <a:pt x="899" y="657"/>
                    </a:lnTo>
                    <a:lnTo>
                      <a:pt x="895" y="652"/>
                    </a:lnTo>
                    <a:lnTo>
                      <a:pt x="881" y="651"/>
                    </a:lnTo>
                    <a:lnTo>
                      <a:pt x="874" y="654"/>
                    </a:lnTo>
                    <a:lnTo>
                      <a:pt x="872" y="657"/>
                    </a:lnTo>
                    <a:lnTo>
                      <a:pt x="879" y="670"/>
                    </a:lnTo>
                    <a:lnTo>
                      <a:pt x="880" y="677"/>
                    </a:lnTo>
                    <a:lnTo>
                      <a:pt x="877" y="694"/>
                    </a:lnTo>
                    <a:lnTo>
                      <a:pt x="879" y="700"/>
                    </a:lnTo>
                    <a:lnTo>
                      <a:pt x="888" y="681"/>
                    </a:lnTo>
                    <a:lnTo>
                      <a:pt x="902" y="672"/>
                    </a:lnTo>
                    <a:lnTo>
                      <a:pt x="906" y="663"/>
                    </a:lnTo>
                    <a:lnTo>
                      <a:pt x="929" y="662"/>
                    </a:lnTo>
                    <a:lnTo>
                      <a:pt x="931" y="668"/>
                    </a:lnTo>
                    <a:lnTo>
                      <a:pt x="940" y="671"/>
                    </a:lnTo>
                    <a:lnTo>
                      <a:pt x="936" y="677"/>
                    </a:lnTo>
                    <a:lnTo>
                      <a:pt x="935" y="684"/>
                    </a:lnTo>
                    <a:lnTo>
                      <a:pt x="929" y="691"/>
                    </a:lnTo>
                    <a:lnTo>
                      <a:pt x="930" y="695"/>
                    </a:lnTo>
                    <a:lnTo>
                      <a:pt x="925" y="694"/>
                    </a:lnTo>
                    <a:lnTo>
                      <a:pt x="923" y="700"/>
                    </a:lnTo>
                    <a:lnTo>
                      <a:pt x="927" y="710"/>
                    </a:lnTo>
                    <a:lnTo>
                      <a:pt x="933" y="711"/>
                    </a:lnTo>
                    <a:lnTo>
                      <a:pt x="935" y="700"/>
                    </a:lnTo>
                    <a:lnTo>
                      <a:pt x="947" y="706"/>
                    </a:lnTo>
                    <a:lnTo>
                      <a:pt x="958" y="708"/>
                    </a:lnTo>
                    <a:lnTo>
                      <a:pt x="961" y="719"/>
                    </a:lnTo>
                    <a:lnTo>
                      <a:pt x="960" y="727"/>
                    </a:lnTo>
                    <a:lnTo>
                      <a:pt x="954" y="729"/>
                    </a:lnTo>
                    <a:lnTo>
                      <a:pt x="951" y="726"/>
                    </a:lnTo>
                    <a:lnTo>
                      <a:pt x="949" y="734"/>
                    </a:lnTo>
                    <a:lnTo>
                      <a:pt x="944" y="740"/>
                    </a:lnTo>
                    <a:lnTo>
                      <a:pt x="944" y="745"/>
                    </a:lnTo>
                    <a:lnTo>
                      <a:pt x="936" y="743"/>
                    </a:lnTo>
                    <a:lnTo>
                      <a:pt x="917" y="751"/>
                    </a:lnTo>
                    <a:lnTo>
                      <a:pt x="914" y="761"/>
                    </a:lnTo>
                    <a:lnTo>
                      <a:pt x="901" y="761"/>
                    </a:lnTo>
                    <a:lnTo>
                      <a:pt x="895" y="757"/>
                    </a:lnTo>
                    <a:lnTo>
                      <a:pt x="893" y="767"/>
                    </a:lnTo>
                    <a:lnTo>
                      <a:pt x="887" y="770"/>
                    </a:lnTo>
                    <a:lnTo>
                      <a:pt x="885" y="774"/>
                    </a:lnTo>
                    <a:lnTo>
                      <a:pt x="876" y="769"/>
                    </a:lnTo>
                    <a:lnTo>
                      <a:pt x="861" y="775"/>
                    </a:lnTo>
                    <a:lnTo>
                      <a:pt x="836" y="769"/>
                    </a:lnTo>
                    <a:lnTo>
                      <a:pt x="831" y="761"/>
                    </a:lnTo>
                    <a:lnTo>
                      <a:pt x="814" y="756"/>
                    </a:lnTo>
                    <a:lnTo>
                      <a:pt x="809" y="749"/>
                    </a:lnTo>
                    <a:lnTo>
                      <a:pt x="800" y="749"/>
                    </a:lnTo>
                    <a:lnTo>
                      <a:pt x="795" y="758"/>
                    </a:lnTo>
                    <a:lnTo>
                      <a:pt x="771" y="754"/>
                    </a:lnTo>
                    <a:lnTo>
                      <a:pt x="758" y="749"/>
                    </a:lnTo>
                    <a:lnTo>
                      <a:pt x="757" y="742"/>
                    </a:lnTo>
                    <a:lnTo>
                      <a:pt x="773" y="726"/>
                    </a:lnTo>
                    <a:lnTo>
                      <a:pt x="768" y="720"/>
                    </a:lnTo>
                    <a:lnTo>
                      <a:pt x="758" y="724"/>
                    </a:lnTo>
                    <a:lnTo>
                      <a:pt x="742" y="722"/>
                    </a:lnTo>
                    <a:lnTo>
                      <a:pt x="740" y="715"/>
                    </a:lnTo>
                    <a:lnTo>
                      <a:pt x="726" y="711"/>
                    </a:lnTo>
                    <a:lnTo>
                      <a:pt x="721" y="714"/>
                    </a:lnTo>
                    <a:lnTo>
                      <a:pt x="697" y="710"/>
                    </a:lnTo>
                    <a:lnTo>
                      <a:pt x="696" y="700"/>
                    </a:lnTo>
                    <a:lnTo>
                      <a:pt x="699" y="693"/>
                    </a:lnTo>
                    <a:lnTo>
                      <a:pt x="697" y="677"/>
                    </a:lnTo>
                    <a:lnTo>
                      <a:pt x="693" y="666"/>
                    </a:lnTo>
                    <a:lnTo>
                      <a:pt x="682" y="662"/>
                    </a:lnTo>
                    <a:lnTo>
                      <a:pt x="678" y="670"/>
                    </a:lnTo>
                    <a:lnTo>
                      <a:pt x="673" y="678"/>
                    </a:lnTo>
                    <a:lnTo>
                      <a:pt x="660" y="684"/>
                    </a:lnTo>
                    <a:lnTo>
                      <a:pt x="665" y="702"/>
                    </a:lnTo>
                    <a:lnTo>
                      <a:pt x="665" y="710"/>
                    </a:lnTo>
                    <a:lnTo>
                      <a:pt x="655" y="718"/>
                    </a:lnTo>
                    <a:lnTo>
                      <a:pt x="639" y="741"/>
                    </a:lnTo>
                    <a:lnTo>
                      <a:pt x="612" y="748"/>
                    </a:lnTo>
                    <a:lnTo>
                      <a:pt x="572" y="748"/>
                    </a:lnTo>
                    <a:lnTo>
                      <a:pt x="578" y="753"/>
                    </a:lnTo>
                    <a:lnTo>
                      <a:pt x="567" y="770"/>
                    </a:lnTo>
                    <a:lnTo>
                      <a:pt x="552" y="781"/>
                    </a:lnTo>
                    <a:lnTo>
                      <a:pt x="535" y="788"/>
                    </a:lnTo>
                    <a:lnTo>
                      <a:pt x="521" y="796"/>
                    </a:lnTo>
                    <a:lnTo>
                      <a:pt x="503" y="799"/>
                    </a:lnTo>
                    <a:lnTo>
                      <a:pt x="495" y="795"/>
                    </a:lnTo>
                    <a:lnTo>
                      <a:pt x="482" y="801"/>
                    </a:lnTo>
                    <a:lnTo>
                      <a:pt x="467" y="797"/>
                    </a:lnTo>
                    <a:lnTo>
                      <a:pt x="460" y="802"/>
                    </a:lnTo>
                    <a:lnTo>
                      <a:pt x="455" y="796"/>
                    </a:lnTo>
                    <a:lnTo>
                      <a:pt x="440" y="802"/>
                    </a:lnTo>
                    <a:lnTo>
                      <a:pt x="425" y="805"/>
                    </a:lnTo>
                    <a:lnTo>
                      <a:pt x="423" y="807"/>
                    </a:lnTo>
                    <a:lnTo>
                      <a:pt x="430" y="807"/>
                    </a:lnTo>
                    <a:lnTo>
                      <a:pt x="429" y="812"/>
                    </a:lnTo>
                    <a:lnTo>
                      <a:pt x="415" y="812"/>
                    </a:lnTo>
                    <a:lnTo>
                      <a:pt x="393" y="818"/>
                    </a:lnTo>
                    <a:lnTo>
                      <a:pt x="387" y="815"/>
                    </a:lnTo>
                    <a:lnTo>
                      <a:pt x="369" y="815"/>
                    </a:lnTo>
                    <a:lnTo>
                      <a:pt x="320" y="819"/>
                    </a:lnTo>
                    <a:lnTo>
                      <a:pt x="321" y="816"/>
                    </a:lnTo>
                    <a:lnTo>
                      <a:pt x="332" y="807"/>
                    </a:lnTo>
                    <a:lnTo>
                      <a:pt x="314" y="796"/>
                    </a:lnTo>
                    <a:lnTo>
                      <a:pt x="305" y="783"/>
                    </a:lnTo>
                    <a:lnTo>
                      <a:pt x="301" y="770"/>
                    </a:lnTo>
                    <a:lnTo>
                      <a:pt x="296" y="758"/>
                    </a:lnTo>
                    <a:lnTo>
                      <a:pt x="296" y="743"/>
                    </a:lnTo>
                    <a:lnTo>
                      <a:pt x="300" y="732"/>
                    </a:lnTo>
                    <a:lnTo>
                      <a:pt x="300" y="729"/>
                    </a:lnTo>
                    <a:lnTo>
                      <a:pt x="291" y="724"/>
                    </a:lnTo>
                    <a:lnTo>
                      <a:pt x="290" y="719"/>
                    </a:lnTo>
                    <a:lnTo>
                      <a:pt x="287" y="713"/>
                    </a:lnTo>
                    <a:lnTo>
                      <a:pt x="277" y="706"/>
                    </a:lnTo>
                    <a:lnTo>
                      <a:pt x="277" y="702"/>
                    </a:lnTo>
                    <a:lnTo>
                      <a:pt x="259" y="697"/>
                    </a:lnTo>
                    <a:lnTo>
                      <a:pt x="230" y="69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05" name="Google Shape;2305;p5">
                <a:extLst>
                  <a:ext uri="{FF2B5EF4-FFF2-40B4-BE49-F238E27FC236}">
                    <a16:creationId xmlns:a16="http://schemas.microsoft.com/office/drawing/2014/main" id="{647B6215-F1E5-AD8D-62A8-78D553978772}"/>
                  </a:ext>
                </a:extLst>
              </p:cNvPr>
              <p:cNvSpPr/>
              <p:nvPr/>
            </p:nvSpPr>
            <p:spPr>
              <a:xfrm>
                <a:off x="1342" y="1267"/>
                <a:ext cx="27" cy="34"/>
              </a:xfrm>
              <a:custGeom>
                <a:avLst/>
                <a:gdLst/>
                <a:ahLst/>
                <a:cxnLst/>
                <a:rect l="l" t="t" r="r" b="b"/>
                <a:pathLst>
                  <a:path w="137" h="167" extrusionOk="0">
                    <a:moveTo>
                      <a:pt x="114" y="130"/>
                    </a:moveTo>
                    <a:lnTo>
                      <a:pt x="114" y="121"/>
                    </a:lnTo>
                    <a:lnTo>
                      <a:pt x="118" y="111"/>
                    </a:lnTo>
                    <a:lnTo>
                      <a:pt x="127" y="95"/>
                    </a:lnTo>
                    <a:lnTo>
                      <a:pt x="132" y="76"/>
                    </a:lnTo>
                    <a:lnTo>
                      <a:pt x="135" y="59"/>
                    </a:lnTo>
                    <a:lnTo>
                      <a:pt x="135" y="46"/>
                    </a:lnTo>
                    <a:lnTo>
                      <a:pt x="137" y="39"/>
                    </a:lnTo>
                    <a:lnTo>
                      <a:pt x="134" y="29"/>
                    </a:lnTo>
                    <a:lnTo>
                      <a:pt x="126" y="28"/>
                    </a:lnTo>
                    <a:lnTo>
                      <a:pt x="120" y="16"/>
                    </a:lnTo>
                    <a:lnTo>
                      <a:pt x="99" y="2"/>
                    </a:lnTo>
                    <a:lnTo>
                      <a:pt x="88" y="0"/>
                    </a:lnTo>
                    <a:lnTo>
                      <a:pt x="69" y="6"/>
                    </a:lnTo>
                    <a:lnTo>
                      <a:pt x="34" y="6"/>
                    </a:lnTo>
                    <a:lnTo>
                      <a:pt x="23" y="12"/>
                    </a:lnTo>
                    <a:lnTo>
                      <a:pt x="13" y="32"/>
                    </a:lnTo>
                    <a:lnTo>
                      <a:pt x="2" y="48"/>
                    </a:lnTo>
                    <a:lnTo>
                      <a:pt x="0" y="57"/>
                    </a:lnTo>
                    <a:lnTo>
                      <a:pt x="26" y="71"/>
                    </a:lnTo>
                    <a:lnTo>
                      <a:pt x="32" y="81"/>
                    </a:lnTo>
                    <a:lnTo>
                      <a:pt x="44" y="92"/>
                    </a:lnTo>
                    <a:lnTo>
                      <a:pt x="54" y="109"/>
                    </a:lnTo>
                    <a:lnTo>
                      <a:pt x="60" y="115"/>
                    </a:lnTo>
                    <a:lnTo>
                      <a:pt x="71" y="132"/>
                    </a:lnTo>
                    <a:lnTo>
                      <a:pt x="72" y="141"/>
                    </a:lnTo>
                    <a:lnTo>
                      <a:pt x="93" y="167"/>
                    </a:lnTo>
                    <a:lnTo>
                      <a:pt x="96" y="163"/>
                    </a:lnTo>
                    <a:lnTo>
                      <a:pt x="96" y="158"/>
                    </a:lnTo>
                    <a:lnTo>
                      <a:pt x="100" y="158"/>
                    </a:lnTo>
                    <a:lnTo>
                      <a:pt x="110" y="145"/>
                    </a:lnTo>
                    <a:lnTo>
                      <a:pt x="114" y="136"/>
                    </a:lnTo>
                    <a:lnTo>
                      <a:pt x="114" y="13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06" name="Google Shape;2306;p5">
                <a:extLst>
                  <a:ext uri="{FF2B5EF4-FFF2-40B4-BE49-F238E27FC236}">
                    <a16:creationId xmlns:a16="http://schemas.microsoft.com/office/drawing/2014/main" id="{8D459143-2274-8A28-C9B7-41CB1D5FCCCB}"/>
                  </a:ext>
                </a:extLst>
              </p:cNvPr>
              <p:cNvSpPr/>
              <p:nvPr/>
            </p:nvSpPr>
            <p:spPr>
              <a:xfrm>
                <a:off x="1392" y="1262"/>
                <a:ext cx="67" cy="97"/>
              </a:xfrm>
              <a:custGeom>
                <a:avLst/>
                <a:gdLst/>
                <a:ahLst/>
                <a:cxnLst/>
                <a:rect l="l" t="t" r="r" b="b"/>
                <a:pathLst>
                  <a:path w="331" h="484" extrusionOk="0">
                    <a:moveTo>
                      <a:pt x="137" y="376"/>
                    </a:moveTo>
                    <a:lnTo>
                      <a:pt x="132" y="371"/>
                    </a:lnTo>
                    <a:lnTo>
                      <a:pt x="124" y="351"/>
                    </a:lnTo>
                    <a:lnTo>
                      <a:pt x="123" y="344"/>
                    </a:lnTo>
                    <a:lnTo>
                      <a:pt x="116" y="336"/>
                    </a:lnTo>
                    <a:lnTo>
                      <a:pt x="109" y="334"/>
                    </a:lnTo>
                    <a:lnTo>
                      <a:pt x="99" y="341"/>
                    </a:lnTo>
                    <a:lnTo>
                      <a:pt x="94" y="328"/>
                    </a:lnTo>
                    <a:lnTo>
                      <a:pt x="87" y="317"/>
                    </a:lnTo>
                    <a:lnTo>
                      <a:pt x="81" y="317"/>
                    </a:lnTo>
                    <a:lnTo>
                      <a:pt x="78" y="325"/>
                    </a:lnTo>
                    <a:lnTo>
                      <a:pt x="55" y="322"/>
                    </a:lnTo>
                    <a:lnTo>
                      <a:pt x="51" y="307"/>
                    </a:lnTo>
                    <a:lnTo>
                      <a:pt x="42" y="297"/>
                    </a:lnTo>
                    <a:lnTo>
                      <a:pt x="40" y="291"/>
                    </a:lnTo>
                    <a:lnTo>
                      <a:pt x="22" y="275"/>
                    </a:lnTo>
                    <a:lnTo>
                      <a:pt x="18" y="268"/>
                    </a:lnTo>
                    <a:lnTo>
                      <a:pt x="1" y="245"/>
                    </a:lnTo>
                    <a:lnTo>
                      <a:pt x="0" y="227"/>
                    </a:lnTo>
                    <a:lnTo>
                      <a:pt x="2" y="205"/>
                    </a:lnTo>
                    <a:lnTo>
                      <a:pt x="6" y="189"/>
                    </a:lnTo>
                    <a:lnTo>
                      <a:pt x="15" y="182"/>
                    </a:lnTo>
                    <a:lnTo>
                      <a:pt x="28" y="179"/>
                    </a:lnTo>
                    <a:lnTo>
                      <a:pt x="35" y="189"/>
                    </a:lnTo>
                    <a:lnTo>
                      <a:pt x="43" y="194"/>
                    </a:lnTo>
                    <a:lnTo>
                      <a:pt x="44" y="195"/>
                    </a:lnTo>
                    <a:lnTo>
                      <a:pt x="42" y="202"/>
                    </a:lnTo>
                    <a:lnTo>
                      <a:pt x="48" y="209"/>
                    </a:lnTo>
                    <a:lnTo>
                      <a:pt x="59" y="212"/>
                    </a:lnTo>
                    <a:lnTo>
                      <a:pt x="64" y="217"/>
                    </a:lnTo>
                    <a:lnTo>
                      <a:pt x="65" y="228"/>
                    </a:lnTo>
                    <a:lnTo>
                      <a:pt x="69" y="236"/>
                    </a:lnTo>
                    <a:lnTo>
                      <a:pt x="71" y="244"/>
                    </a:lnTo>
                    <a:lnTo>
                      <a:pt x="89" y="245"/>
                    </a:lnTo>
                    <a:lnTo>
                      <a:pt x="97" y="241"/>
                    </a:lnTo>
                    <a:lnTo>
                      <a:pt x="99" y="236"/>
                    </a:lnTo>
                    <a:lnTo>
                      <a:pt x="105" y="238"/>
                    </a:lnTo>
                    <a:lnTo>
                      <a:pt x="113" y="236"/>
                    </a:lnTo>
                    <a:lnTo>
                      <a:pt x="124" y="223"/>
                    </a:lnTo>
                    <a:lnTo>
                      <a:pt x="119" y="214"/>
                    </a:lnTo>
                    <a:lnTo>
                      <a:pt x="116" y="196"/>
                    </a:lnTo>
                    <a:lnTo>
                      <a:pt x="120" y="196"/>
                    </a:lnTo>
                    <a:lnTo>
                      <a:pt x="128" y="206"/>
                    </a:lnTo>
                    <a:lnTo>
                      <a:pt x="132" y="204"/>
                    </a:lnTo>
                    <a:lnTo>
                      <a:pt x="132" y="190"/>
                    </a:lnTo>
                    <a:lnTo>
                      <a:pt x="129" y="183"/>
                    </a:lnTo>
                    <a:lnTo>
                      <a:pt x="119" y="182"/>
                    </a:lnTo>
                    <a:lnTo>
                      <a:pt x="116" y="171"/>
                    </a:lnTo>
                    <a:lnTo>
                      <a:pt x="112" y="168"/>
                    </a:lnTo>
                    <a:lnTo>
                      <a:pt x="112" y="155"/>
                    </a:lnTo>
                    <a:lnTo>
                      <a:pt x="110" y="144"/>
                    </a:lnTo>
                    <a:lnTo>
                      <a:pt x="112" y="140"/>
                    </a:lnTo>
                    <a:lnTo>
                      <a:pt x="121" y="137"/>
                    </a:lnTo>
                    <a:lnTo>
                      <a:pt x="137" y="151"/>
                    </a:lnTo>
                    <a:lnTo>
                      <a:pt x="140" y="146"/>
                    </a:lnTo>
                    <a:lnTo>
                      <a:pt x="118" y="113"/>
                    </a:lnTo>
                    <a:lnTo>
                      <a:pt x="114" y="119"/>
                    </a:lnTo>
                    <a:lnTo>
                      <a:pt x="113" y="128"/>
                    </a:lnTo>
                    <a:lnTo>
                      <a:pt x="104" y="131"/>
                    </a:lnTo>
                    <a:lnTo>
                      <a:pt x="93" y="134"/>
                    </a:lnTo>
                    <a:lnTo>
                      <a:pt x="77" y="123"/>
                    </a:lnTo>
                    <a:lnTo>
                      <a:pt x="69" y="107"/>
                    </a:lnTo>
                    <a:lnTo>
                      <a:pt x="61" y="105"/>
                    </a:lnTo>
                    <a:lnTo>
                      <a:pt x="59" y="89"/>
                    </a:lnTo>
                    <a:lnTo>
                      <a:pt x="60" y="78"/>
                    </a:lnTo>
                    <a:lnTo>
                      <a:pt x="80" y="78"/>
                    </a:lnTo>
                    <a:lnTo>
                      <a:pt x="87" y="85"/>
                    </a:lnTo>
                    <a:lnTo>
                      <a:pt x="89" y="92"/>
                    </a:lnTo>
                    <a:lnTo>
                      <a:pt x="99" y="98"/>
                    </a:lnTo>
                    <a:lnTo>
                      <a:pt x="102" y="92"/>
                    </a:lnTo>
                    <a:lnTo>
                      <a:pt x="98" y="80"/>
                    </a:lnTo>
                    <a:lnTo>
                      <a:pt x="98" y="71"/>
                    </a:lnTo>
                    <a:lnTo>
                      <a:pt x="85" y="67"/>
                    </a:lnTo>
                    <a:lnTo>
                      <a:pt x="80" y="59"/>
                    </a:lnTo>
                    <a:lnTo>
                      <a:pt x="71" y="59"/>
                    </a:lnTo>
                    <a:lnTo>
                      <a:pt x="66" y="45"/>
                    </a:lnTo>
                    <a:lnTo>
                      <a:pt x="77" y="32"/>
                    </a:lnTo>
                    <a:lnTo>
                      <a:pt x="96" y="21"/>
                    </a:lnTo>
                    <a:lnTo>
                      <a:pt x="101" y="28"/>
                    </a:lnTo>
                    <a:lnTo>
                      <a:pt x="114" y="32"/>
                    </a:lnTo>
                    <a:lnTo>
                      <a:pt x="124" y="39"/>
                    </a:lnTo>
                    <a:lnTo>
                      <a:pt x="126" y="32"/>
                    </a:lnTo>
                    <a:lnTo>
                      <a:pt x="126" y="24"/>
                    </a:lnTo>
                    <a:lnTo>
                      <a:pt x="113" y="19"/>
                    </a:lnTo>
                    <a:lnTo>
                      <a:pt x="109" y="12"/>
                    </a:lnTo>
                    <a:lnTo>
                      <a:pt x="119" y="5"/>
                    </a:lnTo>
                    <a:lnTo>
                      <a:pt x="129" y="0"/>
                    </a:lnTo>
                    <a:lnTo>
                      <a:pt x="135" y="5"/>
                    </a:lnTo>
                    <a:lnTo>
                      <a:pt x="144" y="21"/>
                    </a:lnTo>
                    <a:lnTo>
                      <a:pt x="152" y="22"/>
                    </a:lnTo>
                    <a:lnTo>
                      <a:pt x="164" y="32"/>
                    </a:lnTo>
                    <a:lnTo>
                      <a:pt x="175" y="37"/>
                    </a:lnTo>
                    <a:lnTo>
                      <a:pt x="188" y="34"/>
                    </a:lnTo>
                    <a:lnTo>
                      <a:pt x="193" y="38"/>
                    </a:lnTo>
                    <a:lnTo>
                      <a:pt x="217" y="31"/>
                    </a:lnTo>
                    <a:lnTo>
                      <a:pt x="248" y="8"/>
                    </a:lnTo>
                    <a:lnTo>
                      <a:pt x="274" y="1"/>
                    </a:lnTo>
                    <a:lnTo>
                      <a:pt x="276" y="8"/>
                    </a:lnTo>
                    <a:lnTo>
                      <a:pt x="288" y="26"/>
                    </a:lnTo>
                    <a:lnTo>
                      <a:pt x="295" y="28"/>
                    </a:lnTo>
                    <a:lnTo>
                      <a:pt x="293" y="51"/>
                    </a:lnTo>
                    <a:lnTo>
                      <a:pt x="284" y="66"/>
                    </a:lnTo>
                    <a:lnTo>
                      <a:pt x="270" y="69"/>
                    </a:lnTo>
                    <a:lnTo>
                      <a:pt x="266" y="75"/>
                    </a:lnTo>
                    <a:lnTo>
                      <a:pt x="270" y="76"/>
                    </a:lnTo>
                    <a:lnTo>
                      <a:pt x="281" y="86"/>
                    </a:lnTo>
                    <a:lnTo>
                      <a:pt x="284" y="94"/>
                    </a:lnTo>
                    <a:lnTo>
                      <a:pt x="282" y="112"/>
                    </a:lnTo>
                    <a:lnTo>
                      <a:pt x="279" y="108"/>
                    </a:lnTo>
                    <a:lnTo>
                      <a:pt x="268" y="112"/>
                    </a:lnTo>
                    <a:lnTo>
                      <a:pt x="250" y="130"/>
                    </a:lnTo>
                    <a:lnTo>
                      <a:pt x="241" y="148"/>
                    </a:lnTo>
                    <a:lnTo>
                      <a:pt x="233" y="155"/>
                    </a:lnTo>
                    <a:lnTo>
                      <a:pt x="228" y="164"/>
                    </a:lnTo>
                    <a:lnTo>
                      <a:pt x="221" y="172"/>
                    </a:lnTo>
                    <a:lnTo>
                      <a:pt x="220" y="184"/>
                    </a:lnTo>
                    <a:lnTo>
                      <a:pt x="220" y="195"/>
                    </a:lnTo>
                    <a:lnTo>
                      <a:pt x="242" y="172"/>
                    </a:lnTo>
                    <a:lnTo>
                      <a:pt x="257" y="167"/>
                    </a:lnTo>
                    <a:lnTo>
                      <a:pt x="265" y="173"/>
                    </a:lnTo>
                    <a:lnTo>
                      <a:pt x="280" y="189"/>
                    </a:lnTo>
                    <a:lnTo>
                      <a:pt x="279" y="201"/>
                    </a:lnTo>
                    <a:lnTo>
                      <a:pt x="282" y="204"/>
                    </a:lnTo>
                    <a:lnTo>
                      <a:pt x="285" y="215"/>
                    </a:lnTo>
                    <a:lnTo>
                      <a:pt x="290" y="216"/>
                    </a:lnTo>
                    <a:lnTo>
                      <a:pt x="293" y="222"/>
                    </a:lnTo>
                    <a:lnTo>
                      <a:pt x="295" y="228"/>
                    </a:lnTo>
                    <a:lnTo>
                      <a:pt x="290" y="238"/>
                    </a:lnTo>
                    <a:lnTo>
                      <a:pt x="290" y="248"/>
                    </a:lnTo>
                    <a:lnTo>
                      <a:pt x="303" y="236"/>
                    </a:lnTo>
                    <a:lnTo>
                      <a:pt x="314" y="234"/>
                    </a:lnTo>
                    <a:lnTo>
                      <a:pt x="315" y="222"/>
                    </a:lnTo>
                    <a:lnTo>
                      <a:pt x="322" y="232"/>
                    </a:lnTo>
                    <a:lnTo>
                      <a:pt x="322" y="242"/>
                    </a:lnTo>
                    <a:lnTo>
                      <a:pt x="324" y="247"/>
                    </a:lnTo>
                    <a:lnTo>
                      <a:pt x="331" y="274"/>
                    </a:lnTo>
                    <a:lnTo>
                      <a:pt x="331" y="282"/>
                    </a:lnTo>
                    <a:lnTo>
                      <a:pt x="329" y="288"/>
                    </a:lnTo>
                    <a:lnTo>
                      <a:pt x="319" y="300"/>
                    </a:lnTo>
                    <a:lnTo>
                      <a:pt x="314" y="301"/>
                    </a:lnTo>
                    <a:lnTo>
                      <a:pt x="320" y="313"/>
                    </a:lnTo>
                    <a:lnTo>
                      <a:pt x="323" y="322"/>
                    </a:lnTo>
                    <a:lnTo>
                      <a:pt x="324" y="338"/>
                    </a:lnTo>
                    <a:lnTo>
                      <a:pt x="323" y="344"/>
                    </a:lnTo>
                    <a:lnTo>
                      <a:pt x="315" y="355"/>
                    </a:lnTo>
                    <a:lnTo>
                      <a:pt x="323" y="354"/>
                    </a:lnTo>
                    <a:lnTo>
                      <a:pt x="325" y="360"/>
                    </a:lnTo>
                    <a:lnTo>
                      <a:pt x="327" y="373"/>
                    </a:lnTo>
                    <a:lnTo>
                      <a:pt x="327" y="385"/>
                    </a:lnTo>
                    <a:lnTo>
                      <a:pt x="322" y="389"/>
                    </a:lnTo>
                    <a:lnTo>
                      <a:pt x="318" y="384"/>
                    </a:lnTo>
                    <a:lnTo>
                      <a:pt x="307" y="393"/>
                    </a:lnTo>
                    <a:lnTo>
                      <a:pt x="303" y="410"/>
                    </a:lnTo>
                    <a:lnTo>
                      <a:pt x="280" y="428"/>
                    </a:lnTo>
                    <a:lnTo>
                      <a:pt x="266" y="422"/>
                    </a:lnTo>
                    <a:lnTo>
                      <a:pt x="249" y="426"/>
                    </a:lnTo>
                    <a:lnTo>
                      <a:pt x="238" y="422"/>
                    </a:lnTo>
                    <a:lnTo>
                      <a:pt x="236" y="428"/>
                    </a:lnTo>
                    <a:lnTo>
                      <a:pt x="248" y="444"/>
                    </a:lnTo>
                    <a:lnTo>
                      <a:pt x="248" y="454"/>
                    </a:lnTo>
                    <a:lnTo>
                      <a:pt x="231" y="467"/>
                    </a:lnTo>
                    <a:lnTo>
                      <a:pt x="229" y="475"/>
                    </a:lnTo>
                    <a:lnTo>
                      <a:pt x="221" y="483"/>
                    </a:lnTo>
                    <a:lnTo>
                      <a:pt x="212" y="484"/>
                    </a:lnTo>
                    <a:lnTo>
                      <a:pt x="205" y="464"/>
                    </a:lnTo>
                    <a:lnTo>
                      <a:pt x="199" y="465"/>
                    </a:lnTo>
                    <a:lnTo>
                      <a:pt x="195" y="473"/>
                    </a:lnTo>
                    <a:lnTo>
                      <a:pt x="187" y="473"/>
                    </a:lnTo>
                    <a:lnTo>
                      <a:pt x="182" y="454"/>
                    </a:lnTo>
                    <a:lnTo>
                      <a:pt x="178" y="431"/>
                    </a:lnTo>
                    <a:lnTo>
                      <a:pt x="172" y="424"/>
                    </a:lnTo>
                    <a:lnTo>
                      <a:pt x="167" y="406"/>
                    </a:lnTo>
                    <a:lnTo>
                      <a:pt x="158" y="394"/>
                    </a:lnTo>
                    <a:lnTo>
                      <a:pt x="144" y="384"/>
                    </a:lnTo>
                    <a:lnTo>
                      <a:pt x="137" y="37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07" name="Google Shape;2307;p5">
                <a:extLst>
                  <a:ext uri="{FF2B5EF4-FFF2-40B4-BE49-F238E27FC236}">
                    <a16:creationId xmlns:a16="http://schemas.microsoft.com/office/drawing/2014/main" id="{A3F4B0D1-92F4-3B34-998E-373B68C11A4F}"/>
                  </a:ext>
                </a:extLst>
              </p:cNvPr>
              <p:cNvSpPr/>
              <p:nvPr/>
            </p:nvSpPr>
            <p:spPr>
              <a:xfrm>
                <a:off x="1388" y="1141"/>
                <a:ext cx="59" cy="76"/>
              </a:xfrm>
              <a:custGeom>
                <a:avLst/>
                <a:gdLst/>
                <a:ahLst/>
                <a:cxnLst/>
                <a:rect l="l" t="t" r="r" b="b"/>
                <a:pathLst>
                  <a:path w="292" h="380" extrusionOk="0">
                    <a:moveTo>
                      <a:pt x="281" y="160"/>
                    </a:moveTo>
                    <a:lnTo>
                      <a:pt x="282" y="162"/>
                    </a:lnTo>
                    <a:lnTo>
                      <a:pt x="281" y="165"/>
                    </a:lnTo>
                    <a:lnTo>
                      <a:pt x="281" y="171"/>
                    </a:lnTo>
                    <a:lnTo>
                      <a:pt x="282" y="177"/>
                    </a:lnTo>
                    <a:lnTo>
                      <a:pt x="281" y="187"/>
                    </a:lnTo>
                    <a:lnTo>
                      <a:pt x="268" y="198"/>
                    </a:lnTo>
                    <a:lnTo>
                      <a:pt x="266" y="206"/>
                    </a:lnTo>
                    <a:lnTo>
                      <a:pt x="285" y="213"/>
                    </a:lnTo>
                    <a:lnTo>
                      <a:pt x="291" y="210"/>
                    </a:lnTo>
                    <a:lnTo>
                      <a:pt x="292" y="224"/>
                    </a:lnTo>
                    <a:lnTo>
                      <a:pt x="291" y="237"/>
                    </a:lnTo>
                    <a:lnTo>
                      <a:pt x="290" y="267"/>
                    </a:lnTo>
                    <a:lnTo>
                      <a:pt x="292" y="285"/>
                    </a:lnTo>
                    <a:lnTo>
                      <a:pt x="284" y="254"/>
                    </a:lnTo>
                    <a:lnTo>
                      <a:pt x="279" y="244"/>
                    </a:lnTo>
                    <a:lnTo>
                      <a:pt x="274" y="240"/>
                    </a:lnTo>
                    <a:lnTo>
                      <a:pt x="270" y="244"/>
                    </a:lnTo>
                    <a:lnTo>
                      <a:pt x="263" y="242"/>
                    </a:lnTo>
                    <a:lnTo>
                      <a:pt x="260" y="249"/>
                    </a:lnTo>
                    <a:lnTo>
                      <a:pt x="268" y="254"/>
                    </a:lnTo>
                    <a:lnTo>
                      <a:pt x="269" y="263"/>
                    </a:lnTo>
                    <a:lnTo>
                      <a:pt x="268" y="267"/>
                    </a:lnTo>
                    <a:lnTo>
                      <a:pt x="265" y="259"/>
                    </a:lnTo>
                    <a:lnTo>
                      <a:pt x="258" y="264"/>
                    </a:lnTo>
                    <a:lnTo>
                      <a:pt x="255" y="270"/>
                    </a:lnTo>
                    <a:lnTo>
                      <a:pt x="263" y="279"/>
                    </a:lnTo>
                    <a:lnTo>
                      <a:pt x="259" y="280"/>
                    </a:lnTo>
                    <a:lnTo>
                      <a:pt x="258" y="285"/>
                    </a:lnTo>
                    <a:lnTo>
                      <a:pt x="260" y="291"/>
                    </a:lnTo>
                    <a:lnTo>
                      <a:pt x="258" y="292"/>
                    </a:lnTo>
                    <a:lnTo>
                      <a:pt x="253" y="286"/>
                    </a:lnTo>
                    <a:lnTo>
                      <a:pt x="248" y="302"/>
                    </a:lnTo>
                    <a:lnTo>
                      <a:pt x="249" y="308"/>
                    </a:lnTo>
                    <a:lnTo>
                      <a:pt x="254" y="306"/>
                    </a:lnTo>
                    <a:lnTo>
                      <a:pt x="271" y="338"/>
                    </a:lnTo>
                    <a:lnTo>
                      <a:pt x="274" y="345"/>
                    </a:lnTo>
                    <a:lnTo>
                      <a:pt x="269" y="349"/>
                    </a:lnTo>
                    <a:lnTo>
                      <a:pt x="263" y="345"/>
                    </a:lnTo>
                    <a:lnTo>
                      <a:pt x="258" y="334"/>
                    </a:lnTo>
                    <a:lnTo>
                      <a:pt x="254" y="330"/>
                    </a:lnTo>
                    <a:lnTo>
                      <a:pt x="248" y="332"/>
                    </a:lnTo>
                    <a:lnTo>
                      <a:pt x="248" y="339"/>
                    </a:lnTo>
                    <a:lnTo>
                      <a:pt x="250" y="345"/>
                    </a:lnTo>
                    <a:lnTo>
                      <a:pt x="250" y="350"/>
                    </a:lnTo>
                    <a:lnTo>
                      <a:pt x="255" y="359"/>
                    </a:lnTo>
                    <a:lnTo>
                      <a:pt x="255" y="369"/>
                    </a:lnTo>
                    <a:lnTo>
                      <a:pt x="230" y="372"/>
                    </a:lnTo>
                    <a:lnTo>
                      <a:pt x="228" y="365"/>
                    </a:lnTo>
                    <a:lnTo>
                      <a:pt x="219" y="375"/>
                    </a:lnTo>
                    <a:lnTo>
                      <a:pt x="211" y="375"/>
                    </a:lnTo>
                    <a:lnTo>
                      <a:pt x="208" y="370"/>
                    </a:lnTo>
                    <a:lnTo>
                      <a:pt x="209" y="360"/>
                    </a:lnTo>
                    <a:lnTo>
                      <a:pt x="203" y="364"/>
                    </a:lnTo>
                    <a:lnTo>
                      <a:pt x="201" y="373"/>
                    </a:lnTo>
                    <a:lnTo>
                      <a:pt x="190" y="371"/>
                    </a:lnTo>
                    <a:lnTo>
                      <a:pt x="190" y="360"/>
                    </a:lnTo>
                    <a:lnTo>
                      <a:pt x="188" y="369"/>
                    </a:lnTo>
                    <a:lnTo>
                      <a:pt x="180" y="372"/>
                    </a:lnTo>
                    <a:lnTo>
                      <a:pt x="177" y="364"/>
                    </a:lnTo>
                    <a:lnTo>
                      <a:pt x="179" y="354"/>
                    </a:lnTo>
                    <a:lnTo>
                      <a:pt x="167" y="380"/>
                    </a:lnTo>
                    <a:lnTo>
                      <a:pt x="144" y="380"/>
                    </a:lnTo>
                    <a:lnTo>
                      <a:pt x="130" y="373"/>
                    </a:lnTo>
                    <a:lnTo>
                      <a:pt x="123" y="365"/>
                    </a:lnTo>
                    <a:lnTo>
                      <a:pt x="122" y="339"/>
                    </a:lnTo>
                    <a:lnTo>
                      <a:pt x="118" y="332"/>
                    </a:lnTo>
                    <a:lnTo>
                      <a:pt x="119" y="327"/>
                    </a:lnTo>
                    <a:lnTo>
                      <a:pt x="142" y="327"/>
                    </a:lnTo>
                    <a:lnTo>
                      <a:pt x="147" y="322"/>
                    </a:lnTo>
                    <a:lnTo>
                      <a:pt x="131" y="319"/>
                    </a:lnTo>
                    <a:lnTo>
                      <a:pt x="136" y="303"/>
                    </a:lnTo>
                    <a:lnTo>
                      <a:pt x="119" y="310"/>
                    </a:lnTo>
                    <a:lnTo>
                      <a:pt x="115" y="300"/>
                    </a:lnTo>
                    <a:lnTo>
                      <a:pt x="128" y="291"/>
                    </a:lnTo>
                    <a:lnTo>
                      <a:pt x="113" y="280"/>
                    </a:lnTo>
                    <a:lnTo>
                      <a:pt x="131" y="276"/>
                    </a:lnTo>
                    <a:lnTo>
                      <a:pt x="141" y="279"/>
                    </a:lnTo>
                    <a:lnTo>
                      <a:pt x="145" y="273"/>
                    </a:lnTo>
                    <a:lnTo>
                      <a:pt x="141" y="270"/>
                    </a:lnTo>
                    <a:lnTo>
                      <a:pt x="162" y="268"/>
                    </a:lnTo>
                    <a:lnTo>
                      <a:pt x="163" y="262"/>
                    </a:lnTo>
                    <a:lnTo>
                      <a:pt x="141" y="265"/>
                    </a:lnTo>
                    <a:lnTo>
                      <a:pt x="155" y="256"/>
                    </a:lnTo>
                    <a:lnTo>
                      <a:pt x="152" y="252"/>
                    </a:lnTo>
                    <a:lnTo>
                      <a:pt x="156" y="247"/>
                    </a:lnTo>
                    <a:lnTo>
                      <a:pt x="169" y="242"/>
                    </a:lnTo>
                    <a:lnTo>
                      <a:pt x="168" y="237"/>
                    </a:lnTo>
                    <a:lnTo>
                      <a:pt x="163" y="232"/>
                    </a:lnTo>
                    <a:lnTo>
                      <a:pt x="166" y="225"/>
                    </a:lnTo>
                    <a:lnTo>
                      <a:pt x="204" y="219"/>
                    </a:lnTo>
                    <a:lnTo>
                      <a:pt x="211" y="214"/>
                    </a:lnTo>
                    <a:lnTo>
                      <a:pt x="210" y="209"/>
                    </a:lnTo>
                    <a:lnTo>
                      <a:pt x="203" y="214"/>
                    </a:lnTo>
                    <a:lnTo>
                      <a:pt x="174" y="216"/>
                    </a:lnTo>
                    <a:lnTo>
                      <a:pt x="172" y="214"/>
                    </a:lnTo>
                    <a:lnTo>
                      <a:pt x="163" y="220"/>
                    </a:lnTo>
                    <a:lnTo>
                      <a:pt x="153" y="219"/>
                    </a:lnTo>
                    <a:lnTo>
                      <a:pt x="135" y="227"/>
                    </a:lnTo>
                    <a:lnTo>
                      <a:pt x="129" y="225"/>
                    </a:lnTo>
                    <a:lnTo>
                      <a:pt x="92" y="241"/>
                    </a:lnTo>
                    <a:lnTo>
                      <a:pt x="72" y="240"/>
                    </a:lnTo>
                    <a:lnTo>
                      <a:pt x="67" y="248"/>
                    </a:lnTo>
                    <a:lnTo>
                      <a:pt x="60" y="242"/>
                    </a:lnTo>
                    <a:lnTo>
                      <a:pt x="50" y="252"/>
                    </a:lnTo>
                    <a:lnTo>
                      <a:pt x="26" y="254"/>
                    </a:lnTo>
                    <a:lnTo>
                      <a:pt x="17" y="263"/>
                    </a:lnTo>
                    <a:lnTo>
                      <a:pt x="4" y="256"/>
                    </a:lnTo>
                    <a:lnTo>
                      <a:pt x="0" y="242"/>
                    </a:lnTo>
                    <a:lnTo>
                      <a:pt x="8" y="240"/>
                    </a:lnTo>
                    <a:lnTo>
                      <a:pt x="7" y="232"/>
                    </a:lnTo>
                    <a:lnTo>
                      <a:pt x="10" y="222"/>
                    </a:lnTo>
                    <a:lnTo>
                      <a:pt x="18" y="220"/>
                    </a:lnTo>
                    <a:lnTo>
                      <a:pt x="39" y="227"/>
                    </a:lnTo>
                    <a:lnTo>
                      <a:pt x="37" y="219"/>
                    </a:lnTo>
                    <a:lnTo>
                      <a:pt x="31" y="215"/>
                    </a:lnTo>
                    <a:lnTo>
                      <a:pt x="33" y="206"/>
                    </a:lnTo>
                    <a:lnTo>
                      <a:pt x="27" y="206"/>
                    </a:lnTo>
                    <a:lnTo>
                      <a:pt x="28" y="193"/>
                    </a:lnTo>
                    <a:lnTo>
                      <a:pt x="42" y="183"/>
                    </a:lnTo>
                    <a:lnTo>
                      <a:pt x="49" y="183"/>
                    </a:lnTo>
                    <a:lnTo>
                      <a:pt x="67" y="198"/>
                    </a:lnTo>
                    <a:lnTo>
                      <a:pt x="71" y="209"/>
                    </a:lnTo>
                    <a:lnTo>
                      <a:pt x="83" y="205"/>
                    </a:lnTo>
                    <a:lnTo>
                      <a:pt x="82" y="195"/>
                    </a:lnTo>
                    <a:lnTo>
                      <a:pt x="81" y="187"/>
                    </a:lnTo>
                    <a:lnTo>
                      <a:pt x="65" y="176"/>
                    </a:lnTo>
                    <a:lnTo>
                      <a:pt x="69" y="166"/>
                    </a:lnTo>
                    <a:lnTo>
                      <a:pt x="77" y="156"/>
                    </a:lnTo>
                    <a:lnTo>
                      <a:pt x="77" y="150"/>
                    </a:lnTo>
                    <a:lnTo>
                      <a:pt x="53" y="161"/>
                    </a:lnTo>
                    <a:lnTo>
                      <a:pt x="51" y="149"/>
                    </a:lnTo>
                    <a:lnTo>
                      <a:pt x="44" y="136"/>
                    </a:lnTo>
                    <a:lnTo>
                      <a:pt x="44" y="122"/>
                    </a:lnTo>
                    <a:lnTo>
                      <a:pt x="48" y="109"/>
                    </a:lnTo>
                    <a:lnTo>
                      <a:pt x="33" y="109"/>
                    </a:lnTo>
                    <a:lnTo>
                      <a:pt x="34" y="95"/>
                    </a:lnTo>
                    <a:lnTo>
                      <a:pt x="33" y="85"/>
                    </a:lnTo>
                    <a:lnTo>
                      <a:pt x="44" y="66"/>
                    </a:lnTo>
                    <a:lnTo>
                      <a:pt x="43" y="65"/>
                    </a:lnTo>
                    <a:lnTo>
                      <a:pt x="47" y="55"/>
                    </a:lnTo>
                    <a:lnTo>
                      <a:pt x="53" y="50"/>
                    </a:lnTo>
                    <a:lnTo>
                      <a:pt x="74" y="58"/>
                    </a:lnTo>
                    <a:lnTo>
                      <a:pt x="77" y="57"/>
                    </a:lnTo>
                    <a:lnTo>
                      <a:pt x="81" y="63"/>
                    </a:lnTo>
                    <a:lnTo>
                      <a:pt x="81" y="74"/>
                    </a:lnTo>
                    <a:lnTo>
                      <a:pt x="85" y="72"/>
                    </a:lnTo>
                    <a:lnTo>
                      <a:pt x="96" y="82"/>
                    </a:lnTo>
                    <a:lnTo>
                      <a:pt x="90" y="93"/>
                    </a:lnTo>
                    <a:lnTo>
                      <a:pt x="110" y="123"/>
                    </a:lnTo>
                    <a:lnTo>
                      <a:pt x="110" y="127"/>
                    </a:lnTo>
                    <a:lnTo>
                      <a:pt x="114" y="133"/>
                    </a:lnTo>
                    <a:lnTo>
                      <a:pt x="122" y="129"/>
                    </a:lnTo>
                    <a:lnTo>
                      <a:pt x="128" y="131"/>
                    </a:lnTo>
                    <a:lnTo>
                      <a:pt x="122" y="140"/>
                    </a:lnTo>
                    <a:lnTo>
                      <a:pt x="134" y="147"/>
                    </a:lnTo>
                    <a:lnTo>
                      <a:pt x="150" y="165"/>
                    </a:lnTo>
                    <a:lnTo>
                      <a:pt x="161" y="167"/>
                    </a:lnTo>
                    <a:lnTo>
                      <a:pt x="169" y="160"/>
                    </a:lnTo>
                    <a:lnTo>
                      <a:pt x="171" y="156"/>
                    </a:lnTo>
                    <a:lnTo>
                      <a:pt x="161" y="158"/>
                    </a:lnTo>
                    <a:lnTo>
                      <a:pt x="152" y="144"/>
                    </a:lnTo>
                    <a:lnTo>
                      <a:pt x="142" y="117"/>
                    </a:lnTo>
                    <a:lnTo>
                      <a:pt x="158" y="113"/>
                    </a:lnTo>
                    <a:lnTo>
                      <a:pt x="153" y="104"/>
                    </a:lnTo>
                    <a:lnTo>
                      <a:pt x="130" y="108"/>
                    </a:lnTo>
                    <a:lnTo>
                      <a:pt x="122" y="100"/>
                    </a:lnTo>
                    <a:lnTo>
                      <a:pt x="125" y="93"/>
                    </a:lnTo>
                    <a:lnTo>
                      <a:pt x="137" y="93"/>
                    </a:lnTo>
                    <a:lnTo>
                      <a:pt x="140" y="86"/>
                    </a:lnTo>
                    <a:lnTo>
                      <a:pt x="147" y="86"/>
                    </a:lnTo>
                    <a:lnTo>
                      <a:pt x="141" y="82"/>
                    </a:lnTo>
                    <a:lnTo>
                      <a:pt x="133" y="71"/>
                    </a:lnTo>
                    <a:lnTo>
                      <a:pt x="115" y="71"/>
                    </a:lnTo>
                    <a:lnTo>
                      <a:pt x="107" y="64"/>
                    </a:lnTo>
                    <a:lnTo>
                      <a:pt x="96" y="45"/>
                    </a:lnTo>
                    <a:lnTo>
                      <a:pt x="97" y="38"/>
                    </a:lnTo>
                    <a:lnTo>
                      <a:pt x="108" y="37"/>
                    </a:lnTo>
                    <a:lnTo>
                      <a:pt x="112" y="21"/>
                    </a:lnTo>
                    <a:lnTo>
                      <a:pt x="129" y="7"/>
                    </a:lnTo>
                    <a:lnTo>
                      <a:pt x="153" y="11"/>
                    </a:lnTo>
                    <a:lnTo>
                      <a:pt x="168" y="6"/>
                    </a:lnTo>
                    <a:lnTo>
                      <a:pt x="172" y="16"/>
                    </a:lnTo>
                    <a:lnTo>
                      <a:pt x="183" y="28"/>
                    </a:lnTo>
                    <a:lnTo>
                      <a:pt x="204" y="36"/>
                    </a:lnTo>
                    <a:lnTo>
                      <a:pt x="201" y="45"/>
                    </a:lnTo>
                    <a:lnTo>
                      <a:pt x="203" y="52"/>
                    </a:lnTo>
                    <a:lnTo>
                      <a:pt x="205" y="45"/>
                    </a:lnTo>
                    <a:lnTo>
                      <a:pt x="216" y="49"/>
                    </a:lnTo>
                    <a:lnTo>
                      <a:pt x="220" y="39"/>
                    </a:lnTo>
                    <a:lnTo>
                      <a:pt x="212" y="21"/>
                    </a:lnTo>
                    <a:lnTo>
                      <a:pt x="216" y="15"/>
                    </a:lnTo>
                    <a:lnTo>
                      <a:pt x="231" y="18"/>
                    </a:lnTo>
                    <a:lnTo>
                      <a:pt x="235" y="6"/>
                    </a:lnTo>
                    <a:lnTo>
                      <a:pt x="219" y="0"/>
                    </a:lnTo>
                    <a:lnTo>
                      <a:pt x="237" y="0"/>
                    </a:lnTo>
                    <a:lnTo>
                      <a:pt x="243" y="11"/>
                    </a:lnTo>
                    <a:lnTo>
                      <a:pt x="255" y="22"/>
                    </a:lnTo>
                    <a:lnTo>
                      <a:pt x="242" y="20"/>
                    </a:lnTo>
                    <a:lnTo>
                      <a:pt x="246" y="26"/>
                    </a:lnTo>
                    <a:lnTo>
                      <a:pt x="265" y="33"/>
                    </a:lnTo>
                    <a:lnTo>
                      <a:pt x="276" y="48"/>
                    </a:lnTo>
                    <a:lnTo>
                      <a:pt x="278" y="60"/>
                    </a:lnTo>
                    <a:lnTo>
                      <a:pt x="274" y="72"/>
                    </a:lnTo>
                    <a:lnTo>
                      <a:pt x="274" y="90"/>
                    </a:lnTo>
                    <a:lnTo>
                      <a:pt x="282" y="107"/>
                    </a:lnTo>
                    <a:lnTo>
                      <a:pt x="284" y="123"/>
                    </a:lnTo>
                    <a:lnTo>
                      <a:pt x="280" y="134"/>
                    </a:lnTo>
                    <a:lnTo>
                      <a:pt x="281" y="140"/>
                    </a:lnTo>
                    <a:lnTo>
                      <a:pt x="280" y="149"/>
                    </a:lnTo>
                    <a:lnTo>
                      <a:pt x="281" y="16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08" name="Google Shape;2308;p5">
                <a:extLst>
                  <a:ext uri="{FF2B5EF4-FFF2-40B4-BE49-F238E27FC236}">
                    <a16:creationId xmlns:a16="http://schemas.microsoft.com/office/drawing/2014/main" id="{4030B902-242B-4FCF-8250-CC8D2BF1B77A}"/>
                  </a:ext>
                </a:extLst>
              </p:cNvPr>
              <p:cNvSpPr/>
              <p:nvPr/>
            </p:nvSpPr>
            <p:spPr>
              <a:xfrm>
                <a:off x="1225" y="1133"/>
                <a:ext cx="134" cy="107"/>
              </a:xfrm>
              <a:custGeom>
                <a:avLst/>
                <a:gdLst/>
                <a:ahLst/>
                <a:cxnLst/>
                <a:rect l="l" t="t" r="r" b="b"/>
                <a:pathLst>
                  <a:path w="672" h="534" extrusionOk="0">
                    <a:moveTo>
                      <a:pt x="420" y="83"/>
                    </a:moveTo>
                    <a:lnTo>
                      <a:pt x="420" y="80"/>
                    </a:lnTo>
                    <a:lnTo>
                      <a:pt x="420" y="82"/>
                    </a:lnTo>
                    <a:lnTo>
                      <a:pt x="433" y="81"/>
                    </a:lnTo>
                    <a:lnTo>
                      <a:pt x="439" y="71"/>
                    </a:lnTo>
                    <a:lnTo>
                      <a:pt x="439" y="59"/>
                    </a:lnTo>
                    <a:lnTo>
                      <a:pt x="458" y="8"/>
                    </a:lnTo>
                    <a:lnTo>
                      <a:pt x="466" y="3"/>
                    </a:lnTo>
                    <a:lnTo>
                      <a:pt x="478" y="6"/>
                    </a:lnTo>
                    <a:lnTo>
                      <a:pt x="489" y="0"/>
                    </a:lnTo>
                    <a:lnTo>
                      <a:pt x="503" y="26"/>
                    </a:lnTo>
                    <a:lnTo>
                      <a:pt x="503" y="37"/>
                    </a:lnTo>
                    <a:lnTo>
                      <a:pt x="493" y="49"/>
                    </a:lnTo>
                    <a:lnTo>
                      <a:pt x="495" y="61"/>
                    </a:lnTo>
                    <a:lnTo>
                      <a:pt x="501" y="69"/>
                    </a:lnTo>
                    <a:lnTo>
                      <a:pt x="500" y="76"/>
                    </a:lnTo>
                    <a:lnTo>
                      <a:pt x="501" y="94"/>
                    </a:lnTo>
                    <a:lnTo>
                      <a:pt x="504" y="99"/>
                    </a:lnTo>
                    <a:lnTo>
                      <a:pt x="511" y="102"/>
                    </a:lnTo>
                    <a:lnTo>
                      <a:pt x="525" y="120"/>
                    </a:lnTo>
                    <a:lnTo>
                      <a:pt x="526" y="129"/>
                    </a:lnTo>
                    <a:lnTo>
                      <a:pt x="525" y="139"/>
                    </a:lnTo>
                    <a:lnTo>
                      <a:pt x="527" y="143"/>
                    </a:lnTo>
                    <a:lnTo>
                      <a:pt x="519" y="152"/>
                    </a:lnTo>
                    <a:lnTo>
                      <a:pt x="510" y="172"/>
                    </a:lnTo>
                    <a:lnTo>
                      <a:pt x="500" y="178"/>
                    </a:lnTo>
                    <a:lnTo>
                      <a:pt x="512" y="183"/>
                    </a:lnTo>
                    <a:lnTo>
                      <a:pt x="536" y="178"/>
                    </a:lnTo>
                    <a:lnTo>
                      <a:pt x="554" y="196"/>
                    </a:lnTo>
                    <a:lnTo>
                      <a:pt x="548" y="213"/>
                    </a:lnTo>
                    <a:lnTo>
                      <a:pt x="541" y="215"/>
                    </a:lnTo>
                    <a:lnTo>
                      <a:pt x="531" y="234"/>
                    </a:lnTo>
                    <a:lnTo>
                      <a:pt x="533" y="243"/>
                    </a:lnTo>
                    <a:lnTo>
                      <a:pt x="543" y="222"/>
                    </a:lnTo>
                    <a:lnTo>
                      <a:pt x="551" y="218"/>
                    </a:lnTo>
                    <a:lnTo>
                      <a:pt x="560" y="215"/>
                    </a:lnTo>
                    <a:lnTo>
                      <a:pt x="579" y="218"/>
                    </a:lnTo>
                    <a:lnTo>
                      <a:pt x="594" y="266"/>
                    </a:lnTo>
                    <a:lnTo>
                      <a:pt x="600" y="242"/>
                    </a:lnTo>
                    <a:lnTo>
                      <a:pt x="605" y="240"/>
                    </a:lnTo>
                    <a:lnTo>
                      <a:pt x="600" y="236"/>
                    </a:lnTo>
                    <a:lnTo>
                      <a:pt x="595" y="207"/>
                    </a:lnTo>
                    <a:lnTo>
                      <a:pt x="601" y="196"/>
                    </a:lnTo>
                    <a:lnTo>
                      <a:pt x="606" y="184"/>
                    </a:lnTo>
                    <a:lnTo>
                      <a:pt x="637" y="191"/>
                    </a:lnTo>
                    <a:lnTo>
                      <a:pt x="659" y="215"/>
                    </a:lnTo>
                    <a:lnTo>
                      <a:pt x="671" y="245"/>
                    </a:lnTo>
                    <a:lnTo>
                      <a:pt x="670" y="258"/>
                    </a:lnTo>
                    <a:lnTo>
                      <a:pt x="672" y="265"/>
                    </a:lnTo>
                    <a:lnTo>
                      <a:pt x="672" y="281"/>
                    </a:lnTo>
                    <a:lnTo>
                      <a:pt x="670" y="296"/>
                    </a:lnTo>
                    <a:lnTo>
                      <a:pt x="660" y="304"/>
                    </a:lnTo>
                    <a:lnTo>
                      <a:pt x="654" y="347"/>
                    </a:lnTo>
                    <a:lnTo>
                      <a:pt x="649" y="357"/>
                    </a:lnTo>
                    <a:lnTo>
                      <a:pt x="643" y="385"/>
                    </a:lnTo>
                    <a:lnTo>
                      <a:pt x="635" y="404"/>
                    </a:lnTo>
                    <a:lnTo>
                      <a:pt x="618" y="405"/>
                    </a:lnTo>
                    <a:lnTo>
                      <a:pt x="611" y="410"/>
                    </a:lnTo>
                    <a:lnTo>
                      <a:pt x="600" y="425"/>
                    </a:lnTo>
                    <a:lnTo>
                      <a:pt x="575" y="430"/>
                    </a:lnTo>
                    <a:lnTo>
                      <a:pt x="560" y="423"/>
                    </a:lnTo>
                    <a:lnTo>
                      <a:pt x="552" y="416"/>
                    </a:lnTo>
                    <a:lnTo>
                      <a:pt x="546" y="409"/>
                    </a:lnTo>
                    <a:lnTo>
                      <a:pt x="547" y="395"/>
                    </a:lnTo>
                    <a:lnTo>
                      <a:pt x="526" y="423"/>
                    </a:lnTo>
                    <a:lnTo>
                      <a:pt x="509" y="425"/>
                    </a:lnTo>
                    <a:lnTo>
                      <a:pt x="490" y="421"/>
                    </a:lnTo>
                    <a:lnTo>
                      <a:pt x="500" y="411"/>
                    </a:lnTo>
                    <a:lnTo>
                      <a:pt x="492" y="398"/>
                    </a:lnTo>
                    <a:lnTo>
                      <a:pt x="492" y="389"/>
                    </a:lnTo>
                    <a:lnTo>
                      <a:pt x="484" y="394"/>
                    </a:lnTo>
                    <a:lnTo>
                      <a:pt x="481" y="405"/>
                    </a:lnTo>
                    <a:lnTo>
                      <a:pt x="472" y="416"/>
                    </a:lnTo>
                    <a:lnTo>
                      <a:pt x="461" y="421"/>
                    </a:lnTo>
                    <a:lnTo>
                      <a:pt x="450" y="435"/>
                    </a:lnTo>
                    <a:lnTo>
                      <a:pt x="425" y="442"/>
                    </a:lnTo>
                    <a:lnTo>
                      <a:pt x="414" y="442"/>
                    </a:lnTo>
                    <a:lnTo>
                      <a:pt x="386" y="457"/>
                    </a:lnTo>
                    <a:lnTo>
                      <a:pt x="387" y="466"/>
                    </a:lnTo>
                    <a:lnTo>
                      <a:pt x="383" y="475"/>
                    </a:lnTo>
                    <a:lnTo>
                      <a:pt x="376" y="480"/>
                    </a:lnTo>
                    <a:lnTo>
                      <a:pt x="375" y="485"/>
                    </a:lnTo>
                    <a:lnTo>
                      <a:pt x="358" y="495"/>
                    </a:lnTo>
                    <a:lnTo>
                      <a:pt x="348" y="497"/>
                    </a:lnTo>
                    <a:lnTo>
                      <a:pt x="347" y="502"/>
                    </a:lnTo>
                    <a:lnTo>
                      <a:pt x="332" y="503"/>
                    </a:lnTo>
                    <a:lnTo>
                      <a:pt x="325" y="514"/>
                    </a:lnTo>
                    <a:lnTo>
                      <a:pt x="299" y="528"/>
                    </a:lnTo>
                    <a:lnTo>
                      <a:pt x="277" y="534"/>
                    </a:lnTo>
                    <a:lnTo>
                      <a:pt x="231" y="530"/>
                    </a:lnTo>
                    <a:lnTo>
                      <a:pt x="202" y="512"/>
                    </a:lnTo>
                    <a:lnTo>
                      <a:pt x="184" y="495"/>
                    </a:lnTo>
                    <a:lnTo>
                      <a:pt x="177" y="482"/>
                    </a:lnTo>
                    <a:lnTo>
                      <a:pt x="177" y="478"/>
                    </a:lnTo>
                    <a:lnTo>
                      <a:pt x="181" y="466"/>
                    </a:lnTo>
                    <a:lnTo>
                      <a:pt x="191" y="455"/>
                    </a:lnTo>
                    <a:lnTo>
                      <a:pt x="198" y="454"/>
                    </a:lnTo>
                    <a:lnTo>
                      <a:pt x="212" y="446"/>
                    </a:lnTo>
                    <a:lnTo>
                      <a:pt x="224" y="443"/>
                    </a:lnTo>
                    <a:lnTo>
                      <a:pt x="229" y="448"/>
                    </a:lnTo>
                    <a:lnTo>
                      <a:pt x="235" y="447"/>
                    </a:lnTo>
                    <a:lnTo>
                      <a:pt x="242" y="441"/>
                    </a:lnTo>
                    <a:lnTo>
                      <a:pt x="242" y="431"/>
                    </a:lnTo>
                    <a:lnTo>
                      <a:pt x="253" y="415"/>
                    </a:lnTo>
                    <a:lnTo>
                      <a:pt x="304" y="408"/>
                    </a:lnTo>
                    <a:lnTo>
                      <a:pt x="315" y="409"/>
                    </a:lnTo>
                    <a:lnTo>
                      <a:pt x="317" y="420"/>
                    </a:lnTo>
                    <a:lnTo>
                      <a:pt x="327" y="420"/>
                    </a:lnTo>
                    <a:lnTo>
                      <a:pt x="334" y="404"/>
                    </a:lnTo>
                    <a:lnTo>
                      <a:pt x="344" y="396"/>
                    </a:lnTo>
                    <a:lnTo>
                      <a:pt x="350" y="383"/>
                    </a:lnTo>
                    <a:lnTo>
                      <a:pt x="363" y="372"/>
                    </a:lnTo>
                    <a:lnTo>
                      <a:pt x="368" y="362"/>
                    </a:lnTo>
                    <a:lnTo>
                      <a:pt x="366" y="352"/>
                    </a:lnTo>
                    <a:lnTo>
                      <a:pt x="355" y="352"/>
                    </a:lnTo>
                    <a:lnTo>
                      <a:pt x="343" y="376"/>
                    </a:lnTo>
                    <a:lnTo>
                      <a:pt x="331" y="372"/>
                    </a:lnTo>
                    <a:lnTo>
                      <a:pt x="294" y="383"/>
                    </a:lnTo>
                    <a:lnTo>
                      <a:pt x="289" y="372"/>
                    </a:lnTo>
                    <a:lnTo>
                      <a:pt x="293" y="361"/>
                    </a:lnTo>
                    <a:lnTo>
                      <a:pt x="278" y="372"/>
                    </a:lnTo>
                    <a:lnTo>
                      <a:pt x="277" y="358"/>
                    </a:lnTo>
                    <a:lnTo>
                      <a:pt x="272" y="356"/>
                    </a:lnTo>
                    <a:lnTo>
                      <a:pt x="270" y="376"/>
                    </a:lnTo>
                    <a:lnTo>
                      <a:pt x="263" y="389"/>
                    </a:lnTo>
                    <a:lnTo>
                      <a:pt x="251" y="392"/>
                    </a:lnTo>
                    <a:lnTo>
                      <a:pt x="247" y="379"/>
                    </a:lnTo>
                    <a:lnTo>
                      <a:pt x="239" y="394"/>
                    </a:lnTo>
                    <a:lnTo>
                      <a:pt x="224" y="398"/>
                    </a:lnTo>
                    <a:lnTo>
                      <a:pt x="207" y="408"/>
                    </a:lnTo>
                    <a:lnTo>
                      <a:pt x="200" y="396"/>
                    </a:lnTo>
                    <a:lnTo>
                      <a:pt x="202" y="389"/>
                    </a:lnTo>
                    <a:lnTo>
                      <a:pt x="215" y="373"/>
                    </a:lnTo>
                    <a:lnTo>
                      <a:pt x="212" y="372"/>
                    </a:lnTo>
                    <a:lnTo>
                      <a:pt x="209" y="357"/>
                    </a:lnTo>
                    <a:lnTo>
                      <a:pt x="210" y="340"/>
                    </a:lnTo>
                    <a:lnTo>
                      <a:pt x="225" y="330"/>
                    </a:lnTo>
                    <a:lnTo>
                      <a:pt x="235" y="319"/>
                    </a:lnTo>
                    <a:lnTo>
                      <a:pt x="227" y="319"/>
                    </a:lnTo>
                    <a:lnTo>
                      <a:pt x="218" y="329"/>
                    </a:lnTo>
                    <a:lnTo>
                      <a:pt x="199" y="324"/>
                    </a:lnTo>
                    <a:lnTo>
                      <a:pt x="191" y="363"/>
                    </a:lnTo>
                    <a:lnTo>
                      <a:pt x="186" y="367"/>
                    </a:lnTo>
                    <a:lnTo>
                      <a:pt x="180" y="349"/>
                    </a:lnTo>
                    <a:lnTo>
                      <a:pt x="171" y="346"/>
                    </a:lnTo>
                    <a:lnTo>
                      <a:pt x="170" y="363"/>
                    </a:lnTo>
                    <a:lnTo>
                      <a:pt x="178" y="376"/>
                    </a:lnTo>
                    <a:lnTo>
                      <a:pt x="177" y="394"/>
                    </a:lnTo>
                    <a:lnTo>
                      <a:pt x="171" y="396"/>
                    </a:lnTo>
                    <a:lnTo>
                      <a:pt x="155" y="416"/>
                    </a:lnTo>
                    <a:lnTo>
                      <a:pt x="143" y="415"/>
                    </a:lnTo>
                    <a:lnTo>
                      <a:pt x="138" y="396"/>
                    </a:lnTo>
                    <a:lnTo>
                      <a:pt x="138" y="378"/>
                    </a:lnTo>
                    <a:lnTo>
                      <a:pt x="124" y="389"/>
                    </a:lnTo>
                    <a:lnTo>
                      <a:pt x="113" y="388"/>
                    </a:lnTo>
                    <a:lnTo>
                      <a:pt x="114" y="405"/>
                    </a:lnTo>
                    <a:lnTo>
                      <a:pt x="114" y="420"/>
                    </a:lnTo>
                    <a:lnTo>
                      <a:pt x="102" y="417"/>
                    </a:lnTo>
                    <a:lnTo>
                      <a:pt x="80" y="399"/>
                    </a:lnTo>
                    <a:lnTo>
                      <a:pt x="85" y="389"/>
                    </a:lnTo>
                    <a:lnTo>
                      <a:pt x="76" y="383"/>
                    </a:lnTo>
                    <a:lnTo>
                      <a:pt x="78" y="369"/>
                    </a:lnTo>
                    <a:lnTo>
                      <a:pt x="64" y="374"/>
                    </a:lnTo>
                    <a:lnTo>
                      <a:pt x="58" y="388"/>
                    </a:lnTo>
                    <a:lnTo>
                      <a:pt x="25" y="379"/>
                    </a:lnTo>
                    <a:lnTo>
                      <a:pt x="10" y="372"/>
                    </a:lnTo>
                    <a:lnTo>
                      <a:pt x="0" y="358"/>
                    </a:lnTo>
                    <a:lnTo>
                      <a:pt x="1" y="351"/>
                    </a:lnTo>
                    <a:lnTo>
                      <a:pt x="11" y="325"/>
                    </a:lnTo>
                    <a:lnTo>
                      <a:pt x="24" y="309"/>
                    </a:lnTo>
                    <a:lnTo>
                      <a:pt x="51" y="307"/>
                    </a:lnTo>
                    <a:lnTo>
                      <a:pt x="87" y="309"/>
                    </a:lnTo>
                    <a:lnTo>
                      <a:pt x="94" y="306"/>
                    </a:lnTo>
                    <a:lnTo>
                      <a:pt x="105" y="291"/>
                    </a:lnTo>
                    <a:lnTo>
                      <a:pt x="130" y="276"/>
                    </a:lnTo>
                    <a:lnTo>
                      <a:pt x="140" y="259"/>
                    </a:lnTo>
                    <a:lnTo>
                      <a:pt x="122" y="272"/>
                    </a:lnTo>
                    <a:lnTo>
                      <a:pt x="101" y="276"/>
                    </a:lnTo>
                    <a:lnTo>
                      <a:pt x="86" y="288"/>
                    </a:lnTo>
                    <a:lnTo>
                      <a:pt x="60" y="297"/>
                    </a:lnTo>
                    <a:lnTo>
                      <a:pt x="22" y="293"/>
                    </a:lnTo>
                    <a:lnTo>
                      <a:pt x="22" y="270"/>
                    </a:lnTo>
                    <a:lnTo>
                      <a:pt x="33" y="245"/>
                    </a:lnTo>
                    <a:lnTo>
                      <a:pt x="76" y="240"/>
                    </a:lnTo>
                    <a:lnTo>
                      <a:pt x="103" y="231"/>
                    </a:lnTo>
                    <a:lnTo>
                      <a:pt x="144" y="226"/>
                    </a:lnTo>
                    <a:lnTo>
                      <a:pt x="157" y="212"/>
                    </a:lnTo>
                    <a:lnTo>
                      <a:pt x="134" y="222"/>
                    </a:lnTo>
                    <a:lnTo>
                      <a:pt x="55" y="231"/>
                    </a:lnTo>
                    <a:lnTo>
                      <a:pt x="47" y="225"/>
                    </a:lnTo>
                    <a:lnTo>
                      <a:pt x="47" y="210"/>
                    </a:lnTo>
                    <a:lnTo>
                      <a:pt x="53" y="200"/>
                    </a:lnTo>
                    <a:lnTo>
                      <a:pt x="60" y="196"/>
                    </a:lnTo>
                    <a:lnTo>
                      <a:pt x="58" y="188"/>
                    </a:lnTo>
                    <a:lnTo>
                      <a:pt x="51" y="179"/>
                    </a:lnTo>
                    <a:lnTo>
                      <a:pt x="62" y="158"/>
                    </a:lnTo>
                    <a:lnTo>
                      <a:pt x="76" y="151"/>
                    </a:lnTo>
                    <a:lnTo>
                      <a:pt x="103" y="153"/>
                    </a:lnTo>
                    <a:lnTo>
                      <a:pt x="118" y="151"/>
                    </a:lnTo>
                    <a:lnTo>
                      <a:pt x="156" y="159"/>
                    </a:lnTo>
                    <a:lnTo>
                      <a:pt x="161" y="154"/>
                    </a:lnTo>
                    <a:lnTo>
                      <a:pt x="151" y="154"/>
                    </a:lnTo>
                    <a:lnTo>
                      <a:pt x="144" y="143"/>
                    </a:lnTo>
                    <a:lnTo>
                      <a:pt x="100" y="139"/>
                    </a:lnTo>
                    <a:lnTo>
                      <a:pt x="92" y="129"/>
                    </a:lnTo>
                    <a:lnTo>
                      <a:pt x="101" y="103"/>
                    </a:lnTo>
                    <a:lnTo>
                      <a:pt x="113" y="88"/>
                    </a:lnTo>
                    <a:lnTo>
                      <a:pt x="138" y="88"/>
                    </a:lnTo>
                    <a:lnTo>
                      <a:pt x="146" y="78"/>
                    </a:lnTo>
                    <a:lnTo>
                      <a:pt x="166" y="78"/>
                    </a:lnTo>
                    <a:lnTo>
                      <a:pt x="180" y="83"/>
                    </a:lnTo>
                    <a:lnTo>
                      <a:pt x="191" y="97"/>
                    </a:lnTo>
                    <a:lnTo>
                      <a:pt x="191" y="116"/>
                    </a:lnTo>
                    <a:lnTo>
                      <a:pt x="186" y="124"/>
                    </a:lnTo>
                    <a:lnTo>
                      <a:pt x="192" y="147"/>
                    </a:lnTo>
                    <a:lnTo>
                      <a:pt x="219" y="147"/>
                    </a:lnTo>
                    <a:lnTo>
                      <a:pt x="234" y="136"/>
                    </a:lnTo>
                    <a:lnTo>
                      <a:pt x="258" y="135"/>
                    </a:lnTo>
                    <a:lnTo>
                      <a:pt x="258" y="148"/>
                    </a:lnTo>
                    <a:lnTo>
                      <a:pt x="280" y="152"/>
                    </a:lnTo>
                    <a:lnTo>
                      <a:pt x="288" y="179"/>
                    </a:lnTo>
                    <a:lnTo>
                      <a:pt x="302" y="200"/>
                    </a:lnTo>
                    <a:lnTo>
                      <a:pt x="312" y="200"/>
                    </a:lnTo>
                    <a:lnTo>
                      <a:pt x="321" y="210"/>
                    </a:lnTo>
                    <a:lnTo>
                      <a:pt x="301" y="223"/>
                    </a:lnTo>
                    <a:lnTo>
                      <a:pt x="300" y="234"/>
                    </a:lnTo>
                    <a:lnTo>
                      <a:pt x="310" y="237"/>
                    </a:lnTo>
                    <a:lnTo>
                      <a:pt x="336" y="227"/>
                    </a:lnTo>
                    <a:lnTo>
                      <a:pt x="336" y="232"/>
                    </a:lnTo>
                    <a:lnTo>
                      <a:pt x="339" y="239"/>
                    </a:lnTo>
                    <a:lnTo>
                      <a:pt x="342" y="250"/>
                    </a:lnTo>
                    <a:lnTo>
                      <a:pt x="336" y="258"/>
                    </a:lnTo>
                    <a:lnTo>
                      <a:pt x="340" y="256"/>
                    </a:lnTo>
                    <a:lnTo>
                      <a:pt x="344" y="271"/>
                    </a:lnTo>
                    <a:lnTo>
                      <a:pt x="343" y="287"/>
                    </a:lnTo>
                    <a:lnTo>
                      <a:pt x="349" y="297"/>
                    </a:lnTo>
                    <a:lnTo>
                      <a:pt x="359" y="298"/>
                    </a:lnTo>
                    <a:lnTo>
                      <a:pt x="366" y="297"/>
                    </a:lnTo>
                    <a:lnTo>
                      <a:pt x="371" y="292"/>
                    </a:lnTo>
                    <a:lnTo>
                      <a:pt x="377" y="293"/>
                    </a:lnTo>
                    <a:lnTo>
                      <a:pt x="395" y="288"/>
                    </a:lnTo>
                    <a:lnTo>
                      <a:pt x="399" y="297"/>
                    </a:lnTo>
                    <a:lnTo>
                      <a:pt x="419" y="293"/>
                    </a:lnTo>
                    <a:lnTo>
                      <a:pt x="469" y="303"/>
                    </a:lnTo>
                    <a:lnTo>
                      <a:pt x="478" y="301"/>
                    </a:lnTo>
                    <a:lnTo>
                      <a:pt x="482" y="283"/>
                    </a:lnTo>
                    <a:lnTo>
                      <a:pt x="482" y="261"/>
                    </a:lnTo>
                    <a:lnTo>
                      <a:pt x="468" y="245"/>
                    </a:lnTo>
                    <a:lnTo>
                      <a:pt x="462" y="233"/>
                    </a:lnTo>
                    <a:lnTo>
                      <a:pt x="450" y="236"/>
                    </a:lnTo>
                    <a:lnTo>
                      <a:pt x="444" y="229"/>
                    </a:lnTo>
                    <a:lnTo>
                      <a:pt x="440" y="221"/>
                    </a:lnTo>
                    <a:lnTo>
                      <a:pt x="431" y="227"/>
                    </a:lnTo>
                    <a:lnTo>
                      <a:pt x="425" y="218"/>
                    </a:lnTo>
                    <a:lnTo>
                      <a:pt x="449" y="204"/>
                    </a:lnTo>
                    <a:lnTo>
                      <a:pt x="451" y="193"/>
                    </a:lnTo>
                    <a:lnTo>
                      <a:pt x="462" y="190"/>
                    </a:lnTo>
                    <a:lnTo>
                      <a:pt x="456" y="163"/>
                    </a:lnTo>
                    <a:lnTo>
                      <a:pt x="450" y="152"/>
                    </a:lnTo>
                    <a:lnTo>
                      <a:pt x="440" y="148"/>
                    </a:lnTo>
                    <a:lnTo>
                      <a:pt x="438" y="142"/>
                    </a:lnTo>
                    <a:lnTo>
                      <a:pt x="424" y="139"/>
                    </a:lnTo>
                    <a:lnTo>
                      <a:pt x="402" y="120"/>
                    </a:lnTo>
                    <a:lnTo>
                      <a:pt x="401" y="110"/>
                    </a:lnTo>
                    <a:lnTo>
                      <a:pt x="401" y="100"/>
                    </a:lnTo>
                    <a:lnTo>
                      <a:pt x="396" y="93"/>
                    </a:lnTo>
                    <a:lnTo>
                      <a:pt x="412" y="89"/>
                    </a:lnTo>
                    <a:lnTo>
                      <a:pt x="420" y="8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09" name="Google Shape;2309;p5">
                <a:extLst>
                  <a:ext uri="{FF2B5EF4-FFF2-40B4-BE49-F238E27FC236}">
                    <a16:creationId xmlns:a16="http://schemas.microsoft.com/office/drawing/2014/main" id="{702E67DD-5B91-80C9-C5D1-565BA4E537A8}"/>
                  </a:ext>
                </a:extLst>
              </p:cNvPr>
              <p:cNvSpPr/>
              <p:nvPr/>
            </p:nvSpPr>
            <p:spPr>
              <a:xfrm>
                <a:off x="1168" y="1099"/>
                <a:ext cx="80" cy="82"/>
              </a:xfrm>
              <a:custGeom>
                <a:avLst/>
                <a:gdLst/>
                <a:ahLst/>
                <a:cxnLst/>
                <a:rect l="l" t="t" r="r" b="b"/>
                <a:pathLst>
                  <a:path w="399" h="411" extrusionOk="0">
                    <a:moveTo>
                      <a:pt x="154" y="134"/>
                    </a:moveTo>
                    <a:lnTo>
                      <a:pt x="156" y="136"/>
                    </a:lnTo>
                    <a:lnTo>
                      <a:pt x="157" y="126"/>
                    </a:lnTo>
                    <a:lnTo>
                      <a:pt x="166" y="120"/>
                    </a:lnTo>
                    <a:lnTo>
                      <a:pt x="170" y="109"/>
                    </a:lnTo>
                    <a:lnTo>
                      <a:pt x="177" y="100"/>
                    </a:lnTo>
                    <a:lnTo>
                      <a:pt x="184" y="99"/>
                    </a:lnTo>
                    <a:lnTo>
                      <a:pt x="187" y="89"/>
                    </a:lnTo>
                    <a:lnTo>
                      <a:pt x="197" y="75"/>
                    </a:lnTo>
                    <a:lnTo>
                      <a:pt x="198" y="61"/>
                    </a:lnTo>
                    <a:lnTo>
                      <a:pt x="221" y="57"/>
                    </a:lnTo>
                    <a:lnTo>
                      <a:pt x="224" y="48"/>
                    </a:lnTo>
                    <a:lnTo>
                      <a:pt x="232" y="49"/>
                    </a:lnTo>
                    <a:lnTo>
                      <a:pt x="238" y="57"/>
                    </a:lnTo>
                    <a:lnTo>
                      <a:pt x="242" y="51"/>
                    </a:lnTo>
                    <a:lnTo>
                      <a:pt x="256" y="50"/>
                    </a:lnTo>
                    <a:lnTo>
                      <a:pt x="260" y="45"/>
                    </a:lnTo>
                    <a:lnTo>
                      <a:pt x="269" y="44"/>
                    </a:lnTo>
                    <a:lnTo>
                      <a:pt x="267" y="60"/>
                    </a:lnTo>
                    <a:lnTo>
                      <a:pt x="270" y="76"/>
                    </a:lnTo>
                    <a:lnTo>
                      <a:pt x="274" y="72"/>
                    </a:lnTo>
                    <a:lnTo>
                      <a:pt x="271" y="57"/>
                    </a:lnTo>
                    <a:lnTo>
                      <a:pt x="275" y="48"/>
                    </a:lnTo>
                    <a:lnTo>
                      <a:pt x="285" y="59"/>
                    </a:lnTo>
                    <a:lnTo>
                      <a:pt x="298" y="66"/>
                    </a:lnTo>
                    <a:lnTo>
                      <a:pt x="306" y="66"/>
                    </a:lnTo>
                    <a:lnTo>
                      <a:pt x="303" y="57"/>
                    </a:lnTo>
                    <a:lnTo>
                      <a:pt x="319" y="61"/>
                    </a:lnTo>
                    <a:lnTo>
                      <a:pt x="330" y="49"/>
                    </a:lnTo>
                    <a:lnTo>
                      <a:pt x="329" y="43"/>
                    </a:lnTo>
                    <a:lnTo>
                      <a:pt x="322" y="44"/>
                    </a:lnTo>
                    <a:lnTo>
                      <a:pt x="313" y="37"/>
                    </a:lnTo>
                    <a:lnTo>
                      <a:pt x="307" y="23"/>
                    </a:lnTo>
                    <a:lnTo>
                      <a:pt x="317" y="19"/>
                    </a:lnTo>
                    <a:lnTo>
                      <a:pt x="323" y="7"/>
                    </a:lnTo>
                    <a:lnTo>
                      <a:pt x="343" y="0"/>
                    </a:lnTo>
                    <a:lnTo>
                      <a:pt x="365" y="18"/>
                    </a:lnTo>
                    <a:lnTo>
                      <a:pt x="365" y="24"/>
                    </a:lnTo>
                    <a:lnTo>
                      <a:pt x="382" y="37"/>
                    </a:lnTo>
                    <a:lnTo>
                      <a:pt x="399" y="57"/>
                    </a:lnTo>
                    <a:lnTo>
                      <a:pt x="399" y="66"/>
                    </a:lnTo>
                    <a:lnTo>
                      <a:pt x="397" y="72"/>
                    </a:lnTo>
                    <a:lnTo>
                      <a:pt x="384" y="77"/>
                    </a:lnTo>
                    <a:lnTo>
                      <a:pt x="381" y="85"/>
                    </a:lnTo>
                    <a:lnTo>
                      <a:pt x="356" y="91"/>
                    </a:lnTo>
                    <a:lnTo>
                      <a:pt x="349" y="99"/>
                    </a:lnTo>
                    <a:lnTo>
                      <a:pt x="348" y="108"/>
                    </a:lnTo>
                    <a:lnTo>
                      <a:pt x="353" y="119"/>
                    </a:lnTo>
                    <a:lnTo>
                      <a:pt x="376" y="148"/>
                    </a:lnTo>
                    <a:lnTo>
                      <a:pt x="377" y="159"/>
                    </a:lnTo>
                    <a:lnTo>
                      <a:pt x="369" y="159"/>
                    </a:lnTo>
                    <a:lnTo>
                      <a:pt x="360" y="152"/>
                    </a:lnTo>
                    <a:lnTo>
                      <a:pt x="353" y="159"/>
                    </a:lnTo>
                    <a:lnTo>
                      <a:pt x="355" y="173"/>
                    </a:lnTo>
                    <a:lnTo>
                      <a:pt x="364" y="174"/>
                    </a:lnTo>
                    <a:lnTo>
                      <a:pt x="366" y="186"/>
                    </a:lnTo>
                    <a:lnTo>
                      <a:pt x="370" y="190"/>
                    </a:lnTo>
                    <a:lnTo>
                      <a:pt x="375" y="210"/>
                    </a:lnTo>
                    <a:lnTo>
                      <a:pt x="366" y="222"/>
                    </a:lnTo>
                    <a:lnTo>
                      <a:pt x="350" y="237"/>
                    </a:lnTo>
                    <a:lnTo>
                      <a:pt x="324" y="237"/>
                    </a:lnTo>
                    <a:lnTo>
                      <a:pt x="318" y="244"/>
                    </a:lnTo>
                    <a:lnTo>
                      <a:pt x="314" y="258"/>
                    </a:lnTo>
                    <a:lnTo>
                      <a:pt x="317" y="288"/>
                    </a:lnTo>
                    <a:lnTo>
                      <a:pt x="313" y="302"/>
                    </a:lnTo>
                    <a:lnTo>
                      <a:pt x="300" y="309"/>
                    </a:lnTo>
                    <a:lnTo>
                      <a:pt x="287" y="307"/>
                    </a:lnTo>
                    <a:lnTo>
                      <a:pt x="265" y="269"/>
                    </a:lnTo>
                    <a:lnTo>
                      <a:pt x="265" y="253"/>
                    </a:lnTo>
                    <a:lnTo>
                      <a:pt x="269" y="237"/>
                    </a:lnTo>
                    <a:lnTo>
                      <a:pt x="268" y="220"/>
                    </a:lnTo>
                    <a:lnTo>
                      <a:pt x="275" y="195"/>
                    </a:lnTo>
                    <a:lnTo>
                      <a:pt x="276" y="183"/>
                    </a:lnTo>
                    <a:lnTo>
                      <a:pt x="270" y="182"/>
                    </a:lnTo>
                    <a:lnTo>
                      <a:pt x="262" y="193"/>
                    </a:lnTo>
                    <a:lnTo>
                      <a:pt x="246" y="189"/>
                    </a:lnTo>
                    <a:lnTo>
                      <a:pt x="244" y="200"/>
                    </a:lnTo>
                    <a:lnTo>
                      <a:pt x="244" y="206"/>
                    </a:lnTo>
                    <a:lnTo>
                      <a:pt x="237" y="213"/>
                    </a:lnTo>
                    <a:lnTo>
                      <a:pt x="243" y="220"/>
                    </a:lnTo>
                    <a:lnTo>
                      <a:pt x="244" y="244"/>
                    </a:lnTo>
                    <a:lnTo>
                      <a:pt x="235" y="255"/>
                    </a:lnTo>
                    <a:lnTo>
                      <a:pt x="225" y="242"/>
                    </a:lnTo>
                    <a:lnTo>
                      <a:pt x="216" y="239"/>
                    </a:lnTo>
                    <a:lnTo>
                      <a:pt x="216" y="247"/>
                    </a:lnTo>
                    <a:lnTo>
                      <a:pt x="211" y="256"/>
                    </a:lnTo>
                    <a:lnTo>
                      <a:pt x="217" y="264"/>
                    </a:lnTo>
                    <a:lnTo>
                      <a:pt x="227" y="268"/>
                    </a:lnTo>
                    <a:lnTo>
                      <a:pt x="233" y="291"/>
                    </a:lnTo>
                    <a:lnTo>
                      <a:pt x="231" y="302"/>
                    </a:lnTo>
                    <a:lnTo>
                      <a:pt x="216" y="311"/>
                    </a:lnTo>
                    <a:lnTo>
                      <a:pt x="215" y="331"/>
                    </a:lnTo>
                    <a:lnTo>
                      <a:pt x="211" y="342"/>
                    </a:lnTo>
                    <a:lnTo>
                      <a:pt x="209" y="340"/>
                    </a:lnTo>
                    <a:lnTo>
                      <a:pt x="201" y="344"/>
                    </a:lnTo>
                    <a:lnTo>
                      <a:pt x="195" y="324"/>
                    </a:lnTo>
                    <a:lnTo>
                      <a:pt x="188" y="308"/>
                    </a:lnTo>
                    <a:lnTo>
                      <a:pt x="185" y="287"/>
                    </a:lnTo>
                    <a:lnTo>
                      <a:pt x="181" y="295"/>
                    </a:lnTo>
                    <a:lnTo>
                      <a:pt x="173" y="290"/>
                    </a:lnTo>
                    <a:lnTo>
                      <a:pt x="172" y="301"/>
                    </a:lnTo>
                    <a:lnTo>
                      <a:pt x="174" y="318"/>
                    </a:lnTo>
                    <a:lnTo>
                      <a:pt x="178" y="324"/>
                    </a:lnTo>
                    <a:lnTo>
                      <a:pt x="173" y="334"/>
                    </a:lnTo>
                    <a:lnTo>
                      <a:pt x="181" y="336"/>
                    </a:lnTo>
                    <a:lnTo>
                      <a:pt x="162" y="346"/>
                    </a:lnTo>
                    <a:lnTo>
                      <a:pt x="173" y="352"/>
                    </a:lnTo>
                    <a:lnTo>
                      <a:pt x="181" y="368"/>
                    </a:lnTo>
                    <a:lnTo>
                      <a:pt x="182" y="376"/>
                    </a:lnTo>
                    <a:lnTo>
                      <a:pt x="173" y="376"/>
                    </a:lnTo>
                    <a:lnTo>
                      <a:pt x="171" y="393"/>
                    </a:lnTo>
                    <a:lnTo>
                      <a:pt x="162" y="398"/>
                    </a:lnTo>
                    <a:lnTo>
                      <a:pt x="154" y="398"/>
                    </a:lnTo>
                    <a:lnTo>
                      <a:pt x="145" y="384"/>
                    </a:lnTo>
                    <a:lnTo>
                      <a:pt x="144" y="400"/>
                    </a:lnTo>
                    <a:lnTo>
                      <a:pt x="139" y="411"/>
                    </a:lnTo>
                    <a:lnTo>
                      <a:pt x="131" y="393"/>
                    </a:lnTo>
                    <a:lnTo>
                      <a:pt x="130" y="367"/>
                    </a:lnTo>
                    <a:lnTo>
                      <a:pt x="123" y="367"/>
                    </a:lnTo>
                    <a:lnTo>
                      <a:pt x="114" y="351"/>
                    </a:lnTo>
                    <a:lnTo>
                      <a:pt x="118" y="339"/>
                    </a:lnTo>
                    <a:lnTo>
                      <a:pt x="117" y="328"/>
                    </a:lnTo>
                    <a:lnTo>
                      <a:pt x="114" y="319"/>
                    </a:lnTo>
                    <a:lnTo>
                      <a:pt x="103" y="329"/>
                    </a:lnTo>
                    <a:lnTo>
                      <a:pt x="101" y="349"/>
                    </a:lnTo>
                    <a:lnTo>
                      <a:pt x="101" y="360"/>
                    </a:lnTo>
                    <a:lnTo>
                      <a:pt x="91" y="382"/>
                    </a:lnTo>
                    <a:lnTo>
                      <a:pt x="82" y="371"/>
                    </a:lnTo>
                    <a:lnTo>
                      <a:pt x="56" y="360"/>
                    </a:lnTo>
                    <a:lnTo>
                      <a:pt x="55" y="352"/>
                    </a:lnTo>
                    <a:lnTo>
                      <a:pt x="58" y="346"/>
                    </a:lnTo>
                    <a:lnTo>
                      <a:pt x="58" y="334"/>
                    </a:lnTo>
                    <a:lnTo>
                      <a:pt x="50" y="356"/>
                    </a:lnTo>
                    <a:lnTo>
                      <a:pt x="44" y="361"/>
                    </a:lnTo>
                    <a:lnTo>
                      <a:pt x="37" y="378"/>
                    </a:lnTo>
                    <a:lnTo>
                      <a:pt x="21" y="383"/>
                    </a:lnTo>
                    <a:lnTo>
                      <a:pt x="12" y="373"/>
                    </a:lnTo>
                    <a:lnTo>
                      <a:pt x="12" y="367"/>
                    </a:lnTo>
                    <a:lnTo>
                      <a:pt x="25" y="333"/>
                    </a:lnTo>
                    <a:lnTo>
                      <a:pt x="16" y="328"/>
                    </a:lnTo>
                    <a:lnTo>
                      <a:pt x="2" y="346"/>
                    </a:lnTo>
                    <a:lnTo>
                      <a:pt x="0" y="326"/>
                    </a:lnTo>
                    <a:lnTo>
                      <a:pt x="5" y="317"/>
                    </a:lnTo>
                    <a:lnTo>
                      <a:pt x="15" y="308"/>
                    </a:lnTo>
                    <a:lnTo>
                      <a:pt x="16" y="285"/>
                    </a:lnTo>
                    <a:lnTo>
                      <a:pt x="27" y="280"/>
                    </a:lnTo>
                    <a:lnTo>
                      <a:pt x="29" y="274"/>
                    </a:lnTo>
                    <a:lnTo>
                      <a:pt x="39" y="266"/>
                    </a:lnTo>
                    <a:lnTo>
                      <a:pt x="47" y="266"/>
                    </a:lnTo>
                    <a:lnTo>
                      <a:pt x="59" y="274"/>
                    </a:lnTo>
                    <a:lnTo>
                      <a:pt x="64" y="269"/>
                    </a:lnTo>
                    <a:lnTo>
                      <a:pt x="70" y="271"/>
                    </a:lnTo>
                    <a:lnTo>
                      <a:pt x="82" y="239"/>
                    </a:lnTo>
                    <a:lnTo>
                      <a:pt x="90" y="231"/>
                    </a:lnTo>
                    <a:lnTo>
                      <a:pt x="91" y="225"/>
                    </a:lnTo>
                    <a:lnTo>
                      <a:pt x="90" y="209"/>
                    </a:lnTo>
                    <a:lnTo>
                      <a:pt x="93" y="216"/>
                    </a:lnTo>
                    <a:lnTo>
                      <a:pt x="99" y="213"/>
                    </a:lnTo>
                    <a:lnTo>
                      <a:pt x="111" y="206"/>
                    </a:lnTo>
                    <a:lnTo>
                      <a:pt x="114" y="198"/>
                    </a:lnTo>
                    <a:lnTo>
                      <a:pt x="120" y="198"/>
                    </a:lnTo>
                    <a:lnTo>
                      <a:pt x="134" y="178"/>
                    </a:lnTo>
                    <a:lnTo>
                      <a:pt x="147" y="174"/>
                    </a:lnTo>
                    <a:lnTo>
                      <a:pt x="138" y="170"/>
                    </a:lnTo>
                    <a:lnTo>
                      <a:pt x="147" y="150"/>
                    </a:lnTo>
                    <a:lnTo>
                      <a:pt x="149" y="139"/>
                    </a:lnTo>
                    <a:lnTo>
                      <a:pt x="154" y="13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10" name="Google Shape;2310;p5">
                <a:extLst>
                  <a:ext uri="{FF2B5EF4-FFF2-40B4-BE49-F238E27FC236}">
                    <a16:creationId xmlns:a16="http://schemas.microsoft.com/office/drawing/2014/main" id="{0DFF6B31-1304-E425-CAFE-AA4650F0D700}"/>
                  </a:ext>
                </a:extLst>
              </p:cNvPr>
              <p:cNvSpPr/>
              <p:nvPr/>
            </p:nvSpPr>
            <p:spPr>
              <a:xfrm>
                <a:off x="1271" y="1070"/>
                <a:ext cx="40" cy="39"/>
              </a:xfrm>
              <a:custGeom>
                <a:avLst/>
                <a:gdLst/>
                <a:ahLst/>
                <a:cxnLst/>
                <a:rect l="l" t="t" r="r" b="b"/>
                <a:pathLst>
                  <a:path w="200" h="195" extrusionOk="0">
                    <a:moveTo>
                      <a:pt x="76" y="19"/>
                    </a:moveTo>
                    <a:lnTo>
                      <a:pt x="84" y="23"/>
                    </a:lnTo>
                    <a:lnTo>
                      <a:pt x="84" y="19"/>
                    </a:lnTo>
                    <a:lnTo>
                      <a:pt x="95" y="13"/>
                    </a:lnTo>
                    <a:lnTo>
                      <a:pt x="127" y="7"/>
                    </a:lnTo>
                    <a:lnTo>
                      <a:pt x="128" y="13"/>
                    </a:lnTo>
                    <a:lnTo>
                      <a:pt x="138" y="16"/>
                    </a:lnTo>
                    <a:lnTo>
                      <a:pt x="145" y="5"/>
                    </a:lnTo>
                    <a:lnTo>
                      <a:pt x="172" y="0"/>
                    </a:lnTo>
                    <a:lnTo>
                      <a:pt x="198" y="8"/>
                    </a:lnTo>
                    <a:lnTo>
                      <a:pt x="200" y="21"/>
                    </a:lnTo>
                    <a:lnTo>
                      <a:pt x="199" y="37"/>
                    </a:lnTo>
                    <a:lnTo>
                      <a:pt x="194" y="46"/>
                    </a:lnTo>
                    <a:lnTo>
                      <a:pt x="149" y="60"/>
                    </a:lnTo>
                    <a:lnTo>
                      <a:pt x="135" y="60"/>
                    </a:lnTo>
                    <a:lnTo>
                      <a:pt x="134" y="65"/>
                    </a:lnTo>
                    <a:lnTo>
                      <a:pt x="127" y="70"/>
                    </a:lnTo>
                    <a:lnTo>
                      <a:pt x="134" y="76"/>
                    </a:lnTo>
                    <a:lnTo>
                      <a:pt x="129" y="80"/>
                    </a:lnTo>
                    <a:lnTo>
                      <a:pt x="105" y="81"/>
                    </a:lnTo>
                    <a:lnTo>
                      <a:pt x="107" y="85"/>
                    </a:lnTo>
                    <a:lnTo>
                      <a:pt x="107" y="97"/>
                    </a:lnTo>
                    <a:lnTo>
                      <a:pt x="114" y="87"/>
                    </a:lnTo>
                    <a:lnTo>
                      <a:pt x="116" y="94"/>
                    </a:lnTo>
                    <a:lnTo>
                      <a:pt x="111" y="104"/>
                    </a:lnTo>
                    <a:lnTo>
                      <a:pt x="123" y="92"/>
                    </a:lnTo>
                    <a:lnTo>
                      <a:pt x="129" y="92"/>
                    </a:lnTo>
                    <a:lnTo>
                      <a:pt x="129" y="104"/>
                    </a:lnTo>
                    <a:lnTo>
                      <a:pt x="134" y="99"/>
                    </a:lnTo>
                    <a:lnTo>
                      <a:pt x="135" y="87"/>
                    </a:lnTo>
                    <a:lnTo>
                      <a:pt x="140" y="81"/>
                    </a:lnTo>
                    <a:lnTo>
                      <a:pt x="144" y="89"/>
                    </a:lnTo>
                    <a:lnTo>
                      <a:pt x="155" y="92"/>
                    </a:lnTo>
                    <a:lnTo>
                      <a:pt x="173" y="87"/>
                    </a:lnTo>
                    <a:lnTo>
                      <a:pt x="177" y="115"/>
                    </a:lnTo>
                    <a:lnTo>
                      <a:pt x="173" y="150"/>
                    </a:lnTo>
                    <a:lnTo>
                      <a:pt x="168" y="157"/>
                    </a:lnTo>
                    <a:lnTo>
                      <a:pt x="161" y="163"/>
                    </a:lnTo>
                    <a:lnTo>
                      <a:pt x="125" y="177"/>
                    </a:lnTo>
                    <a:lnTo>
                      <a:pt x="117" y="172"/>
                    </a:lnTo>
                    <a:lnTo>
                      <a:pt x="76" y="195"/>
                    </a:lnTo>
                    <a:lnTo>
                      <a:pt x="64" y="195"/>
                    </a:lnTo>
                    <a:lnTo>
                      <a:pt x="52" y="190"/>
                    </a:lnTo>
                    <a:lnTo>
                      <a:pt x="46" y="179"/>
                    </a:lnTo>
                    <a:lnTo>
                      <a:pt x="44" y="169"/>
                    </a:lnTo>
                    <a:lnTo>
                      <a:pt x="14" y="158"/>
                    </a:lnTo>
                    <a:lnTo>
                      <a:pt x="6" y="148"/>
                    </a:lnTo>
                    <a:lnTo>
                      <a:pt x="6" y="136"/>
                    </a:lnTo>
                    <a:lnTo>
                      <a:pt x="9" y="129"/>
                    </a:lnTo>
                    <a:lnTo>
                      <a:pt x="6" y="118"/>
                    </a:lnTo>
                    <a:lnTo>
                      <a:pt x="6" y="102"/>
                    </a:lnTo>
                    <a:lnTo>
                      <a:pt x="0" y="83"/>
                    </a:lnTo>
                    <a:lnTo>
                      <a:pt x="4" y="61"/>
                    </a:lnTo>
                    <a:lnTo>
                      <a:pt x="8" y="56"/>
                    </a:lnTo>
                    <a:lnTo>
                      <a:pt x="32" y="49"/>
                    </a:lnTo>
                    <a:lnTo>
                      <a:pt x="37" y="39"/>
                    </a:lnTo>
                    <a:lnTo>
                      <a:pt x="46" y="33"/>
                    </a:lnTo>
                    <a:lnTo>
                      <a:pt x="54" y="37"/>
                    </a:lnTo>
                    <a:lnTo>
                      <a:pt x="63" y="23"/>
                    </a:lnTo>
                    <a:lnTo>
                      <a:pt x="71" y="23"/>
                    </a:lnTo>
                    <a:lnTo>
                      <a:pt x="76" y="1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11" name="Google Shape;2311;p5">
                <a:extLst>
                  <a:ext uri="{FF2B5EF4-FFF2-40B4-BE49-F238E27FC236}">
                    <a16:creationId xmlns:a16="http://schemas.microsoft.com/office/drawing/2014/main" id="{43435640-0E4B-F628-D2B6-DE67748CBDAA}"/>
                  </a:ext>
                </a:extLst>
              </p:cNvPr>
              <p:cNvSpPr/>
              <p:nvPr/>
            </p:nvSpPr>
            <p:spPr>
              <a:xfrm>
                <a:off x="1271" y="1035"/>
                <a:ext cx="44" cy="26"/>
              </a:xfrm>
              <a:custGeom>
                <a:avLst/>
                <a:gdLst/>
                <a:ahLst/>
                <a:cxnLst/>
                <a:rect l="l" t="t" r="r" b="b"/>
                <a:pathLst>
                  <a:path w="219" h="133" extrusionOk="0">
                    <a:moveTo>
                      <a:pt x="184" y="32"/>
                    </a:moveTo>
                    <a:lnTo>
                      <a:pt x="188" y="31"/>
                    </a:lnTo>
                    <a:lnTo>
                      <a:pt x="192" y="46"/>
                    </a:lnTo>
                    <a:lnTo>
                      <a:pt x="207" y="47"/>
                    </a:lnTo>
                    <a:lnTo>
                      <a:pt x="208" y="57"/>
                    </a:lnTo>
                    <a:lnTo>
                      <a:pt x="216" y="66"/>
                    </a:lnTo>
                    <a:lnTo>
                      <a:pt x="216" y="74"/>
                    </a:lnTo>
                    <a:lnTo>
                      <a:pt x="219" y="80"/>
                    </a:lnTo>
                    <a:lnTo>
                      <a:pt x="219" y="101"/>
                    </a:lnTo>
                    <a:lnTo>
                      <a:pt x="216" y="117"/>
                    </a:lnTo>
                    <a:lnTo>
                      <a:pt x="208" y="122"/>
                    </a:lnTo>
                    <a:lnTo>
                      <a:pt x="195" y="126"/>
                    </a:lnTo>
                    <a:lnTo>
                      <a:pt x="188" y="121"/>
                    </a:lnTo>
                    <a:lnTo>
                      <a:pt x="160" y="131"/>
                    </a:lnTo>
                    <a:lnTo>
                      <a:pt x="148" y="127"/>
                    </a:lnTo>
                    <a:lnTo>
                      <a:pt x="130" y="105"/>
                    </a:lnTo>
                    <a:lnTo>
                      <a:pt x="121" y="104"/>
                    </a:lnTo>
                    <a:lnTo>
                      <a:pt x="114" y="94"/>
                    </a:lnTo>
                    <a:lnTo>
                      <a:pt x="109" y="97"/>
                    </a:lnTo>
                    <a:lnTo>
                      <a:pt x="107" y="90"/>
                    </a:lnTo>
                    <a:lnTo>
                      <a:pt x="107" y="105"/>
                    </a:lnTo>
                    <a:lnTo>
                      <a:pt x="111" y="117"/>
                    </a:lnTo>
                    <a:lnTo>
                      <a:pt x="105" y="120"/>
                    </a:lnTo>
                    <a:lnTo>
                      <a:pt x="107" y="131"/>
                    </a:lnTo>
                    <a:lnTo>
                      <a:pt x="86" y="133"/>
                    </a:lnTo>
                    <a:lnTo>
                      <a:pt x="78" y="111"/>
                    </a:lnTo>
                    <a:lnTo>
                      <a:pt x="60" y="107"/>
                    </a:lnTo>
                    <a:lnTo>
                      <a:pt x="57" y="99"/>
                    </a:lnTo>
                    <a:lnTo>
                      <a:pt x="49" y="101"/>
                    </a:lnTo>
                    <a:lnTo>
                      <a:pt x="51" y="107"/>
                    </a:lnTo>
                    <a:lnTo>
                      <a:pt x="51" y="110"/>
                    </a:lnTo>
                    <a:lnTo>
                      <a:pt x="43" y="107"/>
                    </a:lnTo>
                    <a:lnTo>
                      <a:pt x="31" y="115"/>
                    </a:lnTo>
                    <a:lnTo>
                      <a:pt x="32" y="124"/>
                    </a:lnTo>
                    <a:lnTo>
                      <a:pt x="31" y="132"/>
                    </a:lnTo>
                    <a:lnTo>
                      <a:pt x="28" y="126"/>
                    </a:lnTo>
                    <a:lnTo>
                      <a:pt x="15" y="133"/>
                    </a:lnTo>
                    <a:lnTo>
                      <a:pt x="8" y="131"/>
                    </a:lnTo>
                    <a:lnTo>
                      <a:pt x="6" y="120"/>
                    </a:lnTo>
                    <a:lnTo>
                      <a:pt x="0" y="120"/>
                    </a:lnTo>
                    <a:lnTo>
                      <a:pt x="8" y="94"/>
                    </a:lnTo>
                    <a:lnTo>
                      <a:pt x="23" y="79"/>
                    </a:lnTo>
                    <a:lnTo>
                      <a:pt x="27" y="84"/>
                    </a:lnTo>
                    <a:lnTo>
                      <a:pt x="36" y="81"/>
                    </a:lnTo>
                    <a:lnTo>
                      <a:pt x="36" y="75"/>
                    </a:lnTo>
                    <a:lnTo>
                      <a:pt x="53" y="62"/>
                    </a:lnTo>
                    <a:lnTo>
                      <a:pt x="85" y="54"/>
                    </a:lnTo>
                    <a:lnTo>
                      <a:pt x="105" y="45"/>
                    </a:lnTo>
                    <a:lnTo>
                      <a:pt x="117" y="19"/>
                    </a:lnTo>
                    <a:lnTo>
                      <a:pt x="121" y="26"/>
                    </a:lnTo>
                    <a:lnTo>
                      <a:pt x="140" y="3"/>
                    </a:lnTo>
                    <a:lnTo>
                      <a:pt x="159" y="0"/>
                    </a:lnTo>
                    <a:lnTo>
                      <a:pt x="164" y="5"/>
                    </a:lnTo>
                    <a:lnTo>
                      <a:pt x="164" y="13"/>
                    </a:lnTo>
                    <a:lnTo>
                      <a:pt x="168" y="13"/>
                    </a:lnTo>
                    <a:lnTo>
                      <a:pt x="171" y="21"/>
                    </a:lnTo>
                    <a:lnTo>
                      <a:pt x="184" y="26"/>
                    </a:lnTo>
                    <a:lnTo>
                      <a:pt x="184" y="3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12" name="Google Shape;2312;p5">
                <a:extLst>
                  <a:ext uri="{FF2B5EF4-FFF2-40B4-BE49-F238E27FC236}">
                    <a16:creationId xmlns:a16="http://schemas.microsoft.com/office/drawing/2014/main" id="{588F50E5-B7D7-21FD-76D8-0A9C93297223}"/>
                  </a:ext>
                </a:extLst>
              </p:cNvPr>
              <p:cNvSpPr/>
              <p:nvPr/>
            </p:nvSpPr>
            <p:spPr>
              <a:xfrm>
                <a:off x="1461" y="1086"/>
                <a:ext cx="33" cy="21"/>
              </a:xfrm>
              <a:custGeom>
                <a:avLst/>
                <a:gdLst/>
                <a:ahLst/>
                <a:cxnLst/>
                <a:rect l="l" t="t" r="r" b="b"/>
                <a:pathLst>
                  <a:path w="164" h="103" extrusionOk="0">
                    <a:moveTo>
                      <a:pt x="61" y="15"/>
                    </a:moveTo>
                    <a:lnTo>
                      <a:pt x="70" y="20"/>
                    </a:lnTo>
                    <a:lnTo>
                      <a:pt x="73" y="12"/>
                    </a:lnTo>
                    <a:lnTo>
                      <a:pt x="89" y="10"/>
                    </a:lnTo>
                    <a:lnTo>
                      <a:pt x="89" y="15"/>
                    </a:lnTo>
                    <a:lnTo>
                      <a:pt x="103" y="20"/>
                    </a:lnTo>
                    <a:lnTo>
                      <a:pt x="106" y="15"/>
                    </a:lnTo>
                    <a:lnTo>
                      <a:pt x="124" y="26"/>
                    </a:lnTo>
                    <a:lnTo>
                      <a:pt x="135" y="25"/>
                    </a:lnTo>
                    <a:lnTo>
                      <a:pt x="140" y="15"/>
                    </a:lnTo>
                    <a:lnTo>
                      <a:pt x="147" y="25"/>
                    </a:lnTo>
                    <a:lnTo>
                      <a:pt x="158" y="30"/>
                    </a:lnTo>
                    <a:lnTo>
                      <a:pt x="164" y="44"/>
                    </a:lnTo>
                    <a:lnTo>
                      <a:pt x="162" y="49"/>
                    </a:lnTo>
                    <a:lnTo>
                      <a:pt x="151" y="52"/>
                    </a:lnTo>
                    <a:lnTo>
                      <a:pt x="148" y="57"/>
                    </a:lnTo>
                    <a:lnTo>
                      <a:pt x="151" y="62"/>
                    </a:lnTo>
                    <a:lnTo>
                      <a:pt x="152" y="71"/>
                    </a:lnTo>
                    <a:lnTo>
                      <a:pt x="149" y="85"/>
                    </a:lnTo>
                    <a:lnTo>
                      <a:pt x="151" y="91"/>
                    </a:lnTo>
                    <a:lnTo>
                      <a:pt x="146" y="101"/>
                    </a:lnTo>
                    <a:lnTo>
                      <a:pt x="126" y="103"/>
                    </a:lnTo>
                    <a:lnTo>
                      <a:pt x="105" y="98"/>
                    </a:lnTo>
                    <a:lnTo>
                      <a:pt x="99" y="91"/>
                    </a:lnTo>
                    <a:lnTo>
                      <a:pt x="82" y="93"/>
                    </a:lnTo>
                    <a:lnTo>
                      <a:pt x="81" y="89"/>
                    </a:lnTo>
                    <a:lnTo>
                      <a:pt x="65" y="97"/>
                    </a:lnTo>
                    <a:lnTo>
                      <a:pt x="63" y="92"/>
                    </a:lnTo>
                    <a:lnTo>
                      <a:pt x="54" y="87"/>
                    </a:lnTo>
                    <a:lnTo>
                      <a:pt x="34" y="87"/>
                    </a:lnTo>
                    <a:lnTo>
                      <a:pt x="24" y="76"/>
                    </a:lnTo>
                    <a:lnTo>
                      <a:pt x="17" y="76"/>
                    </a:lnTo>
                    <a:lnTo>
                      <a:pt x="7" y="63"/>
                    </a:lnTo>
                    <a:lnTo>
                      <a:pt x="3" y="52"/>
                    </a:lnTo>
                    <a:lnTo>
                      <a:pt x="3" y="44"/>
                    </a:lnTo>
                    <a:lnTo>
                      <a:pt x="0" y="42"/>
                    </a:lnTo>
                    <a:lnTo>
                      <a:pt x="2" y="30"/>
                    </a:lnTo>
                    <a:lnTo>
                      <a:pt x="13" y="20"/>
                    </a:lnTo>
                    <a:lnTo>
                      <a:pt x="30" y="15"/>
                    </a:lnTo>
                    <a:lnTo>
                      <a:pt x="35" y="0"/>
                    </a:lnTo>
                    <a:lnTo>
                      <a:pt x="41" y="0"/>
                    </a:lnTo>
                    <a:lnTo>
                      <a:pt x="45" y="15"/>
                    </a:lnTo>
                    <a:lnTo>
                      <a:pt x="50" y="12"/>
                    </a:lnTo>
                    <a:lnTo>
                      <a:pt x="54" y="17"/>
                    </a:lnTo>
                    <a:lnTo>
                      <a:pt x="61" y="1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13" name="Google Shape;2313;p5">
                <a:extLst>
                  <a:ext uri="{FF2B5EF4-FFF2-40B4-BE49-F238E27FC236}">
                    <a16:creationId xmlns:a16="http://schemas.microsoft.com/office/drawing/2014/main" id="{D629AA85-FF00-A8AC-250C-9617F9684B2F}"/>
                  </a:ext>
                </a:extLst>
              </p:cNvPr>
              <p:cNvSpPr/>
              <p:nvPr/>
            </p:nvSpPr>
            <p:spPr>
              <a:xfrm>
                <a:off x="1452" y="1121"/>
                <a:ext cx="189" cy="119"/>
              </a:xfrm>
              <a:custGeom>
                <a:avLst/>
                <a:gdLst/>
                <a:ahLst/>
                <a:cxnLst/>
                <a:rect l="l" t="t" r="r" b="b"/>
                <a:pathLst>
                  <a:path w="946" h="593" extrusionOk="0">
                    <a:moveTo>
                      <a:pt x="111" y="15"/>
                    </a:moveTo>
                    <a:lnTo>
                      <a:pt x="101" y="17"/>
                    </a:lnTo>
                    <a:lnTo>
                      <a:pt x="79" y="2"/>
                    </a:lnTo>
                    <a:lnTo>
                      <a:pt x="60" y="0"/>
                    </a:lnTo>
                    <a:lnTo>
                      <a:pt x="27" y="11"/>
                    </a:lnTo>
                    <a:lnTo>
                      <a:pt x="27" y="21"/>
                    </a:lnTo>
                    <a:lnTo>
                      <a:pt x="21" y="27"/>
                    </a:lnTo>
                    <a:lnTo>
                      <a:pt x="6" y="25"/>
                    </a:lnTo>
                    <a:lnTo>
                      <a:pt x="9" y="32"/>
                    </a:lnTo>
                    <a:lnTo>
                      <a:pt x="5" y="39"/>
                    </a:lnTo>
                    <a:lnTo>
                      <a:pt x="8" y="48"/>
                    </a:lnTo>
                    <a:lnTo>
                      <a:pt x="19" y="52"/>
                    </a:lnTo>
                    <a:lnTo>
                      <a:pt x="31" y="66"/>
                    </a:lnTo>
                    <a:lnTo>
                      <a:pt x="36" y="72"/>
                    </a:lnTo>
                    <a:lnTo>
                      <a:pt x="37" y="76"/>
                    </a:lnTo>
                    <a:lnTo>
                      <a:pt x="21" y="76"/>
                    </a:lnTo>
                    <a:lnTo>
                      <a:pt x="6" y="64"/>
                    </a:lnTo>
                    <a:lnTo>
                      <a:pt x="3" y="68"/>
                    </a:lnTo>
                    <a:lnTo>
                      <a:pt x="0" y="84"/>
                    </a:lnTo>
                    <a:lnTo>
                      <a:pt x="6" y="90"/>
                    </a:lnTo>
                    <a:lnTo>
                      <a:pt x="24" y="92"/>
                    </a:lnTo>
                    <a:lnTo>
                      <a:pt x="25" y="99"/>
                    </a:lnTo>
                    <a:lnTo>
                      <a:pt x="35" y="108"/>
                    </a:lnTo>
                    <a:lnTo>
                      <a:pt x="37" y="106"/>
                    </a:lnTo>
                    <a:lnTo>
                      <a:pt x="45" y="122"/>
                    </a:lnTo>
                    <a:lnTo>
                      <a:pt x="52" y="120"/>
                    </a:lnTo>
                    <a:lnTo>
                      <a:pt x="72" y="167"/>
                    </a:lnTo>
                    <a:lnTo>
                      <a:pt x="91" y="169"/>
                    </a:lnTo>
                    <a:lnTo>
                      <a:pt x="101" y="179"/>
                    </a:lnTo>
                    <a:lnTo>
                      <a:pt x="110" y="210"/>
                    </a:lnTo>
                    <a:lnTo>
                      <a:pt x="111" y="192"/>
                    </a:lnTo>
                    <a:lnTo>
                      <a:pt x="118" y="201"/>
                    </a:lnTo>
                    <a:lnTo>
                      <a:pt x="169" y="210"/>
                    </a:lnTo>
                    <a:lnTo>
                      <a:pt x="175" y="209"/>
                    </a:lnTo>
                    <a:lnTo>
                      <a:pt x="167" y="204"/>
                    </a:lnTo>
                    <a:lnTo>
                      <a:pt x="169" y="197"/>
                    </a:lnTo>
                    <a:lnTo>
                      <a:pt x="176" y="194"/>
                    </a:lnTo>
                    <a:lnTo>
                      <a:pt x="177" y="197"/>
                    </a:lnTo>
                    <a:lnTo>
                      <a:pt x="185" y="192"/>
                    </a:lnTo>
                    <a:lnTo>
                      <a:pt x="191" y="187"/>
                    </a:lnTo>
                    <a:lnTo>
                      <a:pt x="192" y="181"/>
                    </a:lnTo>
                    <a:lnTo>
                      <a:pt x="197" y="176"/>
                    </a:lnTo>
                    <a:lnTo>
                      <a:pt x="207" y="183"/>
                    </a:lnTo>
                    <a:lnTo>
                      <a:pt x="210" y="203"/>
                    </a:lnTo>
                    <a:lnTo>
                      <a:pt x="216" y="216"/>
                    </a:lnTo>
                    <a:lnTo>
                      <a:pt x="224" y="230"/>
                    </a:lnTo>
                    <a:lnTo>
                      <a:pt x="229" y="253"/>
                    </a:lnTo>
                    <a:lnTo>
                      <a:pt x="229" y="268"/>
                    </a:lnTo>
                    <a:lnTo>
                      <a:pt x="234" y="271"/>
                    </a:lnTo>
                    <a:lnTo>
                      <a:pt x="246" y="289"/>
                    </a:lnTo>
                    <a:lnTo>
                      <a:pt x="255" y="306"/>
                    </a:lnTo>
                    <a:lnTo>
                      <a:pt x="256" y="328"/>
                    </a:lnTo>
                    <a:lnTo>
                      <a:pt x="258" y="345"/>
                    </a:lnTo>
                    <a:lnTo>
                      <a:pt x="266" y="354"/>
                    </a:lnTo>
                    <a:lnTo>
                      <a:pt x="253" y="367"/>
                    </a:lnTo>
                    <a:lnTo>
                      <a:pt x="239" y="397"/>
                    </a:lnTo>
                    <a:lnTo>
                      <a:pt x="245" y="400"/>
                    </a:lnTo>
                    <a:lnTo>
                      <a:pt x="240" y="426"/>
                    </a:lnTo>
                    <a:lnTo>
                      <a:pt x="239" y="437"/>
                    </a:lnTo>
                    <a:lnTo>
                      <a:pt x="245" y="454"/>
                    </a:lnTo>
                    <a:lnTo>
                      <a:pt x="264" y="450"/>
                    </a:lnTo>
                    <a:lnTo>
                      <a:pt x="261" y="466"/>
                    </a:lnTo>
                    <a:lnTo>
                      <a:pt x="256" y="481"/>
                    </a:lnTo>
                    <a:lnTo>
                      <a:pt x="258" y="507"/>
                    </a:lnTo>
                    <a:lnTo>
                      <a:pt x="257" y="518"/>
                    </a:lnTo>
                    <a:lnTo>
                      <a:pt x="271" y="534"/>
                    </a:lnTo>
                    <a:lnTo>
                      <a:pt x="288" y="540"/>
                    </a:lnTo>
                    <a:lnTo>
                      <a:pt x="282" y="543"/>
                    </a:lnTo>
                    <a:lnTo>
                      <a:pt x="283" y="551"/>
                    </a:lnTo>
                    <a:lnTo>
                      <a:pt x="288" y="558"/>
                    </a:lnTo>
                    <a:lnTo>
                      <a:pt x="306" y="554"/>
                    </a:lnTo>
                    <a:lnTo>
                      <a:pt x="307" y="537"/>
                    </a:lnTo>
                    <a:lnTo>
                      <a:pt x="312" y="533"/>
                    </a:lnTo>
                    <a:lnTo>
                      <a:pt x="330" y="517"/>
                    </a:lnTo>
                    <a:lnTo>
                      <a:pt x="318" y="537"/>
                    </a:lnTo>
                    <a:lnTo>
                      <a:pt x="334" y="560"/>
                    </a:lnTo>
                    <a:lnTo>
                      <a:pt x="334" y="533"/>
                    </a:lnTo>
                    <a:lnTo>
                      <a:pt x="345" y="559"/>
                    </a:lnTo>
                    <a:lnTo>
                      <a:pt x="355" y="559"/>
                    </a:lnTo>
                    <a:lnTo>
                      <a:pt x="352" y="569"/>
                    </a:lnTo>
                    <a:lnTo>
                      <a:pt x="363" y="572"/>
                    </a:lnTo>
                    <a:lnTo>
                      <a:pt x="366" y="564"/>
                    </a:lnTo>
                    <a:lnTo>
                      <a:pt x="369" y="577"/>
                    </a:lnTo>
                    <a:lnTo>
                      <a:pt x="397" y="580"/>
                    </a:lnTo>
                    <a:lnTo>
                      <a:pt x="417" y="558"/>
                    </a:lnTo>
                    <a:lnTo>
                      <a:pt x="416" y="553"/>
                    </a:lnTo>
                    <a:lnTo>
                      <a:pt x="404" y="542"/>
                    </a:lnTo>
                    <a:lnTo>
                      <a:pt x="407" y="529"/>
                    </a:lnTo>
                    <a:lnTo>
                      <a:pt x="404" y="529"/>
                    </a:lnTo>
                    <a:lnTo>
                      <a:pt x="412" y="527"/>
                    </a:lnTo>
                    <a:lnTo>
                      <a:pt x="419" y="531"/>
                    </a:lnTo>
                    <a:lnTo>
                      <a:pt x="418" y="517"/>
                    </a:lnTo>
                    <a:lnTo>
                      <a:pt x="425" y="540"/>
                    </a:lnTo>
                    <a:lnTo>
                      <a:pt x="431" y="550"/>
                    </a:lnTo>
                    <a:lnTo>
                      <a:pt x="441" y="531"/>
                    </a:lnTo>
                    <a:lnTo>
                      <a:pt x="443" y="517"/>
                    </a:lnTo>
                    <a:lnTo>
                      <a:pt x="447" y="518"/>
                    </a:lnTo>
                    <a:lnTo>
                      <a:pt x="456" y="528"/>
                    </a:lnTo>
                    <a:lnTo>
                      <a:pt x="456" y="538"/>
                    </a:lnTo>
                    <a:lnTo>
                      <a:pt x="452" y="561"/>
                    </a:lnTo>
                    <a:lnTo>
                      <a:pt x="451" y="585"/>
                    </a:lnTo>
                    <a:lnTo>
                      <a:pt x="466" y="591"/>
                    </a:lnTo>
                    <a:lnTo>
                      <a:pt x="474" y="585"/>
                    </a:lnTo>
                    <a:lnTo>
                      <a:pt x="486" y="591"/>
                    </a:lnTo>
                    <a:lnTo>
                      <a:pt x="493" y="583"/>
                    </a:lnTo>
                    <a:lnTo>
                      <a:pt x="497" y="593"/>
                    </a:lnTo>
                    <a:lnTo>
                      <a:pt x="516" y="588"/>
                    </a:lnTo>
                    <a:lnTo>
                      <a:pt x="517" y="575"/>
                    </a:lnTo>
                    <a:lnTo>
                      <a:pt x="525" y="575"/>
                    </a:lnTo>
                    <a:lnTo>
                      <a:pt x="524" y="588"/>
                    </a:lnTo>
                    <a:lnTo>
                      <a:pt x="533" y="591"/>
                    </a:lnTo>
                    <a:lnTo>
                      <a:pt x="554" y="592"/>
                    </a:lnTo>
                    <a:lnTo>
                      <a:pt x="560" y="587"/>
                    </a:lnTo>
                    <a:lnTo>
                      <a:pt x="559" y="579"/>
                    </a:lnTo>
                    <a:lnTo>
                      <a:pt x="553" y="566"/>
                    </a:lnTo>
                    <a:lnTo>
                      <a:pt x="557" y="579"/>
                    </a:lnTo>
                    <a:lnTo>
                      <a:pt x="572" y="588"/>
                    </a:lnTo>
                    <a:lnTo>
                      <a:pt x="579" y="580"/>
                    </a:lnTo>
                    <a:lnTo>
                      <a:pt x="583" y="566"/>
                    </a:lnTo>
                    <a:lnTo>
                      <a:pt x="590" y="579"/>
                    </a:lnTo>
                    <a:lnTo>
                      <a:pt x="594" y="592"/>
                    </a:lnTo>
                    <a:lnTo>
                      <a:pt x="613" y="588"/>
                    </a:lnTo>
                    <a:lnTo>
                      <a:pt x="621" y="575"/>
                    </a:lnTo>
                    <a:lnTo>
                      <a:pt x="621" y="549"/>
                    </a:lnTo>
                    <a:lnTo>
                      <a:pt x="634" y="581"/>
                    </a:lnTo>
                    <a:lnTo>
                      <a:pt x="640" y="585"/>
                    </a:lnTo>
                    <a:lnTo>
                      <a:pt x="643" y="576"/>
                    </a:lnTo>
                    <a:lnTo>
                      <a:pt x="651" y="566"/>
                    </a:lnTo>
                    <a:lnTo>
                      <a:pt x="649" y="551"/>
                    </a:lnTo>
                    <a:lnTo>
                      <a:pt x="650" y="543"/>
                    </a:lnTo>
                    <a:lnTo>
                      <a:pt x="651" y="556"/>
                    </a:lnTo>
                    <a:lnTo>
                      <a:pt x="658" y="580"/>
                    </a:lnTo>
                    <a:lnTo>
                      <a:pt x="682" y="580"/>
                    </a:lnTo>
                    <a:lnTo>
                      <a:pt x="730" y="569"/>
                    </a:lnTo>
                    <a:lnTo>
                      <a:pt x="747" y="532"/>
                    </a:lnTo>
                    <a:lnTo>
                      <a:pt x="737" y="521"/>
                    </a:lnTo>
                    <a:lnTo>
                      <a:pt x="731" y="505"/>
                    </a:lnTo>
                    <a:lnTo>
                      <a:pt x="728" y="497"/>
                    </a:lnTo>
                    <a:lnTo>
                      <a:pt x="739" y="504"/>
                    </a:lnTo>
                    <a:lnTo>
                      <a:pt x="746" y="518"/>
                    </a:lnTo>
                    <a:lnTo>
                      <a:pt x="757" y="518"/>
                    </a:lnTo>
                    <a:lnTo>
                      <a:pt x="758" y="533"/>
                    </a:lnTo>
                    <a:lnTo>
                      <a:pt x="758" y="559"/>
                    </a:lnTo>
                    <a:lnTo>
                      <a:pt x="775" y="582"/>
                    </a:lnTo>
                    <a:lnTo>
                      <a:pt x="788" y="580"/>
                    </a:lnTo>
                    <a:lnTo>
                      <a:pt x="790" y="570"/>
                    </a:lnTo>
                    <a:lnTo>
                      <a:pt x="796" y="580"/>
                    </a:lnTo>
                    <a:lnTo>
                      <a:pt x="811" y="588"/>
                    </a:lnTo>
                    <a:lnTo>
                      <a:pt x="825" y="591"/>
                    </a:lnTo>
                    <a:lnTo>
                      <a:pt x="837" y="579"/>
                    </a:lnTo>
                    <a:lnTo>
                      <a:pt x="859" y="570"/>
                    </a:lnTo>
                    <a:lnTo>
                      <a:pt x="892" y="570"/>
                    </a:lnTo>
                    <a:lnTo>
                      <a:pt x="903" y="564"/>
                    </a:lnTo>
                    <a:lnTo>
                      <a:pt x="917" y="563"/>
                    </a:lnTo>
                    <a:lnTo>
                      <a:pt x="917" y="534"/>
                    </a:lnTo>
                    <a:lnTo>
                      <a:pt x="913" y="528"/>
                    </a:lnTo>
                    <a:lnTo>
                      <a:pt x="915" y="521"/>
                    </a:lnTo>
                    <a:lnTo>
                      <a:pt x="909" y="510"/>
                    </a:lnTo>
                    <a:lnTo>
                      <a:pt x="896" y="495"/>
                    </a:lnTo>
                    <a:lnTo>
                      <a:pt x="897" y="468"/>
                    </a:lnTo>
                    <a:lnTo>
                      <a:pt x="907" y="463"/>
                    </a:lnTo>
                    <a:lnTo>
                      <a:pt x="917" y="453"/>
                    </a:lnTo>
                    <a:lnTo>
                      <a:pt x="923" y="440"/>
                    </a:lnTo>
                    <a:lnTo>
                      <a:pt x="935" y="434"/>
                    </a:lnTo>
                    <a:lnTo>
                      <a:pt x="946" y="415"/>
                    </a:lnTo>
                    <a:lnTo>
                      <a:pt x="945" y="378"/>
                    </a:lnTo>
                    <a:lnTo>
                      <a:pt x="944" y="376"/>
                    </a:lnTo>
                    <a:lnTo>
                      <a:pt x="936" y="376"/>
                    </a:lnTo>
                    <a:lnTo>
                      <a:pt x="933" y="367"/>
                    </a:lnTo>
                    <a:lnTo>
                      <a:pt x="935" y="361"/>
                    </a:lnTo>
                    <a:lnTo>
                      <a:pt x="911" y="366"/>
                    </a:lnTo>
                    <a:lnTo>
                      <a:pt x="902" y="362"/>
                    </a:lnTo>
                    <a:lnTo>
                      <a:pt x="913" y="355"/>
                    </a:lnTo>
                    <a:lnTo>
                      <a:pt x="912" y="346"/>
                    </a:lnTo>
                    <a:lnTo>
                      <a:pt x="909" y="341"/>
                    </a:lnTo>
                    <a:lnTo>
                      <a:pt x="892" y="329"/>
                    </a:lnTo>
                    <a:lnTo>
                      <a:pt x="881" y="334"/>
                    </a:lnTo>
                    <a:lnTo>
                      <a:pt x="860" y="328"/>
                    </a:lnTo>
                    <a:lnTo>
                      <a:pt x="863" y="310"/>
                    </a:lnTo>
                    <a:lnTo>
                      <a:pt x="859" y="302"/>
                    </a:lnTo>
                    <a:lnTo>
                      <a:pt x="853" y="305"/>
                    </a:lnTo>
                    <a:lnTo>
                      <a:pt x="798" y="291"/>
                    </a:lnTo>
                    <a:lnTo>
                      <a:pt x="777" y="297"/>
                    </a:lnTo>
                    <a:lnTo>
                      <a:pt x="756" y="313"/>
                    </a:lnTo>
                    <a:lnTo>
                      <a:pt x="741" y="311"/>
                    </a:lnTo>
                    <a:lnTo>
                      <a:pt x="737" y="302"/>
                    </a:lnTo>
                    <a:lnTo>
                      <a:pt x="729" y="306"/>
                    </a:lnTo>
                    <a:lnTo>
                      <a:pt x="720" y="298"/>
                    </a:lnTo>
                    <a:lnTo>
                      <a:pt x="712" y="298"/>
                    </a:lnTo>
                    <a:lnTo>
                      <a:pt x="705" y="310"/>
                    </a:lnTo>
                    <a:lnTo>
                      <a:pt x="676" y="324"/>
                    </a:lnTo>
                    <a:lnTo>
                      <a:pt x="670" y="330"/>
                    </a:lnTo>
                    <a:lnTo>
                      <a:pt x="671" y="338"/>
                    </a:lnTo>
                    <a:lnTo>
                      <a:pt x="673" y="341"/>
                    </a:lnTo>
                    <a:lnTo>
                      <a:pt x="654" y="335"/>
                    </a:lnTo>
                    <a:lnTo>
                      <a:pt x="644" y="339"/>
                    </a:lnTo>
                    <a:lnTo>
                      <a:pt x="638" y="351"/>
                    </a:lnTo>
                    <a:lnTo>
                      <a:pt x="635" y="348"/>
                    </a:lnTo>
                    <a:lnTo>
                      <a:pt x="638" y="362"/>
                    </a:lnTo>
                    <a:lnTo>
                      <a:pt x="637" y="367"/>
                    </a:lnTo>
                    <a:lnTo>
                      <a:pt x="635" y="362"/>
                    </a:lnTo>
                    <a:lnTo>
                      <a:pt x="623" y="357"/>
                    </a:lnTo>
                    <a:lnTo>
                      <a:pt x="621" y="349"/>
                    </a:lnTo>
                    <a:lnTo>
                      <a:pt x="610" y="361"/>
                    </a:lnTo>
                    <a:lnTo>
                      <a:pt x="600" y="361"/>
                    </a:lnTo>
                    <a:lnTo>
                      <a:pt x="584" y="370"/>
                    </a:lnTo>
                    <a:lnTo>
                      <a:pt x="585" y="377"/>
                    </a:lnTo>
                    <a:lnTo>
                      <a:pt x="596" y="386"/>
                    </a:lnTo>
                    <a:lnTo>
                      <a:pt x="615" y="391"/>
                    </a:lnTo>
                    <a:lnTo>
                      <a:pt x="617" y="399"/>
                    </a:lnTo>
                    <a:lnTo>
                      <a:pt x="606" y="394"/>
                    </a:lnTo>
                    <a:lnTo>
                      <a:pt x="583" y="393"/>
                    </a:lnTo>
                    <a:lnTo>
                      <a:pt x="554" y="409"/>
                    </a:lnTo>
                    <a:lnTo>
                      <a:pt x="549" y="403"/>
                    </a:lnTo>
                    <a:lnTo>
                      <a:pt x="567" y="393"/>
                    </a:lnTo>
                    <a:lnTo>
                      <a:pt x="560" y="386"/>
                    </a:lnTo>
                    <a:lnTo>
                      <a:pt x="538" y="377"/>
                    </a:lnTo>
                    <a:lnTo>
                      <a:pt x="529" y="360"/>
                    </a:lnTo>
                    <a:lnTo>
                      <a:pt x="511" y="351"/>
                    </a:lnTo>
                    <a:lnTo>
                      <a:pt x="504" y="364"/>
                    </a:lnTo>
                    <a:lnTo>
                      <a:pt x="505" y="377"/>
                    </a:lnTo>
                    <a:lnTo>
                      <a:pt x="503" y="386"/>
                    </a:lnTo>
                    <a:lnTo>
                      <a:pt x="498" y="364"/>
                    </a:lnTo>
                    <a:lnTo>
                      <a:pt x="492" y="357"/>
                    </a:lnTo>
                    <a:lnTo>
                      <a:pt x="482" y="370"/>
                    </a:lnTo>
                    <a:lnTo>
                      <a:pt x="479" y="377"/>
                    </a:lnTo>
                    <a:lnTo>
                      <a:pt x="474" y="384"/>
                    </a:lnTo>
                    <a:lnTo>
                      <a:pt x="465" y="383"/>
                    </a:lnTo>
                    <a:lnTo>
                      <a:pt x="470" y="371"/>
                    </a:lnTo>
                    <a:lnTo>
                      <a:pt x="467" y="367"/>
                    </a:lnTo>
                    <a:lnTo>
                      <a:pt x="458" y="357"/>
                    </a:lnTo>
                    <a:lnTo>
                      <a:pt x="456" y="350"/>
                    </a:lnTo>
                    <a:lnTo>
                      <a:pt x="445" y="340"/>
                    </a:lnTo>
                    <a:lnTo>
                      <a:pt x="436" y="348"/>
                    </a:lnTo>
                    <a:lnTo>
                      <a:pt x="434" y="359"/>
                    </a:lnTo>
                    <a:lnTo>
                      <a:pt x="439" y="383"/>
                    </a:lnTo>
                    <a:lnTo>
                      <a:pt x="431" y="397"/>
                    </a:lnTo>
                    <a:lnTo>
                      <a:pt x="427" y="388"/>
                    </a:lnTo>
                    <a:lnTo>
                      <a:pt x="422" y="365"/>
                    </a:lnTo>
                    <a:lnTo>
                      <a:pt x="407" y="357"/>
                    </a:lnTo>
                    <a:lnTo>
                      <a:pt x="400" y="367"/>
                    </a:lnTo>
                    <a:lnTo>
                      <a:pt x="395" y="366"/>
                    </a:lnTo>
                    <a:lnTo>
                      <a:pt x="395" y="364"/>
                    </a:lnTo>
                    <a:lnTo>
                      <a:pt x="397" y="357"/>
                    </a:lnTo>
                    <a:lnTo>
                      <a:pt x="388" y="361"/>
                    </a:lnTo>
                    <a:lnTo>
                      <a:pt x="390" y="354"/>
                    </a:lnTo>
                    <a:lnTo>
                      <a:pt x="409" y="349"/>
                    </a:lnTo>
                    <a:lnTo>
                      <a:pt x="417" y="317"/>
                    </a:lnTo>
                    <a:lnTo>
                      <a:pt x="412" y="316"/>
                    </a:lnTo>
                    <a:lnTo>
                      <a:pt x="407" y="302"/>
                    </a:lnTo>
                    <a:lnTo>
                      <a:pt x="393" y="310"/>
                    </a:lnTo>
                    <a:lnTo>
                      <a:pt x="381" y="306"/>
                    </a:lnTo>
                    <a:lnTo>
                      <a:pt x="387" y="295"/>
                    </a:lnTo>
                    <a:lnTo>
                      <a:pt x="380" y="278"/>
                    </a:lnTo>
                    <a:lnTo>
                      <a:pt x="374" y="274"/>
                    </a:lnTo>
                    <a:lnTo>
                      <a:pt x="369" y="284"/>
                    </a:lnTo>
                    <a:lnTo>
                      <a:pt x="365" y="286"/>
                    </a:lnTo>
                    <a:lnTo>
                      <a:pt x="358" y="279"/>
                    </a:lnTo>
                    <a:lnTo>
                      <a:pt x="347" y="289"/>
                    </a:lnTo>
                    <a:lnTo>
                      <a:pt x="347" y="275"/>
                    </a:lnTo>
                    <a:lnTo>
                      <a:pt x="339" y="280"/>
                    </a:lnTo>
                    <a:lnTo>
                      <a:pt x="333" y="279"/>
                    </a:lnTo>
                    <a:lnTo>
                      <a:pt x="332" y="276"/>
                    </a:lnTo>
                    <a:lnTo>
                      <a:pt x="327" y="289"/>
                    </a:lnTo>
                    <a:lnTo>
                      <a:pt x="306" y="312"/>
                    </a:lnTo>
                    <a:lnTo>
                      <a:pt x="309" y="291"/>
                    </a:lnTo>
                    <a:lnTo>
                      <a:pt x="317" y="286"/>
                    </a:lnTo>
                    <a:lnTo>
                      <a:pt x="318" y="281"/>
                    </a:lnTo>
                    <a:lnTo>
                      <a:pt x="312" y="271"/>
                    </a:lnTo>
                    <a:lnTo>
                      <a:pt x="354" y="263"/>
                    </a:lnTo>
                    <a:lnTo>
                      <a:pt x="344" y="255"/>
                    </a:lnTo>
                    <a:lnTo>
                      <a:pt x="332" y="259"/>
                    </a:lnTo>
                    <a:lnTo>
                      <a:pt x="326" y="252"/>
                    </a:lnTo>
                    <a:lnTo>
                      <a:pt x="328" y="249"/>
                    </a:lnTo>
                    <a:lnTo>
                      <a:pt x="330" y="246"/>
                    </a:lnTo>
                    <a:lnTo>
                      <a:pt x="325" y="246"/>
                    </a:lnTo>
                    <a:lnTo>
                      <a:pt x="321" y="238"/>
                    </a:lnTo>
                    <a:lnTo>
                      <a:pt x="307" y="231"/>
                    </a:lnTo>
                    <a:lnTo>
                      <a:pt x="290" y="230"/>
                    </a:lnTo>
                    <a:lnTo>
                      <a:pt x="301" y="217"/>
                    </a:lnTo>
                    <a:lnTo>
                      <a:pt x="295" y="215"/>
                    </a:lnTo>
                    <a:lnTo>
                      <a:pt x="296" y="206"/>
                    </a:lnTo>
                    <a:lnTo>
                      <a:pt x="311" y="225"/>
                    </a:lnTo>
                    <a:lnTo>
                      <a:pt x="326" y="228"/>
                    </a:lnTo>
                    <a:lnTo>
                      <a:pt x="337" y="227"/>
                    </a:lnTo>
                    <a:lnTo>
                      <a:pt x="349" y="241"/>
                    </a:lnTo>
                    <a:lnTo>
                      <a:pt x="357" y="241"/>
                    </a:lnTo>
                    <a:lnTo>
                      <a:pt x="347" y="232"/>
                    </a:lnTo>
                    <a:lnTo>
                      <a:pt x="359" y="231"/>
                    </a:lnTo>
                    <a:lnTo>
                      <a:pt x="387" y="237"/>
                    </a:lnTo>
                    <a:lnTo>
                      <a:pt x="402" y="236"/>
                    </a:lnTo>
                    <a:lnTo>
                      <a:pt x="417" y="222"/>
                    </a:lnTo>
                    <a:lnTo>
                      <a:pt x="420" y="206"/>
                    </a:lnTo>
                    <a:lnTo>
                      <a:pt x="418" y="193"/>
                    </a:lnTo>
                    <a:lnTo>
                      <a:pt x="401" y="197"/>
                    </a:lnTo>
                    <a:lnTo>
                      <a:pt x="386" y="193"/>
                    </a:lnTo>
                    <a:lnTo>
                      <a:pt x="359" y="176"/>
                    </a:lnTo>
                    <a:lnTo>
                      <a:pt x="352" y="174"/>
                    </a:lnTo>
                    <a:lnTo>
                      <a:pt x="347" y="179"/>
                    </a:lnTo>
                    <a:lnTo>
                      <a:pt x="344" y="172"/>
                    </a:lnTo>
                    <a:lnTo>
                      <a:pt x="325" y="160"/>
                    </a:lnTo>
                    <a:lnTo>
                      <a:pt x="298" y="157"/>
                    </a:lnTo>
                    <a:lnTo>
                      <a:pt x="295" y="151"/>
                    </a:lnTo>
                    <a:lnTo>
                      <a:pt x="295" y="146"/>
                    </a:lnTo>
                    <a:lnTo>
                      <a:pt x="320" y="150"/>
                    </a:lnTo>
                    <a:lnTo>
                      <a:pt x="323" y="144"/>
                    </a:lnTo>
                    <a:lnTo>
                      <a:pt x="328" y="151"/>
                    </a:lnTo>
                    <a:lnTo>
                      <a:pt x="337" y="157"/>
                    </a:lnTo>
                    <a:lnTo>
                      <a:pt x="345" y="160"/>
                    </a:lnTo>
                    <a:lnTo>
                      <a:pt x="354" y="156"/>
                    </a:lnTo>
                    <a:lnTo>
                      <a:pt x="352" y="150"/>
                    </a:lnTo>
                    <a:lnTo>
                      <a:pt x="350" y="139"/>
                    </a:lnTo>
                    <a:lnTo>
                      <a:pt x="345" y="130"/>
                    </a:lnTo>
                    <a:lnTo>
                      <a:pt x="320" y="112"/>
                    </a:lnTo>
                    <a:lnTo>
                      <a:pt x="310" y="108"/>
                    </a:lnTo>
                    <a:lnTo>
                      <a:pt x="302" y="102"/>
                    </a:lnTo>
                    <a:lnTo>
                      <a:pt x="301" y="97"/>
                    </a:lnTo>
                    <a:lnTo>
                      <a:pt x="293" y="95"/>
                    </a:lnTo>
                    <a:lnTo>
                      <a:pt x="290" y="99"/>
                    </a:lnTo>
                    <a:lnTo>
                      <a:pt x="269" y="107"/>
                    </a:lnTo>
                    <a:lnTo>
                      <a:pt x="261" y="119"/>
                    </a:lnTo>
                    <a:lnTo>
                      <a:pt x="247" y="123"/>
                    </a:lnTo>
                    <a:lnTo>
                      <a:pt x="241" y="115"/>
                    </a:lnTo>
                    <a:lnTo>
                      <a:pt x="232" y="123"/>
                    </a:lnTo>
                    <a:lnTo>
                      <a:pt x="210" y="120"/>
                    </a:lnTo>
                    <a:lnTo>
                      <a:pt x="193" y="152"/>
                    </a:lnTo>
                    <a:lnTo>
                      <a:pt x="180" y="163"/>
                    </a:lnTo>
                    <a:lnTo>
                      <a:pt x="182" y="154"/>
                    </a:lnTo>
                    <a:lnTo>
                      <a:pt x="181" y="147"/>
                    </a:lnTo>
                    <a:lnTo>
                      <a:pt x="192" y="123"/>
                    </a:lnTo>
                    <a:lnTo>
                      <a:pt x="191" y="112"/>
                    </a:lnTo>
                    <a:lnTo>
                      <a:pt x="197" y="86"/>
                    </a:lnTo>
                    <a:lnTo>
                      <a:pt x="193" y="82"/>
                    </a:lnTo>
                    <a:lnTo>
                      <a:pt x="192" y="70"/>
                    </a:lnTo>
                    <a:lnTo>
                      <a:pt x="186" y="63"/>
                    </a:lnTo>
                    <a:lnTo>
                      <a:pt x="176" y="36"/>
                    </a:lnTo>
                    <a:lnTo>
                      <a:pt x="166" y="39"/>
                    </a:lnTo>
                    <a:lnTo>
                      <a:pt x="161" y="29"/>
                    </a:lnTo>
                    <a:lnTo>
                      <a:pt x="156" y="39"/>
                    </a:lnTo>
                    <a:lnTo>
                      <a:pt x="143" y="45"/>
                    </a:lnTo>
                    <a:lnTo>
                      <a:pt x="137" y="33"/>
                    </a:lnTo>
                    <a:lnTo>
                      <a:pt x="111" y="1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14" name="Google Shape;2314;p5">
                <a:extLst>
                  <a:ext uri="{FF2B5EF4-FFF2-40B4-BE49-F238E27FC236}">
                    <a16:creationId xmlns:a16="http://schemas.microsoft.com/office/drawing/2014/main" id="{1A3A5872-B9D7-502B-9C97-EE64DE1FFE68}"/>
                  </a:ext>
                </a:extLst>
              </p:cNvPr>
              <p:cNvSpPr/>
              <p:nvPr/>
            </p:nvSpPr>
            <p:spPr>
              <a:xfrm>
                <a:off x="1457" y="1187"/>
                <a:ext cx="33" cy="46"/>
              </a:xfrm>
              <a:custGeom>
                <a:avLst/>
                <a:gdLst/>
                <a:ahLst/>
                <a:cxnLst/>
                <a:rect l="l" t="t" r="r" b="b"/>
                <a:pathLst>
                  <a:path w="163" h="229" extrusionOk="0">
                    <a:moveTo>
                      <a:pt x="84" y="7"/>
                    </a:moveTo>
                    <a:lnTo>
                      <a:pt x="82" y="0"/>
                    </a:lnTo>
                    <a:lnTo>
                      <a:pt x="85" y="12"/>
                    </a:lnTo>
                    <a:lnTo>
                      <a:pt x="105" y="22"/>
                    </a:lnTo>
                    <a:lnTo>
                      <a:pt x="114" y="34"/>
                    </a:lnTo>
                    <a:lnTo>
                      <a:pt x="123" y="39"/>
                    </a:lnTo>
                    <a:lnTo>
                      <a:pt x="123" y="48"/>
                    </a:lnTo>
                    <a:lnTo>
                      <a:pt x="129" y="48"/>
                    </a:lnTo>
                    <a:lnTo>
                      <a:pt x="134" y="59"/>
                    </a:lnTo>
                    <a:lnTo>
                      <a:pt x="130" y="76"/>
                    </a:lnTo>
                    <a:lnTo>
                      <a:pt x="141" y="65"/>
                    </a:lnTo>
                    <a:lnTo>
                      <a:pt x="149" y="76"/>
                    </a:lnTo>
                    <a:lnTo>
                      <a:pt x="147" y="82"/>
                    </a:lnTo>
                    <a:lnTo>
                      <a:pt x="156" y="89"/>
                    </a:lnTo>
                    <a:lnTo>
                      <a:pt x="161" y="99"/>
                    </a:lnTo>
                    <a:lnTo>
                      <a:pt x="157" y="109"/>
                    </a:lnTo>
                    <a:lnTo>
                      <a:pt x="161" y="123"/>
                    </a:lnTo>
                    <a:lnTo>
                      <a:pt x="159" y="145"/>
                    </a:lnTo>
                    <a:lnTo>
                      <a:pt x="163" y="182"/>
                    </a:lnTo>
                    <a:lnTo>
                      <a:pt x="161" y="210"/>
                    </a:lnTo>
                    <a:lnTo>
                      <a:pt x="159" y="218"/>
                    </a:lnTo>
                    <a:lnTo>
                      <a:pt x="150" y="226"/>
                    </a:lnTo>
                    <a:lnTo>
                      <a:pt x="136" y="224"/>
                    </a:lnTo>
                    <a:lnTo>
                      <a:pt x="124" y="229"/>
                    </a:lnTo>
                    <a:lnTo>
                      <a:pt x="112" y="226"/>
                    </a:lnTo>
                    <a:lnTo>
                      <a:pt x="98" y="228"/>
                    </a:lnTo>
                    <a:lnTo>
                      <a:pt x="89" y="220"/>
                    </a:lnTo>
                    <a:lnTo>
                      <a:pt x="86" y="211"/>
                    </a:lnTo>
                    <a:lnTo>
                      <a:pt x="77" y="207"/>
                    </a:lnTo>
                    <a:lnTo>
                      <a:pt x="75" y="197"/>
                    </a:lnTo>
                    <a:lnTo>
                      <a:pt x="68" y="185"/>
                    </a:lnTo>
                    <a:lnTo>
                      <a:pt x="62" y="185"/>
                    </a:lnTo>
                    <a:lnTo>
                      <a:pt x="59" y="190"/>
                    </a:lnTo>
                    <a:lnTo>
                      <a:pt x="60" y="195"/>
                    </a:lnTo>
                    <a:lnTo>
                      <a:pt x="57" y="197"/>
                    </a:lnTo>
                    <a:lnTo>
                      <a:pt x="53" y="193"/>
                    </a:lnTo>
                    <a:lnTo>
                      <a:pt x="52" y="180"/>
                    </a:lnTo>
                    <a:lnTo>
                      <a:pt x="50" y="178"/>
                    </a:lnTo>
                    <a:lnTo>
                      <a:pt x="42" y="177"/>
                    </a:lnTo>
                    <a:lnTo>
                      <a:pt x="39" y="183"/>
                    </a:lnTo>
                    <a:lnTo>
                      <a:pt x="34" y="178"/>
                    </a:lnTo>
                    <a:lnTo>
                      <a:pt x="26" y="159"/>
                    </a:lnTo>
                    <a:lnTo>
                      <a:pt x="26" y="152"/>
                    </a:lnTo>
                    <a:lnTo>
                      <a:pt x="31" y="142"/>
                    </a:lnTo>
                    <a:lnTo>
                      <a:pt x="27" y="146"/>
                    </a:lnTo>
                    <a:lnTo>
                      <a:pt x="25" y="137"/>
                    </a:lnTo>
                    <a:lnTo>
                      <a:pt x="19" y="157"/>
                    </a:lnTo>
                    <a:lnTo>
                      <a:pt x="14" y="158"/>
                    </a:lnTo>
                    <a:lnTo>
                      <a:pt x="11" y="146"/>
                    </a:lnTo>
                    <a:lnTo>
                      <a:pt x="6" y="141"/>
                    </a:lnTo>
                    <a:lnTo>
                      <a:pt x="1" y="123"/>
                    </a:lnTo>
                    <a:lnTo>
                      <a:pt x="0" y="113"/>
                    </a:lnTo>
                    <a:lnTo>
                      <a:pt x="0" y="103"/>
                    </a:lnTo>
                    <a:lnTo>
                      <a:pt x="6" y="103"/>
                    </a:lnTo>
                    <a:lnTo>
                      <a:pt x="11" y="99"/>
                    </a:lnTo>
                    <a:lnTo>
                      <a:pt x="7" y="92"/>
                    </a:lnTo>
                    <a:lnTo>
                      <a:pt x="12" y="89"/>
                    </a:lnTo>
                    <a:lnTo>
                      <a:pt x="23" y="83"/>
                    </a:lnTo>
                    <a:lnTo>
                      <a:pt x="36" y="78"/>
                    </a:lnTo>
                    <a:lnTo>
                      <a:pt x="34" y="73"/>
                    </a:lnTo>
                    <a:lnTo>
                      <a:pt x="26" y="73"/>
                    </a:lnTo>
                    <a:lnTo>
                      <a:pt x="26" y="67"/>
                    </a:lnTo>
                    <a:lnTo>
                      <a:pt x="32" y="56"/>
                    </a:lnTo>
                    <a:lnTo>
                      <a:pt x="32" y="64"/>
                    </a:lnTo>
                    <a:lnTo>
                      <a:pt x="39" y="61"/>
                    </a:lnTo>
                    <a:lnTo>
                      <a:pt x="39" y="50"/>
                    </a:lnTo>
                    <a:lnTo>
                      <a:pt x="31" y="50"/>
                    </a:lnTo>
                    <a:lnTo>
                      <a:pt x="23" y="60"/>
                    </a:lnTo>
                    <a:lnTo>
                      <a:pt x="22" y="50"/>
                    </a:lnTo>
                    <a:lnTo>
                      <a:pt x="28" y="45"/>
                    </a:lnTo>
                    <a:lnTo>
                      <a:pt x="44" y="49"/>
                    </a:lnTo>
                    <a:lnTo>
                      <a:pt x="44" y="43"/>
                    </a:lnTo>
                    <a:lnTo>
                      <a:pt x="41" y="28"/>
                    </a:lnTo>
                    <a:lnTo>
                      <a:pt x="65" y="5"/>
                    </a:lnTo>
                    <a:lnTo>
                      <a:pt x="76" y="2"/>
                    </a:lnTo>
                    <a:lnTo>
                      <a:pt x="84" y="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15" name="Google Shape;2315;p5">
                <a:extLst>
                  <a:ext uri="{FF2B5EF4-FFF2-40B4-BE49-F238E27FC236}">
                    <a16:creationId xmlns:a16="http://schemas.microsoft.com/office/drawing/2014/main" id="{0DB3E02D-89AC-7B59-30D1-20015F51B229}"/>
                  </a:ext>
                </a:extLst>
              </p:cNvPr>
              <p:cNvSpPr/>
              <p:nvPr/>
            </p:nvSpPr>
            <p:spPr>
              <a:xfrm>
                <a:off x="1559" y="1520"/>
                <a:ext cx="77" cy="70"/>
              </a:xfrm>
              <a:custGeom>
                <a:avLst/>
                <a:gdLst/>
                <a:ahLst/>
                <a:cxnLst/>
                <a:rect l="l" t="t" r="r" b="b"/>
                <a:pathLst>
                  <a:path w="384" h="349" extrusionOk="0">
                    <a:moveTo>
                      <a:pt x="77" y="14"/>
                    </a:moveTo>
                    <a:lnTo>
                      <a:pt x="86" y="1"/>
                    </a:lnTo>
                    <a:lnTo>
                      <a:pt x="91" y="0"/>
                    </a:lnTo>
                    <a:lnTo>
                      <a:pt x="93" y="11"/>
                    </a:lnTo>
                    <a:lnTo>
                      <a:pt x="106" y="10"/>
                    </a:lnTo>
                    <a:lnTo>
                      <a:pt x="110" y="27"/>
                    </a:lnTo>
                    <a:lnTo>
                      <a:pt x="119" y="38"/>
                    </a:lnTo>
                    <a:lnTo>
                      <a:pt x="114" y="48"/>
                    </a:lnTo>
                    <a:lnTo>
                      <a:pt x="118" y="61"/>
                    </a:lnTo>
                    <a:lnTo>
                      <a:pt x="120" y="81"/>
                    </a:lnTo>
                    <a:lnTo>
                      <a:pt x="129" y="85"/>
                    </a:lnTo>
                    <a:lnTo>
                      <a:pt x="134" y="70"/>
                    </a:lnTo>
                    <a:lnTo>
                      <a:pt x="142" y="57"/>
                    </a:lnTo>
                    <a:lnTo>
                      <a:pt x="150" y="59"/>
                    </a:lnTo>
                    <a:lnTo>
                      <a:pt x="161" y="70"/>
                    </a:lnTo>
                    <a:lnTo>
                      <a:pt x="169" y="72"/>
                    </a:lnTo>
                    <a:lnTo>
                      <a:pt x="168" y="89"/>
                    </a:lnTo>
                    <a:lnTo>
                      <a:pt x="179" y="96"/>
                    </a:lnTo>
                    <a:lnTo>
                      <a:pt x="207" y="100"/>
                    </a:lnTo>
                    <a:lnTo>
                      <a:pt x="209" y="108"/>
                    </a:lnTo>
                    <a:lnTo>
                      <a:pt x="212" y="116"/>
                    </a:lnTo>
                    <a:lnTo>
                      <a:pt x="222" y="127"/>
                    </a:lnTo>
                    <a:lnTo>
                      <a:pt x="233" y="132"/>
                    </a:lnTo>
                    <a:lnTo>
                      <a:pt x="243" y="143"/>
                    </a:lnTo>
                    <a:lnTo>
                      <a:pt x="255" y="151"/>
                    </a:lnTo>
                    <a:lnTo>
                      <a:pt x="265" y="148"/>
                    </a:lnTo>
                    <a:lnTo>
                      <a:pt x="276" y="157"/>
                    </a:lnTo>
                    <a:lnTo>
                      <a:pt x="286" y="161"/>
                    </a:lnTo>
                    <a:lnTo>
                      <a:pt x="290" y="172"/>
                    </a:lnTo>
                    <a:lnTo>
                      <a:pt x="296" y="183"/>
                    </a:lnTo>
                    <a:lnTo>
                      <a:pt x="301" y="213"/>
                    </a:lnTo>
                    <a:lnTo>
                      <a:pt x="307" y="222"/>
                    </a:lnTo>
                    <a:lnTo>
                      <a:pt x="303" y="236"/>
                    </a:lnTo>
                    <a:lnTo>
                      <a:pt x="308" y="239"/>
                    </a:lnTo>
                    <a:lnTo>
                      <a:pt x="319" y="236"/>
                    </a:lnTo>
                    <a:lnTo>
                      <a:pt x="327" y="237"/>
                    </a:lnTo>
                    <a:lnTo>
                      <a:pt x="329" y="240"/>
                    </a:lnTo>
                    <a:lnTo>
                      <a:pt x="343" y="227"/>
                    </a:lnTo>
                    <a:lnTo>
                      <a:pt x="351" y="232"/>
                    </a:lnTo>
                    <a:lnTo>
                      <a:pt x="356" y="240"/>
                    </a:lnTo>
                    <a:lnTo>
                      <a:pt x="362" y="245"/>
                    </a:lnTo>
                    <a:lnTo>
                      <a:pt x="364" y="256"/>
                    </a:lnTo>
                    <a:lnTo>
                      <a:pt x="362" y="260"/>
                    </a:lnTo>
                    <a:lnTo>
                      <a:pt x="383" y="266"/>
                    </a:lnTo>
                    <a:lnTo>
                      <a:pt x="384" y="272"/>
                    </a:lnTo>
                    <a:lnTo>
                      <a:pt x="376" y="274"/>
                    </a:lnTo>
                    <a:lnTo>
                      <a:pt x="360" y="291"/>
                    </a:lnTo>
                    <a:lnTo>
                      <a:pt x="351" y="296"/>
                    </a:lnTo>
                    <a:lnTo>
                      <a:pt x="343" y="307"/>
                    </a:lnTo>
                    <a:lnTo>
                      <a:pt x="335" y="309"/>
                    </a:lnTo>
                    <a:lnTo>
                      <a:pt x="319" y="303"/>
                    </a:lnTo>
                    <a:lnTo>
                      <a:pt x="314" y="298"/>
                    </a:lnTo>
                    <a:lnTo>
                      <a:pt x="313" y="295"/>
                    </a:lnTo>
                    <a:lnTo>
                      <a:pt x="307" y="298"/>
                    </a:lnTo>
                    <a:lnTo>
                      <a:pt x="302" y="288"/>
                    </a:lnTo>
                    <a:lnTo>
                      <a:pt x="293" y="285"/>
                    </a:lnTo>
                    <a:lnTo>
                      <a:pt x="285" y="283"/>
                    </a:lnTo>
                    <a:lnTo>
                      <a:pt x="280" y="280"/>
                    </a:lnTo>
                    <a:lnTo>
                      <a:pt x="275" y="283"/>
                    </a:lnTo>
                    <a:lnTo>
                      <a:pt x="263" y="282"/>
                    </a:lnTo>
                    <a:lnTo>
                      <a:pt x="260" y="275"/>
                    </a:lnTo>
                    <a:lnTo>
                      <a:pt x="265" y="264"/>
                    </a:lnTo>
                    <a:lnTo>
                      <a:pt x="263" y="253"/>
                    </a:lnTo>
                    <a:lnTo>
                      <a:pt x="255" y="249"/>
                    </a:lnTo>
                    <a:lnTo>
                      <a:pt x="236" y="244"/>
                    </a:lnTo>
                    <a:lnTo>
                      <a:pt x="233" y="247"/>
                    </a:lnTo>
                    <a:lnTo>
                      <a:pt x="233" y="249"/>
                    </a:lnTo>
                    <a:lnTo>
                      <a:pt x="225" y="245"/>
                    </a:lnTo>
                    <a:lnTo>
                      <a:pt x="230" y="232"/>
                    </a:lnTo>
                    <a:lnTo>
                      <a:pt x="236" y="226"/>
                    </a:lnTo>
                    <a:lnTo>
                      <a:pt x="233" y="222"/>
                    </a:lnTo>
                    <a:lnTo>
                      <a:pt x="212" y="227"/>
                    </a:lnTo>
                    <a:lnTo>
                      <a:pt x="198" y="233"/>
                    </a:lnTo>
                    <a:lnTo>
                      <a:pt x="198" y="239"/>
                    </a:lnTo>
                    <a:lnTo>
                      <a:pt x="195" y="256"/>
                    </a:lnTo>
                    <a:lnTo>
                      <a:pt x="198" y="263"/>
                    </a:lnTo>
                    <a:lnTo>
                      <a:pt x="196" y="274"/>
                    </a:lnTo>
                    <a:lnTo>
                      <a:pt x="189" y="274"/>
                    </a:lnTo>
                    <a:lnTo>
                      <a:pt x="185" y="281"/>
                    </a:lnTo>
                    <a:lnTo>
                      <a:pt x="178" y="283"/>
                    </a:lnTo>
                    <a:lnTo>
                      <a:pt x="176" y="290"/>
                    </a:lnTo>
                    <a:lnTo>
                      <a:pt x="171" y="296"/>
                    </a:lnTo>
                    <a:lnTo>
                      <a:pt x="162" y="296"/>
                    </a:lnTo>
                    <a:lnTo>
                      <a:pt x="155" y="307"/>
                    </a:lnTo>
                    <a:lnTo>
                      <a:pt x="151" y="315"/>
                    </a:lnTo>
                    <a:lnTo>
                      <a:pt x="147" y="314"/>
                    </a:lnTo>
                    <a:lnTo>
                      <a:pt x="147" y="317"/>
                    </a:lnTo>
                    <a:lnTo>
                      <a:pt x="145" y="325"/>
                    </a:lnTo>
                    <a:lnTo>
                      <a:pt x="137" y="335"/>
                    </a:lnTo>
                    <a:lnTo>
                      <a:pt x="108" y="349"/>
                    </a:lnTo>
                    <a:lnTo>
                      <a:pt x="104" y="345"/>
                    </a:lnTo>
                    <a:lnTo>
                      <a:pt x="97" y="349"/>
                    </a:lnTo>
                    <a:lnTo>
                      <a:pt x="88" y="331"/>
                    </a:lnTo>
                    <a:lnTo>
                      <a:pt x="86" y="309"/>
                    </a:lnTo>
                    <a:lnTo>
                      <a:pt x="87" y="290"/>
                    </a:lnTo>
                    <a:lnTo>
                      <a:pt x="85" y="283"/>
                    </a:lnTo>
                    <a:lnTo>
                      <a:pt x="83" y="269"/>
                    </a:lnTo>
                    <a:lnTo>
                      <a:pt x="82" y="259"/>
                    </a:lnTo>
                    <a:lnTo>
                      <a:pt x="79" y="264"/>
                    </a:lnTo>
                    <a:lnTo>
                      <a:pt x="76" y="281"/>
                    </a:lnTo>
                    <a:lnTo>
                      <a:pt x="69" y="281"/>
                    </a:lnTo>
                    <a:lnTo>
                      <a:pt x="63" y="286"/>
                    </a:lnTo>
                    <a:lnTo>
                      <a:pt x="47" y="286"/>
                    </a:lnTo>
                    <a:lnTo>
                      <a:pt x="43" y="283"/>
                    </a:lnTo>
                    <a:lnTo>
                      <a:pt x="37" y="285"/>
                    </a:lnTo>
                    <a:lnTo>
                      <a:pt x="23" y="295"/>
                    </a:lnTo>
                    <a:lnTo>
                      <a:pt x="8" y="299"/>
                    </a:lnTo>
                    <a:lnTo>
                      <a:pt x="4" y="293"/>
                    </a:lnTo>
                    <a:lnTo>
                      <a:pt x="0" y="283"/>
                    </a:lnTo>
                    <a:lnTo>
                      <a:pt x="12" y="256"/>
                    </a:lnTo>
                    <a:lnTo>
                      <a:pt x="20" y="249"/>
                    </a:lnTo>
                    <a:lnTo>
                      <a:pt x="32" y="245"/>
                    </a:lnTo>
                    <a:lnTo>
                      <a:pt x="51" y="223"/>
                    </a:lnTo>
                    <a:lnTo>
                      <a:pt x="51" y="211"/>
                    </a:lnTo>
                    <a:lnTo>
                      <a:pt x="48" y="206"/>
                    </a:lnTo>
                    <a:lnTo>
                      <a:pt x="47" y="182"/>
                    </a:lnTo>
                    <a:lnTo>
                      <a:pt x="44" y="174"/>
                    </a:lnTo>
                    <a:lnTo>
                      <a:pt x="47" y="158"/>
                    </a:lnTo>
                    <a:lnTo>
                      <a:pt x="53" y="141"/>
                    </a:lnTo>
                    <a:lnTo>
                      <a:pt x="55" y="125"/>
                    </a:lnTo>
                    <a:lnTo>
                      <a:pt x="55" y="121"/>
                    </a:lnTo>
                    <a:lnTo>
                      <a:pt x="58" y="110"/>
                    </a:lnTo>
                    <a:lnTo>
                      <a:pt x="59" y="72"/>
                    </a:lnTo>
                    <a:lnTo>
                      <a:pt x="59" y="60"/>
                    </a:lnTo>
                    <a:lnTo>
                      <a:pt x="63" y="49"/>
                    </a:lnTo>
                    <a:lnTo>
                      <a:pt x="66" y="29"/>
                    </a:lnTo>
                    <a:lnTo>
                      <a:pt x="72" y="19"/>
                    </a:lnTo>
                    <a:lnTo>
                      <a:pt x="77" y="1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16" name="Google Shape;2316;p5">
                <a:extLst>
                  <a:ext uri="{FF2B5EF4-FFF2-40B4-BE49-F238E27FC236}">
                    <a16:creationId xmlns:a16="http://schemas.microsoft.com/office/drawing/2014/main" id="{75D325DF-EA6A-0750-864C-C7A0F8E03A5F}"/>
                  </a:ext>
                </a:extLst>
              </p:cNvPr>
              <p:cNvSpPr/>
              <p:nvPr/>
            </p:nvSpPr>
            <p:spPr>
              <a:xfrm>
                <a:off x="1668" y="1452"/>
                <a:ext cx="24" cy="32"/>
              </a:xfrm>
              <a:custGeom>
                <a:avLst/>
                <a:gdLst/>
                <a:ahLst/>
                <a:cxnLst/>
                <a:rect l="l" t="t" r="r" b="b"/>
                <a:pathLst>
                  <a:path w="122" h="161" extrusionOk="0">
                    <a:moveTo>
                      <a:pt x="52" y="4"/>
                    </a:moveTo>
                    <a:lnTo>
                      <a:pt x="56" y="0"/>
                    </a:lnTo>
                    <a:lnTo>
                      <a:pt x="59" y="5"/>
                    </a:lnTo>
                    <a:lnTo>
                      <a:pt x="65" y="11"/>
                    </a:lnTo>
                    <a:lnTo>
                      <a:pt x="75" y="3"/>
                    </a:lnTo>
                    <a:lnTo>
                      <a:pt x="87" y="5"/>
                    </a:lnTo>
                    <a:lnTo>
                      <a:pt x="92" y="17"/>
                    </a:lnTo>
                    <a:lnTo>
                      <a:pt x="100" y="19"/>
                    </a:lnTo>
                    <a:lnTo>
                      <a:pt x="111" y="17"/>
                    </a:lnTo>
                    <a:lnTo>
                      <a:pt x="119" y="33"/>
                    </a:lnTo>
                    <a:lnTo>
                      <a:pt x="120" y="49"/>
                    </a:lnTo>
                    <a:lnTo>
                      <a:pt x="119" y="74"/>
                    </a:lnTo>
                    <a:lnTo>
                      <a:pt x="122" y="97"/>
                    </a:lnTo>
                    <a:lnTo>
                      <a:pt x="119" y="119"/>
                    </a:lnTo>
                    <a:lnTo>
                      <a:pt x="104" y="139"/>
                    </a:lnTo>
                    <a:lnTo>
                      <a:pt x="88" y="151"/>
                    </a:lnTo>
                    <a:lnTo>
                      <a:pt x="39" y="161"/>
                    </a:lnTo>
                    <a:lnTo>
                      <a:pt x="33" y="158"/>
                    </a:lnTo>
                    <a:lnTo>
                      <a:pt x="17" y="153"/>
                    </a:lnTo>
                    <a:lnTo>
                      <a:pt x="6" y="132"/>
                    </a:lnTo>
                    <a:lnTo>
                      <a:pt x="1" y="110"/>
                    </a:lnTo>
                    <a:lnTo>
                      <a:pt x="0" y="90"/>
                    </a:lnTo>
                    <a:lnTo>
                      <a:pt x="2" y="72"/>
                    </a:lnTo>
                    <a:lnTo>
                      <a:pt x="8" y="62"/>
                    </a:lnTo>
                    <a:lnTo>
                      <a:pt x="13" y="46"/>
                    </a:lnTo>
                    <a:lnTo>
                      <a:pt x="22" y="27"/>
                    </a:lnTo>
                    <a:lnTo>
                      <a:pt x="33" y="13"/>
                    </a:lnTo>
                    <a:lnTo>
                      <a:pt x="44" y="10"/>
                    </a:lnTo>
                    <a:lnTo>
                      <a:pt x="52" y="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17" name="Google Shape;2317;p5">
                <a:extLst>
                  <a:ext uri="{FF2B5EF4-FFF2-40B4-BE49-F238E27FC236}">
                    <a16:creationId xmlns:a16="http://schemas.microsoft.com/office/drawing/2014/main" id="{3AB8E325-BA57-3AE7-BB78-2053F55753E0}"/>
                  </a:ext>
                </a:extLst>
              </p:cNvPr>
              <p:cNvSpPr/>
              <p:nvPr/>
            </p:nvSpPr>
            <p:spPr>
              <a:xfrm>
                <a:off x="1628" y="1270"/>
                <a:ext cx="53" cy="38"/>
              </a:xfrm>
              <a:custGeom>
                <a:avLst/>
                <a:gdLst/>
                <a:ahLst/>
                <a:cxnLst/>
                <a:rect l="l" t="t" r="r" b="b"/>
                <a:pathLst>
                  <a:path w="265" h="190" extrusionOk="0">
                    <a:moveTo>
                      <a:pt x="110" y="18"/>
                    </a:moveTo>
                    <a:lnTo>
                      <a:pt x="129" y="14"/>
                    </a:lnTo>
                    <a:lnTo>
                      <a:pt x="149" y="16"/>
                    </a:lnTo>
                    <a:lnTo>
                      <a:pt x="200" y="45"/>
                    </a:lnTo>
                    <a:lnTo>
                      <a:pt x="207" y="57"/>
                    </a:lnTo>
                    <a:lnTo>
                      <a:pt x="208" y="68"/>
                    </a:lnTo>
                    <a:lnTo>
                      <a:pt x="217" y="81"/>
                    </a:lnTo>
                    <a:lnTo>
                      <a:pt x="227" y="87"/>
                    </a:lnTo>
                    <a:lnTo>
                      <a:pt x="243" y="118"/>
                    </a:lnTo>
                    <a:lnTo>
                      <a:pt x="254" y="129"/>
                    </a:lnTo>
                    <a:lnTo>
                      <a:pt x="253" y="136"/>
                    </a:lnTo>
                    <a:lnTo>
                      <a:pt x="255" y="147"/>
                    </a:lnTo>
                    <a:lnTo>
                      <a:pt x="265" y="158"/>
                    </a:lnTo>
                    <a:lnTo>
                      <a:pt x="256" y="172"/>
                    </a:lnTo>
                    <a:lnTo>
                      <a:pt x="238" y="173"/>
                    </a:lnTo>
                    <a:lnTo>
                      <a:pt x="213" y="170"/>
                    </a:lnTo>
                    <a:lnTo>
                      <a:pt x="186" y="159"/>
                    </a:lnTo>
                    <a:lnTo>
                      <a:pt x="148" y="158"/>
                    </a:lnTo>
                    <a:lnTo>
                      <a:pt x="109" y="183"/>
                    </a:lnTo>
                    <a:lnTo>
                      <a:pt x="86" y="190"/>
                    </a:lnTo>
                    <a:lnTo>
                      <a:pt x="65" y="179"/>
                    </a:lnTo>
                    <a:lnTo>
                      <a:pt x="49" y="165"/>
                    </a:lnTo>
                    <a:lnTo>
                      <a:pt x="41" y="145"/>
                    </a:lnTo>
                    <a:lnTo>
                      <a:pt x="39" y="100"/>
                    </a:lnTo>
                    <a:lnTo>
                      <a:pt x="11" y="92"/>
                    </a:lnTo>
                    <a:lnTo>
                      <a:pt x="0" y="72"/>
                    </a:lnTo>
                    <a:lnTo>
                      <a:pt x="1" y="51"/>
                    </a:lnTo>
                    <a:lnTo>
                      <a:pt x="6" y="44"/>
                    </a:lnTo>
                    <a:lnTo>
                      <a:pt x="6" y="18"/>
                    </a:lnTo>
                    <a:lnTo>
                      <a:pt x="14" y="1"/>
                    </a:lnTo>
                    <a:lnTo>
                      <a:pt x="28" y="0"/>
                    </a:lnTo>
                    <a:lnTo>
                      <a:pt x="40" y="8"/>
                    </a:lnTo>
                    <a:lnTo>
                      <a:pt x="49" y="7"/>
                    </a:lnTo>
                    <a:lnTo>
                      <a:pt x="73" y="17"/>
                    </a:lnTo>
                    <a:lnTo>
                      <a:pt x="102" y="23"/>
                    </a:lnTo>
                    <a:lnTo>
                      <a:pt x="110" y="1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18" name="Google Shape;2318;p5">
                <a:extLst>
                  <a:ext uri="{FF2B5EF4-FFF2-40B4-BE49-F238E27FC236}">
                    <a16:creationId xmlns:a16="http://schemas.microsoft.com/office/drawing/2014/main" id="{5C09E056-34D8-BEDE-9E40-257243CAE8A5}"/>
                  </a:ext>
                </a:extLst>
              </p:cNvPr>
              <p:cNvSpPr/>
              <p:nvPr/>
            </p:nvSpPr>
            <p:spPr>
              <a:xfrm>
                <a:off x="1527" y="1265"/>
                <a:ext cx="316" cy="356"/>
              </a:xfrm>
              <a:custGeom>
                <a:avLst/>
                <a:gdLst/>
                <a:ahLst/>
                <a:cxnLst/>
                <a:rect l="l" t="t" r="r" b="b"/>
                <a:pathLst>
                  <a:path w="1581" h="1779" extrusionOk="0">
                    <a:moveTo>
                      <a:pt x="1037" y="1646"/>
                    </a:moveTo>
                    <a:lnTo>
                      <a:pt x="1053" y="1650"/>
                    </a:lnTo>
                    <a:lnTo>
                      <a:pt x="1071" y="1657"/>
                    </a:lnTo>
                    <a:lnTo>
                      <a:pt x="1072" y="1665"/>
                    </a:lnTo>
                    <a:lnTo>
                      <a:pt x="1078" y="1665"/>
                    </a:lnTo>
                    <a:lnTo>
                      <a:pt x="1091" y="1673"/>
                    </a:lnTo>
                    <a:lnTo>
                      <a:pt x="1102" y="1667"/>
                    </a:lnTo>
                    <a:lnTo>
                      <a:pt x="1109" y="1654"/>
                    </a:lnTo>
                    <a:lnTo>
                      <a:pt x="1111" y="1659"/>
                    </a:lnTo>
                    <a:lnTo>
                      <a:pt x="1109" y="1672"/>
                    </a:lnTo>
                    <a:lnTo>
                      <a:pt x="1118" y="1677"/>
                    </a:lnTo>
                    <a:lnTo>
                      <a:pt x="1121" y="1668"/>
                    </a:lnTo>
                    <a:lnTo>
                      <a:pt x="1131" y="1671"/>
                    </a:lnTo>
                    <a:lnTo>
                      <a:pt x="1137" y="1667"/>
                    </a:lnTo>
                    <a:lnTo>
                      <a:pt x="1135" y="1678"/>
                    </a:lnTo>
                    <a:lnTo>
                      <a:pt x="1138" y="1688"/>
                    </a:lnTo>
                    <a:lnTo>
                      <a:pt x="1145" y="1688"/>
                    </a:lnTo>
                    <a:lnTo>
                      <a:pt x="1148" y="1693"/>
                    </a:lnTo>
                    <a:lnTo>
                      <a:pt x="1150" y="1703"/>
                    </a:lnTo>
                    <a:lnTo>
                      <a:pt x="1159" y="1716"/>
                    </a:lnTo>
                    <a:lnTo>
                      <a:pt x="1170" y="1720"/>
                    </a:lnTo>
                    <a:lnTo>
                      <a:pt x="1175" y="1708"/>
                    </a:lnTo>
                    <a:lnTo>
                      <a:pt x="1175" y="1720"/>
                    </a:lnTo>
                    <a:lnTo>
                      <a:pt x="1181" y="1722"/>
                    </a:lnTo>
                    <a:lnTo>
                      <a:pt x="1185" y="1730"/>
                    </a:lnTo>
                    <a:lnTo>
                      <a:pt x="1196" y="1735"/>
                    </a:lnTo>
                    <a:lnTo>
                      <a:pt x="1205" y="1732"/>
                    </a:lnTo>
                    <a:lnTo>
                      <a:pt x="1213" y="1740"/>
                    </a:lnTo>
                    <a:lnTo>
                      <a:pt x="1236" y="1741"/>
                    </a:lnTo>
                    <a:lnTo>
                      <a:pt x="1238" y="1748"/>
                    </a:lnTo>
                    <a:lnTo>
                      <a:pt x="1249" y="1758"/>
                    </a:lnTo>
                    <a:lnTo>
                      <a:pt x="1254" y="1759"/>
                    </a:lnTo>
                    <a:lnTo>
                      <a:pt x="1267" y="1758"/>
                    </a:lnTo>
                    <a:lnTo>
                      <a:pt x="1280" y="1751"/>
                    </a:lnTo>
                    <a:lnTo>
                      <a:pt x="1306" y="1779"/>
                    </a:lnTo>
                    <a:lnTo>
                      <a:pt x="1325" y="1776"/>
                    </a:lnTo>
                    <a:lnTo>
                      <a:pt x="1323" y="1768"/>
                    </a:lnTo>
                    <a:lnTo>
                      <a:pt x="1317" y="1759"/>
                    </a:lnTo>
                    <a:lnTo>
                      <a:pt x="1317" y="1753"/>
                    </a:lnTo>
                    <a:lnTo>
                      <a:pt x="1320" y="1747"/>
                    </a:lnTo>
                    <a:lnTo>
                      <a:pt x="1322" y="1735"/>
                    </a:lnTo>
                    <a:lnTo>
                      <a:pt x="1319" y="1726"/>
                    </a:lnTo>
                    <a:lnTo>
                      <a:pt x="1301" y="1705"/>
                    </a:lnTo>
                    <a:lnTo>
                      <a:pt x="1285" y="1692"/>
                    </a:lnTo>
                    <a:lnTo>
                      <a:pt x="1279" y="1683"/>
                    </a:lnTo>
                    <a:lnTo>
                      <a:pt x="1270" y="1679"/>
                    </a:lnTo>
                    <a:lnTo>
                      <a:pt x="1253" y="1665"/>
                    </a:lnTo>
                    <a:lnTo>
                      <a:pt x="1249" y="1652"/>
                    </a:lnTo>
                    <a:lnTo>
                      <a:pt x="1236" y="1645"/>
                    </a:lnTo>
                    <a:lnTo>
                      <a:pt x="1236" y="1633"/>
                    </a:lnTo>
                    <a:lnTo>
                      <a:pt x="1224" y="1635"/>
                    </a:lnTo>
                    <a:lnTo>
                      <a:pt x="1220" y="1622"/>
                    </a:lnTo>
                    <a:lnTo>
                      <a:pt x="1216" y="1619"/>
                    </a:lnTo>
                    <a:lnTo>
                      <a:pt x="1213" y="1622"/>
                    </a:lnTo>
                    <a:lnTo>
                      <a:pt x="1210" y="1618"/>
                    </a:lnTo>
                    <a:lnTo>
                      <a:pt x="1188" y="1587"/>
                    </a:lnTo>
                    <a:lnTo>
                      <a:pt x="1178" y="1577"/>
                    </a:lnTo>
                    <a:lnTo>
                      <a:pt x="1167" y="1557"/>
                    </a:lnTo>
                    <a:lnTo>
                      <a:pt x="1180" y="1552"/>
                    </a:lnTo>
                    <a:lnTo>
                      <a:pt x="1197" y="1565"/>
                    </a:lnTo>
                    <a:lnTo>
                      <a:pt x="1216" y="1587"/>
                    </a:lnTo>
                    <a:lnTo>
                      <a:pt x="1231" y="1590"/>
                    </a:lnTo>
                    <a:lnTo>
                      <a:pt x="1227" y="1579"/>
                    </a:lnTo>
                    <a:lnTo>
                      <a:pt x="1236" y="1576"/>
                    </a:lnTo>
                    <a:lnTo>
                      <a:pt x="1258" y="1612"/>
                    </a:lnTo>
                    <a:lnTo>
                      <a:pt x="1269" y="1618"/>
                    </a:lnTo>
                    <a:lnTo>
                      <a:pt x="1280" y="1619"/>
                    </a:lnTo>
                    <a:lnTo>
                      <a:pt x="1287" y="1641"/>
                    </a:lnTo>
                    <a:lnTo>
                      <a:pt x="1318" y="1641"/>
                    </a:lnTo>
                    <a:lnTo>
                      <a:pt x="1330" y="1657"/>
                    </a:lnTo>
                    <a:lnTo>
                      <a:pt x="1335" y="1649"/>
                    </a:lnTo>
                    <a:lnTo>
                      <a:pt x="1341" y="1654"/>
                    </a:lnTo>
                    <a:lnTo>
                      <a:pt x="1350" y="1657"/>
                    </a:lnTo>
                    <a:lnTo>
                      <a:pt x="1356" y="1649"/>
                    </a:lnTo>
                    <a:lnTo>
                      <a:pt x="1360" y="1651"/>
                    </a:lnTo>
                    <a:lnTo>
                      <a:pt x="1361" y="1657"/>
                    </a:lnTo>
                    <a:lnTo>
                      <a:pt x="1367" y="1668"/>
                    </a:lnTo>
                    <a:lnTo>
                      <a:pt x="1376" y="1663"/>
                    </a:lnTo>
                    <a:lnTo>
                      <a:pt x="1376" y="1670"/>
                    </a:lnTo>
                    <a:lnTo>
                      <a:pt x="1372" y="1679"/>
                    </a:lnTo>
                    <a:lnTo>
                      <a:pt x="1371" y="1684"/>
                    </a:lnTo>
                    <a:lnTo>
                      <a:pt x="1382" y="1690"/>
                    </a:lnTo>
                    <a:lnTo>
                      <a:pt x="1387" y="1700"/>
                    </a:lnTo>
                    <a:lnTo>
                      <a:pt x="1394" y="1698"/>
                    </a:lnTo>
                    <a:lnTo>
                      <a:pt x="1390" y="1690"/>
                    </a:lnTo>
                    <a:lnTo>
                      <a:pt x="1389" y="1683"/>
                    </a:lnTo>
                    <a:lnTo>
                      <a:pt x="1382" y="1666"/>
                    </a:lnTo>
                    <a:lnTo>
                      <a:pt x="1380" y="1659"/>
                    </a:lnTo>
                    <a:lnTo>
                      <a:pt x="1384" y="1651"/>
                    </a:lnTo>
                    <a:lnTo>
                      <a:pt x="1393" y="1654"/>
                    </a:lnTo>
                    <a:lnTo>
                      <a:pt x="1400" y="1662"/>
                    </a:lnTo>
                    <a:lnTo>
                      <a:pt x="1410" y="1665"/>
                    </a:lnTo>
                    <a:lnTo>
                      <a:pt x="1412" y="1657"/>
                    </a:lnTo>
                    <a:lnTo>
                      <a:pt x="1411" y="1651"/>
                    </a:lnTo>
                    <a:lnTo>
                      <a:pt x="1408" y="1649"/>
                    </a:lnTo>
                    <a:lnTo>
                      <a:pt x="1408" y="1645"/>
                    </a:lnTo>
                    <a:lnTo>
                      <a:pt x="1403" y="1643"/>
                    </a:lnTo>
                    <a:lnTo>
                      <a:pt x="1393" y="1644"/>
                    </a:lnTo>
                    <a:lnTo>
                      <a:pt x="1387" y="1625"/>
                    </a:lnTo>
                    <a:lnTo>
                      <a:pt x="1380" y="1613"/>
                    </a:lnTo>
                    <a:lnTo>
                      <a:pt x="1383" y="1606"/>
                    </a:lnTo>
                    <a:lnTo>
                      <a:pt x="1383" y="1589"/>
                    </a:lnTo>
                    <a:lnTo>
                      <a:pt x="1395" y="1598"/>
                    </a:lnTo>
                    <a:lnTo>
                      <a:pt x="1406" y="1612"/>
                    </a:lnTo>
                    <a:lnTo>
                      <a:pt x="1408" y="1607"/>
                    </a:lnTo>
                    <a:lnTo>
                      <a:pt x="1405" y="1593"/>
                    </a:lnTo>
                    <a:lnTo>
                      <a:pt x="1409" y="1589"/>
                    </a:lnTo>
                    <a:lnTo>
                      <a:pt x="1409" y="1570"/>
                    </a:lnTo>
                    <a:lnTo>
                      <a:pt x="1411" y="1560"/>
                    </a:lnTo>
                    <a:lnTo>
                      <a:pt x="1405" y="1547"/>
                    </a:lnTo>
                    <a:lnTo>
                      <a:pt x="1401" y="1520"/>
                    </a:lnTo>
                    <a:lnTo>
                      <a:pt x="1388" y="1518"/>
                    </a:lnTo>
                    <a:lnTo>
                      <a:pt x="1374" y="1511"/>
                    </a:lnTo>
                    <a:lnTo>
                      <a:pt x="1368" y="1505"/>
                    </a:lnTo>
                    <a:lnTo>
                      <a:pt x="1367" y="1485"/>
                    </a:lnTo>
                    <a:lnTo>
                      <a:pt x="1379" y="1482"/>
                    </a:lnTo>
                    <a:lnTo>
                      <a:pt x="1383" y="1464"/>
                    </a:lnTo>
                    <a:lnTo>
                      <a:pt x="1380" y="1450"/>
                    </a:lnTo>
                    <a:lnTo>
                      <a:pt x="1367" y="1453"/>
                    </a:lnTo>
                    <a:lnTo>
                      <a:pt x="1368" y="1445"/>
                    </a:lnTo>
                    <a:lnTo>
                      <a:pt x="1366" y="1436"/>
                    </a:lnTo>
                    <a:lnTo>
                      <a:pt x="1362" y="1434"/>
                    </a:lnTo>
                    <a:lnTo>
                      <a:pt x="1346" y="1447"/>
                    </a:lnTo>
                    <a:lnTo>
                      <a:pt x="1346" y="1425"/>
                    </a:lnTo>
                    <a:lnTo>
                      <a:pt x="1344" y="1414"/>
                    </a:lnTo>
                    <a:lnTo>
                      <a:pt x="1331" y="1413"/>
                    </a:lnTo>
                    <a:lnTo>
                      <a:pt x="1315" y="1426"/>
                    </a:lnTo>
                    <a:lnTo>
                      <a:pt x="1308" y="1420"/>
                    </a:lnTo>
                    <a:lnTo>
                      <a:pt x="1320" y="1404"/>
                    </a:lnTo>
                    <a:lnTo>
                      <a:pt x="1312" y="1405"/>
                    </a:lnTo>
                    <a:lnTo>
                      <a:pt x="1299" y="1402"/>
                    </a:lnTo>
                    <a:lnTo>
                      <a:pt x="1291" y="1404"/>
                    </a:lnTo>
                    <a:lnTo>
                      <a:pt x="1288" y="1421"/>
                    </a:lnTo>
                    <a:lnTo>
                      <a:pt x="1283" y="1402"/>
                    </a:lnTo>
                    <a:lnTo>
                      <a:pt x="1275" y="1388"/>
                    </a:lnTo>
                    <a:lnTo>
                      <a:pt x="1275" y="1382"/>
                    </a:lnTo>
                    <a:lnTo>
                      <a:pt x="1271" y="1371"/>
                    </a:lnTo>
                    <a:lnTo>
                      <a:pt x="1258" y="1367"/>
                    </a:lnTo>
                    <a:lnTo>
                      <a:pt x="1258" y="1363"/>
                    </a:lnTo>
                    <a:lnTo>
                      <a:pt x="1263" y="1354"/>
                    </a:lnTo>
                    <a:lnTo>
                      <a:pt x="1256" y="1347"/>
                    </a:lnTo>
                    <a:lnTo>
                      <a:pt x="1263" y="1344"/>
                    </a:lnTo>
                    <a:lnTo>
                      <a:pt x="1253" y="1334"/>
                    </a:lnTo>
                    <a:lnTo>
                      <a:pt x="1252" y="1326"/>
                    </a:lnTo>
                    <a:lnTo>
                      <a:pt x="1256" y="1316"/>
                    </a:lnTo>
                    <a:lnTo>
                      <a:pt x="1240" y="1311"/>
                    </a:lnTo>
                    <a:lnTo>
                      <a:pt x="1221" y="1321"/>
                    </a:lnTo>
                    <a:lnTo>
                      <a:pt x="1220" y="1316"/>
                    </a:lnTo>
                    <a:lnTo>
                      <a:pt x="1224" y="1299"/>
                    </a:lnTo>
                    <a:lnTo>
                      <a:pt x="1221" y="1280"/>
                    </a:lnTo>
                    <a:lnTo>
                      <a:pt x="1229" y="1278"/>
                    </a:lnTo>
                    <a:lnTo>
                      <a:pt x="1236" y="1280"/>
                    </a:lnTo>
                    <a:lnTo>
                      <a:pt x="1252" y="1272"/>
                    </a:lnTo>
                    <a:lnTo>
                      <a:pt x="1263" y="1272"/>
                    </a:lnTo>
                    <a:lnTo>
                      <a:pt x="1256" y="1254"/>
                    </a:lnTo>
                    <a:lnTo>
                      <a:pt x="1242" y="1240"/>
                    </a:lnTo>
                    <a:lnTo>
                      <a:pt x="1222" y="1236"/>
                    </a:lnTo>
                    <a:lnTo>
                      <a:pt x="1215" y="1230"/>
                    </a:lnTo>
                    <a:lnTo>
                      <a:pt x="1209" y="1211"/>
                    </a:lnTo>
                    <a:lnTo>
                      <a:pt x="1226" y="1213"/>
                    </a:lnTo>
                    <a:lnTo>
                      <a:pt x="1221" y="1203"/>
                    </a:lnTo>
                    <a:lnTo>
                      <a:pt x="1231" y="1202"/>
                    </a:lnTo>
                    <a:lnTo>
                      <a:pt x="1253" y="1224"/>
                    </a:lnTo>
                    <a:lnTo>
                      <a:pt x="1260" y="1224"/>
                    </a:lnTo>
                    <a:lnTo>
                      <a:pt x="1252" y="1204"/>
                    </a:lnTo>
                    <a:lnTo>
                      <a:pt x="1260" y="1205"/>
                    </a:lnTo>
                    <a:lnTo>
                      <a:pt x="1247" y="1192"/>
                    </a:lnTo>
                    <a:lnTo>
                      <a:pt x="1253" y="1183"/>
                    </a:lnTo>
                    <a:lnTo>
                      <a:pt x="1265" y="1192"/>
                    </a:lnTo>
                    <a:lnTo>
                      <a:pt x="1277" y="1194"/>
                    </a:lnTo>
                    <a:lnTo>
                      <a:pt x="1279" y="1211"/>
                    </a:lnTo>
                    <a:lnTo>
                      <a:pt x="1272" y="1220"/>
                    </a:lnTo>
                    <a:lnTo>
                      <a:pt x="1288" y="1224"/>
                    </a:lnTo>
                    <a:lnTo>
                      <a:pt x="1317" y="1245"/>
                    </a:lnTo>
                    <a:lnTo>
                      <a:pt x="1329" y="1251"/>
                    </a:lnTo>
                    <a:lnTo>
                      <a:pt x="1333" y="1272"/>
                    </a:lnTo>
                    <a:lnTo>
                      <a:pt x="1350" y="1272"/>
                    </a:lnTo>
                    <a:lnTo>
                      <a:pt x="1362" y="1265"/>
                    </a:lnTo>
                    <a:lnTo>
                      <a:pt x="1358" y="1283"/>
                    </a:lnTo>
                    <a:lnTo>
                      <a:pt x="1362" y="1306"/>
                    </a:lnTo>
                    <a:lnTo>
                      <a:pt x="1366" y="1315"/>
                    </a:lnTo>
                    <a:lnTo>
                      <a:pt x="1384" y="1340"/>
                    </a:lnTo>
                    <a:lnTo>
                      <a:pt x="1400" y="1332"/>
                    </a:lnTo>
                    <a:lnTo>
                      <a:pt x="1403" y="1343"/>
                    </a:lnTo>
                    <a:lnTo>
                      <a:pt x="1395" y="1359"/>
                    </a:lnTo>
                    <a:lnTo>
                      <a:pt x="1405" y="1375"/>
                    </a:lnTo>
                    <a:lnTo>
                      <a:pt x="1422" y="1365"/>
                    </a:lnTo>
                    <a:lnTo>
                      <a:pt x="1430" y="1388"/>
                    </a:lnTo>
                    <a:lnTo>
                      <a:pt x="1442" y="1380"/>
                    </a:lnTo>
                    <a:lnTo>
                      <a:pt x="1446" y="1392"/>
                    </a:lnTo>
                    <a:lnTo>
                      <a:pt x="1451" y="1403"/>
                    </a:lnTo>
                    <a:lnTo>
                      <a:pt x="1459" y="1409"/>
                    </a:lnTo>
                    <a:lnTo>
                      <a:pt x="1465" y="1386"/>
                    </a:lnTo>
                    <a:lnTo>
                      <a:pt x="1466" y="1374"/>
                    </a:lnTo>
                    <a:lnTo>
                      <a:pt x="1470" y="1359"/>
                    </a:lnTo>
                    <a:lnTo>
                      <a:pt x="1479" y="1358"/>
                    </a:lnTo>
                    <a:lnTo>
                      <a:pt x="1475" y="1339"/>
                    </a:lnTo>
                    <a:lnTo>
                      <a:pt x="1466" y="1311"/>
                    </a:lnTo>
                    <a:lnTo>
                      <a:pt x="1468" y="1297"/>
                    </a:lnTo>
                    <a:lnTo>
                      <a:pt x="1491" y="1320"/>
                    </a:lnTo>
                    <a:lnTo>
                      <a:pt x="1506" y="1321"/>
                    </a:lnTo>
                    <a:lnTo>
                      <a:pt x="1508" y="1310"/>
                    </a:lnTo>
                    <a:lnTo>
                      <a:pt x="1512" y="1299"/>
                    </a:lnTo>
                    <a:lnTo>
                      <a:pt x="1523" y="1294"/>
                    </a:lnTo>
                    <a:lnTo>
                      <a:pt x="1524" y="1269"/>
                    </a:lnTo>
                    <a:lnTo>
                      <a:pt x="1541" y="1263"/>
                    </a:lnTo>
                    <a:lnTo>
                      <a:pt x="1533" y="1251"/>
                    </a:lnTo>
                    <a:lnTo>
                      <a:pt x="1512" y="1254"/>
                    </a:lnTo>
                    <a:lnTo>
                      <a:pt x="1514" y="1241"/>
                    </a:lnTo>
                    <a:lnTo>
                      <a:pt x="1527" y="1242"/>
                    </a:lnTo>
                    <a:lnTo>
                      <a:pt x="1529" y="1229"/>
                    </a:lnTo>
                    <a:lnTo>
                      <a:pt x="1513" y="1224"/>
                    </a:lnTo>
                    <a:lnTo>
                      <a:pt x="1525" y="1218"/>
                    </a:lnTo>
                    <a:lnTo>
                      <a:pt x="1549" y="1232"/>
                    </a:lnTo>
                    <a:lnTo>
                      <a:pt x="1562" y="1232"/>
                    </a:lnTo>
                    <a:lnTo>
                      <a:pt x="1567" y="1224"/>
                    </a:lnTo>
                    <a:lnTo>
                      <a:pt x="1557" y="1211"/>
                    </a:lnTo>
                    <a:lnTo>
                      <a:pt x="1560" y="1207"/>
                    </a:lnTo>
                    <a:lnTo>
                      <a:pt x="1564" y="1197"/>
                    </a:lnTo>
                    <a:lnTo>
                      <a:pt x="1573" y="1193"/>
                    </a:lnTo>
                    <a:lnTo>
                      <a:pt x="1581" y="1182"/>
                    </a:lnTo>
                    <a:lnTo>
                      <a:pt x="1573" y="1165"/>
                    </a:lnTo>
                    <a:lnTo>
                      <a:pt x="1555" y="1144"/>
                    </a:lnTo>
                    <a:lnTo>
                      <a:pt x="1544" y="1139"/>
                    </a:lnTo>
                    <a:lnTo>
                      <a:pt x="1535" y="1132"/>
                    </a:lnTo>
                    <a:lnTo>
                      <a:pt x="1523" y="1134"/>
                    </a:lnTo>
                    <a:lnTo>
                      <a:pt x="1513" y="1130"/>
                    </a:lnTo>
                    <a:lnTo>
                      <a:pt x="1496" y="1132"/>
                    </a:lnTo>
                    <a:lnTo>
                      <a:pt x="1474" y="1144"/>
                    </a:lnTo>
                    <a:lnTo>
                      <a:pt x="1480" y="1112"/>
                    </a:lnTo>
                    <a:lnTo>
                      <a:pt x="1490" y="1100"/>
                    </a:lnTo>
                    <a:lnTo>
                      <a:pt x="1489" y="1089"/>
                    </a:lnTo>
                    <a:lnTo>
                      <a:pt x="1478" y="1087"/>
                    </a:lnTo>
                    <a:lnTo>
                      <a:pt x="1471" y="1095"/>
                    </a:lnTo>
                    <a:lnTo>
                      <a:pt x="1439" y="1100"/>
                    </a:lnTo>
                    <a:lnTo>
                      <a:pt x="1426" y="1098"/>
                    </a:lnTo>
                    <a:lnTo>
                      <a:pt x="1435" y="1091"/>
                    </a:lnTo>
                    <a:lnTo>
                      <a:pt x="1422" y="1087"/>
                    </a:lnTo>
                    <a:lnTo>
                      <a:pt x="1427" y="1081"/>
                    </a:lnTo>
                    <a:lnTo>
                      <a:pt x="1441" y="1080"/>
                    </a:lnTo>
                    <a:lnTo>
                      <a:pt x="1441" y="1070"/>
                    </a:lnTo>
                    <a:lnTo>
                      <a:pt x="1423" y="1035"/>
                    </a:lnTo>
                    <a:lnTo>
                      <a:pt x="1416" y="1022"/>
                    </a:lnTo>
                    <a:lnTo>
                      <a:pt x="1410" y="1017"/>
                    </a:lnTo>
                    <a:lnTo>
                      <a:pt x="1401" y="1011"/>
                    </a:lnTo>
                    <a:lnTo>
                      <a:pt x="1379" y="1016"/>
                    </a:lnTo>
                    <a:lnTo>
                      <a:pt x="1374" y="1010"/>
                    </a:lnTo>
                    <a:lnTo>
                      <a:pt x="1377" y="999"/>
                    </a:lnTo>
                    <a:lnTo>
                      <a:pt x="1382" y="993"/>
                    </a:lnTo>
                    <a:lnTo>
                      <a:pt x="1383" y="979"/>
                    </a:lnTo>
                    <a:lnTo>
                      <a:pt x="1363" y="984"/>
                    </a:lnTo>
                    <a:lnTo>
                      <a:pt x="1342" y="985"/>
                    </a:lnTo>
                    <a:lnTo>
                      <a:pt x="1329" y="1000"/>
                    </a:lnTo>
                    <a:lnTo>
                      <a:pt x="1323" y="989"/>
                    </a:lnTo>
                    <a:lnTo>
                      <a:pt x="1312" y="985"/>
                    </a:lnTo>
                    <a:lnTo>
                      <a:pt x="1314" y="976"/>
                    </a:lnTo>
                    <a:lnTo>
                      <a:pt x="1324" y="968"/>
                    </a:lnTo>
                    <a:lnTo>
                      <a:pt x="1315" y="952"/>
                    </a:lnTo>
                    <a:lnTo>
                      <a:pt x="1297" y="957"/>
                    </a:lnTo>
                    <a:lnTo>
                      <a:pt x="1283" y="958"/>
                    </a:lnTo>
                    <a:lnTo>
                      <a:pt x="1279" y="952"/>
                    </a:lnTo>
                    <a:lnTo>
                      <a:pt x="1285" y="940"/>
                    </a:lnTo>
                    <a:lnTo>
                      <a:pt x="1288" y="929"/>
                    </a:lnTo>
                    <a:lnTo>
                      <a:pt x="1279" y="923"/>
                    </a:lnTo>
                    <a:lnTo>
                      <a:pt x="1252" y="918"/>
                    </a:lnTo>
                    <a:lnTo>
                      <a:pt x="1216" y="908"/>
                    </a:lnTo>
                    <a:lnTo>
                      <a:pt x="1204" y="902"/>
                    </a:lnTo>
                    <a:lnTo>
                      <a:pt x="1199" y="893"/>
                    </a:lnTo>
                    <a:lnTo>
                      <a:pt x="1215" y="893"/>
                    </a:lnTo>
                    <a:lnTo>
                      <a:pt x="1216" y="885"/>
                    </a:lnTo>
                    <a:lnTo>
                      <a:pt x="1233" y="882"/>
                    </a:lnTo>
                    <a:lnTo>
                      <a:pt x="1224" y="875"/>
                    </a:lnTo>
                    <a:lnTo>
                      <a:pt x="1226" y="870"/>
                    </a:lnTo>
                    <a:lnTo>
                      <a:pt x="1209" y="852"/>
                    </a:lnTo>
                    <a:lnTo>
                      <a:pt x="1210" y="842"/>
                    </a:lnTo>
                    <a:lnTo>
                      <a:pt x="1228" y="843"/>
                    </a:lnTo>
                    <a:lnTo>
                      <a:pt x="1231" y="836"/>
                    </a:lnTo>
                    <a:lnTo>
                      <a:pt x="1220" y="826"/>
                    </a:lnTo>
                    <a:lnTo>
                      <a:pt x="1202" y="815"/>
                    </a:lnTo>
                    <a:lnTo>
                      <a:pt x="1188" y="816"/>
                    </a:lnTo>
                    <a:lnTo>
                      <a:pt x="1186" y="807"/>
                    </a:lnTo>
                    <a:lnTo>
                      <a:pt x="1202" y="804"/>
                    </a:lnTo>
                    <a:lnTo>
                      <a:pt x="1207" y="807"/>
                    </a:lnTo>
                    <a:lnTo>
                      <a:pt x="1215" y="804"/>
                    </a:lnTo>
                    <a:lnTo>
                      <a:pt x="1215" y="791"/>
                    </a:lnTo>
                    <a:lnTo>
                      <a:pt x="1248" y="812"/>
                    </a:lnTo>
                    <a:lnTo>
                      <a:pt x="1263" y="812"/>
                    </a:lnTo>
                    <a:lnTo>
                      <a:pt x="1280" y="805"/>
                    </a:lnTo>
                    <a:lnTo>
                      <a:pt x="1295" y="811"/>
                    </a:lnTo>
                    <a:lnTo>
                      <a:pt x="1299" y="802"/>
                    </a:lnTo>
                    <a:lnTo>
                      <a:pt x="1299" y="793"/>
                    </a:lnTo>
                    <a:lnTo>
                      <a:pt x="1286" y="779"/>
                    </a:lnTo>
                    <a:lnTo>
                      <a:pt x="1269" y="768"/>
                    </a:lnTo>
                    <a:lnTo>
                      <a:pt x="1249" y="766"/>
                    </a:lnTo>
                    <a:lnTo>
                      <a:pt x="1228" y="767"/>
                    </a:lnTo>
                    <a:lnTo>
                      <a:pt x="1211" y="757"/>
                    </a:lnTo>
                    <a:lnTo>
                      <a:pt x="1206" y="769"/>
                    </a:lnTo>
                    <a:lnTo>
                      <a:pt x="1191" y="752"/>
                    </a:lnTo>
                    <a:lnTo>
                      <a:pt x="1178" y="743"/>
                    </a:lnTo>
                    <a:lnTo>
                      <a:pt x="1169" y="751"/>
                    </a:lnTo>
                    <a:lnTo>
                      <a:pt x="1180" y="735"/>
                    </a:lnTo>
                    <a:lnTo>
                      <a:pt x="1201" y="736"/>
                    </a:lnTo>
                    <a:lnTo>
                      <a:pt x="1215" y="729"/>
                    </a:lnTo>
                    <a:lnTo>
                      <a:pt x="1222" y="716"/>
                    </a:lnTo>
                    <a:lnTo>
                      <a:pt x="1238" y="713"/>
                    </a:lnTo>
                    <a:lnTo>
                      <a:pt x="1258" y="723"/>
                    </a:lnTo>
                    <a:lnTo>
                      <a:pt x="1267" y="705"/>
                    </a:lnTo>
                    <a:lnTo>
                      <a:pt x="1261" y="691"/>
                    </a:lnTo>
                    <a:lnTo>
                      <a:pt x="1226" y="641"/>
                    </a:lnTo>
                    <a:lnTo>
                      <a:pt x="1207" y="632"/>
                    </a:lnTo>
                    <a:lnTo>
                      <a:pt x="1200" y="646"/>
                    </a:lnTo>
                    <a:lnTo>
                      <a:pt x="1201" y="661"/>
                    </a:lnTo>
                    <a:lnTo>
                      <a:pt x="1185" y="673"/>
                    </a:lnTo>
                    <a:lnTo>
                      <a:pt x="1178" y="688"/>
                    </a:lnTo>
                    <a:lnTo>
                      <a:pt x="1161" y="687"/>
                    </a:lnTo>
                    <a:lnTo>
                      <a:pt x="1178" y="661"/>
                    </a:lnTo>
                    <a:lnTo>
                      <a:pt x="1178" y="649"/>
                    </a:lnTo>
                    <a:lnTo>
                      <a:pt x="1142" y="651"/>
                    </a:lnTo>
                    <a:lnTo>
                      <a:pt x="1130" y="660"/>
                    </a:lnTo>
                    <a:lnTo>
                      <a:pt x="1125" y="653"/>
                    </a:lnTo>
                    <a:lnTo>
                      <a:pt x="1140" y="640"/>
                    </a:lnTo>
                    <a:lnTo>
                      <a:pt x="1169" y="628"/>
                    </a:lnTo>
                    <a:lnTo>
                      <a:pt x="1178" y="606"/>
                    </a:lnTo>
                    <a:lnTo>
                      <a:pt x="1188" y="619"/>
                    </a:lnTo>
                    <a:lnTo>
                      <a:pt x="1190" y="606"/>
                    </a:lnTo>
                    <a:lnTo>
                      <a:pt x="1190" y="585"/>
                    </a:lnTo>
                    <a:lnTo>
                      <a:pt x="1154" y="570"/>
                    </a:lnTo>
                    <a:lnTo>
                      <a:pt x="1143" y="560"/>
                    </a:lnTo>
                    <a:lnTo>
                      <a:pt x="1131" y="557"/>
                    </a:lnTo>
                    <a:lnTo>
                      <a:pt x="1111" y="563"/>
                    </a:lnTo>
                    <a:lnTo>
                      <a:pt x="1099" y="580"/>
                    </a:lnTo>
                    <a:lnTo>
                      <a:pt x="1093" y="585"/>
                    </a:lnTo>
                    <a:lnTo>
                      <a:pt x="1083" y="597"/>
                    </a:lnTo>
                    <a:lnTo>
                      <a:pt x="1083" y="591"/>
                    </a:lnTo>
                    <a:lnTo>
                      <a:pt x="1089" y="575"/>
                    </a:lnTo>
                    <a:lnTo>
                      <a:pt x="1102" y="563"/>
                    </a:lnTo>
                    <a:lnTo>
                      <a:pt x="1110" y="542"/>
                    </a:lnTo>
                    <a:lnTo>
                      <a:pt x="1102" y="546"/>
                    </a:lnTo>
                    <a:lnTo>
                      <a:pt x="1091" y="556"/>
                    </a:lnTo>
                    <a:lnTo>
                      <a:pt x="1076" y="560"/>
                    </a:lnTo>
                    <a:lnTo>
                      <a:pt x="1057" y="575"/>
                    </a:lnTo>
                    <a:lnTo>
                      <a:pt x="1059" y="564"/>
                    </a:lnTo>
                    <a:lnTo>
                      <a:pt x="1066" y="552"/>
                    </a:lnTo>
                    <a:lnTo>
                      <a:pt x="1075" y="528"/>
                    </a:lnTo>
                    <a:lnTo>
                      <a:pt x="1071" y="509"/>
                    </a:lnTo>
                    <a:lnTo>
                      <a:pt x="1060" y="506"/>
                    </a:lnTo>
                    <a:lnTo>
                      <a:pt x="1044" y="520"/>
                    </a:lnTo>
                    <a:lnTo>
                      <a:pt x="1028" y="525"/>
                    </a:lnTo>
                    <a:lnTo>
                      <a:pt x="1021" y="513"/>
                    </a:lnTo>
                    <a:lnTo>
                      <a:pt x="990" y="506"/>
                    </a:lnTo>
                    <a:lnTo>
                      <a:pt x="1018" y="500"/>
                    </a:lnTo>
                    <a:lnTo>
                      <a:pt x="1034" y="501"/>
                    </a:lnTo>
                    <a:lnTo>
                      <a:pt x="1041" y="489"/>
                    </a:lnTo>
                    <a:lnTo>
                      <a:pt x="1048" y="477"/>
                    </a:lnTo>
                    <a:lnTo>
                      <a:pt x="1041" y="455"/>
                    </a:lnTo>
                    <a:lnTo>
                      <a:pt x="1028" y="431"/>
                    </a:lnTo>
                    <a:lnTo>
                      <a:pt x="986" y="412"/>
                    </a:lnTo>
                    <a:lnTo>
                      <a:pt x="968" y="393"/>
                    </a:lnTo>
                    <a:lnTo>
                      <a:pt x="965" y="395"/>
                    </a:lnTo>
                    <a:lnTo>
                      <a:pt x="962" y="412"/>
                    </a:lnTo>
                    <a:lnTo>
                      <a:pt x="949" y="425"/>
                    </a:lnTo>
                    <a:lnTo>
                      <a:pt x="935" y="419"/>
                    </a:lnTo>
                    <a:lnTo>
                      <a:pt x="922" y="423"/>
                    </a:lnTo>
                    <a:lnTo>
                      <a:pt x="928" y="454"/>
                    </a:lnTo>
                    <a:lnTo>
                      <a:pt x="927" y="463"/>
                    </a:lnTo>
                    <a:lnTo>
                      <a:pt x="926" y="455"/>
                    </a:lnTo>
                    <a:lnTo>
                      <a:pt x="914" y="457"/>
                    </a:lnTo>
                    <a:lnTo>
                      <a:pt x="912" y="452"/>
                    </a:lnTo>
                    <a:lnTo>
                      <a:pt x="904" y="443"/>
                    </a:lnTo>
                    <a:lnTo>
                      <a:pt x="906" y="419"/>
                    </a:lnTo>
                    <a:lnTo>
                      <a:pt x="896" y="418"/>
                    </a:lnTo>
                    <a:lnTo>
                      <a:pt x="882" y="438"/>
                    </a:lnTo>
                    <a:lnTo>
                      <a:pt x="895" y="408"/>
                    </a:lnTo>
                    <a:lnTo>
                      <a:pt x="912" y="385"/>
                    </a:lnTo>
                    <a:lnTo>
                      <a:pt x="910" y="379"/>
                    </a:lnTo>
                    <a:lnTo>
                      <a:pt x="883" y="385"/>
                    </a:lnTo>
                    <a:lnTo>
                      <a:pt x="867" y="385"/>
                    </a:lnTo>
                    <a:lnTo>
                      <a:pt x="851" y="406"/>
                    </a:lnTo>
                    <a:lnTo>
                      <a:pt x="844" y="411"/>
                    </a:lnTo>
                    <a:lnTo>
                      <a:pt x="845" y="391"/>
                    </a:lnTo>
                    <a:lnTo>
                      <a:pt x="829" y="401"/>
                    </a:lnTo>
                    <a:lnTo>
                      <a:pt x="846" y="381"/>
                    </a:lnTo>
                    <a:lnTo>
                      <a:pt x="863" y="370"/>
                    </a:lnTo>
                    <a:lnTo>
                      <a:pt x="871" y="357"/>
                    </a:lnTo>
                    <a:lnTo>
                      <a:pt x="867" y="334"/>
                    </a:lnTo>
                    <a:lnTo>
                      <a:pt x="846" y="328"/>
                    </a:lnTo>
                    <a:lnTo>
                      <a:pt x="825" y="328"/>
                    </a:lnTo>
                    <a:lnTo>
                      <a:pt x="819" y="322"/>
                    </a:lnTo>
                    <a:lnTo>
                      <a:pt x="831" y="305"/>
                    </a:lnTo>
                    <a:lnTo>
                      <a:pt x="828" y="289"/>
                    </a:lnTo>
                    <a:lnTo>
                      <a:pt x="818" y="266"/>
                    </a:lnTo>
                    <a:lnTo>
                      <a:pt x="808" y="259"/>
                    </a:lnTo>
                    <a:lnTo>
                      <a:pt x="812" y="250"/>
                    </a:lnTo>
                    <a:lnTo>
                      <a:pt x="791" y="240"/>
                    </a:lnTo>
                    <a:lnTo>
                      <a:pt x="771" y="239"/>
                    </a:lnTo>
                    <a:lnTo>
                      <a:pt x="712" y="209"/>
                    </a:lnTo>
                    <a:lnTo>
                      <a:pt x="685" y="208"/>
                    </a:lnTo>
                    <a:lnTo>
                      <a:pt x="656" y="221"/>
                    </a:lnTo>
                    <a:lnTo>
                      <a:pt x="631" y="245"/>
                    </a:lnTo>
                    <a:lnTo>
                      <a:pt x="630" y="266"/>
                    </a:lnTo>
                    <a:lnTo>
                      <a:pt x="646" y="280"/>
                    </a:lnTo>
                    <a:lnTo>
                      <a:pt x="634" y="285"/>
                    </a:lnTo>
                    <a:lnTo>
                      <a:pt x="618" y="285"/>
                    </a:lnTo>
                    <a:lnTo>
                      <a:pt x="607" y="300"/>
                    </a:lnTo>
                    <a:lnTo>
                      <a:pt x="588" y="274"/>
                    </a:lnTo>
                    <a:lnTo>
                      <a:pt x="575" y="289"/>
                    </a:lnTo>
                    <a:lnTo>
                      <a:pt x="565" y="283"/>
                    </a:lnTo>
                    <a:lnTo>
                      <a:pt x="566" y="267"/>
                    </a:lnTo>
                    <a:lnTo>
                      <a:pt x="562" y="251"/>
                    </a:lnTo>
                    <a:lnTo>
                      <a:pt x="550" y="275"/>
                    </a:lnTo>
                    <a:lnTo>
                      <a:pt x="550" y="283"/>
                    </a:lnTo>
                    <a:lnTo>
                      <a:pt x="545" y="306"/>
                    </a:lnTo>
                    <a:lnTo>
                      <a:pt x="537" y="304"/>
                    </a:lnTo>
                    <a:lnTo>
                      <a:pt x="533" y="322"/>
                    </a:lnTo>
                    <a:lnTo>
                      <a:pt x="519" y="344"/>
                    </a:lnTo>
                    <a:lnTo>
                      <a:pt x="503" y="357"/>
                    </a:lnTo>
                    <a:lnTo>
                      <a:pt x="506" y="347"/>
                    </a:lnTo>
                    <a:lnTo>
                      <a:pt x="498" y="336"/>
                    </a:lnTo>
                    <a:lnTo>
                      <a:pt x="503" y="325"/>
                    </a:lnTo>
                    <a:lnTo>
                      <a:pt x="517" y="328"/>
                    </a:lnTo>
                    <a:lnTo>
                      <a:pt x="519" y="323"/>
                    </a:lnTo>
                    <a:lnTo>
                      <a:pt x="511" y="312"/>
                    </a:lnTo>
                    <a:lnTo>
                      <a:pt x="506" y="312"/>
                    </a:lnTo>
                    <a:lnTo>
                      <a:pt x="512" y="289"/>
                    </a:lnTo>
                    <a:lnTo>
                      <a:pt x="518" y="274"/>
                    </a:lnTo>
                    <a:lnTo>
                      <a:pt x="528" y="230"/>
                    </a:lnTo>
                    <a:lnTo>
                      <a:pt x="534" y="212"/>
                    </a:lnTo>
                    <a:lnTo>
                      <a:pt x="518" y="196"/>
                    </a:lnTo>
                    <a:lnTo>
                      <a:pt x="510" y="176"/>
                    </a:lnTo>
                    <a:lnTo>
                      <a:pt x="508" y="167"/>
                    </a:lnTo>
                    <a:lnTo>
                      <a:pt x="518" y="159"/>
                    </a:lnTo>
                    <a:lnTo>
                      <a:pt x="519" y="148"/>
                    </a:lnTo>
                    <a:lnTo>
                      <a:pt x="512" y="134"/>
                    </a:lnTo>
                    <a:lnTo>
                      <a:pt x="496" y="122"/>
                    </a:lnTo>
                    <a:lnTo>
                      <a:pt x="475" y="115"/>
                    </a:lnTo>
                    <a:lnTo>
                      <a:pt x="489" y="99"/>
                    </a:lnTo>
                    <a:lnTo>
                      <a:pt x="484" y="47"/>
                    </a:lnTo>
                    <a:lnTo>
                      <a:pt x="475" y="33"/>
                    </a:lnTo>
                    <a:lnTo>
                      <a:pt x="470" y="22"/>
                    </a:lnTo>
                    <a:lnTo>
                      <a:pt x="417" y="26"/>
                    </a:lnTo>
                    <a:lnTo>
                      <a:pt x="401" y="25"/>
                    </a:lnTo>
                    <a:lnTo>
                      <a:pt x="390" y="33"/>
                    </a:lnTo>
                    <a:lnTo>
                      <a:pt x="378" y="37"/>
                    </a:lnTo>
                    <a:lnTo>
                      <a:pt x="358" y="49"/>
                    </a:lnTo>
                    <a:lnTo>
                      <a:pt x="339" y="68"/>
                    </a:lnTo>
                    <a:lnTo>
                      <a:pt x="355" y="84"/>
                    </a:lnTo>
                    <a:lnTo>
                      <a:pt x="351" y="103"/>
                    </a:lnTo>
                    <a:lnTo>
                      <a:pt x="347" y="92"/>
                    </a:lnTo>
                    <a:lnTo>
                      <a:pt x="340" y="80"/>
                    </a:lnTo>
                    <a:lnTo>
                      <a:pt x="325" y="73"/>
                    </a:lnTo>
                    <a:lnTo>
                      <a:pt x="307" y="81"/>
                    </a:lnTo>
                    <a:lnTo>
                      <a:pt x="304" y="94"/>
                    </a:lnTo>
                    <a:lnTo>
                      <a:pt x="313" y="118"/>
                    </a:lnTo>
                    <a:lnTo>
                      <a:pt x="303" y="112"/>
                    </a:lnTo>
                    <a:lnTo>
                      <a:pt x="291" y="94"/>
                    </a:lnTo>
                    <a:lnTo>
                      <a:pt x="277" y="97"/>
                    </a:lnTo>
                    <a:lnTo>
                      <a:pt x="272" y="115"/>
                    </a:lnTo>
                    <a:lnTo>
                      <a:pt x="285" y="131"/>
                    </a:lnTo>
                    <a:lnTo>
                      <a:pt x="344" y="153"/>
                    </a:lnTo>
                    <a:lnTo>
                      <a:pt x="341" y="160"/>
                    </a:lnTo>
                    <a:lnTo>
                      <a:pt x="324" y="156"/>
                    </a:lnTo>
                    <a:lnTo>
                      <a:pt x="266" y="138"/>
                    </a:lnTo>
                    <a:lnTo>
                      <a:pt x="264" y="148"/>
                    </a:lnTo>
                    <a:lnTo>
                      <a:pt x="258" y="144"/>
                    </a:lnTo>
                    <a:lnTo>
                      <a:pt x="250" y="148"/>
                    </a:lnTo>
                    <a:lnTo>
                      <a:pt x="261" y="156"/>
                    </a:lnTo>
                    <a:lnTo>
                      <a:pt x="276" y="160"/>
                    </a:lnTo>
                    <a:lnTo>
                      <a:pt x="293" y="177"/>
                    </a:lnTo>
                    <a:lnTo>
                      <a:pt x="312" y="186"/>
                    </a:lnTo>
                    <a:lnTo>
                      <a:pt x="331" y="204"/>
                    </a:lnTo>
                    <a:lnTo>
                      <a:pt x="319" y="207"/>
                    </a:lnTo>
                    <a:lnTo>
                      <a:pt x="280" y="176"/>
                    </a:lnTo>
                    <a:lnTo>
                      <a:pt x="255" y="170"/>
                    </a:lnTo>
                    <a:lnTo>
                      <a:pt x="243" y="171"/>
                    </a:lnTo>
                    <a:lnTo>
                      <a:pt x="238" y="181"/>
                    </a:lnTo>
                    <a:lnTo>
                      <a:pt x="239" y="210"/>
                    </a:lnTo>
                    <a:lnTo>
                      <a:pt x="248" y="237"/>
                    </a:lnTo>
                    <a:lnTo>
                      <a:pt x="243" y="246"/>
                    </a:lnTo>
                    <a:lnTo>
                      <a:pt x="250" y="263"/>
                    </a:lnTo>
                    <a:lnTo>
                      <a:pt x="269" y="274"/>
                    </a:lnTo>
                    <a:lnTo>
                      <a:pt x="279" y="274"/>
                    </a:lnTo>
                    <a:lnTo>
                      <a:pt x="285" y="268"/>
                    </a:lnTo>
                    <a:lnTo>
                      <a:pt x="288" y="273"/>
                    </a:lnTo>
                    <a:lnTo>
                      <a:pt x="282" y="291"/>
                    </a:lnTo>
                    <a:lnTo>
                      <a:pt x="272" y="302"/>
                    </a:lnTo>
                    <a:lnTo>
                      <a:pt x="254" y="299"/>
                    </a:lnTo>
                    <a:lnTo>
                      <a:pt x="249" y="314"/>
                    </a:lnTo>
                    <a:lnTo>
                      <a:pt x="248" y="325"/>
                    </a:lnTo>
                    <a:lnTo>
                      <a:pt x="226" y="343"/>
                    </a:lnTo>
                    <a:lnTo>
                      <a:pt x="229" y="354"/>
                    </a:lnTo>
                    <a:lnTo>
                      <a:pt x="245" y="364"/>
                    </a:lnTo>
                    <a:lnTo>
                      <a:pt x="245" y="381"/>
                    </a:lnTo>
                    <a:lnTo>
                      <a:pt x="259" y="398"/>
                    </a:lnTo>
                    <a:lnTo>
                      <a:pt x="280" y="406"/>
                    </a:lnTo>
                    <a:lnTo>
                      <a:pt x="295" y="406"/>
                    </a:lnTo>
                    <a:lnTo>
                      <a:pt x="298" y="419"/>
                    </a:lnTo>
                    <a:lnTo>
                      <a:pt x="295" y="441"/>
                    </a:lnTo>
                    <a:lnTo>
                      <a:pt x="295" y="447"/>
                    </a:lnTo>
                    <a:lnTo>
                      <a:pt x="290" y="455"/>
                    </a:lnTo>
                    <a:lnTo>
                      <a:pt x="291" y="471"/>
                    </a:lnTo>
                    <a:lnTo>
                      <a:pt x="290" y="485"/>
                    </a:lnTo>
                    <a:lnTo>
                      <a:pt x="288" y="504"/>
                    </a:lnTo>
                    <a:lnTo>
                      <a:pt x="281" y="525"/>
                    </a:lnTo>
                    <a:lnTo>
                      <a:pt x="275" y="519"/>
                    </a:lnTo>
                    <a:lnTo>
                      <a:pt x="277" y="500"/>
                    </a:lnTo>
                    <a:lnTo>
                      <a:pt x="281" y="490"/>
                    </a:lnTo>
                    <a:lnTo>
                      <a:pt x="277" y="485"/>
                    </a:lnTo>
                    <a:lnTo>
                      <a:pt x="271" y="489"/>
                    </a:lnTo>
                    <a:lnTo>
                      <a:pt x="254" y="487"/>
                    </a:lnTo>
                    <a:lnTo>
                      <a:pt x="242" y="490"/>
                    </a:lnTo>
                    <a:lnTo>
                      <a:pt x="227" y="498"/>
                    </a:lnTo>
                    <a:lnTo>
                      <a:pt x="207" y="515"/>
                    </a:lnTo>
                    <a:lnTo>
                      <a:pt x="190" y="513"/>
                    </a:lnTo>
                    <a:lnTo>
                      <a:pt x="215" y="495"/>
                    </a:lnTo>
                    <a:lnTo>
                      <a:pt x="227" y="481"/>
                    </a:lnTo>
                    <a:lnTo>
                      <a:pt x="252" y="476"/>
                    </a:lnTo>
                    <a:lnTo>
                      <a:pt x="256" y="470"/>
                    </a:lnTo>
                    <a:lnTo>
                      <a:pt x="268" y="465"/>
                    </a:lnTo>
                    <a:lnTo>
                      <a:pt x="281" y="467"/>
                    </a:lnTo>
                    <a:lnTo>
                      <a:pt x="281" y="460"/>
                    </a:lnTo>
                    <a:lnTo>
                      <a:pt x="277" y="446"/>
                    </a:lnTo>
                    <a:lnTo>
                      <a:pt x="274" y="438"/>
                    </a:lnTo>
                    <a:lnTo>
                      <a:pt x="255" y="433"/>
                    </a:lnTo>
                    <a:lnTo>
                      <a:pt x="205" y="361"/>
                    </a:lnTo>
                    <a:lnTo>
                      <a:pt x="196" y="334"/>
                    </a:lnTo>
                    <a:lnTo>
                      <a:pt x="198" y="306"/>
                    </a:lnTo>
                    <a:lnTo>
                      <a:pt x="206" y="274"/>
                    </a:lnTo>
                    <a:lnTo>
                      <a:pt x="198" y="252"/>
                    </a:lnTo>
                    <a:lnTo>
                      <a:pt x="185" y="229"/>
                    </a:lnTo>
                    <a:lnTo>
                      <a:pt x="186" y="198"/>
                    </a:lnTo>
                    <a:lnTo>
                      <a:pt x="207" y="155"/>
                    </a:lnTo>
                    <a:lnTo>
                      <a:pt x="211" y="124"/>
                    </a:lnTo>
                    <a:lnTo>
                      <a:pt x="222" y="102"/>
                    </a:lnTo>
                    <a:lnTo>
                      <a:pt x="236" y="88"/>
                    </a:lnTo>
                    <a:lnTo>
                      <a:pt x="247" y="67"/>
                    </a:lnTo>
                    <a:lnTo>
                      <a:pt x="275" y="38"/>
                    </a:lnTo>
                    <a:lnTo>
                      <a:pt x="285" y="25"/>
                    </a:lnTo>
                    <a:lnTo>
                      <a:pt x="285" y="21"/>
                    </a:lnTo>
                    <a:lnTo>
                      <a:pt x="279" y="16"/>
                    </a:lnTo>
                    <a:lnTo>
                      <a:pt x="270" y="8"/>
                    </a:lnTo>
                    <a:lnTo>
                      <a:pt x="206" y="0"/>
                    </a:lnTo>
                    <a:lnTo>
                      <a:pt x="190" y="3"/>
                    </a:lnTo>
                    <a:lnTo>
                      <a:pt x="146" y="20"/>
                    </a:lnTo>
                    <a:lnTo>
                      <a:pt x="114" y="42"/>
                    </a:lnTo>
                    <a:lnTo>
                      <a:pt x="81" y="76"/>
                    </a:lnTo>
                    <a:lnTo>
                      <a:pt x="75" y="101"/>
                    </a:lnTo>
                    <a:lnTo>
                      <a:pt x="61" y="118"/>
                    </a:lnTo>
                    <a:lnTo>
                      <a:pt x="55" y="123"/>
                    </a:lnTo>
                    <a:lnTo>
                      <a:pt x="49" y="134"/>
                    </a:lnTo>
                    <a:lnTo>
                      <a:pt x="44" y="149"/>
                    </a:lnTo>
                    <a:lnTo>
                      <a:pt x="51" y="164"/>
                    </a:lnTo>
                    <a:lnTo>
                      <a:pt x="39" y="172"/>
                    </a:lnTo>
                    <a:lnTo>
                      <a:pt x="38" y="199"/>
                    </a:lnTo>
                    <a:lnTo>
                      <a:pt x="48" y="204"/>
                    </a:lnTo>
                    <a:lnTo>
                      <a:pt x="29" y="204"/>
                    </a:lnTo>
                    <a:lnTo>
                      <a:pt x="24" y="230"/>
                    </a:lnTo>
                    <a:lnTo>
                      <a:pt x="16" y="236"/>
                    </a:lnTo>
                    <a:lnTo>
                      <a:pt x="14" y="261"/>
                    </a:lnTo>
                    <a:lnTo>
                      <a:pt x="7" y="274"/>
                    </a:lnTo>
                    <a:lnTo>
                      <a:pt x="12" y="310"/>
                    </a:lnTo>
                    <a:lnTo>
                      <a:pt x="27" y="310"/>
                    </a:lnTo>
                    <a:lnTo>
                      <a:pt x="17" y="316"/>
                    </a:lnTo>
                    <a:lnTo>
                      <a:pt x="7" y="330"/>
                    </a:lnTo>
                    <a:lnTo>
                      <a:pt x="0" y="347"/>
                    </a:lnTo>
                    <a:lnTo>
                      <a:pt x="7" y="369"/>
                    </a:lnTo>
                    <a:lnTo>
                      <a:pt x="13" y="381"/>
                    </a:lnTo>
                    <a:lnTo>
                      <a:pt x="3" y="401"/>
                    </a:lnTo>
                    <a:lnTo>
                      <a:pt x="3" y="441"/>
                    </a:lnTo>
                    <a:lnTo>
                      <a:pt x="8" y="454"/>
                    </a:lnTo>
                    <a:lnTo>
                      <a:pt x="12" y="460"/>
                    </a:lnTo>
                    <a:lnTo>
                      <a:pt x="62" y="471"/>
                    </a:lnTo>
                    <a:lnTo>
                      <a:pt x="115" y="476"/>
                    </a:lnTo>
                    <a:lnTo>
                      <a:pt x="126" y="490"/>
                    </a:lnTo>
                    <a:lnTo>
                      <a:pt x="145" y="506"/>
                    </a:lnTo>
                    <a:lnTo>
                      <a:pt x="162" y="516"/>
                    </a:lnTo>
                    <a:lnTo>
                      <a:pt x="131" y="528"/>
                    </a:lnTo>
                    <a:lnTo>
                      <a:pt x="107" y="530"/>
                    </a:lnTo>
                    <a:lnTo>
                      <a:pt x="73" y="510"/>
                    </a:lnTo>
                    <a:lnTo>
                      <a:pt x="53" y="509"/>
                    </a:lnTo>
                    <a:lnTo>
                      <a:pt x="37" y="504"/>
                    </a:lnTo>
                    <a:lnTo>
                      <a:pt x="45" y="515"/>
                    </a:lnTo>
                    <a:lnTo>
                      <a:pt x="38" y="532"/>
                    </a:lnTo>
                    <a:lnTo>
                      <a:pt x="48" y="548"/>
                    </a:lnTo>
                    <a:lnTo>
                      <a:pt x="61" y="575"/>
                    </a:lnTo>
                    <a:lnTo>
                      <a:pt x="83" y="602"/>
                    </a:lnTo>
                    <a:lnTo>
                      <a:pt x="118" y="624"/>
                    </a:lnTo>
                    <a:lnTo>
                      <a:pt x="105" y="627"/>
                    </a:lnTo>
                    <a:lnTo>
                      <a:pt x="124" y="634"/>
                    </a:lnTo>
                    <a:lnTo>
                      <a:pt x="126" y="628"/>
                    </a:lnTo>
                    <a:lnTo>
                      <a:pt x="141" y="627"/>
                    </a:lnTo>
                    <a:lnTo>
                      <a:pt x="167" y="632"/>
                    </a:lnTo>
                    <a:lnTo>
                      <a:pt x="186" y="627"/>
                    </a:lnTo>
                    <a:lnTo>
                      <a:pt x="194" y="606"/>
                    </a:lnTo>
                    <a:lnTo>
                      <a:pt x="196" y="635"/>
                    </a:lnTo>
                    <a:lnTo>
                      <a:pt x="209" y="656"/>
                    </a:lnTo>
                    <a:lnTo>
                      <a:pt x="226" y="673"/>
                    </a:lnTo>
                    <a:lnTo>
                      <a:pt x="253" y="682"/>
                    </a:lnTo>
                    <a:lnTo>
                      <a:pt x="265" y="682"/>
                    </a:lnTo>
                    <a:lnTo>
                      <a:pt x="250" y="672"/>
                    </a:lnTo>
                    <a:lnTo>
                      <a:pt x="265" y="670"/>
                    </a:lnTo>
                    <a:lnTo>
                      <a:pt x="292" y="680"/>
                    </a:lnTo>
                    <a:lnTo>
                      <a:pt x="344" y="688"/>
                    </a:lnTo>
                    <a:lnTo>
                      <a:pt x="358" y="696"/>
                    </a:lnTo>
                    <a:lnTo>
                      <a:pt x="360" y="689"/>
                    </a:lnTo>
                    <a:lnTo>
                      <a:pt x="384" y="678"/>
                    </a:lnTo>
                    <a:lnTo>
                      <a:pt x="419" y="702"/>
                    </a:lnTo>
                    <a:lnTo>
                      <a:pt x="435" y="703"/>
                    </a:lnTo>
                    <a:lnTo>
                      <a:pt x="437" y="708"/>
                    </a:lnTo>
                    <a:lnTo>
                      <a:pt x="442" y="700"/>
                    </a:lnTo>
                    <a:lnTo>
                      <a:pt x="441" y="702"/>
                    </a:lnTo>
                    <a:lnTo>
                      <a:pt x="448" y="709"/>
                    </a:lnTo>
                    <a:lnTo>
                      <a:pt x="455" y="693"/>
                    </a:lnTo>
                    <a:lnTo>
                      <a:pt x="469" y="687"/>
                    </a:lnTo>
                    <a:lnTo>
                      <a:pt x="483" y="696"/>
                    </a:lnTo>
                    <a:lnTo>
                      <a:pt x="496" y="718"/>
                    </a:lnTo>
                    <a:lnTo>
                      <a:pt x="506" y="718"/>
                    </a:lnTo>
                    <a:lnTo>
                      <a:pt x="501" y="704"/>
                    </a:lnTo>
                    <a:lnTo>
                      <a:pt x="481" y="680"/>
                    </a:lnTo>
                    <a:lnTo>
                      <a:pt x="462" y="672"/>
                    </a:lnTo>
                    <a:lnTo>
                      <a:pt x="464" y="659"/>
                    </a:lnTo>
                    <a:lnTo>
                      <a:pt x="517" y="676"/>
                    </a:lnTo>
                    <a:lnTo>
                      <a:pt x="530" y="682"/>
                    </a:lnTo>
                    <a:lnTo>
                      <a:pt x="543" y="676"/>
                    </a:lnTo>
                    <a:lnTo>
                      <a:pt x="549" y="682"/>
                    </a:lnTo>
                    <a:lnTo>
                      <a:pt x="556" y="682"/>
                    </a:lnTo>
                    <a:lnTo>
                      <a:pt x="569" y="707"/>
                    </a:lnTo>
                    <a:lnTo>
                      <a:pt x="596" y="698"/>
                    </a:lnTo>
                    <a:lnTo>
                      <a:pt x="618" y="696"/>
                    </a:lnTo>
                    <a:lnTo>
                      <a:pt x="625" y="684"/>
                    </a:lnTo>
                    <a:lnTo>
                      <a:pt x="620" y="659"/>
                    </a:lnTo>
                    <a:lnTo>
                      <a:pt x="605" y="624"/>
                    </a:lnTo>
                    <a:lnTo>
                      <a:pt x="591" y="626"/>
                    </a:lnTo>
                    <a:lnTo>
                      <a:pt x="581" y="618"/>
                    </a:lnTo>
                    <a:lnTo>
                      <a:pt x="593" y="607"/>
                    </a:lnTo>
                    <a:lnTo>
                      <a:pt x="620" y="614"/>
                    </a:lnTo>
                    <a:lnTo>
                      <a:pt x="653" y="649"/>
                    </a:lnTo>
                    <a:lnTo>
                      <a:pt x="658" y="638"/>
                    </a:lnTo>
                    <a:lnTo>
                      <a:pt x="670" y="646"/>
                    </a:lnTo>
                    <a:lnTo>
                      <a:pt x="684" y="643"/>
                    </a:lnTo>
                    <a:lnTo>
                      <a:pt x="685" y="707"/>
                    </a:lnTo>
                    <a:lnTo>
                      <a:pt x="694" y="716"/>
                    </a:lnTo>
                    <a:lnTo>
                      <a:pt x="701" y="700"/>
                    </a:lnTo>
                    <a:lnTo>
                      <a:pt x="711" y="708"/>
                    </a:lnTo>
                    <a:lnTo>
                      <a:pt x="723" y="707"/>
                    </a:lnTo>
                    <a:lnTo>
                      <a:pt x="728" y="714"/>
                    </a:lnTo>
                    <a:lnTo>
                      <a:pt x="727" y="726"/>
                    </a:lnTo>
                    <a:lnTo>
                      <a:pt x="715" y="736"/>
                    </a:lnTo>
                    <a:lnTo>
                      <a:pt x="727" y="737"/>
                    </a:lnTo>
                    <a:lnTo>
                      <a:pt x="738" y="745"/>
                    </a:lnTo>
                    <a:lnTo>
                      <a:pt x="750" y="759"/>
                    </a:lnTo>
                    <a:lnTo>
                      <a:pt x="787" y="793"/>
                    </a:lnTo>
                    <a:lnTo>
                      <a:pt x="792" y="816"/>
                    </a:lnTo>
                    <a:lnTo>
                      <a:pt x="772" y="833"/>
                    </a:lnTo>
                    <a:lnTo>
                      <a:pt x="752" y="828"/>
                    </a:lnTo>
                    <a:lnTo>
                      <a:pt x="737" y="828"/>
                    </a:lnTo>
                    <a:lnTo>
                      <a:pt x="743" y="854"/>
                    </a:lnTo>
                    <a:lnTo>
                      <a:pt x="740" y="887"/>
                    </a:lnTo>
                    <a:lnTo>
                      <a:pt x="761" y="880"/>
                    </a:lnTo>
                    <a:lnTo>
                      <a:pt x="791" y="859"/>
                    </a:lnTo>
                    <a:lnTo>
                      <a:pt x="798" y="843"/>
                    </a:lnTo>
                    <a:lnTo>
                      <a:pt x="812" y="849"/>
                    </a:lnTo>
                    <a:lnTo>
                      <a:pt x="829" y="834"/>
                    </a:lnTo>
                    <a:lnTo>
                      <a:pt x="849" y="829"/>
                    </a:lnTo>
                    <a:lnTo>
                      <a:pt x="868" y="833"/>
                    </a:lnTo>
                    <a:lnTo>
                      <a:pt x="836" y="843"/>
                    </a:lnTo>
                    <a:lnTo>
                      <a:pt x="842" y="848"/>
                    </a:lnTo>
                    <a:lnTo>
                      <a:pt x="835" y="863"/>
                    </a:lnTo>
                    <a:lnTo>
                      <a:pt x="858" y="892"/>
                    </a:lnTo>
                    <a:lnTo>
                      <a:pt x="872" y="906"/>
                    </a:lnTo>
                    <a:lnTo>
                      <a:pt x="878" y="901"/>
                    </a:lnTo>
                    <a:lnTo>
                      <a:pt x="871" y="887"/>
                    </a:lnTo>
                    <a:lnTo>
                      <a:pt x="872" y="877"/>
                    </a:lnTo>
                    <a:lnTo>
                      <a:pt x="892" y="883"/>
                    </a:lnTo>
                    <a:lnTo>
                      <a:pt x="890" y="920"/>
                    </a:lnTo>
                    <a:lnTo>
                      <a:pt x="895" y="936"/>
                    </a:lnTo>
                    <a:lnTo>
                      <a:pt x="912" y="949"/>
                    </a:lnTo>
                    <a:lnTo>
                      <a:pt x="925" y="941"/>
                    </a:lnTo>
                    <a:lnTo>
                      <a:pt x="939" y="963"/>
                    </a:lnTo>
                    <a:lnTo>
                      <a:pt x="942" y="988"/>
                    </a:lnTo>
                    <a:lnTo>
                      <a:pt x="948" y="1004"/>
                    </a:lnTo>
                    <a:lnTo>
                      <a:pt x="955" y="1014"/>
                    </a:lnTo>
                    <a:lnTo>
                      <a:pt x="958" y="1037"/>
                    </a:lnTo>
                    <a:lnTo>
                      <a:pt x="965" y="1049"/>
                    </a:lnTo>
                    <a:lnTo>
                      <a:pt x="967" y="1069"/>
                    </a:lnTo>
                    <a:lnTo>
                      <a:pt x="970" y="1085"/>
                    </a:lnTo>
                    <a:lnTo>
                      <a:pt x="976" y="1089"/>
                    </a:lnTo>
                    <a:lnTo>
                      <a:pt x="971" y="1103"/>
                    </a:lnTo>
                    <a:lnTo>
                      <a:pt x="964" y="1114"/>
                    </a:lnTo>
                    <a:lnTo>
                      <a:pt x="951" y="1121"/>
                    </a:lnTo>
                    <a:lnTo>
                      <a:pt x="942" y="1130"/>
                    </a:lnTo>
                    <a:lnTo>
                      <a:pt x="941" y="1166"/>
                    </a:lnTo>
                    <a:lnTo>
                      <a:pt x="937" y="1170"/>
                    </a:lnTo>
                    <a:lnTo>
                      <a:pt x="924" y="1173"/>
                    </a:lnTo>
                    <a:lnTo>
                      <a:pt x="911" y="1191"/>
                    </a:lnTo>
                    <a:lnTo>
                      <a:pt x="895" y="1204"/>
                    </a:lnTo>
                    <a:lnTo>
                      <a:pt x="882" y="1224"/>
                    </a:lnTo>
                    <a:lnTo>
                      <a:pt x="861" y="1242"/>
                    </a:lnTo>
                    <a:lnTo>
                      <a:pt x="863" y="1254"/>
                    </a:lnTo>
                    <a:lnTo>
                      <a:pt x="877" y="1275"/>
                    </a:lnTo>
                    <a:lnTo>
                      <a:pt x="894" y="1292"/>
                    </a:lnTo>
                    <a:lnTo>
                      <a:pt x="898" y="1310"/>
                    </a:lnTo>
                    <a:lnTo>
                      <a:pt x="908" y="1313"/>
                    </a:lnTo>
                    <a:lnTo>
                      <a:pt x="908" y="1338"/>
                    </a:lnTo>
                    <a:lnTo>
                      <a:pt x="889" y="1328"/>
                    </a:lnTo>
                    <a:lnTo>
                      <a:pt x="888" y="1333"/>
                    </a:lnTo>
                    <a:lnTo>
                      <a:pt x="874" y="1327"/>
                    </a:lnTo>
                    <a:lnTo>
                      <a:pt x="871" y="1334"/>
                    </a:lnTo>
                    <a:lnTo>
                      <a:pt x="862" y="1337"/>
                    </a:lnTo>
                    <a:lnTo>
                      <a:pt x="846" y="1347"/>
                    </a:lnTo>
                    <a:lnTo>
                      <a:pt x="822" y="1347"/>
                    </a:lnTo>
                    <a:lnTo>
                      <a:pt x="820" y="1360"/>
                    </a:lnTo>
                    <a:lnTo>
                      <a:pt x="811" y="1364"/>
                    </a:lnTo>
                    <a:lnTo>
                      <a:pt x="793" y="1354"/>
                    </a:lnTo>
                    <a:lnTo>
                      <a:pt x="765" y="1358"/>
                    </a:lnTo>
                    <a:lnTo>
                      <a:pt x="743" y="1348"/>
                    </a:lnTo>
                    <a:lnTo>
                      <a:pt x="731" y="1348"/>
                    </a:lnTo>
                    <a:lnTo>
                      <a:pt x="718" y="1344"/>
                    </a:lnTo>
                    <a:lnTo>
                      <a:pt x="711" y="1338"/>
                    </a:lnTo>
                    <a:lnTo>
                      <a:pt x="700" y="1339"/>
                    </a:lnTo>
                    <a:lnTo>
                      <a:pt x="707" y="1350"/>
                    </a:lnTo>
                    <a:lnTo>
                      <a:pt x="697" y="1350"/>
                    </a:lnTo>
                    <a:lnTo>
                      <a:pt x="700" y="1374"/>
                    </a:lnTo>
                    <a:lnTo>
                      <a:pt x="688" y="1378"/>
                    </a:lnTo>
                    <a:lnTo>
                      <a:pt x="668" y="1393"/>
                    </a:lnTo>
                    <a:lnTo>
                      <a:pt x="661" y="1408"/>
                    </a:lnTo>
                    <a:lnTo>
                      <a:pt x="658" y="1425"/>
                    </a:lnTo>
                    <a:lnTo>
                      <a:pt x="659" y="1441"/>
                    </a:lnTo>
                    <a:lnTo>
                      <a:pt x="668" y="1462"/>
                    </a:lnTo>
                    <a:lnTo>
                      <a:pt x="680" y="1473"/>
                    </a:lnTo>
                    <a:lnTo>
                      <a:pt x="690" y="1473"/>
                    </a:lnTo>
                    <a:lnTo>
                      <a:pt x="702" y="1488"/>
                    </a:lnTo>
                    <a:lnTo>
                      <a:pt x="710" y="1485"/>
                    </a:lnTo>
                    <a:lnTo>
                      <a:pt x="731" y="1491"/>
                    </a:lnTo>
                    <a:lnTo>
                      <a:pt x="737" y="1496"/>
                    </a:lnTo>
                    <a:lnTo>
                      <a:pt x="739" y="1493"/>
                    </a:lnTo>
                    <a:lnTo>
                      <a:pt x="761" y="1487"/>
                    </a:lnTo>
                    <a:lnTo>
                      <a:pt x="759" y="1478"/>
                    </a:lnTo>
                    <a:lnTo>
                      <a:pt x="776" y="1477"/>
                    </a:lnTo>
                    <a:lnTo>
                      <a:pt x="783" y="1473"/>
                    </a:lnTo>
                    <a:lnTo>
                      <a:pt x="785" y="1463"/>
                    </a:lnTo>
                    <a:lnTo>
                      <a:pt x="780" y="1452"/>
                    </a:lnTo>
                    <a:lnTo>
                      <a:pt x="792" y="1447"/>
                    </a:lnTo>
                    <a:lnTo>
                      <a:pt x="807" y="1447"/>
                    </a:lnTo>
                    <a:lnTo>
                      <a:pt x="812" y="1457"/>
                    </a:lnTo>
                    <a:lnTo>
                      <a:pt x="814" y="1467"/>
                    </a:lnTo>
                    <a:lnTo>
                      <a:pt x="840" y="1468"/>
                    </a:lnTo>
                    <a:lnTo>
                      <a:pt x="849" y="1472"/>
                    </a:lnTo>
                    <a:lnTo>
                      <a:pt x="847" y="1461"/>
                    </a:lnTo>
                    <a:lnTo>
                      <a:pt x="855" y="1453"/>
                    </a:lnTo>
                    <a:lnTo>
                      <a:pt x="857" y="1460"/>
                    </a:lnTo>
                    <a:lnTo>
                      <a:pt x="847" y="1441"/>
                    </a:lnTo>
                    <a:lnTo>
                      <a:pt x="835" y="1436"/>
                    </a:lnTo>
                    <a:lnTo>
                      <a:pt x="834" y="1423"/>
                    </a:lnTo>
                    <a:lnTo>
                      <a:pt x="846" y="1419"/>
                    </a:lnTo>
                    <a:lnTo>
                      <a:pt x="851" y="1413"/>
                    </a:lnTo>
                    <a:lnTo>
                      <a:pt x="851" y="1425"/>
                    </a:lnTo>
                    <a:lnTo>
                      <a:pt x="852" y="1435"/>
                    </a:lnTo>
                    <a:lnTo>
                      <a:pt x="860" y="1426"/>
                    </a:lnTo>
                    <a:lnTo>
                      <a:pt x="862" y="1435"/>
                    </a:lnTo>
                    <a:lnTo>
                      <a:pt x="871" y="1444"/>
                    </a:lnTo>
                    <a:lnTo>
                      <a:pt x="876" y="1439"/>
                    </a:lnTo>
                    <a:lnTo>
                      <a:pt x="885" y="1435"/>
                    </a:lnTo>
                    <a:lnTo>
                      <a:pt x="889" y="1436"/>
                    </a:lnTo>
                    <a:lnTo>
                      <a:pt x="898" y="1450"/>
                    </a:lnTo>
                    <a:lnTo>
                      <a:pt x="906" y="1444"/>
                    </a:lnTo>
                    <a:lnTo>
                      <a:pt x="914" y="1446"/>
                    </a:lnTo>
                    <a:lnTo>
                      <a:pt x="919" y="1456"/>
                    </a:lnTo>
                    <a:lnTo>
                      <a:pt x="916" y="1462"/>
                    </a:lnTo>
                    <a:lnTo>
                      <a:pt x="917" y="1473"/>
                    </a:lnTo>
                    <a:lnTo>
                      <a:pt x="921" y="1485"/>
                    </a:lnTo>
                    <a:lnTo>
                      <a:pt x="927" y="1482"/>
                    </a:lnTo>
                    <a:lnTo>
                      <a:pt x="938" y="1498"/>
                    </a:lnTo>
                    <a:lnTo>
                      <a:pt x="941" y="1507"/>
                    </a:lnTo>
                    <a:lnTo>
                      <a:pt x="939" y="1515"/>
                    </a:lnTo>
                    <a:lnTo>
                      <a:pt x="942" y="1518"/>
                    </a:lnTo>
                    <a:lnTo>
                      <a:pt x="943" y="1528"/>
                    </a:lnTo>
                    <a:lnTo>
                      <a:pt x="951" y="1526"/>
                    </a:lnTo>
                    <a:lnTo>
                      <a:pt x="955" y="1528"/>
                    </a:lnTo>
                    <a:lnTo>
                      <a:pt x="963" y="1544"/>
                    </a:lnTo>
                    <a:lnTo>
                      <a:pt x="968" y="1547"/>
                    </a:lnTo>
                    <a:lnTo>
                      <a:pt x="975" y="1541"/>
                    </a:lnTo>
                    <a:lnTo>
                      <a:pt x="980" y="1543"/>
                    </a:lnTo>
                    <a:lnTo>
                      <a:pt x="980" y="1550"/>
                    </a:lnTo>
                    <a:lnTo>
                      <a:pt x="986" y="1560"/>
                    </a:lnTo>
                    <a:lnTo>
                      <a:pt x="994" y="1563"/>
                    </a:lnTo>
                    <a:lnTo>
                      <a:pt x="995" y="1554"/>
                    </a:lnTo>
                    <a:lnTo>
                      <a:pt x="1001" y="1542"/>
                    </a:lnTo>
                    <a:lnTo>
                      <a:pt x="1012" y="1559"/>
                    </a:lnTo>
                    <a:lnTo>
                      <a:pt x="1018" y="1563"/>
                    </a:lnTo>
                    <a:lnTo>
                      <a:pt x="1022" y="1571"/>
                    </a:lnTo>
                    <a:lnTo>
                      <a:pt x="1033" y="1571"/>
                    </a:lnTo>
                    <a:lnTo>
                      <a:pt x="1019" y="1587"/>
                    </a:lnTo>
                    <a:lnTo>
                      <a:pt x="1003" y="1593"/>
                    </a:lnTo>
                    <a:lnTo>
                      <a:pt x="992" y="1579"/>
                    </a:lnTo>
                    <a:lnTo>
                      <a:pt x="998" y="1595"/>
                    </a:lnTo>
                    <a:lnTo>
                      <a:pt x="1014" y="1628"/>
                    </a:lnTo>
                    <a:lnTo>
                      <a:pt x="1024" y="1630"/>
                    </a:lnTo>
                    <a:lnTo>
                      <a:pt x="1035" y="1643"/>
                    </a:lnTo>
                    <a:lnTo>
                      <a:pt x="1037" y="164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19" name="Google Shape;2319;p5">
                <a:extLst>
                  <a:ext uri="{FF2B5EF4-FFF2-40B4-BE49-F238E27FC236}">
                    <a16:creationId xmlns:a16="http://schemas.microsoft.com/office/drawing/2014/main" id="{317FFFFB-5A0C-C7DD-3751-8A2C2621FD92}"/>
                  </a:ext>
                </a:extLst>
              </p:cNvPr>
              <p:cNvSpPr/>
              <p:nvPr/>
            </p:nvSpPr>
            <p:spPr>
              <a:xfrm>
                <a:off x="969" y="1334"/>
                <a:ext cx="937" cy="648"/>
              </a:xfrm>
              <a:custGeom>
                <a:avLst/>
                <a:gdLst/>
                <a:ahLst/>
                <a:cxnLst/>
                <a:rect l="l" t="t" r="r" b="b"/>
                <a:pathLst>
                  <a:path w="4686" h="3236" extrusionOk="0">
                    <a:moveTo>
                      <a:pt x="4668" y="2398"/>
                    </a:moveTo>
                    <a:lnTo>
                      <a:pt x="4678" y="2405"/>
                    </a:lnTo>
                    <a:lnTo>
                      <a:pt x="4684" y="2412"/>
                    </a:lnTo>
                    <a:lnTo>
                      <a:pt x="4675" y="2423"/>
                    </a:lnTo>
                    <a:lnTo>
                      <a:pt x="4664" y="2437"/>
                    </a:lnTo>
                    <a:lnTo>
                      <a:pt x="4646" y="2449"/>
                    </a:lnTo>
                    <a:lnTo>
                      <a:pt x="4630" y="2469"/>
                    </a:lnTo>
                    <a:lnTo>
                      <a:pt x="4619" y="2470"/>
                    </a:lnTo>
                    <a:lnTo>
                      <a:pt x="4616" y="2475"/>
                    </a:lnTo>
                    <a:lnTo>
                      <a:pt x="4601" y="2475"/>
                    </a:lnTo>
                    <a:lnTo>
                      <a:pt x="4578" y="2474"/>
                    </a:lnTo>
                    <a:lnTo>
                      <a:pt x="4564" y="2481"/>
                    </a:lnTo>
                    <a:lnTo>
                      <a:pt x="4533" y="2487"/>
                    </a:lnTo>
                    <a:lnTo>
                      <a:pt x="4521" y="2496"/>
                    </a:lnTo>
                    <a:lnTo>
                      <a:pt x="4510" y="2512"/>
                    </a:lnTo>
                    <a:lnTo>
                      <a:pt x="4505" y="2511"/>
                    </a:lnTo>
                    <a:lnTo>
                      <a:pt x="4493" y="2531"/>
                    </a:lnTo>
                    <a:lnTo>
                      <a:pt x="4476" y="2554"/>
                    </a:lnTo>
                    <a:lnTo>
                      <a:pt x="4465" y="2560"/>
                    </a:lnTo>
                    <a:lnTo>
                      <a:pt x="4453" y="2574"/>
                    </a:lnTo>
                    <a:lnTo>
                      <a:pt x="4444" y="2579"/>
                    </a:lnTo>
                    <a:lnTo>
                      <a:pt x="4438" y="2579"/>
                    </a:lnTo>
                    <a:lnTo>
                      <a:pt x="4433" y="2574"/>
                    </a:lnTo>
                    <a:lnTo>
                      <a:pt x="4438" y="2563"/>
                    </a:lnTo>
                    <a:lnTo>
                      <a:pt x="4431" y="2566"/>
                    </a:lnTo>
                    <a:lnTo>
                      <a:pt x="4425" y="2577"/>
                    </a:lnTo>
                    <a:lnTo>
                      <a:pt x="4385" y="2583"/>
                    </a:lnTo>
                    <a:lnTo>
                      <a:pt x="4359" y="2593"/>
                    </a:lnTo>
                    <a:lnTo>
                      <a:pt x="4353" y="2590"/>
                    </a:lnTo>
                    <a:lnTo>
                      <a:pt x="4352" y="2584"/>
                    </a:lnTo>
                    <a:lnTo>
                      <a:pt x="4343" y="2579"/>
                    </a:lnTo>
                    <a:lnTo>
                      <a:pt x="4325" y="2577"/>
                    </a:lnTo>
                    <a:lnTo>
                      <a:pt x="4280" y="2577"/>
                    </a:lnTo>
                    <a:lnTo>
                      <a:pt x="4264" y="2581"/>
                    </a:lnTo>
                    <a:lnTo>
                      <a:pt x="4232" y="2574"/>
                    </a:lnTo>
                    <a:lnTo>
                      <a:pt x="4225" y="2574"/>
                    </a:lnTo>
                    <a:lnTo>
                      <a:pt x="4200" y="2572"/>
                    </a:lnTo>
                    <a:lnTo>
                      <a:pt x="4173" y="2579"/>
                    </a:lnTo>
                    <a:lnTo>
                      <a:pt x="4164" y="2577"/>
                    </a:lnTo>
                    <a:lnTo>
                      <a:pt x="4151" y="2577"/>
                    </a:lnTo>
                    <a:lnTo>
                      <a:pt x="4134" y="2579"/>
                    </a:lnTo>
                    <a:lnTo>
                      <a:pt x="4121" y="2577"/>
                    </a:lnTo>
                    <a:lnTo>
                      <a:pt x="4113" y="2581"/>
                    </a:lnTo>
                    <a:lnTo>
                      <a:pt x="4100" y="2581"/>
                    </a:lnTo>
                    <a:lnTo>
                      <a:pt x="4095" y="2583"/>
                    </a:lnTo>
                    <a:lnTo>
                      <a:pt x="4094" y="2590"/>
                    </a:lnTo>
                    <a:lnTo>
                      <a:pt x="4084" y="2589"/>
                    </a:lnTo>
                    <a:lnTo>
                      <a:pt x="4080" y="2593"/>
                    </a:lnTo>
                    <a:lnTo>
                      <a:pt x="4074" y="2597"/>
                    </a:lnTo>
                    <a:lnTo>
                      <a:pt x="4068" y="2604"/>
                    </a:lnTo>
                    <a:lnTo>
                      <a:pt x="4058" y="2617"/>
                    </a:lnTo>
                    <a:lnTo>
                      <a:pt x="4053" y="2635"/>
                    </a:lnTo>
                    <a:lnTo>
                      <a:pt x="4044" y="2654"/>
                    </a:lnTo>
                    <a:lnTo>
                      <a:pt x="4042" y="2657"/>
                    </a:lnTo>
                    <a:lnTo>
                      <a:pt x="4004" y="2659"/>
                    </a:lnTo>
                    <a:lnTo>
                      <a:pt x="3993" y="2670"/>
                    </a:lnTo>
                    <a:lnTo>
                      <a:pt x="3987" y="2670"/>
                    </a:lnTo>
                    <a:lnTo>
                      <a:pt x="3987" y="2675"/>
                    </a:lnTo>
                    <a:lnTo>
                      <a:pt x="3968" y="2694"/>
                    </a:lnTo>
                    <a:lnTo>
                      <a:pt x="3958" y="2699"/>
                    </a:lnTo>
                    <a:lnTo>
                      <a:pt x="3930" y="2743"/>
                    </a:lnTo>
                    <a:lnTo>
                      <a:pt x="3919" y="2751"/>
                    </a:lnTo>
                    <a:lnTo>
                      <a:pt x="3908" y="2753"/>
                    </a:lnTo>
                    <a:lnTo>
                      <a:pt x="3909" y="2769"/>
                    </a:lnTo>
                    <a:lnTo>
                      <a:pt x="3887" y="2810"/>
                    </a:lnTo>
                    <a:lnTo>
                      <a:pt x="3882" y="2810"/>
                    </a:lnTo>
                    <a:lnTo>
                      <a:pt x="3860" y="2832"/>
                    </a:lnTo>
                    <a:lnTo>
                      <a:pt x="3834" y="2858"/>
                    </a:lnTo>
                    <a:lnTo>
                      <a:pt x="3834" y="2861"/>
                    </a:lnTo>
                    <a:lnTo>
                      <a:pt x="3848" y="2858"/>
                    </a:lnTo>
                    <a:lnTo>
                      <a:pt x="3859" y="2851"/>
                    </a:lnTo>
                    <a:lnTo>
                      <a:pt x="3859" y="2847"/>
                    </a:lnTo>
                    <a:lnTo>
                      <a:pt x="3864" y="2845"/>
                    </a:lnTo>
                    <a:lnTo>
                      <a:pt x="3879" y="2827"/>
                    </a:lnTo>
                    <a:lnTo>
                      <a:pt x="3888" y="2814"/>
                    </a:lnTo>
                    <a:lnTo>
                      <a:pt x="3898" y="2805"/>
                    </a:lnTo>
                    <a:lnTo>
                      <a:pt x="3908" y="2794"/>
                    </a:lnTo>
                    <a:lnTo>
                      <a:pt x="3920" y="2770"/>
                    </a:lnTo>
                    <a:lnTo>
                      <a:pt x="3930" y="2761"/>
                    </a:lnTo>
                    <a:lnTo>
                      <a:pt x="3952" y="2739"/>
                    </a:lnTo>
                    <a:lnTo>
                      <a:pt x="3958" y="2735"/>
                    </a:lnTo>
                    <a:lnTo>
                      <a:pt x="3968" y="2733"/>
                    </a:lnTo>
                    <a:lnTo>
                      <a:pt x="3974" y="2726"/>
                    </a:lnTo>
                    <a:lnTo>
                      <a:pt x="3985" y="2718"/>
                    </a:lnTo>
                    <a:lnTo>
                      <a:pt x="3998" y="2713"/>
                    </a:lnTo>
                    <a:lnTo>
                      <a:pt x="4030" y="2694"/>
                    </a:lnTo>
                    <a:lnTo>
                      <a:pt x="4084" y="2670"/>
                    </a:lnTo>
                    <a:lnTo>
                      <a:pt x="4114" y="2663"/>
                    </a:lnTo>
                    <a:lnTo>
                      <a:pt x="4128" y="2664"/>
                    </a:lnTo>
                    <a:lnTo>
                      <a:pt x="4139" y="2662"/>
                    </a:lnTo>
                    <a:lnTo>
                      <a:pt x="4167" y="2664"/>
                    </a:lnTo>
                    <a:lnTo>
                      <a:pt x="4194" y="2676"/>
                    </a:lnTo>
                    <a:lnTo>
                      <a:pt x="4207" y="2685"/>
                    </a:lnTo>
                    <a:lnTo>
                      <a:pt x="4214" y="2701"/>
                    </a:lnTo>
                    <a:lnTo>
                      <a:pt x="4207" y="2697"/>
                    </a:lnTo>
                    <a:lnTo>
                      <a:pt x="4205" y="2700"/>
                    </a:lnTo>
                    <a:lnTo>
                      <a:pt x="4211" y="2707"/>
                    </a:lnTo>
                    <a:lnTo>
                      <a:pt x="4211" y="2723"/>
                    </a:lnTo>
                    <a:lnTo>
                      <a:pt x="4200" y="2733"/>
                    </a:lnTo>
                    <a:lnTo>
                      <a:pt x="4176" y="2753"/>
                    </a:lnTo>
                    <a:lnTo>
                      <a:pt x="4160" y="2761"/>
                    </a:lnTo>
                    <a:lnTo>
                      <a:pt x="4141" y="2760"/>
                    </a:lnTo>
                    <a:lnTo>
                      <a:pt x="4126" y="2753"/>
                    </a:lnTo>
                    <a:lnTo>
                      <a:pt x="4105" y="2756"/>
                    </a:lnTo>
                    <a:lnTo>
                      <a:pt x="4089" y="2762"/>
                    </a:lnTo>
                    <a:lnTo>
                      <a:pt x="4085" y="2765"/>
                    </a:lnTo>
                    <a:lnTo>
                      <a:pt x="4100" y="2765"/>
                    </a:lnTo>
                    <a:lnTo>
                      <a:pt x="4127" y="2773"/>
                    </a:lnTo>
                    <a:lnTo>
                      <a:pt x="4132" y="2787"/>
                    </a:lnTo>
                    <a:lnTo>
                      <a:pt x="4137" y="2791"/>
                    </a:lnTo>
                    <a:lnTo>
                      <a:pt x="4166" y="2776"/>
                    </a:lnTo>
                    <a:lnTo>
                      <a:pt x="4170" y="2777"/>
                    </a:lnTo>
                    <a:lnTo>
                      <a:pt x="4168" y="2782"/>
                    </a:lnTo>
                    <a:lnTo>
                      <a:pt x="4177" y="2783"/>
                    </a:lnTo>
                    <a:lnTo>
                      <a:pt x="4183" y="2788"/>
                    </a:lnTo>
                    <a:lnTo>
                      <a:pt x="4182" y="2798"/>
                    </a:lnTo>
                    <a:lnTo>
                      <a:pt x="4173" y="2823"/>
                    </a:lnTo>
                    <a:lnTo>
                      <a:pt x="4157" y="2839"/>
                    </a:lnTo>
                    <a:lnTo>
                      <a:pt x="4157" y="2841"/>
                    </a:lnTo>
                    <a:lnTo>
                      <a:pt x="4165" y="2840"/>
                    </a:lnTo>
                    <a:lnTo>
                      <a:pt x="4180" y="2842"/>
                    </a:lnTo>
                    <a:lnTo>
                      <a:pt x="4178" y="2862"/>
                    </a:lnTo>
                    <a:lnTo>
                      <a:pt x="4180" y="2870"/>
                    </a:lnTo>
                    <a:lnTo>
                      <a:pt x="4184" y="2879"/>
                    </a:lnTo>
                    <a:lnTo>
                      <a:pt x="4188" y="2889"/>
                    </a:lnTo>
                    <a:lnTo>
                      <a:pt x="4193" y="2896"/>
                    </a:lnTo>
                    <a:lnTo>
                      <a:pt x="4199" y="2902"/>
                    </a:lnTo>
                    <a:lnTo>
                      <a:pt x="4198" y="2906"/>
                    </a:lnTo>
                    <a:lnTo>
                      <a:pt x="4215" y="2907"/>
                    </a:lnTo>
                    <a:lnTo>
                      <a:pt x="4236" y="2917"/>
                    </a:lnTo>
                    <a:lnTo>
                      <a:pt x="4240" y="2921"/>
                    </a:lnTo>
                    <a:lnTo>
                      <a:pt x="4231" y="2926"/>
                    </a:lnTo>
                    <a:lnTo>
                      <a:pt x="4230" y="2932"/>
                    </a:lnTo>
                    <a:lnTo>
                      <a:pt x="4239" y="2936"/>
                    </a:lnTo>
                    <a:lnTo>
                      <a:pt x="4250" y="2937"/>
                    </a:lnTo>
                    <a:lnTo>
                      <a:pt x="4266" y="2943"/>
                    </a:lnTo>
                    <a:lnTo>
                      <a:pt x="4294" y="2947"/>
                    </a:lnTo>
                    <a:lnTo>
                      <a:pt x="4297" y="2953"/>
                    </a:lnTo>
                    <a:lnTo>
                      <a:pt x="4320" y="2950"/>
                    </a:lnTo>
                    <a:lnTo>
                      <a:pt x="4339" y="2937"/>
                    </a:lnTo>
                    <a:lnTo>
                      <a:pt x="4344" y="2947"/>
                    </a:lnTo>
                    <a:lnTo>
                      <a:pt x="4342" y="2955"/>
                    </a:lnTo>
                    <a:lnTo>
                      <a:pt x="4348" y="2954"/>
                    </a:lnTo>
                    <a:lnTo>
                      <a:pt x="4358" y="2955"/>
                    </a:lnTo>
                    <a:lnTo>
                      <a:pt x="4368" y="2954"/>
                    </a:lnTo>
                    <a:lnTo>
                      <a:pt x="4375" y="2963"/>
                    </a:lnTo>
                    <a:lnTo>
                      <a:pt x="4379" y="2968"/>
                    </a:lnTo>
                    <a:lnTo>
                      <a:pt x="4372" y="2971"/>
                    </a:lnTo>
                    <a:lnTo>
                      <a:pt x="4371" y="2977"/>
                    </a:lnTo>
                    <a:lnTo>
                      <a:pt x="4387" y="2979"/>
                    </a:lnTo>
                    <a:lnTo>
                      <a:pt x="4391" y="2981"/>
                    </a:lnTo>
                    <a:lnTo>
                      <a:pt x="4385" y="2986"/>
                    </a:lnTo>
                    <a:lnTo>
                      <a:pt x="4375" y="2985"/>
                    </a:lnTo>
                    <a:lnTo>
                      <a:pt x="4366" y="2991"/>
                    </a:lnTo>
                    <a:lnTo>
                      <a:pt x="4359" y="2988"/>
                    </a:lnTo>
                    <a:lnTo>
                      <a:pt x="4345" y="2997"/>
                    </a:lnTo>
                    <a:lnTo>
                      <a:pt x="4325" y="3006"/>
                    </a:lnTo>
                    <a:lnTo>
                      <a:pt x="4316" y="3012"/>
                    </a:lnTo>
                    <a:lnTo>
                      <a:pt x="4311" y="3013"/>
                    </a:lnTo>
                    <a:lnTo>
                      <a:pt x="4309" y="3018"/>
                    </a:lnTo>
                    <a:lnTo>
                      <a:pt x="4300" y="3017"/>
                    </a:lnTo>
                    <a:lnTo>
                      <a:pt x="4289" y="3025"/>
                    </a:lnTo>
                    <a:lnTo>
                      <a:pt x="4279" y="3026"/>
                    </a:lnTo>
                    <a:lnTo>
                      <a:pt x="4277" y="3024"/>
                    </a:lnTo>
                    <a:lnTo>
                      <a:pt x="4269" y="3028"/>
                    </a:lnTo>
                    <a:lnTo>
                      <a:pt x="4262" y="3033"/>
                    </a:lnTo>
                    <a:lnTo>
                      <a:pt x="4250" y="3028"/>
                    </a:lnTo>
                    <a:lnTo>
                      <a:pt x="4252" y="3041"/>
                    </a:lnTo>
                    <a:lnTo>
                      <a:pt x="4251" y="3046"/>
                    </a:lnTo>
                    <a:lnTo>
                      <a:pt x="4239" y="3046"/>
                    </a:lnTo>
                    <a:lnTo>
                      <a:pt x="4232" y="3038"/>
                    </a:lnTo>
                    <a:lnTo>
                      <a:pt x="4232" y="3033"/>
                    </a:lnTo>
                    <a:lnTo>
                      <a:pt x="4224" y="3046"/>
                    </a:lnTo>
                    <a:lnTo>
                      <a:pt x="4220" y="3038"/>
                    </a:lnTo>
                    <a:lnTo>
                      <a:pt x="4215" y="3047"/>
                    </a:lnTo>
                    <a:lnTo>
                      <a:pt x="4213" y="3061"/>
                    </a:lnTo>
                    <a:lnTo>
                      <a:pt x="4203" y="3068"/>
                    </a:lnTo>
                    <a:lnTo>
                      <a:pt x="4189" y="3085"/>
                    </a:lnTo>
                    <a:lnTo>
                      <a:pt x="4187" y="3090"/>
                    </a:lnTo>
                    <a:lnTo>
                      <a:pt x="4176" y="3095"/>
                    </a:lnTo>
                    <a:lnTo>
                      <a:pt x="4170" y="3108"/>
                    </a:lnTo>
                    <a:lnTo>
                      <a:pt x="4162" y="3104"/>
                    </a:lnTo>
                    <a:lnTo>
                      <a:pt x="4156" y="3106"/>
                    </a:lnTo>
                    <a:lnTo>
                      <a:pt x="4155" y="3117"/>
                    </a:lnTo>
                    <a:lnTo>
                      <a:pt x="4149" y="3121"/>
                    </a:lnTo>
                    <a:lnTo>
                      <a:pt x="4145" y="3121"/>
                    </a:lnTo>
                    <a:lnTo>
                      <a:pt x="4134" y="3119"/>
                    </a:lnTo>
                    <a:lnTo>
                      <a:pt x="4129" y="3105"/>
                    </a:lnTo>
                    <a:lnTo>
                      <a:pt x="4124" y="3098"/>
                    </a:lnTo>
                    <a:lnTo>
                      <a:pt x="4116" y="3098"/>
                    </a:lnTo>
                    <a:lnTo>
                      <a:pt x="4111" y="3083"/>
                    </a:lnTo>
                    <a:lnTo>
                      <a:pt x="4110" y="3068"/>
                    </a:lnTo>
                    <a:lnTo>
                      <a:pt x="4112" y="3056"/>
                    </a:lnTo>
                    <a:lnTo>
                      <a:pt x="4124" y="3038"/>
                    </a:lnTo>
                    <a:lnTo>
                      <a:pt x="4119" y="3044"/>
                    </a:lnTo>
                    <a:lnTo>
                      <a:pt x="4108" y="3050"/>
                    </a:lnTo>
                    <a:lnTo>
                      <a:pt x="4111" y="3042"/>
                    </a:lnTo>
                    <a:lnTo>
                      <a:pt x="4127" y="3030"/>
                    </a:lnTo>
                    <a:lnTo>
                      <a:pt x="4133" y="3031"/>
                    </a:lnTo>
                    <a:lnTo>
                      <a:pt x="4143" y="3026"/>
                    </a:lnTo>
                    <a:lnTo>
                      <a:pt x="4143" y="3020"/>
                    </a:lnTo>
                    <a:lnTo>
                      <a:pt x="4166" y="3004"/>
                    </a:lnTo>
                    <a:lnTo>
                      <a:pt x="4189" y="2990"/>
                    </a:lnTo>
                    <a:lnTo>
                      <a:pt x="4203" y="2982"/>
                    </a:lnTo>
                    <a:lnTo>
                      <a:pt x="4207" y="2987"/>
                    </a:lnTo>
                    <a:lnTo>
                      <a:pt x="4209" y="2995"/>
                    </a:lnTo>
                    <a:lnTo>
                      <a:pt x="4218" y="2999"/>
                    </a:lnTo>
                    <a:lnTo>
                      <a:pt x="4227" y="2988"/>
                    </a:lnTo>
                    <a:lnTo>
                      <a:pt x="4237" y="2983"/>
                    </a:lnTo>
                    <a:lnTo>
                      <a:pt x="4261" y="2980"/>
                    </a:lnTo>
                    <a:lnTo>
                      <a:pt x="4262" y="2975"/>
                    </a:lnTo>
                    <a:lnTo>
                      <a:pt x="4247" y="2974"/>
                    </a:lnTo>
                    <a:lnTo>
                      <a:pt x="4232" y="2977"/>
                    </a:lnTo>
                    <a:lnTo>
                      <a:pt x="4207" y="2972"/>
                    </a:lnTo>
                    <a:lnTo>
                      <a:pt x="4194" y="2979"/>
                    </a:lnTo>
                    <a:lnTo>
                      <a:pt x="4183" y="2980"/>
                    </a:lnTo>
                    <a:lnTo>
                      <a:pt x="4182" y="2968"/>
                    </a:lnTo>
                    <a:lnTo>
                      <a:pt x="4196" y="2958"/>
                    </a:lnTo>
                    <a:lnTo>
                      <a:pt x="4207" y="2943"/>
                    </a:lnTo>
                    <a:lnTo>
                      <a:pt x="4199" y="2943"/>
                    </a:lnTo>
                    <a:lnTo>
                      <a:pt x="4197" y="2936"/>
                    </a:lnTo>
                    <a:lnTo>
                      <a:pt x="4187" y="2953"/>
                    </a:lnTo>
                    <a:lnTo>
                      <a:pt x="4176" y="2955"/>
                    </a:lnTo>
                    <a:lnTo>
                      <a:pt x="4144" y="2980"/>
                    </a:lnTo>
                    <a:lnTo>
                      <a:pt x="4134" y="2985"/>
                    </a:lnTo>
                    <a:lnTo>
                      <a:pt x="4124" y="2986"/>
                    </a:lnTo>
                    <a:lnTo>
                      <a:pt x="4116" y="2985"/>
                    </a:lnTo>
                    <a:lnTo>
                      <a:pt x="4110" y="2991"/>
                    </a:lnTo>
                    <a:lnTo>
                      <a:pt x="4101" y="2996"/>
                    </a:lnTo>
                    <a:lnTo>
                      <a:pt x="4079" y="2999"/>
                    </a:lnTo>
                    <a:lnTo>
                      <a:pt x="4074" y="2998"/>
                    </a:lnTo>
                    <a:lnTo>
                      <a:pt x="4068" y="2995"/>
                    </a:lnTo>
                    <a:lnTo>
                      <a:pt x="4058" y="2992"/>
                    </a:lnTo>
                    <a:lnTo>
                      <a:pt x="4057" y="2996"/>
                    </a:lnTo>
                    <a:lnTo>
                      <a:pt x="4052" y="2996"/>
                    </a:lnTo>
                    <a:lnTo>
                      <a:pt x="4043" y="2995"/>
                    </a:lnTo>
                    <a:lnTo>
                      <a:pt x="4035" y="2988"/>
                    </a:lnTo>
                    <a:lnTo>
                      <a:pt x="4032" y="2983"/>
                    </a:lnTo>
                    <a:lnTo>
                      <a:pt x="4031" y="2979"/>
                    </a:lnTo>
                    <a:lnTo>
                      <a:pt x="4031" y="2963"/>
                    </a:lnTo>
                    <a:lnTo>
                      <a:pt x="4016" y="2955"/>
                    </a:lnTo>
                    <a:lnTo>
                      <a:pt x="4016" y="2899"/>
                    </a:lnTo>
                    <a:lnTo>
                      <a:pt x="4016" y="2848"/>
                    </a:lnTo>
                    <a:lnTo>
                      <a:pt x="3990" y="2823"/>
                    </a:lnTo>
                    <a:lnTo>
                      <a:pt x="3983" y="2823"/>
                    </a:lnTo>
                    <a:lnTo>
                      <a:pt x="3976" y="2834"/>
                    </a:lnTo>
                    <a:lnTo>
                      <a:pt x="3958" y="2837"/>
                    </a:lnTo>
                    <a:lnTo>
                      <a:pt x="3946" y="2832"/>
                    </a:lnTo>
                    <a:lnTo>
                      <a:pt x="3944" y="2829"/>
                    </a:lnTo>
                    <a:lnTo>
                      <a:pt x="3941" y="2823"/>
                    </a:lnTo>
                    <a:lnTo>
                      <a:pt x="3934" y="2816"/>
                    </a:lnTo>
                    <a:lnTo>
                      <a:pt x="3928" y="2815"/>
                    </a:lnTo>
                    <a:lnTo>
                      <a:pt x="3922" y="2819"/>
                    </a:lnTo>
                    <a:lnTo>
                      <a:pt x="3895" y="2864"/>
                    </a:lnTo>
                    <a:lnTo>
                      <a:pt x="3891" y="2888"/>
                    </a:lnTo>
                    <a:lnTo>
                      <a:pt x="3885" y="2900"/>
                    </a:lnTo>
                    <a:lnTo>
                      <a:pt x="3884" y="2906"/>
                    </a:lnTo>
                    <a:lnTo>
                      <a:pt x="3879" y="2915"/>
                    </a:lnTo>
                    <a:lnTo>
                      <a:pt x="3876" y="2922"/>
                    </a:lnTo>
                    <a:lnTo>
                      <a:pt x="3872" y="2958"/>
                    </a:lnTo>
                    <a:lnTo>
                      <a:pt x="3871" y="2960"/>
                    </a:lnTo>
                    <a:lnTo>
                      <a:pt x="3864" y="2965"/>
                    </a:lnTo>
                    <a:lnTo>
                      <a:pt x="3861" y="2970"/>
                    </a:lnTo>
                    <a:lnTo>
                      <a:pt x="3860" y="2975"/>
                    </a:lnTo>
                    <a:lnTo>
                      <a:pt x="3861" y="2981"/>
                    </a:lnTo>
                    <a:lnTo>
                      <a:pt x="3861" y="2983"/>
                    </a:lnTo>
                    <a:lnTo>
                      <a:pt x="3854" y="2980"/>
                    </a:lnTo>
                    <a:lnTo>
                      <a:pt x="3853" y="2981"/>
                    </a:lnTo>
                    <a:lnTo>
                      <a:pt x="3853" y="2987"/>
                    </a:lnTo>
                    <a:lnTo>
                      <a:pt x="3842" y="2983"/>
                    </a:lnTo>
                    <a:lnTo>
                      <a:pt x="3833" y="2986"/>
                    </a:lnTo>
                    <a:lnTo>
                      <a:pt x="3831" y="2988"/>
                    </a:lnTo>
                    <a:lnTo>
                      <a:pt x="3818" y="2990"/>
                    </a:lnTo>
                    <a:lnTo>
                      <a:pt x="3815" y="2993"/>
                    </a:lnTo>
                    <a:lnTo>
                      <a:pt x="3809" y="3009"/>
                    </a:lnTo>
                    <a:lnTo>
                      <a:pt x="3807" y="3009"/>
                    </a:lnTo>
                    <a:lnTo>
                      <a:pt x="3709" y="3009"/>
                    </a:lnTo>
                    <a:lnTo>
                      <a:pt x="3634" y="3009"/>
                    </a:lnTo>
                    <a:lnTo>
                      <a:pt x="3619" y="3009"/>
                    </a:lnTo>
                    <a:lnTo>
                      <a:pt x="3603" y="3024"/>
                    </a:lnTo>
                    <a:lnTo>
                      <a:pt x="3584" y="3035"/>
                    </a:lnTo>
                    <a:lnTo>
                      <a:pt x="3581" y="3040"/>
                    </a:lnTo>
                    <a:lnTo>
                      <a:pt x="3580" y="3041"/>
                    </a:lnTo>
                    <a:lnTo>
                      <a:pt x="3567" y="3056"/>
                    </a:lnTo>
                    <a:lnTo>
                      <a:pt x="3554" y="3058"/>
                    </a:lnTo>
                    <a:lnTo>
                      <a:pt x="3524" y="3072"/>
                    </a:lnTo>
                    <a:lnTo>
                      <a:pt x="3514" y="3078"/>
                    </a:lnTo>
                    <a:lnTo>
                      <a:pt x="3511" y="3071"/>
                    </a:lnTo>
                    <a:lnTo>
                      <a:pt x="3508" y="3071"/>
                    </a:lnTo>
                    <a:lnTo>
                      <a:pt x="3499" y="3072"/>
                    </a:lnTo>
                    <a:lnTo>
                      <a:pt x="3498" y="3076"/>
                    </a:lnTo>
                    <a:lnTo>
                      <a:pt x="3503" y="3076"/>
                    </a:lnTo>
                    <a:lnTo>
                      <a:pt x="3509" y="3087"/>
                    </a:lnTo>
                    <a:lnTo>
                      <a:pt x="3510" y="3092"/>
                    </a:lnTo>
                    <a:lnTo>
                      <a:pt x="3501" y="3093"/>
                    </a:lnTo>
                    <a:lnTo>
                      <a:pt x="3497" y="3089"/>
                    </a:lnTo>
                    <a:lnTo>
                      <a:pt x="3485" y="3088"/>
                    </a:lnTo>
                    <a:lnTo>
                      <a:pt x="3479" y="3085"/>
                    </a:lnTo>
                    <a:lnTo>
                      <a:pt x="3466" y="3084"/>
                    </a:lnTo>
                    <a:lnTo>
                      <a:pt x="3449" y="3085"/>
                    </a:lnTo>
                    <a:lnTo>
                      <a:pt x="3392" y="3103"/>
                    </a:lnTo>
                    <a:lnTo>
                      <a:pt x="3377" y="3114"/>
                    </a:lnTo>
                    <a:lnTo>
                      <a:pt x="3371" y="3119"/>
                    </a:lnTo>
                    <a:lnTo>
                      <a:pt x="3369" y="3125"/>
                    </a:lnTo>
                    <a:lnTo>
                      <a:pt x="3358" y="3138"/>
                    </a:lnTo>
                    <a:lnTo>
                      <a:pt x="3380" y="3146"/>
                    </a:lnTo>
                    <a:lnTo>
                      <a:pt x="3388" y="3143"/>
                    </a:lnTo>
                    <a:lnTo>
                      <a:pt x="3398" y="3142"/>
                    </a:lnTo>
                    <a:lnTo>
                      <a:pt x="3401" y="3152"/>
                    </a:lnTo>
                    <a:lnTo>
                      <a:pt x="3406" y="3159"/>
                    </a:lnTo>
                    <a:lnTo>
                      <a:pt x="3408" y="3171"/>
                    </a:lnTo>
                    <a:lnTo>
                      <a:pt x="3386" y="3168"/>
                    </a:lnTo>
                    <a:lnTo>
                      <a:pt x="3379" y="3168"/>
                    </a:lnTo>
                    <a:lnTo>
                      <a:pt x="3368" y="3169"/>
                    </a:lnTo>
                    <a:lnTo>
                      <a:pt x="3363" y="3169"/>
                    </a:lnTo>
                    <a:lnTo>
                      <a:pt x="3344" y="3173"/>
                    </a:lnTo>
                    <a:lnTo>
                      <a:pt x="3332" y="3178"/>
                    </a:lnTo>
                    <a:lnTo>
                      <a:pt x="3317" y="3191"/>
                    </a:lnTo>
                    <a:lnTo>
                      <a:pt x="3305" y="3187"/>
                    </a:lnTo>
                    <a:lnTo>
                      <a:pt x="3285" y="3184"/>
                    </a:lnTo>
                    <a:lnTo>
                      <a:pt x="3266" y="3190"/>
                    </a:lnTo>
                    <a:lnTo>
                      <a:pt x="3261" y="3194"/>
                    </a:lnTo>
                    <a:lnTo>
                      <a:pt x="3256" y="3196"/>
                    </a:lnTo>
                    <a:lnTo>
                      <a:pt x="3248" y="3211"/>
                    </a:lnTo>
                    <a:lnTo>
                      <a:pt x="3246" y="3209"/>
                    </a:lnTo>
                    <a:lnTo>
                      <a:pt x="3234" y="3214"/>
                    </a:lnTo>
                    <a:lnTo>
                      <a:pt x="3228" y="3219"/>
                    </a:lnTo>
                    <a:lnTo>
                      <a:pt x="3218" y="3227"/>
                    </a:lnTo>
                    <a:lnTo>
                      <a:pt x="3213" y="3232"/>
                    </a:lnTo>
                    <a:lnTo>
                      <a:pt x="3212" y="3236"/>
                    </a:lnTo>
                    <a:lnTo>
                      <a:pt x="3197" y="3233"/>
                    </a:lnTo>
                    <a:lnTo>
                      <a:pt x="3191" y="3235"/>
                    </a:lnTo>
                    <a:lnTo>
                      <a:pt x="3175" y="3234"/>
                    </a:lnTo>
                    <a:lnTo>
                      <a:pt x="3175" y="3223"/>
                    </a:lnTo>
                    <a:lnTo>
                      <a:pt x="3180" y="3211"/>
                    </a:lnTo>
                    <a:lnTo>
                      <a:pt x="3186" y="3206"/>
                    </a:lnTo>
                    <a:lnTo>
                      <a:pt x="3187" y="3209"/>
                    </a:lnTo>
                    <a:lnTo>
                      <a:pt x="3198" y="3212"/>
                    </a:lnTo>
                    <a:lnTo>
                      <a:pt x="3207" y="3211"/>
                    </a:lnTo>
                    <a:lnTo>
                      <a:pt x="3210" y="3208"/>
                    </a:lnTo>
                    <a:lnTo>
                      <a:pt x="3212" y="3205"/>
                    </a:lnTo>
                    <a:lnTo>
                      <a:pt x="3213" y="3201"/>
                    </a:lnTo>
                    <a:lnTo>
                      <a:pt x="3212" y="3197"/>
                    </a:lnTo>
                    <a:lnTo>
                      <a:pt x="3207" y="3195"/>
                    </a:lnTo>
                    <a:lnTo>
                      <a:pt x="3205" y="3187"/>
                    </a:lnTo>
                    <a:lnTo>
                      <a:pt x="3205" y="3187"/>
                    </a:lnTo>
                    <a:lnTo>
                      <a:pt x="3213" y="3160"/>
                    </a:lnTo>
                    <a:lnTo>
                      <a:pt x="3213" y="3153"/>
                    </a:lnTo>
                    <a:lnTo>
                      <a:pt x="3223" y="3153"/>
                    </a:lnTo>
                    <a:lnTo>
                      <a:pt x="3228" y="3148"/>
                    </a:lnTo>
                    <a:lnTo>
                      <a:pt x="3230" y="3143"/>
                    </a:lnTo>
                    <a:lnTo>
                      <a:pt x="3239" y="3142"/>
                    </a:lnTo>
                    <a:lnTo>
                      <a:pt x="3247" y="3132"/>
                    </a:lnTo>
                    <a:lnTo>
                      <a:pt x="3251" y="3116"/>
                    </a:lnTo>
                    <a:lnTo>
                      <a:pt x="3250" y="3100"/>
                    </a:lnTo>
                    <a:lnTo>
                      <a:pt x="3248" y="3084"/>
                    </a:lnTo>
                    <a:lnTo>
                      <a:pt x="3248" y="3072"/>
                    </a:lnTo>
                    <a:lnTo>
                      <a:pt x="3266" y="3044"/>
                    </a:lnTo>
                    <a:lnTo>
                      <a:pt x="3269" y="3035"/>
                    </a:lnTo>
                    <a:lnTo>
                      <a:pt x="3271" y="3028"/>
                    </a:lnTo>
                    <a:lnTo>
                      <a:pt x="3271" y="3020"/>
                    </a:lnTo>
                    <a:lnTo>
                      <a:pt x="3267" y="3008"/>
                    </a:lnTo>
                    <a:lnTo>
                      <a:pt x="3261" y="2995"/>
                    </a:lnTo>
                    <a:lnTo>
                      <a:pt x="3257" y="2993"/>
                    </a:lnTo>
                    <a:lnTo>
                      <a:pt x="3255" y="2987"/>
                    </a:lnTo>
                    <a:lnTo>
                      <a:pt x="3257" y="2986"/>
                    </a:lnTo>
                    <a:lnTo>
                      <a:pt x="3273" y="2988"/>
                    </a:lnTo>
                    <a:lnTo>
                      <a:pt x="3275" y="3002"/>
                    </a:lnTo>
                    <a:lnTo>
                      <a:pt x="3282" y="3014"/>
                    </a:lnTo>
                    <a:lnTo>
                      <a:pt x="3284" y="3015"/>
                    </a:lnTo>
                    <a:lnTo>
                      <a:pt x="3286" y="3012"/>
                    </a:lnTo>
                    <a:lnTo>
                      <a:pt x="3290" y="3009"/>
                    </a:lnTo>
                    <a:lnTo>
                      <a:pt x="3288" y="3023"/>
                    </a:lnTo>
                    <a:lnTo>
                      <a:pt x="3293" y="3023"/>
                    </a:lnTo>
                    <a:lnTo>
                      <a:pt x="3294" y="3031"/>
                    </a:lnTo>
                    <a:lnTo>
                      <a:pt x="3294" y="3038"/>
                    </a:lnTo>
                    <a:lnTo>
                      <a:pt x="3302" y="3029"/>
                    </a:lnTo>
                    <a:lnTo>
                      <a:pt x="3305" y="3028"/>
                    </a:lnTo>
                    <a:lnTo>
                      <a:pt x="3310" y="3036"/>
                    </a:lnTo>
                    <a:lnTo>
                      <a:pt x="3315" y="3039"/>
                    </a:lnTo>
                    <a:lnTo>
                      <a:pt x="3327" y="3044"/>
                    </a:lnTo>
                    <a:lnTo>
                      <a:pt x="3342" y="3044"/>
                    </a:lnTo>
                    <a:lnTo>
                      <a:pt x="3345" y="3038"/>
                    </a:lnTo>
                    <a:lnTo>
                      <a:pt x="3345" y="3033"/>
                    </a:lnTo>
                    <a:lnTo>
                      <a:pt x="3341" y="3023"/>
                    </a:lnTo>
                    <a:lnTo>
                      <a:pt x="3342" y="3018"/>
                    </a:lnTo>
                    <a:lnTo>
                      <a:pt x="3344" y="3017"/>
                    </a:lnTo>
                    <a:lnTo>
                      <a:pt x="3350" y="3023"/>
                    </a:lnTo>
                    <a:lnTo>
                      <a:pt x="3359" y="3023"/>
                    </a:lnTo>
                    <a:lnTo>
                      <a:pt x="3363" y="3020"/>
                    </a:lnTo>
                    <a:lnTo>
                      <a:pt x="3363" y="3019"/>
                    </a:lnTo>
                    <a:lnTo>
                      <a:pt x="3361" y="3015"/>
                    </a:lnTo>
                    <a:lnTo>
                      <a:pt x="3360" y="3013"/>
                    </a:lnTo>
                    <a:lnTo>
                      <a:pt x="3350" y="3009"/>
                    </a:lnTo>
                    <a:lnTo>
                      <a:pt x="3343" y="2997"/>
                    </a:lnTo>
                    <a:lnTo>
                      <a:pt x="3345" y="2995"/>
                    </a:lnTo>
                    <a:lnTo>
                      <a:pt x="3343" y="2986"/>
                    </a:lnTo>
                    <a:lnTo>
                      <a:pt x="3343" y="2979"/>
                    </a:lnTo>
                    <a:lnTo>
                      <a:pt x="3337" y="2979"/>
                    </a:lnTo>
                    <a:lnTo>
                      <a:pt x="3331" y="2975"/>
                    </a:lnTo>
                    <a:lnTo>
                      <a:pt x="3326" y="2968"/>
                    </a:lnTo>
                    <a:lnTo>
                      <a:pt x="3316" y="2960"/>
                    </a:lnTo>
                    <a:lnTo>
                      <a:pt x="3311" y="2942"/>
                    </a:lnTo>
                    <a:lnTo>
                      <a:pt x="3301" y="2936"/>
                    </a:lnTo>
                    <a:lnTo>
                      <a:pt x="3291" y="2933"/>
                    </a:lnTo>
                    <a:lnTo>
                      <a:pt x="3272" y="2931"/>
                    </a:lnTo>
                    <a:lnTo>
                      <a:pt x="3259" y="2933"/>
                    </a:lnTo>
                    <a:lnTo>
                      <a:pt x="3258" y="2928"/>
                    </a:lnTo>
                    <a:lnTo>
                      <a:pt x="3258" y="2923"/>
                    </a:lnTo>
                    <a:lnTo>
                      <a:pt x="3246" y="2925"/>
                    </a:lnTo>
                    <a:lnTo>
                      <a:pt x="3231" y="2923"/>
                    </a:lnTo>
                    <a:lnTo>
                      <a:pt x="3214" y="2920"/>
                    </a:lnTo>
                    <a:lnTo>
                      <a:pt x="3209" y="2917"/>
                    </a:lnTo>
                    <a:lnTo>
                      <a:pt x="3205" y="2918"/>
                    </a:lnTo>
                    <a:lnTo>
                      <a:pt x="3198" y="2917"/>
                    </a:lnTo>
                    <a:lnTo>
                      <a:pt x="3193" y="2912"/>
                    </a:lnTo>
                    <a:lnTo>
                      <a:pt x="3181" y="2915"/>
                    </a:lnTo>
                    <a:lnTo>
                      <a:pt x="3177" y="2917"/>
                    </a:lnTo>
                    <a:lnTo>
                      <a:pt x="3171" y="2916"/>
                    </a:lnTo>
                    <a:lnTo>
                      <a:pt x="3138" y="2904"/>
                    </a:lnTo>
                    <a:lnTo>
                      <a:pt x="3126" y="2905"/>
                    </a:lnTo>
                    <a:lnTo>
                      <a:pt x="3119" y="2906"/>
                    </a:lnTo>
                    <a:lnTo>
                      <a:pt x="3119" y="2899"/>
                    </a:lnTo>
                    <a:lnTo>
                      <a:pt x="3111" y="2884"/>
                    </a:lnTo>
                    <a:lnTo>
                      <a:pt x="3108" y="2882"/>
                    </a:lnTo>
                    <a:lnTo>
                      <a:pt x="3107" y="2883"/>
                    </a:lnTo>
                    <a:lnTo>
                      <a:pt x="3106" y="2886"/>
                    </a:lnTo>
                    <a:lnTo>
                      <a:pt x="3106" y="2891"/>
                    </a:lnTo>
                    <a:lnTo>
                      <a:pt x="3099" y="2891"/>
                    </a:lnTo>
                    <a:lnTo>
                      <a:pt x="3101" y="2890"/>
                    </a:lnTo>
                    <a:lnTo>
                      <a:pt x="3101" y="2889"/>
                    </a:lnTo>
                    <a:lnTo>
                      <a:pt x="3099" y="2888"/>
                    </a:lnTo>
                    <a:lnTo>
                      <a:pt x="3096" y="2880"/>
                    </a:lnTo>
                    <a:lnTo>
                      <a:pt x="3100" y="2873"/>
                    </a:lnTo>
                    <a:lnTo>
                      <a:pt x="3097" y="2873"/>
                    </a:lnTo>
                    <a:lnTo>
                      <a:pt x="3096" y="2868"/>
                    </a:lnTo>
                    <a:lnTo>
                      <a:pt x="3102" y="2861"/>
                    </a:lnTo>
                    <a:lnTo>
                      <a:pt x="3089" y="2853"/>
                    </a:lnTo>
                    <a:lnTo>
                      <a:pt x="3085" y="2840"/>
                    </a:lnTo>
                    <a:lnTo>
                      <a:pt x="3090" y="2824"/>
                    </a:lnTo>
                    <a:lnTo>
                      <a:pt x="3075" y="2805"/>
                    </a:lnTo>
                    <a:lnTo>
                      <a:pt x="3072" y="2798"/>
                    </a:lnTo>
                    <a:lnTo>
                      <a:pt x="3074" y="2781"/>
                    </a:lnTo>
                    <a:lnTo>
                      <a:pt x="3076" y="2770"/>
                    </a:lnTo>
                    <a:lnTo>
                      <a:pt x="3053" y="2773"/>
                    </a:lnTo>
                    <a:lnTo>
                      <a:pt x="3031" y="2775"/>
                    </a:lnTo>
                    <a:lnTo>
                      <a:pt x="3020" y="2766"/>
                    </a:lnTo>
                    <a:lnTo>
                      <a:pt x="3005" y="2733"/>
                    </a:lnTo>
                    <a:lnTo>
                      <a:pt x="2999" y="2717"/>
                    </a:lnTo>
                    <a:lnTo>
                      <a:pt x="2994" y="2710"/>
                    </a:lnTo>
                    <a:lnTo>
                      <a:pt x="2986" y="2710"/>
                    </a:lnTo>
                    <a:lnTo>
                      <a:pt x="2972" y="2705"/>
                    </a:lnTo>
                    <a:lnTo>
                      <a:pt x="2957" y="2705"/>
                    </a:lnTo>
                    <a:lnTo>
                      <a:pt x="2957" y="2744"/>
                    </a:lnTo>
                    <a:lnTo>
                      <a:pt x="2938" y="2699"/>
                    </a:lnTo>
                    <a:lnTo>
                      <a:pt x="2903" y="2686"/>
                    </a:lnTo>
                    <a:lnTo>
                      <a:pt x="2898" y="2690"/>
                    </a:lnTo>
                    <a:lnTo>
                      <a:pt x="2897" y="2692"/>
                    </a:lnTo>
                    <a:lnTo>
                      <a:pt x="2898" y="2712"/>
                    </a:lnTo>
                    <a:lnTo>
                      <a:pt x="2897" y="2716"/>
                    </a:lnTo>
                    <a:lnTo>
                      <a:pt x="2888" y="2722"/>
                    </a:lnTo>
                    <a:lnTo>
                      <a:pt x="2884" y="2730"/>
                    </a:lnTo>
                    <a:lnTo>
                      <a:pt x="2880" y="2733"/>
                    </a:lnTo>
                    <a:lnTo>
                      <a:pt x="2877" y="2726"/>
                    </a:lnTo>
                    <a:lnTo>
                      <a:pt x="2882" y="2716"/>
                    </a:lnTo>
                    <a:lnTo>
                      <a:pt x="2885" y="2707"/>
                    </a:lnTo>
                    <a:lnTo>
                      <a:pt x="2884" y="2702"/>
                    </a:lnTo>
                    <a:lnTo>
                      <a:pt x="2879" y="2711"/>
                    </a:lnTo>
                    <a:lnTo>
                      <a:pt x="2869" y="2734"/>
                    </a:lnTo>
                    <a:lnTo>
                      <a:pt x="2866" y="2738"/>
                    </a:lnTo>
                    <a:lnTo>
                      <a:pt x="2860" y="2740"/>
                    </a:lnTo>
                    <a:lnTo>
                      <a:pt x="2858" y="2732"/>
                    </a:lnTo>
                    <a:lnTo>
                      <a:pt x="2859" y="2721"/>
                    </a:lnTo>
                    <a:lnTo>
                      <a:pt x="2845" y="2738"/>
                    </a:lnTo>
                    <a:lnTo>
                      <a:pt x="2839" y="2753"/>
                    </a:lnTo>
                    <a:lnTo>
                      <a:pt x="2834" y="2756"/>
                    </a:lnTo>
                    <a:lnTo>
                      <a:pt x="2833" y="2761"/>
                    </a:lnTo>
                    <a:lnTo>
                      <a:pt x="2812" y="2771"/>
                    </a:lnTo>
                    <a:lnTo>
                      <a:pt x="2807" y="2771"/>
                    </a:lnTo>
                    <a:lnTo>
                      <a:pt x="2793" y="2764"/>
                    </a:lnTo>
                    <a:lnTo>
                      <a:pt x="2767" y="2764"/>
                    </a:lnTo>
                    <a:lnTo>
                      <a:pt x="2750" y="2756"/>
                    </a:lnTo>
                    <a:lnTo>
                      <a:pt x="2741" y="2757"/>
                    </a:lnTo>
                    <a:lnTo>
                      <a:pt x="2728" y="2764"/>
                    </a:lnTo>
                    <a:lnTo>
                      <a:pt x="2721" y="2765"/>
                    </a:lnTo>
                    <a:lnTo>
                      <a:pt x="2709" y="2759"/>
                    </a:lnTo>
                    <a:lnTo>
                      <a:pt x="2702" y="2749"/>
                    </a:lnTo>
                    <a:lnTo>
                      <a:pt x="2689" y="2745"/>
                    </a:lnTo>
                    <a:lnTo>
                      <a:pt x="2682" y="2739"/>
                    </a:lnTo>
                    <a:lnTo>
                      <a:pt x="2673" y="2737"/>
                    </a:lnTo>
                    <a:lnTo>
                      <a:pt x="2669" y="2734"/>
                    </a:lnTo>
                    <a:lnTo>
                      <a:pt x="2662" y="2727"/>
                    </a:lnTo>
                    <a:lnTo>
                      <a:pt x="2654" y="2721"/>
                    </a:lnTo>
                    <a:lnTo>
                      <a:pt x="2644" y="2717"/>
                    </a:lnTo>
                    <a:lnTo>
                      <a:pt x="2618" y="2716"/>
                    </a:lnTo>
                    <a:lnTo>
                      <a:pt x="2610" y="2721"/>
                    </a:lnTo>
                    <a:lnTo>
                      <a:pt x="2599" y="2721"/>
                    </a:lnTo>
                    <a:lnTo>
                      <a:pt x="2592" y="2719"/>
                    </a:lnTo>
                    <a:lnTo>
                      <a:pt x="2592" y="2717"/>
                    </a:lnTo>
                    <a:lnTo>
                      <a:pt x="2590" y="2716"/>
                    </a:lnTo>
                    <a:lnTo>
                      <a:pt x="2576" y="2712"/>
                    </a:lnTo>
                    <a:lnTo>
                      <a:pt x="2572" y="2708"/>
                    </a:lnTo>
                    <a:lnTo>
                      <a:pt x="2562" y="2711"/>
                    </a:lnTo>
                    <a:lnTo>
                      <a:pt x="2558" y="2711"/>
                    </a:lnTo>
                    <a:lnTo>
                      <a:pt x="2557" y="2708"/>
                    </a:lnTo>
                    <a:lnTo>
                      <a:pt x="2548" y="2710"/>
                    </a:lnTo>
                    <a:lnTo>
                      <a:pt x="2540" y="2687"/>
                    </a:lnTo>
                    <a:lnTo>
                      <a:pt x="2537" y="2686"/>
                    </a:lnTo>
                    <a:lnTo>
                      <a:pt x="2526" y="2654"/>
                    </a:lnTo>
                    <a:lnTo>
                      <a:pt x="2519" y="2653"/>
                    </a:lnTo>
                    <a:lnTo>
                      <a:pt x="2514" y="2653"/>
                    </a:lnTo>
                    <a:lnTo>
                      <a:pt x="2514" y="2689"/>
                    </a:lnTo>
                    <a:lnTo>
                      <a:pt x="2455" y="2689"/>
                    </a:lnTo>
                    <a:lnTo>
                      <a:pt x="2400" y="2689"/>
                    </a:lnTo>
                    <a:lnTo>
                      <a:pt x="2388" y="2689"/>
                    </a:lnTo>
                    <a:lnTo>
                      <a:pt x="2342" y="2689"/>
                    </a:lnTo>
                    <a:lnTo>
                      <a:pt x="2294" y="2689"/>
                    </a:lnTo>
                    <a:lnTo>
                      <a:pt x="2241" y="2689"/>
                    </a:lnTo>
                    <a:lnTo>
                      <a:pt x="2191" y="2689"/>
                    </a:lnTo>
                    <a:lnTo>
                      <a:pt x="2174" y="2689"/>
                    </a:lnTo>
                    <a:lnTo>
                      <a:pt x="2027" y="2689"/>
                    </a:lnTo>
                    <a:lnTo>
                      <a:pt x="1983" y="2689"/>
                    </a:lnTo>
                    <a:lnTo>
                      <a:pt x="1929" y="2689"/>
                    </a:lnTo>
                    <a:lnTo>
                      <a:pt x="1880" y="2689"/>
                    </a:lnTo>
                    <a:lnTo>
                      <a:pt x="1833" y="2689"/>
                    </a:lnTo>
                    <a:lnTo>
                      <a:pt x="1785" y="2689"/>
                    </a:lnTo>
                    <a:lnTo>
                      <a:pt x="1731" y="2689"/>
                    </a:lnTo>
                    <a:lnTo>
                      <a:pt x="1699" y="2689"/>
                    </a:lnTo>
                    <a:lnTo>
                      <a:pt x="1650" y="2687"/>
                    </a:lnTo>
                    <a:lnTo>
                      <a:pt x="1596" y="2687"/>
                    </a:lnTo>
                    <a:lnTo>
                      <a:pt x="1546" y="2687"/>
                    </a:lnTo>
                    <a:lnTo>
                      <a:pt x="1477" y="2687"/>
                    </a:lnTo>
                    <a:lnTo>
                      <a:pt x="1368" y="2687"/>
                    </a:lnTo>
                    <a:lnTo>
                      <a:pt x="1315" y="2687"/>
                    </a:lnTo>
                    <a:lnTo>
                      <a:pt x="1262" y="2687"/>
                    </a:lnTo>
                    <a:lnTo>
                      <a:pt x="1217" y="2687"/>
                    </a:lnTo>
                    <a:lnTo>
                      <a:pt x="1167" y="2687"/>
                    </a:lnTo>
                    <a:lnTo>
                      <a:pt x="1115" y="2687"/>
                    </a:lnTo>
                    <a:lnTo>
                      <a:pt x="1064" y="2687"/>
                    </a:lnTo>
                    <a:lnTo>
                      <a:pt x="1002" y="2687"/>
                    </a:lnTo>
                    <a:lnTo>
                      <a:pt x="1000" y="2683"/>
                    </a:lnTo>
                    <a:lnTo>
                      <a:pt x="994" y="2679"/>
                    </a:lnTo>
                    <a:lnTo>
                      <a:pt x="989" y="2680"/>
                    </a:lnTo>
                    <a:lnTo>
                      <a:pt x="988" y="2678"/>
                    </a:lnTo>
                    <a:lnTo>
                      <a:pt x="989" y="2674"/>
                    </a:lnTo>
                    <a:lnTo>
                      <a:pt x="999" y="2670"/>
                    </a:lnTo>
                    <a:lnTo>
                      <a:pt x="1011" y="2671"/>
                    </a:lnTo>
                    <a:lnTo>
                      <a:pt x="1010" y="2665"/>
                    </a:lnTo>
                    <a:lnTo>
                      <a:pt x="1008" y="2665"/>
                    </a:lnTo>
                    <a:lnTo>
                      <a:pt x="1006" y="2663"/>
                    </a:lnTo>
                    <a:lnTo>
                      <a:pt x="1004" y="2662"/>
                    </a:lnTo>
                    <a:lnTo>
                      <a:pt x="992" y="2665"/>
                    </a:lnTo>
                    <a:lnTo>
                      <a:pt x="981" y="2664"/>
                    </a:lnTo>
                    <a:lnTo>
                      <a:pt x="979" y="2660"/>
                    </a:lnTo>
                    <a:lnTo>
                      <a:pt x="979" y="2659"/>
                    </a:lnTo>
                    <a:lnTo>
                      <a:pt x="977" y="2656"/>
                    </a:lnTo>
                    <a:lnTo>
                      <a:pt x="977" y="2652"/>
                    </a:lnTo>
                    <a:lnTo>
                      <a:pt x="979" y="2651"/>
                    </a:lnTo>
                    <a:lnTo>
                      <a:pt x="981" y="2626"/>
                    </a:lnTo>
                    <a:lnTo>
                      <a:pt x="976" y="2625"/>
                    </a:lnTo>
                    <a:lnTo>
                      <a:pt x="975" y="2630"/>
                    </a:lnTo>
                    <a:lnTo>
                      <a:pt x="966" y="2638"/>
                    </a:lnTo>
                    <a:lnTo>
                      <a:pt x="960" y="2649"/>
                    </a:lnTo>
                    <a:lnTo>
                      <a:pt x="955" y="2648"/>
                    </a:lnTo>
                    <a:lnTo>
                      <a:pt x="952" y="2641"/>
                    </a:lnTo>
                    <a:lnTo>
                      <a:pt x="952" y="2637"/>
                    </a:lnTo>
                    <a:lnTo>
                      <a:pt x="955" y="2626"/>
                    </a:lnTo>
                    <a:lnTo>
                      <a:pt x="949" y="2626"/>
                    </a:lnTo>
                    <a:lnTo>
                      <a:pt x="949" y="2621"/>
                    </a:lnTo>
                    <a:lnTo>
                      <a:pt x="946" y="2621"/>
                    </a:lnTo>
                    <a:lnTo>
                      <a:pt x="944" y="2616"/>
                    </a:lnTo>
                    <a:lnTo>
                      <a:pt x="944" y="2611"/>
                    </a:lnTo>
                    <a:lnTo>
                      <a:pt x="939" y="2606"/>
                    </a:lnTo>
                    <a:lnTo>
                      <a:pt x="936" y="2598"/>
                    </a:lnTo>
                    <a:lnTo>
                      <a:pt x="935" y="2600"/>
                    </a:lnTo>
                    <a:lnTo>
                      <a:pt x="938" y="2609"/>
                    </a:lnTo>
                    <a:lnTo>
                      <a:pt x="936" y="2614"/>
                    </a:lnTo>
                    <a:lnTo>
                      <a:pt x="930" y="2605"/>
                    </a:lnTo>
                    <a:lnTo>
                      <a:pt x="927" y="2615"/>
                    </a:lnTo>
                    <a:lnTo>
                      <a:pt x="923" y="2617"/>
                    </a:lnTo>
                    <a:lnTo>
                      <a:pt x="911" y="2617"/>
                    </a:lnTo>
                    <a:lnTo>
                      <a:pt x="902" y="2610"/>
                    </a:lnTo>
                    <a:lnTo>
                      <a:pt x="898" y="2605"/>
                    </a:lnTo>
                    <a:lnTo>
                      <a:pt x="892" y="2599"/>
                    </a:lnTo>
                    <a:lnTo>
                      <a:pt x="891" y="2594"/>
                    </a:lnTo>
                    <a:lnTo>
                      <a:pt x="898" y="2588"/>
                    </a:lnTo>
                    <a:lnTo>
                      <a:pt x="900" y="2584"/>
                    </a:lnTo>
                    <a:lnTo>
                      <a:pt x="900" y="2578"/>
                    </a:lnTo>
                    <a:lnTo>
                      <a:pt x="897" y="2573"/>
                    </a:lnTo>
                    <a:lnTo>
                      <a:pt x="900" y="2565"/>
                    </a:lnTo>
                    <a:lnTo>
                      <a:pt x="896" y="2563"/>
                    </a:lnTo>
                    <a:lnTo>
                      <a:pt x="890" y="2568"/>
                    </a:lnTo>
                    <a:lnTo>
                      <a:pt x="884" y="2570"/>
                    </a:lnTo>
                    <a:lnTo>
                      <a:pt x="880" y="2565"/>
                    </a:lnTo>
                    <a:lnTo>
                      <a:pt x="878" y="2555"/>
                    </a:lnTo>
                    <a:lnTo>
                      <a:pt x="875" y="2555"/>
                    </a:lnTo>
                    <a:lnTo>
                      <a:pt x="864" y="2561"/>
                    </a:lnTo>
                    <a:lnTo>
                      <a:pt x="853" y="2557"/>
                    </a:lnTo>
                    <a:lnTo>
                      <a:pt x="849" y="2560"/>
                    </a:lnTo>
                    <a:lnTo>
                      <a:pt x="842" y="2554"/>
                    </a:lnTo>
                    <a:lnTo>
                      <a:pt x="841" y="2558"/>
                    </a:lnTo>
                    <a:lnTo>
                      <a:pt x="837" y="2561"/>
                    </a:lnTo>
                    <a:lnTo>
                      <a:pt x="833" y="2557"/>
                    </a:lnTo>
                    <a:lnTo>
                      <a:pt x="803" y="2556"/>
                    </a:lnTo>
                    <a:lnTo>
                      <a:pt x="800" y="2552"/>
                    </a:lnTo>
                    <a:lnTo>
                      <a:pt x="826" y="2545"/>
                    </a:lnTo>
                    <a:lnTo>
                      <a:pt x="828" y="2541"/>
                    </a:lnTo>
                    <a:lnTo>
                      <a:pt x="816" y="2541"/>
                    </a:lnTo>
                    <a:lnTo>
                      <a:pt x="819" y="2531"/>
                    </a:lnTo>
                    <a:lnTo>
                      <a:pt x="809" y="2528"/>
                    </a:lnTo>
                    <a:lnTo>
                      <a:pt x="803" y="2527"/>
                    </a:lnTo>
                    <a:lnTo>
                      <a:pt x="803" y="2525"/>
                    </a:lnTo>
                    <a:lnTo>
                      <a:pt x="810" y="2525"/>
                    </a:lnTo>
                    <a:lnTo>
                      <a:pt x="815" y="2523"/>
                    </a:lnTo>
                    <a:lnTo>
                      <a:pt x="810" y="2517"/>
                    </a:lnTo>
                    <a:lnTo>
                      <a:pt x="794" y="2514"/>
                    </a:lnTo>
                    <a:lnTo>
                      <a:pt x="787" y="2522"/>
                    </a:lnTo>
                    <a:lnTo>
                      <a:pt x="783" y="2518"/>
                    </a:lnTo>
                    <a:lnTo>
                      <a:pt x="766" y="2517"/>
                    </a:lnTo>
                    <a:lnTo>
                      <a:pt x="764" y="2520"/>
                    </a:lnTo>
                    <a:lnTo>
                      <a:pt x="767" y="2524"/>
                    </a:lnTo>
                    <a:lnTo>
                      <a:pt x="762" y="2525"/>
                    </a:lnTo>
                    <a:lnTo>
                      <a:pt x="740" y="2514"/>
                    </a:lnTo>
                    <a:lnTo>
                      <a:pt x="731" y="2504"/>
                    </a:lnTo>
                    <a:lnTo>
                      <a:pt x="729" y="2498"/>
                    </a:lnTo>
                    <a:lnTo>
                      <a:pt x="729" y="2492"/>
                    </a:lnTo>
                    <a:lnTo>
                      <a:pt x="735" y="2490"/>
                    </a:lnTo>
                    <a:lnTo>
                      <a:pt x="741" y="2490"/>
                    </a:lnTo>
                    <a:lnTo>
                      <a:pt x="747" y="2487"/>
                    </a:lnTo>
                    <a:lnTo>
                      <a:pt x="745" y="2484"/>
                    </a:lnTo>
                    <a:lnTo>
                      <a:pt x="740" y="2481"/>
                    </a:lnTo>
                    <a:lnTo>
                      <a:pt x="729" y="2484"/>
                    </a:lnTo>
                    <a:lnTo>
                      <a:pt x="730" y="2479"/>
                    </a:lnTo>
                    <a:lnTo>
                      <a:pt x="741" y="2474"/>
                    </a:lnTo>
                    <a:lnTo>
                      <a:pt x="752" y="2475"/>
                    </a:lnTo>
                    <a:lnTo>
                      <a:pt x="756" y="2472"/>
                    </a:lnTo>
                    <a:lnTo>
                      <a:pt x="745" y="2469"/>
                    </a:lnTo>
                    <a:lnTo>
                      <a:pt x="742" y="2465"/>
                    </a:lnTo>
                    <a:lnTo>
                      <a:pt x="750" y="2457"/>
                    </a:lnTo>
                    <a:lnTo>
                      <a:pt x="742" y="2448"/>
                    </a:lnTo>
                    <a:lnTo>
                      <a:pt x="734" y="2461"/>
                    </a:lnTo>
                    <a:lnTo>
                      <a:pt x="728" y="2463"/>
                    </a:lnTo>
                    <a:lnTo>
                      <a:pt x="725" y="2461"/>
                    </a:lnTo>
                    <a:lnTo>
                      <a:pt x="723" y="2454"/>
                    </a:lnTo>
                    <a:lnTo>
                      <a:pt x="723" y="2443"/>
                    </a:lnTo>
                    <a:lnTo>
                      <a:pt x="725" y="2430"/>
                    </a:lnTo>
                    <a:lnTo>
                      <a:pt x="723" y="2428"/>
                    </a:lnTo>
                    <a:lnTo>
                      <a:pt x="722" y="2425"/>
                    </a:lnTo>
                    <a:lnTo>
                      <a:pt x="722" y="2420"/>
                    </a:lnTo>
                    <a:lnTo>
                      <a:pt x="724" y="2409"/>
                    </a:lnTo>
                    <a:lnTo>
                      <a:pt x="723" y="2402"/>
                    </a:lnTo>
                    <a:lnTo>
                      <a:pt x="719" y="2400"/>
                    </a:lnTo>
                    <a:lnTo>
                      <a:pt x="719" y="2393"/>
                    </a:lnTo>
                    <a:lnTo>
                      <a:pt x="718" y="2388"/>
                    </a:lnTo>
                    <a:lnTo>
                      <a:pt x="707" y="2394"/>
                    </a:lnTo>
                    <a:lnTo>
                      <a:pt x="698" y="2395"/>
                    </a:lnTo>
                    <a:lnTo>
                      <a:pt x="699" y="2390"/>
                    </a:lnTo>
                    <a:lnTo>
                      <a:pt x="702" y="2388"/>
                    </a:lnTo>
                    <a:lnTo>
                      <a:pt x="702" y="2383"/>
                    </a:lnTo>
                    <a:lnTo>
                      <a:pt x="699" y="2378"/>
                    </a:lnTo>
                    <a:lnTo>
                      <a:pt x="693" y="2378"/>
                    </a:lnTo>
                    <a:lnTo>
                      <a:pt x="683" y="2382"/>
                    </a:lnTo>
                    <a:lnTo>
                      <a:pt x="674" y="2380"/>
                    </a:lnTo>
                    <a:lnTo>
                      <a:pt x="671" y="2377"/>
                    </a:lnTo>
                    <a:lnTo>
                      <a:pt x="669" y="2363"/>
                    </a:lnTo>
                    <a:lnTo>
                      <a:pt x="663" y="2361"/>
                    </a:lnTo>
                    <a:lnTo>
                      <a:pt x="656" y="2350"/>
                    </a:lnTo>
                    <a:lnTo>
                      <a:pt x="655" y="2345"/>
                    </a:lnTo>
                    <a:lnTo>
                      <a:pt x="651" y="2337"/>
                    </a:lnTo>
                    <a:lnTo>
                      <a:pt x="654" y="2326"/>
                    </a:lnTo>
                    <a:lnTo>
                      <a:pt x="658" y="2321"/>
                    </a:lnTo>
                    <a:lnTo>
                      <a:pt x="658" y="2308"/>
                    </a:lnTo>
                    <a:lnTo>
                      <a:pt x="658" y="2298"/>
                    </a:lnTo>
                    <a:lnTo>
                      <a:pt x="656" y="2296"/>
                    </a:lnTo>
                    <a:lnTo>
                      <a:pt x="653" y="2292"/>
                    </a:lnTo>
                    <a:lnTo>
                      <a:pt x="647" y="2297"/>
                    </a:lnTo>
                    <a:lnTo>
                      <a:pt x="645" y="2299"/>
                    </a:lnTo>
                    <a:lnTo>
                      <a:pt x="643" y="2298"/>
                    </a:lnTo>
                    <a:lnTo>
                      <a:pt x="642" y="2296"/>
                    </a:lnTo>
                    <a:lnTo>
                      <a:pt x="640" y="2296"/>
                    </a:lnTo>
                    <a:lnTo>
                      <a:pt x="624" y="2278"/>
                    </a:lnTo>
                    <a:lnTo>
                      <a:pt x="621" y="2270"/>
                    </a:lnTo>
                    <a:lnTo>
                      <a:pt x="616" y="2264"/>
                    </a:lnTo>
                    <a:lnTo>
                      <a:pt x="600" y="2250"/>
                    </a:lnTo>
                    <a:lnTo>
                      <a:pt x="599" y="2246"/>
                    </a:lnTo>
                    <a:lnTo>
                      <a:pt x="600" y="2238"/>
                    </a:lnTo>
                    <a:lnTo>
                      <a:pt x="605" y="2233"/>
                    </a:lnTo>
                    <a:lnTo>
                      <a:pt x="610" y="2231"/>
                    </a:lnTo>
                    <a:lnTo>
                      <a:pt x="608" y="2226"/>
                    </a:lnTo>
                    <a:lnTo>
                      <a:pt x="595" y="2227"/>
                    </a:lnTo>
                    <a:lnTo>
                      <a:pt x="590" y="2224"/>
                    </a:lnTo>
                    <a:lnTo>
                      <a:pt x="583" y="2211"/>
                    </a:lnTo>
                    <a:lnTo>
                      <a:pt x="580" y="2208"/>
                    </a:lnTo>
                    <a:lnTo>
                      <a:pt x="580" y="2195"/>
                    </a:lnTo>
                    <a:lnTo>
                      <a:pt x="584" y="2189"/>
                    </a:lnTo>
                    <a:lnTo>
                      <a:pt x="586" y="2181"/>
                    </a:lnTo>
                    <a:lnTo>
                      <a:pt x="591" y="2179"/>
                    </a:lnTo>
                    <a:lnTo>
                      <a:pt x="599" y="2185"/>
                    </a:lnTo>
                    <a:lnTo>
                      <a:pt x="600" y="2181"/>
                    </a:lnTo>
                    <a:lnTo>
                      <a:pt x="596" y="2175"/>
                    </a:lnTo>
                    <a:lnTo>
                      <a:pt x="596" y="2170"/>
                    </a:lnTo>
                    <a:lnTo>
                      <a:pt x="599" y="2161"/>
                    </a:lnTo>
                    <a:lnTo>
                      <a:pt x="604" y="2157"/>
                    </a:lnTo>
                    <a:lnTo>
                      <a:pt x="604" y="2153"/>
                    </a:lnTo>
                    <a:lnTo>
                      <a:pt x="601" y="2147"/>
                    </a:lnTo>
                    <a:lnTo>
                      <a:pt x="599" y="2147"/>
                    </a:lnTo>
                    <a:lnTo>
                      <a:pt x="600" y="2140"/>
                    </a:lnTo>
                    <a:lnTo>
                      <a:pt x="602" y="2136"/>
                    </a:lnTo>
                    <a:lnTo>
                      <a:pt x="605" y="2130"/>
                    </a:lnTo>
                    <a:lnTo>
                      <a:pt x="605" y="2125"/>
                    </a:lnTo>
                    <a:lnTo>
                      <a:pt x="600" y="2109"/>
                    </a:lnTo>
                    <a:lnTo>
                      <a:pt x="600" y="2082"/>
                    </a:lnTo>
                    <a:lnTo>
                      <a:pt x="602" y="2067"/>
                    </a:lnTo>
                    <a:lnTo>
                      <a:pt x="605" y="2062"/>
                    </a:lnTo>
                    <a:lnTo>
                      <a:pt x="605" y="2060"/>
                    </a:lnTo>
                    <a:lnTo>
                      <a:pt x="601" y="2054"/>
                    </a:lnTo>
                    <a:lnTo>
                      <a:pt x="599" y="2050"/>
                    </a:lnTo>
                    <a:lnTo>
                      <a:pt x="580" y="2045"/>
                    </a:lnTo>
                    <a:lnTo>
                      <a:pt x="575" y="2039"/>
                    </a:lnTo>
                    <a:lnTo>
                      <a:pt x="550" y="2018"/>
                    </a:lnTo>
                    <a:lnTo>
                      <a:pt x="514" y="2008"/>
                    </a:lnTo>
                    <a:lnTo>
                      <a:pt x="502" y="2001"/>
                    </a:lnTo>
                    <a:lnTo>
                      <a:pt x="497" y="1995"/>
                    </a:lnTo>
                    <a:lnTo>
                      <a:pt x="492" y="1986"/>
                    </a:lnTo>
                    <a:lnTo>
                      <a:pt x="487" y="1969"/>
                    </a:lnTo>
                    <a:lnTo>
                      <a:pt x="487" y="1965"/>
                    </a:lnTo>
                    <a:lnTo>
                      <a:pt x="483" y="1958"/>
                    </a:lnTo>
                    <a:lnTo>
                      <a:pt x="473" y="1949"/>
                    </a:lnTo>
                    <a:lnTo>
                      <a:pt x="472" y="1944"/>
                    </a:lnTo>
                    <a:lnTo>
                      <a:pt x="475" y="1939"/>
                    </a:lnTo>
                    <a:lnTo>
                      <a:pt x="475" y="1936"/>
                    </a:lnTo>
                    <a:lnTo>
                      <a:pt x="471" y="1928"/>
                    </a:lnTo>
                    <a:lnTo>
                      <a:pt x="457" y="1911"/>
                    </a:lnTo>
                    <a:lnTo>
                      <a:pt x="452" y="1893"/>
                    </a:lnTo>
                    <a:lnTo>
                      <a:pt x="449" y="1893"/>
                    </a:lnTo>
                    <a:lnTo>
                      <a:pt x="448" y="1890"/>
                    </a:lnTo>
                    <a:lnTo>
                      <a:pt x="441" y="1872"/>
                    </a:lnTo>
                    <a:lnTo>
                      <a:pt x="413" y="1826"/>
                    </a:lnTo>
                    <a:lnTo>
                      <a:pt x="402" y="1807"/>
                    </a:lnTo>
                    <a:lnTo>
                      <a:pt x="395" y="1786"/>
                    </a:lnTo>
                    <a:lnTo>
                      <a:pt x="384" y="1775"/>
                    </a:lnTo>
                    <a:lnTo>
                      <a:pt x="363" y="1766"/>
                    </a:lnTo>
                    <a:lnTo>
                      <a:pt x="359" y="1759"/>
                    </a:lnTo>
                    <a:lnTo>
                      <a:pt x="359" y="1756"/>
                    </a:lnTo>
                    <a:lnTo>
                      <a:pt x="355" y="1740"/>
                    </a:lnTo>
                    <a:lnTo>
                      <a:pt x="343" y="1729"/>
                    </a:lnTo>
                    <a:lnTo>
                      <a:pt x="341" y="1721"/>
                    </a:lnTo>
                    <a:lnTo>
                      <a:pt x="332" y="1707"/>
                    </a:lnTo>
                    <a:lnTo>
                      <a:pt x="328" y="1695"/>
                    </a:lnTo>
                    <a:lnTo>
                      <a:pt x="323" y="1695"/>
                    </a:lnTo>
                    <a:lnTo>
                      <a:pt x="320" y="1691"/>
                    </a:lnTo>
                    <a:lnTo>
                      <a:pt x="311" y="1673"/>
                    </a:lnTo>
                    <a:lnTo>
                      <a:pt x="305" y="1667"/>
                    </a:lnTo>
                    <a:lnTo>
                      <a:pt x="300" y="1666"/>
                    </a:lnTo>
                    <a:lnTo>
                      <a:pt x="278" y="1683"/>
                    </a:lnTo>
                    <a:lnTo>
                      <a:pt x="257" y="1689"/>
                    </a:lnTo>
                    <a:lnTo>
                      <a:pt x="252" y="1695"/>
                    </a:lnTo>
                    <a:lnTo>
                      <a:pt x="251" y="1707"/>
                    </a:lnTo>
                    <a:lnTo>
                      <a:pt x="249" y="1710"/>
                    </a:lnTo>
                    <a:lnTo>
                      <a:pt x="242" y="1713"/>
                    </a:lnTo>
                    <a:lnTo>
                      <a:pt x="240" y="1717"/>
                    </a:lnTo>
                    <a:lnTo>
                      <a:pt x="240" y="1726"/>
                    </a:lnTo>
                    <a:lnTo>
                      <a:pt x="236" y="1734"/>
                    </a:lnTo>
                    <a:lnTo>
                      <a:pt x="220" y="1739"/>
                    </a:lnTo>
                    <a:lnTo>
                      <a:pt x="204" y="1753"/>
                    </a:lnTo>
                    <a:lnTo>
                      <a:pt x="191" y="1758"/>
                    </a:lnTo>
                    <a:lnTo>
                      <a:pt x="188" y="1756"/>
                    </a:lnTo>
                    <a:lnTo>
                      <a:pt x="188" y="1753"/>
                    </a:lnTo>
                    <a:lnTo>
                      <a:pt x="185" y="1747"/>
                    </a:lnTo>
                    <a:lnTo>
                      <a:pt x="175" y="1723"/>
                    </a:lnTo>
                    <a:lnTo>
                      <a:pt x="159" y="1710"/>
                    </a:lnTo>
                    <a:lnTo>
                      <a:pt x="176" y="1695"/>
                    </a:lnTo>
                    <a:lnTo>
                      <a:pt x="174" y="1691"/>
                    </a:lnTo>
                    <a:lnTo>
                      <a:pt x="158" y="1681"/>
                    </a:lnTo>
                    <a:lnTo>
                      <a:pt x="169" y="1693"/>
                    </a:lnTo>
                    <a:lnTo>
                      <a:pt x="166" y="1697"/>
                    </a:lnTo>
                    <a:lnTo>
                      <a:pt x="155" y="1695"/>
                    </a:lnTo>
                    <a:lnTo>
                      <a:pt x="152" y="1702"/>
                    </a:lnTo>
                    <a:lnTo>
                      <a:pt x="149" y="1699"/>
                    </a:lnTo>
                    <a:lnTo>
                      <a:pt x="122" y="1664"/>
                    </a:lnTo>
                    <a:lnTo>
                      <a:pt x="117" y="1653"/>
                    </a:lnTo>
                    <a:lnTo>
                      <a:pt x="104" y="1642"/>
                    </a:lnTo>
                    <a:lnTo>
                      <a:pt x="97" y="1636"/>
                    </a:lnTo>
                    <a:lnTo>
                      <a:pt x="101" y="1636"/>
                    </a:lnTo>
                    <a:lnTo>
                      <a:pt x="101" y="1630"/>
                    </a:lnTo>
                    <a:lnTo>
                      <a:pt x="101" y="1608"/>
                    </a:lnTo>
                    <a:lnTo>
                      <a:pt x="68" y="1609"/>
                    </a:lnTo>
                    <a:lnTo>
                      <a:pt x="56" y="1624"/>
                    </a:lnTo>
                    <a:lnTo>
                      <a:pt x="50" y="1621"/>
                    </a:lnTo>
                    <a:lnTo>
                      <a:pt x="35" y="1610"/>
                    </a:lnTo>
                    <a:lnTo>
                      <a:pt x="20" y="1621"/>
                    </a:lnTo>
                    <a:lnTo>
                      <a:pt x="0" y="1609"/>
                    </a:lnTo>
                    <a:lnTo>
                      <a:pt x="0" y="1573"/>
                    </a:lnTo>
                    <a:lnTo>
                      <a:pt x="0" y="1463"/>
                    </a:lnTo>
                    <a:lnTo>
                      <a:pt x="0" y="1356"/>
                    </a:lnTo>
                    <a:lnTo>
                      <a:pt x="0" y="1255"/>
                    </a:lnTo>
                    <a:lnTo>
                      <a:pt x="0" y="1146"/>
                    </a:lnTo>
                    <a:lnTo>
                      <a:pt x="0" y="1022"/>
                    </a:lnTo>
                    <a:lnTo>
                      <a:pt x="0" y="900"/>
                    </a:lnTo>
                    <a:lnTo>
                      <a:pt x="0" y="785"/>
                    </a:lnTo>
                    <a:lnTo>
                      <a:pt x="0" y="660"/>
                    </a:lnTo>
                    <a:lnTo>
                      <a:pt x="0" y="516"/>
                    </a:lnTo>
                    <a:lnTo>
                      <a:pt x="0" y="373"/>
                    </a:lnTo>
                    <a:lnTo>
                      <a:pt x="2" y="376"/>
                    </a:lnTo>
                    <a:lnTo>
                      <a:pt x="11" y="381"/>
                    </a:lnTo>
                    <a:lnTo>
                      <a:pt x="21" y="384"/>
                    </a:lnTo>
                    <a:lnTo>
                      <a:pt x="62" y="383"/>
                    </a:lnTo>
                    <a:lnTo>
                      <a:pt x="70" y="386"/>
                    </a:lnTo>
                    <a:lnTo>
                      <a:pt x="74" y="393"/>
                    </a:lnTo>
                    <a:lnTo>
                      <a:pt x="91" y="394"/>
                    </a:lnTo>
                    <a:lnTo>
                      <a:pt x="110" y="413"/>
                    </a:lnTo>
                    <a:lnTo>
                      <a:pt x="132" y="447"/>
                    </a:lnTo>
                    <a:lnTo>
                      <a:pt x="139" y="447"/>
                    </a:lnTo>
                    <a:lnTo>
                      <a:pt x="143" y="451"/>
                    </a:lnTo>
                    <a:lnTo>
                      <a:pt x="145" y="445"/>
                    </a:lnTo>
                    <a:lnTo>
                      <a:pt x="149" y="454"/>
                    </a:lnTo>
                    <a:lnTo>
                      <a:pt x="159" y="465"/>
                    </a:lnTo>
                    <a:lnTo>
                      <a:pt x="170" y="475"/>
                    </a:lnTo>
                    <a:lnTo>
                      <a:pt x="179" y="480"/>
                    </a:lnTo>
                    <a:lnTo>
                      <a:pt x="191" y="492"/>
                    </a:lnTo>
                    <a:lnTo>
                      <a:pt x="198" y="491"/>
                    </a:lnTo>
                    <a:lnTo>
                      <a:pt x="214" y="495"/>
                    </a:lnTo>
                    <a:lnTo>
                      <a:pt x="228" y="502"/>
                    </a:lnTo>
                    <a:lnTo>
                      <a:pt x="235" y="504"/>
                    </a:lnTo>
                    <a:lnTo>
                      <a:pt x="241" y="501"/>
                    </a:lnTo>
                    <a:lnTo>
                      <a:pt x="246" y="505"/>
                    </a:lnTo>
                    <a:lnTo>
                      <a:pt x="246" y="500"/>
                    </a:lnTo>
                    <a:lnTo>
                      <a:pt x="244" y="492"/>
                    </a:lnTo>
                    <a:lnTo>
                      <a:pt x="255" y="497"/>
                    </a:lnTo>
                    <a:lnTo>
                      <a:pt x="265" y="501"/>
                    </a:lnTo>
                    <a:lnTo>
                      <a:pt x="269" y="506"/>
                    </a:lnTo>
                    <a:lnTo>
                      <a:pt x="277" y="507"/>
                    </a:lnTo>
                    <a:lnTo>
                      <a:pt x="288" y="516"/>
                    </a:lnTo>
                    <a:lnTo>
                      <a:pt x="309" y="537"/>
                    </a:lnTo>
                    <a:lnTo>
                      <a:pt x="316" y="535"/>
                    </a:lnTo>
                    <a:lnTo>
                      <a:pt x="321" y="537"/>
                    </a:lnTo>
                    <a:lnTo>
                      <a:pt x="319" y="529"/>
                    </a:lnTo>
                    <a:lnTo>
                      <a:pt x="308" y="517"/>
                    </a:lnTo>
                    <a:lnTo>
                      <a:pt x="304" y="506"/>
                    </a:lnTo>
                    <a:lnTo>
                      <a:pt x="300" y="501"/>
                    </a:lnTo>
                    <a:lnTo>
                      <a:pt x="306" y="499"/>
                    </a:lnTo>
                    <a:lnTo>
                      <a:pt x="322" y="505"/>
                    </a:lnTo>
                    <a:lnTo>
                      <a:pt x="331" y="502"/>
                    </a:lnTo>
                    <a:lnTo>
                      <a:pt x="341" y="505"/>
                    </a:lnTo>
                    <a:lnTo>
                      <a:pt x="347" y="510"/>
                    </a:lnTo>
                    <a:lnTo>
                      <a:pt x="349" y="524"/>
                    </a:lnTo>
                    <a:lnTo>
                      <a:pt x="354" y="532"/>
                    </a:lnTo>
                    <a:lnTo>
                      <a:pt x="370" y="545"/>
                    </a:lnTo>
                    <a:lnTo>
                      <a:pt x="373" y="553"/>
                    </a:lnTo>
                    <a:lnTo>
                      <a:pt x="376" y="542"/>
                    </a:lnTo>
                    <a:lnTo>
                      <a:pt x="375" y="527"/>
                    </a:lnTo>
                    <a:lnTo>
                      <a:pt x="370" y="522"/>
                    </a:lnTo>
                    <a:lnTo>
                      <a:pt x="353" y="490"/>
                    </a:lnTo>
                    <a:lnTo>
                      <a:pt x="349" y="480"/>
                    </a:lnTo>
                    <a:lnTo>
                      <a:pt x="349" y="475"/>
                    </a:lnTo>
                    <a:lnTo>
                      <a:pt x="360" y="468"/>
                    </a:lnTo>
                    <a:lnTo>
                      <a:pt x="369" y="456"/>
                    </a:lnTo>
                    <a:lnTo>
                      <a:pt x="385" y="445"/>
                    </a:lnTo>
                    <a:lnTo>
                      <a:pt x="391" y="435"/>
                    </a:lnTo>
                    <a:lnTo>
                      <a:pt x="396" y="435"/>
                    </a:lnTo>
                    <a:lnTo>
                      <a:pt x="400" y="429"/>
                    </a:lnTo>
                    <a:lnTo>
                      <a:pt x="423" y="425"/>
                    </a:lnTo>
                    <a:lnTo>
                      <a:pt x="430" y="420"/>
                    </a:lnTo>
                    <a:lnTo>
                      <a:pt x="439" y="411"/>
                    </a:lnTo>
                    <a:lnTo>
                      <a:pt x="440" y="391"/>
                    </a:lnTo>
                    <a:lnTo>
                      <a:pt x="448" y="384"/>
                    </a:lnTo>
                    <a:lnTo>
                      <a:pt x="450" y="387"/>
                    </a:lnTo>
                    <a:lnTo>
                      <a:pt x="455" y="387"/>
                    </a:lnTo>
                    <a:lnTo>
                      <a:pt x="457" y="378"/>
                    </a:lnTo>
                    <a:lnTo>
                      <a:pt x="464" y="371"/>
                    </a:lnTo>
                    <a:lnTo>
                      <a:pt x="468" y="371"/>
                    </a:lnTo>
                    <a:lnTo>
                      <a:pt x="470" y="376"/>
                    </a:lnTo>
                    <a:lnTo>
                      <a:pt x="484" y="376"/>
                    </a:lnTo>
                    <a:lnTo>
                      <a:pt x="491" y="370"/>
                    </a:lnTo>
                    <a:lnTo>
                      <a:pt x="492" y="365"/>
                    </a:lnTo>
                    <a:lnTo>
                      <a:pt x="500" y="362"/>
                    </a:lnTo>
                    <a:lnTo>
                      <a:pt x="521" y="348"/>
                    </a:lnTo>
                    <a:lnTo>
                      <a:pt x="524" y="336"/>
                    </a:lnTo>
                    <a:lnTo>
                      <a:pt x="542" y="344"/>
                    </a:lnTo>
                    <a:lnTo>
                      <a:pt x="550" y="334"/>
                    </a:lnTo>
                    <a:lnTo>
                      <a:pt x="551" y="324"/>
                    </a:lnTo>
                    <a:lnTo>
                      <a:pt x="554" y="316"/>
                    </a:lnTo>
                    <a:lnTo>
                      <a:pt x="568" y="309"/>
                    </a:lnTo>
                    <a:lnTo>
                      <a:pt x="574" y="303"/>
                    </a:lnTo>
                    <a:lnTo>
                      <a:pt x="585" y="312"/>
                    </a:lnTo>
                    <a:lnTo>
                      <a:pt x="593" y="312"/>
                    </a:lnTo>
                    <a:lnTo>
                      <a:pt x="597" y="317"/>
                    </a:lnTo>
                    <a:lnTo>
                      <a:pt x="606" y="313"/>
                    </a:lnTo>
                    <a:lnTo>
                      <a:pt x="612" y="302"/>
                    </a:lnTo>
                    <a:lnTo>
                      <a:pt x="613" y="295"/>
                    </a:lnTo>
                    <a:lnTo>
                      <a:pt x="621" y="290"/>
                    </a:lnTo>
                    <a:lnTo>
                      <a:pt x="623" y="297"/>
                    </a:lnTo>
                    <a:lnTo>
                      <a:pt x="629" y="305"/>
                    </a:lnTo>
                    <a:lnTo>
                      <a:pt x="633" y="318"/>
                    </a:lnTo>
                    <a:lnTo>
                      <a:pt x="629" y="321"/>
                    </a:lnTo>
                    <a:lnTo>
                      <a:pt x="622" y="332"/>
                    </a:lnTo>
                    <a:lnTo>
                      <a:pt x="583" y="360"/>
                    </a:lnTo>
                    <a:lnTo>
                      <a:pt x="574" y="372"/>
                    </a:lnTo>
                    <a:lnTo>
                      <a:pt x="564" y="378"/>
                    </a:lnTo>
                    <a:lnTo>
                      <a:pt x="548" y="398"/>
                    </a:lnTo>
                    <a:lnTo>
                      <a:pt x="534" y="392"/>
                    </a:lnTo>
                    <a:lnTo>
                      <a:pt x="499" y="404"/>
                    </a:lnTo>
                    <a:lnTo>
                      <a:pt x="488" y="414"/>
                    </a:lnTo>
                    <a:lnTo>
                      <a:pt x="484" y="424"/>
                    </a:lnTo>
                    <a:lnTo>
                      <a:pt x="492" y="421"/>
                    </a:lnTo>
                    <a:lnTo>
                      <a:pt x="476" y="435"/>
                    </a:lnTo>
                    <a:lnTo>
                      <a:pt x="473" y="443"/>
                    </a:lnTo>
                    <a:lnTo>
                      <a:pt x="468" y="441"/>
                    </a:lnTo>
                    <a:lnTo>
                      <a:pt x="464" y="451"/>
                    </a:lnTo>
                    <a:lnTo>
                      <a:pt x="460" y="461"/>
                    </a:lnTo>
                    <a:lnTo>
                      <a:pt x="459" y="452"/>
                    </a:lnTo>
                    <a:lnTo>
                      <a:pt x="454" y="449"/>
                    </a:lnTo>
                    <a:lnTo>
                      <a:pt x="441" y="469"/>
                    </a:lnTo>
                    <a:lnTo>
                      <a:pt x="441" y="478"/>
                    </a:lnTo>
                    <a:lnTo>
                      <a:pt x="449" y="477"/>
                    </a:lnTo>
                    <a:lnTo>
                      <a:pt x="459" y="467"/>
                    </a:lnTo>
                    <a:lnTo>
                      <a:pt x="483" y="458"/>
                    </a:lnTo>
                    <a:lnTo>
                      <a:pt x="504" y="435"/>
                    </a:lnTo>
                    <a:lnTo>
                      <a:pt x="505" y="431"/>
                    </a:lnTo>
                    <a:lnTo>
                      <a:pt x="502" y="426"/>
                    </a:lnTo>
                    <a:lnTo>
                      <a:pt x="504" y="424"/>
                    </a:lnTo>
                    <a:lnTo>
                      <a:pt x="513" y="418"/>
                    </a:lnTo>
                    <a:lnTo>
                      <a:pt x="518" y="420"/>
                    </a:lnTo>
                    <a:lnTo>
                      <a:pt x="516" y="434"/>
                    </a:lnTo>
                    <a:lnTo>
                      <a:pt x="524" y="421"/>
                    </a:lnTo>
                    <a:lnTo>
                      <a:pt x="526" y="432"/>
                    </a:lnTo>
                    <a:lnTo>
                      <a:pt x="535" y="415"/>
                    </a:lnTo>
                    <a:lnTo>
                      <a:pt x="543" y="411"/>
                    </a:lnTo>
                    <a:lnTo>
                      <a:pt x="550" y="418"/>
                    </a:lnTo>
                    <a:lnTo>
                      <a:pt x="548" y="432"/>
                    </a:lnTo>
                    <a:lnTo>
                      <a:pt x="546" y="454"/>
                    </a:lnTo>
                    <a:lnTo>
                      <a:pt x="564" y="418"/>
                    </a:lnTo>
                    <a:lnTo>
                      <a:pt x="581" y="389"/>
                    </a:lnTo>
                    <a:lnTo>
                      <a:pt x="583" y="378"/>
                    </a:lnTo>
                    <a:lnTo>
                      <a:pt x="596" y="376"/>
                    </a:lnTo>
                    <a:lnTo>
                      <a:pt x="607" y="371"/>
                    </a:lnTo>
                    <a:lnTo>
                      <a:pt x="617" y="360"/>
                    </a:lnTo>
                    <a:lnTo>
                      <a:pt x="645" y="351"/>
                    </a:lnTo>
                    <a:lnTo>
                      <a:pt x="663" y="334"/>
                    </a:lnTo>
                    <a:lnTo>
                      <a:pt x="660" y="354"/>
                    </a:lnTo>
                    <a:lnTo>
                      <a:pt x="656" y="352"/>
                    </a:lnTo>
                    <a:lnTo>
                      <a:pt x="650" y="366"/>
                    </a:lnTo>
                    <a:lnTo>
                      <a:pt x="649" y="376"/>
                    </a:lnTo>
                    <a:lnTo>
                      <a:pt x="672" y="361"/>
                    </a:lnTo>
                    <a:lnTo>
                      <a:pt x="681" y="348"/>
                    </a:lnTo>
                    <a:lnTo>
                      <a:pt x="692" y="336"/>
                    </a:lnTo>
                    <a:lnTo>
                      <a:pt x="697" y="324"/>
                    </a:lnTo>
                    <a:lnTo>
                      <a:pt x="693" y="316"/>
                    </a:lnTo>
                    <a:lnTo>
                      <a:pt x="698" y="309"/>
                    </a:lnTo>
                    <a:lnTo>
                      <a:pt x="725" y="298"/>
                    </a:lnTo>
                    <a:lnTo>
                      <a:pt x="731" y="292"/>
                    </a:lnTo>
                    <a:lnTo>
                      <a:pt x="715" y="287"/>
                    </a:lnTo>
                    <a:lnTo>
                      <a:pt x="709" y="281"/>
                    </a:lnTo>
                    <a:lnTo>
                      <a:pt x="710" y="276"/>
                    </a:lnTo>
                    <a:lnTo>
                      <a:pt x="712" y="266"/>
                    </a:lnTo>
                    <a:lnTo>
                      <a:pt x="709" y="262"/>
                    </a:lnTo>
                    <a:lnTo>
                      <a:pt x="699" y="265"/>
                    </a:lnTo>
                    <a:lnTo>
                      <a:pt x="701" y="255"/>
                    </a:lnTo>
                    <a:lnTo>
                      <a:pt x="706" y="247"/>
                    </a:lnTo>
                    <a:lnTo>
                      <a:pt x="709" y="242"/>
                    </a:lnTo>
                    <a:lnTo>
                      <a:pt x="722" y="247"/>
                    </a:lnTo>
                    <a:lnTo>
                      <a:pt x="751" y="281"/>
                    </a:lnTo>
                    <a:lnTo>
                      <a:pt x="757" y="295"/>
                    </a:lnTo>
                    <a:lnTo>
                      <a:pt x="761" y="323"/>
                    </a:lnTo>
                    <a:lnTo>
                      <a:pt x="768" y="335"/>
                    </a:lnTo>
                    <a:lnTo>
                      <a:pt x="780" y="376"/>
                    </a:lnTo>
                    <a:lnTo>
                      <a:pt x="787" y="389"/>
                    </a:lnTo>
                    <a:lnTo>
                      <a:pt x="796" y="394"/>
                    </a:lnTo>
                    <a:lnTo>
                      <a:pt x="803" y="410"/>
                    </a:lnTo>
                    <a:lnTo>
                      <a:pt x="805" y="409"/>
                    </a:lnTo>
                    <a:lnTo>
                      <a:pt x="821" y="425"/>
                    </a:lnTo>
                    <a:lnTo>
                      <a:pt x="831" y="429"/>
                    </a:lnTo>
                    <a:lnTo>
                      <a:pt x="853" y="430"/>
                    </a:lnTo>
                    <a:lnTo>
                      <a:pt x="853" y="426"/>
                    </a:lnTo>
                    <a:lnTo>
                      <a:pt x="855" y="424"/>
                    </a:lnTo>
                    <a:lnTo>
                      <a:pt x="866" y="424"/>
                    </a:lnTo>
                    <a:lnTo>
                      <a:pt x="866" y="418"/>
                    </a:lnTo>
                    <a:lnTo>
                      <a:pt x="858" y="414"/>
                    </a:lnTo>
                    <a:lnTo>
                      <a:pt x="841" y="420"/>
                    </a:lnTo>
                    <a:lnTo>
                      <a:pt x="844" y="409"/>
                    </a:lnTo>
                    <a:lnTo>
                      <a:pt x="859" y="408"/>
                    </a:lnTo>
                    <a:lnTo>
                      <a:pt x="868" y="403"/>
                    </a:lnTo>
                    <a:lnTo>
                      <a:pt x="863" y="403"/>
                    </a:lnTo>
                    <a:lnTo>
                      <a:pt x="852" y="387"/>
                    </a:lnTo>
                    <a:lnTo>
                      <a:pt x="858" y="381"/>
                    </a:lnTo>
                    <a:lnTo>
                      <a:pt x="871" y="376"/>
                    </a:lnTo>
                    <a:lnTo>
                      <a:pt x="871" y="368"/>
                    </a:lnTo>
                    <a:lnTo>
                      <a:pt x="863" y="366"/>
                    </a:lnTo>
                    <a:lnTo>
                      <a:pt x="863" y="354"/>
                    </a:lnTo>
                    <a:lnTo>
                      <a:pt x="866" y="362"/>
                    </a:lnTo>
                    <a:lnTo>
                      <a:pt x="884" y="341"/>
                    </a:lnTo>
                    <a:lnTo>
                      <a:pt x="887" y="330"/>
                    </a:lnTo>
                    <a:lnTo>
                      <a:pt x="884" y="328"/>
                    </a:lnTo>
                    <a:lnTo>
                      <a:pt x="876" y="333"/>
                    </a:lnTo>
                    <a:lnTo>
                      <a:pt x="873" y="341"/>
                    </a:lnTo>
                    <a:lnTo>
                      <a:pt x="869" y="338"/>
                    </a:lnTo>
                    <a:lnTo>
                      <a:pt x="868" y="328"/>
                    </a:lnTo>
                    <a:lnTo>
                      <a:pt x="871" y="321"/>
                    </a:lnTo>
                    <a:lnTo>
                      <a:pt x="878" y="324"/>
                    </a:lnTo>
                    <a:lnTo>
                      <a:pt x="887" y="322"/>
                    </a:lnTo>
                    <a:lnTo>
                      <a:pt x="892" y="324"/>
                    </a:lnTo>
                    <a:lnTo>
                      <a:pt x="895" y="335"/>
                    </a:lnTo>
                    <a:lnTo>
                      <a:pt x="900" y="325"/>
                    </a:lnTo>
                    <a:lnTo>
                      <a:pt x="907" y="324"/>
                    </a:lnTo>
                    <a:lnTo>
                      <a:pt x="906" y="318"/>
                    </a:lnTo>
                    <a:lnTo>
                      <a:pt x="898" y="316"/>
                    </a:lnTo>
                    <a:lnTo>
                      <a:pt x="893" y="311"/>
                    </a:lnTo>
                    <a:lnTo>
                      <a:pt x="908" y="308"/>
                    </a:lnTo>
                    <a:lnTo>
                      <a:pt x="908" y="313"/>
                    </a:lnTo>
                    <a:lnTo>
                      <a:pt x="912" y="321"/>
                    </a:lnTo>
                    <a:lnTo>
                      <a:pt x="909" y="335"/>
                    </a:lnTo>
                    <a:lnTo>
                      <a:pt x="908" y="359"/>
                    </a:lnTo>
                    <a:lnTo>
                      <a:pt x="906" y="366"/>
                    </a:lnTo>
                    <a:lnTo>
                      <a:pt x="907" y="373"/>
                    </a:lnTo>
                    <a:lnTo>
                      <a:pt x="912" y="378"/>
                    </a:lnTo>
                    <a:lnTo>
                      <a:pt x="919" y="372"/>
                    </a:lnTo>
                    <a:lnTo>
                      <a:pt x="930" y="376"/>
                    </a:lnTo>
                    <a:lnTo>
                      <a:pt x="912" y="409"/>
                    </a:lnTo>
                    <a:lnTo>
                      <a:pt x="907" y="424"/>
                    </a:lnTo>
                    <a:lnTo>
                      <a:pt x="906" y="413"/>
                    </a:lnTo>
                    <a:lnTo>
                      <a:pt x="903" y="424"/>
                    </a:lnTo>
                    <a:lnTo>
                      <a:pt x="903" y="430"/>
                    </a:lnTo>
                    <a:lnTo>
                      <a:pt x="925" y="432"/>
                    </a:lnTo>
                    <a:lnTo>
                      <a:pt x="933" y="425"/>
                    </a:lnTo>
                    <a:lnTo>
                      <a:pt x="938" y="429"/>
                    </a:lnTo>
                    <a:lnTo>
                      <a:pt x="954" y="430"/>
                    </a:lnTo>
                    <a:lnTo>
                      <a:pt x="962" y="424"/>
                    </a:lnTo>
                    <a:lnTo>
                      <a:pt x="965" y="414"/>
                    </a:lnTo>
                    <a:lnTo>
                      <a:pt x="975" y="405"/>
                    </a:lnTo>
                    <a:lnTo>
                      <a:pt x="976" y="394"/>
                    </a:lnTo>
                    <a:lnTo>
                      <a:pt x="981" y="378"/>
                    </a:lnTo>
                    <a:lnTo>
                      <a:pt x="982" y="360"/>
                    </a:lnTo>
                    <a:lnTo>
                      <a:pt x="991" y="360"/>
                    </a:lnTo>
                    <a:lnTo>
                      <a:pt x="1005" y="354"/>
                    </a:lnTo>
                    <a:lnTo>
                      <a:pt x="1016" y="360"/>
                    </a:lnTo>
                    <a:lnTo>
                      <a:pt x="1025" y="359"/>
                    </a:lnTo>
                    <a:lnTo>
                      <a:pt x="1032" y="360"/>
                    </a:lnTo>
                    <a:lnTo>
                      <a:pt x="1032" y="362"/>
                    </a:lnTo>
                    <a:lnTo>
                      <a:pt x="1054" y="360"/>
                    </a:lnTo>
                    <a:lnTo>
                      <a:pt x="1077" y="367"/>
                    </a:lnTo>
                    <a:lnTo>
                      <a:pt x="1107" y="392"/>
                    </a:lnTo>
                    <a:lnTo>
                      <a:pt x="1127" y="418"/>
                    </a:lnTo>
                    <a:lnTo>
                      <a:pt x="1145" y="429"/>
                    </a:lnTo>
                    <a:lnTo>
                      <a:pt x="1166" y="431"/>
                    </a:lnTo>
                    <a:lnTo>
                      <a:pt x="1175" y="438"/>
                    </a:lnTo>
                    <a:lnTo>
                      <a:pt x="1187" y="438"/>
                    </a:lnTo>
                    <a:lnTo>
                      <a:pt x="1207" y="447"/>
                    </a:lnTo>
                    <a:lnTo>
                      <a:pt x="1214" y="446"/>
                    </a:lnTo>
                    <a:lnTo>
                      <a:pt x="1224" y="449"/>
                    </a:lnTo>
                    <a:lnTo>
                      <a:pt x="1229" y="461"/>
                    </a:lnTo>
                    <a:lnTo>
                      <a:pt x="1244" y="470"/>
                    </a:lnTo>
                    <a:lnTo>
                      <a:pt x="1256" y="475"/>
                    </a:lnTo>
                    <a:lnTo>
                      <a:pt x="1282" y="491"/>
                    </a:lnTo>
                    <a:lnTo>
                      <a:pt x="1300" y="492"/>
                    </a:lnTo>
                    <a:lnTo>
                      <a:pt x="1307" y="497"/>
                    </a:lnTo>
                    <a:lnTo>
                      <a:pt x="1319" y="500"/>
                    </a:lnTo>
                    <a:lnTo>
                      <a:pt x="1317" y="496"/>
                    </a:lnTo>
                    <a:lnTo>
                      <a:pt x="1348" y="501"/>
                    </a:lnTo>
                    <a:lnTo>
                      <a:pt x="1360" y="500"/>
                    </a:lnTo>
                    <a:lnTo>
                      <a:pt x="1371" y="513"/>
                    </a:lnTo>
                    <a:lnTo>
                      <a:pt x="1374" y="504"/>
                    </a:lnTo>
                    <a:lnTo>
                      <a:pt x="1357" y="488"/>
                    </a:lnTo>
                    <a:lnTo>
                      <a:pt x="1369" y="485"/>
                    </a:lnTo>
                    <a:lnTo>
                      <a:pt x="1375" y="490"/>
                    </a:lnTo>
                    <a:lnTo>
                      <a:pt x="1386" y="491"/>
                    </a:lnTo>
                    <a:lnTo>
                      <a:pt x="1386" y="485"/>
                    </a:lnTo>
                    <a:lnTo>
                      <a:pt x="1413" y="491"/>
                    </a:lnTo>
                    <a:lnTo>
                      <a:pt x="1407" y="496"/>
                    </a:lnTo>
                    <a:lnTo>
                      <a:pt x="1423" y="505"/>
                    </a:lnTo>
                    <a:lnTo>
                      <a:pt x="1424" y="513"/>
                    </a:lnTo>
                    <a:lnTo>
                      <a:pt x="1434" y="508"/>
                    </a:lnTo>
                    <a:lnTo>
                      <a:pt x="1434" y="517"/>
                    </a:lnTo>
                    <a:lnTo>
                      <a:pt x="1451" y="528"/>
                    </a:lnTo>
                    <a:lnTo>
                      <a:pt x="1463" y="547"/>
                    </a:lnTo>
                    <a:lnTo>
                      <a:pt x="1470" y="553"/>
                    </a:lnTo>
                    <a:lnTo>
                      <a:pt x="1470" y="575"/>
                    </a:lnTo>
                    <a:lnTo>
                      <a:pt x="1478" y="564"/>
                    </a:lnTo>
                    <a:lnTo>
                      <a:pt x="1478" y="576"/>
                    </a:lnTo>
                    <a:lnTo>
                      <a:pt x="1475" y="585"/>
                    </a:lnTo>
                    <a:lnTo>
                      <a:pt x="1479" y="591"/>
                    </a:lnTo>
                    <a:lnTo>
                      <a:pt x="1470" y="590"/>
                    </a:lnTo>
                    <a:lnTo>
                      <a:pt x="1467" y="597"/>
                    </a:lnTo>
                    <a:lnTo>
                      <a:pt x="1461" y="599"/>
                    </a:lnTo>
                    <a:lnTo>
                      <a:pt x="1456" y="590"/>
                    </a:lnTo>
                    <a:lnTo>
                      <a:pt x="1443" y="594"/>
                    </a:lnTo>
                    <a:lnTo>
                      <a:pt x="1424" y="591"/>
                    </a:lnTo>
                    <a:lnTo>
                      <a:pt x="1436" y="597"/>
                    </a:lnTo>
                    <a:lnTo>
                      <a:pt x="1429" y="607"/>
                    </a:lnTo>
                    <a:lnTo>
                      <a:pt x="1409" y="603"/>
                    </a:lnTo>
                    <a:lnTo>
                      <a:pt x="1413" y="609"/>
                    </a:lnTo>
                    <a:lnTo>
                      <a:pt x="1409" y="615"/>
                    </a:lnTo>
                    <a:lnTo>
                      <a:pt x="1409" y="630"/>
                    </a:lnTo>
                    <a:lnTo>
                      <a:pt x="1393" y="639"/>
                    </a:lnTo>
                    <a:lnTo>
                      <a:pt x="1400" y="645"/>
                    </a:lnTo>
                    <a:lnTo>
                      <a:pt x="1405" y="646"/>
                    </a:lnTo>
                    <a:lnTo>
                      <a:pt x="1412" y="644"/>
                    </a:lnTo>
                    <a:lnTo>
                      <a:pt x="1406" y="650"/>
                    </a:lnTo>
                    <a:lnTo>
                      <a:pt x="1420" y="655"/>
                    </a:lnTo>
                    <a:lnTo>
                      <a:pt x="1441" y="667"/>
                    </a:lnTo>
                    <a:lnTo>
                      <a:pt x="1445" y="658"/>
                    </a:lnTo>
                    <a:lnTo>
                      <a:pt x="1454" y="662"/>
                    </a:lnTo>
                    <a:lnTo>
                      <a:pt x="1459" y="668"/>
                    </a:lnTo>
                    <a:lnTo>
                      <a:pt x="1470" y="667"/>
                    </a:lnTo>
                    <a:lnTo>
                      <a:pt x="1482" y="671"/>
                    </a:lnTo>
                    <a:lnTo>
                      <a:pt x="1503" y="669"/>
                    </a:lnTo>
                    <a:lnTo>
                      <a:pt x="1516" y="674"/>
                    </a:lnTo>
                    <a:lnTo>
                      <a:pt x="1535" y="669"/>
                    </a:lnTo>
                    <a:lnTo>
                      <a:pt x="1533" y="673"/>
                    </a:lnTo>
                    <a:lnTo>
                      <a:pt x="1546" y="675"/>
                    </a:lnTo>
                    <a:lnTo>
                      <a:pt x="1570" y="674"/>
                    </a:lnTo>
                    <a:lnTo>
                      <a:pt x="1573" y="667"/>
                    </a:lnTo>
                    <a:lnTo>
                      <a:pt x="1591" y="667"/>
                    </a:lnTo>
                    <a:lnTo>
                      <a:pt x="1588" y="674"/>
                    </a:lnTo>
                    <a:lnTo>
                      <a:pt x="1599" y="674"/>
                    </a:lnTo>
                    <a:lnTo>
                      <a:pt x="1592" y="669"/>
                    </a:lnTo>
                    <a:lnTo>
                      <a:pt x="1601" y="662"/>
                    </a:lnTo>
                    <a:lnTo>
                      <a:pt x="1604" y="669"/>
                    </a:lnTo>
                    <a:lnTo>
                      <a:pt x="1615" y="671"/>
                    </a:lnTo>
                    <a:lnTo>
                      <a:pt x="1616" y="667"/>
                    </a:lnTo>
                    <a:lnTo>
                      <a:pt x="1623" y="668"/>
                    </a:lnTo>
                    <a:lnTo>
                      <a:pt x="1628" y="651"/>
                    </a:lnTo>
                    <a:lnTo>
                      <a:pt x="1639" y="648"/>
                    </a:lnTo>
                    <a:lnTo>
                      <a:pt x="1637" y="667"/>
                    </a:lnTo>
                    <a:lnTo>
                      <a:pt x="1648" y="667"/>
                    </a:lnTo>
                    <a:lnTo>
                      <a:pt x="1655" y="662"/>
                    </a:lnTo>
                    <a:lnTo>
                      <a:pt x="1667" y="644"/>
                    </a:lnTo>
                    <a:lnTo>
                      <a:pt x="1678" y="636"/>
                    </a:lnTo>
                    <a:lnTo>
                      <a:pt x="1691" y="636"/>
                    </a:lnTo>
                    <a:lnTo>
                      <a:pt x="1696" y="626"/>
                    </a:lnTo>
                    <a:lnTo>
                      <a:pt x="1703" y="639"/>
                    </a:lnTo>
                    <a:lnTo>
                      <a:pt x="1701" y="646"/>
                    </a:lnTo>
                    <a:lnTo>
                      <a:pt x="1707" y="650"/>
                    </a:lnTo>
                    <a:lnTo>
                      <a:pt x="1709" y="645"/>
                    </a:lnTo>
                    <a:lnTo>
                      <a:pt x="1713" y="655"/>
                    </a:lnTo>
                    <a:lnTo>
                      <a:pt x="1715" y="658"/>
                    </a:lnTo>
                    <a:lnTo>
                      <a:pt x="1715" y="667"/>
                    </a:lnTo>
                    <a:lnTo>
                      <a:pt x="1713" y="667"/>
                    </a:lnTo>
                    <a:lnTo>
                      <a:pt x="1730" y="673"/>
                    </a:lnTo>
                    <a:lnTo>
                      <a:pt x="1729" y="667"/>
                    </a:lnTo>
                    <a:lnTo>
                      <a:pt x="1757" y="667"/>
                    </a:lnTo>
                    <a:lnTo>
                      <a:pt x="1755" y="675"/>
                    </a:lnTo>
                    <a:lnTo>
                      <a:pt x="1757" y="682"/>
                    </a:lnTo>
                    <a:lnTo>
                      <a:pt x="1755" y="687"/>
                    </a:lnTo>
                    <a:lnTo>
                      <a:pt x="1760" y="695"/>
                    </a:lnTo>
                    <a:lnTo>
                      <a:pt x="1757" y="707"/>
                    </a:lnTo>
                    <a:lnTo>
                      <a:pt x="1763" y="715"/>
                    </a:lnTo>
                    <a:lnTo>
                      <a:pt x="1763" y="709"/>
                    </a:lnTo>
                    <a:lnTo>
                      <a:pt x="1764" y="714"/>
                    </a:lnTo>
                    <a:lnTo>
                      <a:pt x="1769" y="701"/>
                    </a:lnTo>
                    <a:lnTo>
                      <a:pt x="1771" y="683"/>
                    </a:lnTo>
                    <a:lnTo>
                      <a:pt x="1776" y="685"/>
                    </a:lnTo>
                    <a:lnTo>
                      <a:pt x="1776" y="695"/>
                    </a:lnTo>
                    <a:lnTo>
                      <a:pt x="1779" y="695"/>
                    </a:lnTo>
                    <a:lnTo>
                      <a:pt x="1777" y="705"/>
                    </a:lnTo>
                    <a:lnTo>
                      <a:pt x="1777" y="715"/>
                    </a:lnTo>
                    <a:lnTo>
                      <a:pt x="1784" y="718"/>
                    </a:lnTo>
                    <a:lnTo>
                      <a:pt x="1789" y="711"/>
                    </a:lnTo>
                    <a:lnTo>
                      <a:pt x="1796" y="727"/>
                    </a:lnTo>
                    <a:lnTo>
                      <a:pt x="1806" y="727"/>
                    </a:lnTo>
                    <a:lnTo>
                      <a:pt x="1810" y="737"/>
                    </a:lnTo>
                    <a:lnTo>
                      <a:pt x="1817" y="755"/>
                    </a:lnTo>
                    <a:lnTo>
                      <a:pt x="1809" y="764"/>
                    </a:lnTo>
                    <a:lnTo>
                      <a:pt x="1801" y="761"/>
                    </a:lnTo>
                    <a:lnTo>
                      <a:pt x="1791" y="768"/>
                    </a:lnTo>
                    <a:lnTo>
                      <a:pt x="1788" y="764"/>
                    </a:lnTo>
                    <a:lnTo>
                      <a:pt x="1790" y="774"/>
                    </a:lnTo>
                    <a:lnTo>
                      <a:pt x="1801" y="790"/>
                    </a:lnTo>
                    <a:lnTo>
                      <a:pt x="1812" y="804"/>
                    </a:lnTo>
                    <a:lnTo>
                      <a:pt x="1820" y="808"/>
                    </a:lnTo>
                    <a:lnTo>
                      <a:pt x="1821" y="788"/>
                    </a:lnTo>
                    <a:lnTo>
                      <a:pt x="1826" y="787"/>
                    </a:lnTo>
                    <a:lnTo>
                      <a:pt x="1834" y="793"/>
                    </a:lnTo>
                    <a:lnTo>
                      <a:pt x="1843" y="782"/>
                    </a:lnTo>
                    <a:lnTo>
                      <a:pt x="1852" y="785"/>
                    </a:lnTo>
                    <a:lnTo>
                      <a:pt x="1841" y="765"/>
                    </a:lnTo>
                    <a:lnTo>
                      <a:pt x="1850" y="758"/>
                    </a:lnTo>
                    <a:lnTo>
                      <a:pt x="1849" y="755"/>
                    </a:lnTo>
                    <a:lnTo>
                      <a:pt x="1841" y="755"/>
                    </a:lnTo>
                    <a:lnTo>
                      <a:pt x="1834" y="743"/>
                    </a:lnTo>
                    <a:lnTo>
                      <a:pt x="1831" y="727"/>
                    </a:lnTo>
                    <a:lnTo>
                      <a:pt x="1822" y="716"/>
                    </a:lnTo>
                    <a:lnTo>
                      <a:pt x="1827" y="712"/>
                    </a:lnTo>
                    <a:lnTo>
                      <a:pt x="1827" y="695"/>
                    </a:lnTo>
                    <a:lnTo>
                      <a:pt x="1822" y="690"/>
                    </a:lnTo>
                    <a:lnTo>
                      <a:pt x="1822" y="683"/>
                    </a:lnTo>
                    <a:lnTo>
                      <a:pt x="1809" y="675"/>
                    </a:lnTo>
                    <a:lnTo>
                      <a:pt x="1804" y="667"/>
                    </a:lnTo>
                    <a:lnTo>
                      <a:pt x="1812" y="650"/>
                    </a:lnTo>
                    <a:lnTo>
                      <a:pt x="1818" y="651"/>
                    </a:lnTo>
                    <a:lnTo>
                      <a:pt x="1821" y="644"/>
                    </a:lnTo>
                    <a:lnTo>
                      <a:pt x="1827" y="640"/>
                    </a:lnTo>
                    <a:lnTo>
                      <a:pt x="1820" y="637"/>
                    </a:lnTo>
                    <a:lnTo>
                      <a:pt x="1826" y="623"/>
                    </a:lnTo>
                    <a:lnTo>
                      <a:pt x="1839" y="623"/>
                    </a:lnTo>
                    <a:lnTo>
                      <a:pt x="1852" y="614"/>
                    </a:lnTo>
                    <a:lnTo>
                      <a:pt x="1853" y="609"/>
                    </a:lnTo>
                    <a:lnTo>
                      <a:pt x="1853" y="615"/>
                    </a:lnTo>
                    <a:lnTo>
                      <a:pt x="1876" y="613"/>
                    </a:lnTo>
                    <a:lnTo>
                      <a:pt x="1875" y="601"/>
                    </a:lnTo>
                    <a:lnTo>
                      <a:pt x="1884" y="597"/>
                    </a:lnTo>
                    <a:lnTo>
                      <a:pt x="1895" y="599"/>
                    </a:lnTo>
                    <a:lnTo>
                      <a:pt x="1893" y="582"/>
                    </a:lnTo>
                    <a:lnTo>
                      <a:pt x="1897" y="578"/>
                    </a:lnTo>
                    <a:lnTo>
                      <a:pt x="1901" y="591"/>
                    </a:lnTo>
                    <a:lnTo>
                      <a:pt x="1907" y="575"/>
                    </a:lnTo>
                    <a:lnTo>
                      <a:pt x="1912" y="569"/>
                    </a:lnTo>
                    <a:lnTo>
                      <a:pt x="1909" y="559"/>
                    </a:lnTo>
                    <a:lnTo>
                      <a:pt x="1924" y="553"/>
                    </a:lnTo>
                    <a:lnTo>
                      <a:pt x="1918" y="550"/>
                    </a:lnTo>
                    <a:lnTo>
                      <a:pt x="1925" y="542"/>
                    </a:lnTo>
                    <a:lnTo>
                      <a:pt x="1925" y="533"/>
                    </a:lnTo>
                    <a:lnTo>
                      <a:pt x="1918" y="537"/>
                    </a:lnTo>
                    <a:lnTo>
                      <a:pt x="1916" y="533"/>
                    </a:lnTo>
                    <a:lnTo>
                      <a:pt x="1884" y="545"/>
                    </a:lnTo>
                    <a:lnTo>
                      <a:pt x="1891" y="555"/>
                    </a:lnTo>
                    <a:lnTo>
                      <a:pt x="1875" y="558"/>
                    </a:lnTo>
                    <a:lnTo>
                      <a:pt x="1882" y="575"/>
                    </a:lnTo>
                    <a:lnTo>
                      <a:pt x="1884" y="566"/>
                    </a:lnTo>
                    <a:lnTo>
                      <a:pt x="1884" y="585"/>
                    </a:lnTo>
                    <a:lnTo>
                      <a:pt x="1881" y="590"/>
                    </a:lnTo>
                    <a:lnTo>
                      <a:pt x="1877" y="583"/>
                    </a:lnTo>
                    <a:lnTo>
                      <a:pt x="1880" y="578"/>
                    </a:lnTo>
                    <a:lnTo>
                      <a:pt x="1875" y="581"/>
                    </a:lnTo>
                    <a:lnTo>
                      <a:pt x="1874" y="575"/>
                    </a:lnTo>
                    <a:lnTo>
                      <a:pt x="1863" y="575"/>
                    </a:lnTo>
                    <a:lnTo>
                      <a:pt x="1858" y="577"/>
                    </a:lnTo>
                    <a:lnTo>
                      <a:pt x="1852" y="588"/>
                    </a:lnTo>
                    <a:lnTo>
                      <a:pt x="1849" y="582"/>
                    </a:lnTo>
                    <a:lnTo>
                      <a:pt x="1834" y="581"/>
                    </a:lnTo>
                    <a:lnTo>
                      <a:pt x="1832" y="576"/>
                    </a:lnTo>
                    <a:lnTo>
                      <a:pt x="1818" y="581"/>
                    </a:lnTo>
                    <a:lnTo>
                      <a:pt x="1812" y="587"/>
                    </a:lnTo>
                    <a:lnTo>
                      <a:pt x="1815" y="594"/>
                    </a:lnTo>
                    <a:lnTo>
                      <a:pt x="1822" y="596"/>
                    </a:lnTo>
                    <a:lnTo>
                      <a:pt x="1822" y="601"/>
                    </a:lnTo>
                    <a:lnTo>
                      <a:pt x="1827" y="603"/>
                    </a:lnTo>
                    <a:lnTo>
                      <a:pt x="1817" y="605"/>
                    </a:lnTo>
                    <a:lnTo>
                      <a:pt x="1809" y="612"/>
                    </a:lnTo>
                    <a:lnTo>
                      <a:pt x="1804" y="609"/>
                    </a:lnTo>
                    <a:lnTo>
                      <a:pt x="1810" y="605"/>
                    </a:lnTo>
                    <a:lnTo>
                      <a:pt x="1791" y="608"/>
                    </a:lnTo>
                    <a:lnTo>
                      <a:pt x="1791" y="602"/>
                    </a:lnTo>
                    <a:lnTo>
                      <a:pt x="1783" y="605"/>
                    </a:lnTo>
                    <a:lnTo>
                      <a:pt x="1785" y="597"/>
                    </a:lnTo>
                    <a:lnTo>
                      <a:pt x="1777" y="597"/>
                    </a:lnTo>
                    <a:lnTo>
                      <a:pt x="1779" y="590"/>
                    </a:lnTo>
                    <a:lnTo>
                      <a:pt x="1766" y="594"/>
                    </a:lnTo>
                    <a:lnTo>
                      <a:pt x="1763" y="590"/>
                    </a:lnTo>
                    <a:lnTo>
                      <a:pt x="1764" y="578"/>
                    </a:lnTo>
                    <a:lnTo>
                      <a:pt x="1776" y="564"/>
                    </a:lnTo>
                    <a:lnTo>
                      <a:pt x="1776" y="558"/>
                    </a:lnTo>
                    <a:lnTo>
                      <a:pt x="1783" y="542"/>
                    </a:lnTo>
                    <a:lnTo>
                      <a:pt x="1790" y="537"/>
                    </a:lnTo>
                    <a:lnTo>
                      <a:pt x="1822" y="533"/>
                    </a:lnTo>
                    <a:lnTo>
                      <a:pt x="1846" y="521"/>
                    </a:lnTo>
                    <a:lnTo>
                      <a:pt x="1861" y="516"/>
                    </a:lnTo>
                    <a:lnTo>
                      <a:pt x="1868" y="506"/>
                    </a:lnTo>
                    <a:lnTo>
                      <a:pt x="1882" y="501"/>
                    </a:lnTo>
                    <a:lnTo>
                      <a:pt x="1884" y="492"/>
                    </a:lnTo>
                    <a:lnTo>
                      <a:pt x="1897" y="496"/>
                    </a:lnTo>
                    <a:lnTo>
                      <a:pt x="1907" y="486"/>
                    </a:lnTo>
                    <a:lnTo>
                      <a:pt x="1916" y="492"/>
                    </a:lnTo>
                    <a:lnTo>
                      <a:pt x="1919" y="497"/>
                    </a:lnTo>
                    <a:lnTo>
                      <a:pt x="1927" y="499"/>
                    </a:lnTo>
                    <a:lnTo>
                      <a:pt x="1929" y="513"/>
                    </a:lnTo>
                    <a:lnTo>
                      <a:pt x="1944" y="522"/>
                    </a:lnTo>
                    <a:lnTo>
                      <a:pt x="1936" y="528"/>
                    </a:lnTo>
                    <a:lnTo>
                      <a:pt x="1944" y="537"/>
                    </a:lnTo>
                    <a:lnTo>
                      <a:pt x="1945" y="547"/>
                    </a:lnTo>
                    <a:lnTo>
                      <a:pt x="1954" y="551"/>
                    </a:lnTo>
                    <a:lnTo>
                      <a:pt x="1954" y="558"/>
                    </a:lnTo>
                    <a:lnTo>
                      <a:pt x="1945" y="558"/>
                    </a:lnTo>
                    <a:lnTo>
                      <a:pt x="1939" y="560"/>
                    </a:lnTo>
                    <a:lnTo>
                      <a:pt x="1939" y="565"/>
                    </a:lnTo>
                    <a:lnTo>
                      <a:pt x="1945" y="564"/>
                    </a:lnTo>
                    <a:lnTo>
                      <a:pt x="1954" y="575"/>
                    </a:lnTo>
                    <a:lnTo>
                      <a:pt x="1960" y="577"/>
                    </a:lnTo>
                    <a:lnTo>
                      <a:pt x="1962" y="582"/>
                    </a:lnTo>
                    <a:lnTo>
                      <a:pt x="1971" y="593"/>
                    </a:lnTo>
                    <a:lnTo>
                      <a:pt x="1989" y="597"/>
                    </a:lnTo>
                    <a:lnTo>
                      <a:pt x="1988" y="599"/>
                    </a:lnTo>
                    <a:lnTo>
                      <a:pt x="1989" y="608"/>
                    </a:lnTo>
                    <a:lnTo>
                      <a:pt x="1989" y="618"/>
                    </a:lnTo>
                    <a:lnTo>
                      <a:pt x="1999" y="625"/>
                    </a:lnTo>
                    <a:lnTo>
                      <a:pt x="2006" y="624"/>
                    </a:lnTo>
                    <a:lnTo>
                      <a:pt x="2020" y="630"/>
                    </a:lnTo>
                    <a:lnTo>
                      <a:pt x="2030" y="624"/>
                    </a:lnTo>
                    <a:lnTo>
                      <a:pt x="2038" y="628"/>
                    </a:lnTo>
                    <a:lnTo>
                      <a:pt x="2038" y="619"/>
                    </a:lnTo>
                    <a:lnTo>
                      <a:pt x="2046" y="624"/>
                    </a:lnTo>
                    <a:lnTo>
                      <a:pt x="2051" y="615"/>
                    </a:lnTo>
                    <a:lnTo>
                      <a:pt x="2051" y="605"/>
                    </a:lnTo>
                    <a:lnTo>
                      <a:pt x="2068" y="613"/>
                    </a:lnTo>
                    <a:lnTo>
                      <a:pt x="2068" y="630"/>
                    </a:lnTo>
                    <a:lnTo>
                      <a:pt x="2083" y="645"/>
                    </a:lnTo>
                    <a:lnTo>
                      <a:pt x="2090" y="650"/>
                    </a:lnTo>
                    <a:lnTo>
                      <a:pt x="2099" y="667"/>
                    </a:lnTo>
                    <a:lnTo>
                      <a:pt x="2106" y="667"/>
                    </a:lnTo>
                    <a:lnTo>
                      <a:pt x="2121" y="678"/>
                    </a:lnTo>
                    <a:lnTo>
                      <a:pt x="2129" y="677"/>
                    </a:lnTo>
                    <a:lnTo>
                      <a:pt x="2129" y="668"/>
                    </a:lnTo>
                    <a:lnTo>
                      <a:pt x="2137" y="669"/>
                    </a:lnTo>
                    <a:lnTo>
                      <a:pt x="2139" y="667"/>
                    </a:lnTo>
                    <a:lnTo>
                      <a:pt x="2148" y="673"/>
                    </a:lnTo>
                    <a:lnTo>
                      <a:pt x="2150" y="669"/>
                    </a:lnTo>
                    <a:lnTo>
                      <a:pt x="2164" y="677"/>
                    </a:lnTo>
                    <a:lnTo>
                      <a:pt x="2182" y="667"/>
                    </a:lnTo>
                    <a:lnTo>
                      <a:pt x="2204" y="673"/>
                    </a:lnTo>
                    <a:lnTo>
                      <a:pt x="2221" y="667"/>
                    </a:lnTo>
                    <a:lnTo>
                      <a:pt x="2230" y="655"/>
                    </a:lnTo>
                    <a:lnTo>
                      <a:pt x="2267" y="660"/>
                    </a:lnTo>
                    <a:lnTo>
                      <a:pt x="2275" y="657"/>
                    </a:lnTo>
                    <a:lnTo>
                      <a:pt x="2290" y="671"/>
                    </a:lnTo>
                    <a:lnTo>
                      <a:pt x="2293" y="668"/>
                    </a:lnTo>
                    <a:lnTo>
                      <a:pt x="2300" y="667"/>
                    </a:lnTo>
                    <a:lnTo>
                      <a:pt x="2300" y="673"/>
                    </a:lnTo>
                    <a:lnTo>
                      <a:pt x="2322" y="667"/>
                    </a:lnTo>
                    <a:lnTo>
                      <a:pt x="2337" y="667"/>
                    </a:lnTo>
                    <a:lnTo>
                      <a:pt x="2328" y="655"/>
                    </a:lnTo>
                    <a:lnTo>
                      <a:pt x="2328" y="650"/>
                    </a:lnTo>
                    <a:lnTo>
                      <a:pt x="2321" y="640"/>
                    </a:lnTo>
                    <a:lnTo>
                      <a:pt x="2317" y="630"/>
                    </a:lnTo>
                    <a:lnTo>
                      <a:pt x="2322" y="623"/>
                    </a:lnTo>
                    <a:lnTo>
                      <a:pt x="2328" y="623"/>
                    </a:lnTo>
                    <a:lnTo>
                      <a:pt x="2331" y="625"/>
                    </a:lnTo>
                    <a:lnTo>
                      <a:pt x="2336" y="636"/>
                    </a:lnTo>
                    <a:lnTo>
                      <a:pt x="2342" y="641"/>
                    </a:lnTo>
                    <a:lnTo>
                      <a:pt x="2342" y="655"/>
                    </a:lnTo>
                    <a:lnTo>
                      <a:pt x="2349" y="667"/>
                    </a:lnTo>
                    <a:lnTo>
                      <a:pt x="2359" y="669"/>
                    </a:lnTo>
                    <a:lnTo>
                      <a:pt x="2364" y="678"/>
                    </a:lnTo>
                    <a:lnTo>
                      <a:pt x="2377" y="683"/>
                    </a:lnTo>
                    <a:lnTo>
                      <a:pt x="2384" y="689"/>
                    </a:lnTo>
                    <a:lnTo>
                      <a:pt x="2396" y="688"/>
                    </a:lnTo>
                    <a:lnTo>
                      <a:pt x="2404" y="677"/>
                    </a:lnTo>
                    <a:lnTo>
                      <a:pt x="2403" y="641"/>
                    </a:lnTo>
                    <a:lnTo>
                      <a:pt x="2398" y="641"/>
                    </a:lnTo>
                    <a:lnTo>
                      <a:pt x="2397" y="650"/>
                    </a:lnTo>
                    <a:lnTo>
                      <a:pt x="2390" y="650"/>
                    </a:lnTo>
                    <a:lnTo>
                      <a:pt x="2390" y="641"/>
                    </a:lnTo>
                    <a:lnTo>
                      <a:pt x="2385" y="636"/>
                    </a:lnTo>
                    <a:lnTo>
                      <a:pt x="2364" y="637"/>
                    </a:lnTo>
                    <a:lnTo>
                      <a:pt x="2359" y="646"/>
                    </a:lnTo>
                    <a:lnTo>
                      <a:pt x="2360" y="650"/>
                    </a:lnTo>
                    <a:lnTo>
                      <a:pt x="2361" y="658"/>
                    </a:lnTo>
                    <a:lnTo>
                      <a:pt x="2354" y="656"/>
                    </a:lnTo>
                    <a:lnTo>
                      <a:pt x="2348" y="636"/>
                    </a:lnTo>
                    <a:lnTo>
                      <a:pt x="2339" y="624"/>
                    </a:lnTo>
                    <a:lnTo>
                      <a:pt x="2334" y="614"/>
                    </a:lnTo>
                    <a:lnTo>
                      <a:pt x="2342" y="619"/>
                    </a:lnTo>
                    <a:lnTo>
                      <a:pt x="2342" y="605"/>
                    </a:lnTo>
                    <a:lnTo>
                      <a:pt x="2331" y="596"/>
                    </a:lnTo>
                    <a:lnTo>
                      <a:pt x="2331" y="590"/>
                    </a:lnTo>
                    <a:lnTo>
                      <a:pt x="2321" y="575"/>
                    </a:lnTo>
                    <a:lnTo>
                      <a:pt x="2328" y="575"/>
                    </a:lnTo>
                    <a:lnTo>
                      <a:pt x="2334" y="583"/>
                    </a:lnTo>
                    <a:lnTo>
                      <a:pt x="2339" y="578"/>
                    </a:lnTo>
                    <a:lnTo>
                      <a:pt x="2339" y="575"/>
                    </a:lnTo>
                    <a:lnTo>
                      <a:pt x="2349" y="575"/>
                    </a:lnTo>
                    <a:lnTo>
                      <a:pt x="2353" y="581"/>
                    </a:lnTo>
                    <a:lnTo>
                      <a:pt x="2374" y="577"/>
                    </a:lnTo>
                    <a:lnTo>
                      <a:pt x="2374" y="575"/>
                    </a:lnTo>
                    <a:lnTo>
                      <a:pt x="2358" y="554"/>
                    </a:lnTo>
                    <a:lnTo>
                      <a:pt x="2365" y="551"/>
                    </a:lnTo>
                    <a:lnTo>
                      <a:pt x="2377" y="554"/>
                    </a:lnTo>
                    <a:lnTo>
                      <a:pt x="2379" y="562"/>
                    </a:lnTo>
                    <a:lnTo>
                      <a:pt x="2390" y="575"/>
                    </a:lnTo>
                    <a:lnTo>
                      <a:pt x="2385" y="559"/>
                    </a:lnTo>
                    <a:lnTo>
                      <a:pt x="2398" y="560"/>
                    </a:lnTo>
                    <a:lnTo>
                      <a:pt x="2404" y="575"/>
                    </a:lnTo>
                    <a:lnTo>
                      <a:pt x="2420" y="582"/>
                    </a:lnTo>
                    <a:lnTo>
                      <a:pt x="2414" y="590"/>
                    </a:lnTo>
                    <a:lnTo>
                      <a:pt x="2422" y="594"/>
                    </a:lnTo>
                    <a:lnTo>
                      <a:pt x="2439" y="587"/>
                    </a:lnTo>
                    <a:lnTo>
                      <a:pt x="2439" y="594"/>
                    </a:lnTo>
                    <a:lnTo>
                      <a:pt x="2434" y="605"/>
                    </a:lnTo>
                    <a:lnTo>
                      <a:pt x="2433" y="615"/>
                    </a:lnTo>
                    <a:lnTo>
                      <a:pt x="2427" y="623"/>
                    </a:lnTo>
                    <a:lnTo>
                      <a:pt x="2431" y="628"/>
                    </a:lnTo>
                    <a:lnTo>
                      <a:pt x="2439" y="624"/>
                    </a:lnTo>
                    <a:lnTo>
                      <a:pt x="2443" y="631"/>
                    </a:lnTo>
                    <a:lnTo>
                      <a:pt x="2443" y="612"/>
                    </a:lnTo>
                    <a:lnTo>
                      <a:pt x="2466" y="596"/>
                    </a:lnTo>
                    <a:lnTo>
                      <a:pt x="2467" y="597"/>
                    </a:lnTo>
                    <a:lnTo>
                      <a:pt x="2466" y="607"/>
                    </a:lnTo>
                    <a:lnTo>
                      <a:pt x="2467" y="619"/>
                    </a:lnTo>
                    <a:lnTo>
                      <a:pt x="2466" y="636"/>
                    </a:lnTo>
                    <a:lnTo>
                      <a:pt x="2460" y="650"/>
                    </a:lnTo>
                    <a:lnTo>
                      <a:pt x="2459" y="668"/>
                    </a:lnTo>
                    <a:lnTo>
                      <a:pt x="2466" y="683"/>
                    </a:lnTo>
                    <a:lnTo>
                      <a:pt x="2446" y="695"/>
                    </a:lnTo>
                    <a:lnTo>
                      <a:pt x="2451" y="712"/>
                    </a:lnTo>
                    <a:lnTo>
                      <a:pt x="2466" y="711"/>
                    </a:lnTo>
                    <a:lnTo>
                      <a:pt x="2466" y="736"/>
                    </a:lnTo>
                    <a:lnTo>
                      <a:pt x="2482" y="720"/>
                    </a:lnTo>
                    <a:lnTo>
                      <a:pt x="2486" y="727"/>
                    </a:lnTo>
                    <a:lnTo>
                      <a:pt x="2495" y="718"/>
                    </a:lnTo>
                    <a:lnTo>
                      <a:pt x="2495" y="727"/>
                    </a:lnTo>
                    <a:lnTo>
                      <a:pt x="2489" y="733"/>
                    </a:lnTo>
                    <a:lnTo>
                      <a:pt x="2494" y="743"/>
                    </a:lnTo>
                    <a:lnTo>
                      <a:pt x="2504" y="744"/>
                    </a:lnTo>
                    <a:lnTo>
                      <a:pt x="2509" y="727"/>
                    </a:lnTo>
                    <a:lnTo>
                      <a:pt x="2504" y="711"/>
                    </a:lnTo>
                    <a:lnTo>
                      <a:pt x="2506" y="695"/>
                    </a:lnTo>
                    <a:lnTo>
                      <a:pt x="2502" y="682"/>
                    </a:lnTo>
                    <a:lnTo>
                      <a:pt x="2488" y="673"/>
                    </a:lnTo>
                    <a:lnTo>
                      <a:pt x="2488" y="667"/>
                    </a:lnTo>
                    <a:lnTo>
                      <a:pt x="2495" y="636"/>
                    </a:lnTo>
                    <a:lnTo>
                      <a:pt x="2492" y="631"/>
                    </a:lnTo>
                    <a:lnTo>
                      <a:pt x="2489" y="620"/>
                    </a:lnTo>
                    <a:lnTo>
                      <a:pt x="2495" y="620"/>
                    </a:lnTo>
                    <a:lnTo>
                      <a:pt x="2500" y="618"/>
                    </a:lnTo>
                    <a:lnTo>
                      <a:pt x="2504" y="620"/>
                    </a:lnTo>
                    <a:lnTo>
                      <a:pt x="2506" y="625"/>
                    </a:lnTo>
                    <a:lnTo>
                      <a:pt x="2510" y="623"/>
                    </a:lnTo>
                    <a:lnTo>
                      <a:pt x="2521" y="621"/>
                    </a:lnTo>
                    <a:lnTo>
                      <a:pt x="2533" y="628"/>
                    </a:lnTo>
                    <a:lnTo>
                      <a:pt x="2540" y="625"/>
                    </a:lnTo>
                    <a:lnTo>
                      <a:pt x="2545" y="613"/>
                    </a:lnTo>
                    <a:lnTo>
                      <a:pt x="2549" y="607"/>
                    </a:lnTo>
                    <a:lnTo>
                      <a:pt x="2563" y="599"/>
                    </a:lnTo>
                    <a:lnTo>
                      <a:pt x="2563" y="590"/>
                    </a:lnTo>
                    <a:lnTo>
                      <a:pt x="2569" y="574"/>
                    </a:lnTo>
                    <a:lnTo>
                      <a:pt x="2595" y="555"/>
                    </a:lnTo>
                    <a:lnTo>
                      <a:pt x="2602" y="544"/>
                    </a:lnTo>
                    <a:lnTo>
                      <a:pt x="2591" y="542"/>
                    </a:lnTo>
                    <a:lnTo>
                      <a:pt x="2594" y="520"/>
                    </a:lnTo>
                    <a:lnTo>
                      <a:pt x="2592" y="506"/>
                    </a:lnTo>
                    <a:lnTo>
                      <a:pt x="2589" y="491"/>
                    </a:lnTo>
                    <a:lnTo>
                      <a:pt x="2576" y="483"/>
                    </a:lnTo>
                    <a:lnTo>
                      <a:pt x="2575" y="491"/>
                    </a:lnTo>
                    <a:lnTo>
                      <a:pt x="2573" y="499"/>
                    </a:lnTo>
                    <a:lnTo>
                      <a:pt x="2572" y="508"/>
                    </a:lnTo>
                    <a:lnTo>
                      <a:pt x="2579" y="505"/>
                    </a:lnTo>
                    <a:lnTo>
                      <a:pt x="2583" y="497"/>
                    </a:lnTo>
                    <a:lnTo>
                      <a:pt x="2570" y="522"/>
                    </a:lnTo>
                    <a:lnTo>
                      <a:pt x="2551" y="528"/>
                    </a:lnTo>
                    <a:lnTo>
                      <a:pt x="2538" y="526"/>
                    </a:lnTo>
                    <a:lnTo>
                      <a:pt x="2542" y="516"/>
                    </a:lnTo>
                    <a:lnTo>
                      <a:pt x="2543" y="494"/>
                    </a:lnTo>
                    <a:lnTo>
                      <a:pt x="2547" y="491"/>
                    </a:lnTo>
                    <a:lnTo>
                      <a:pt x="2554" y="492"/>
                    </a:lnTo>
                    <a:lnTo>
                      <a:pt x="2563" y="472"/>
                    </a:lnTo>
                    <a:lnTo>
                      <a:pt x="2563" y="462"/>
                    </a:lnTo>
                    <a:lnTo>
                      <a:pt x="2557" y="465"/>
                    </a:lnTo>
                    <a:lnTo>
                      <a:pt x="2557" y="463"/>
                    </a:lnTo>
                    <a:lnTo>
                      <a:pt x="2558" y="449"/>
                    </a:lnTo>
                    <a:lnTo>
                      <a:pt x="2567" y="432"/>
                    </a:lnTo>
                    <a:lnTo>
                      <a:pt x="2586" y="425"/>
                    </a:lnTo>
                    <a:lnTo>
                      <a:pt x="2589" y="421"/>
                    </a:lnTo>
                    <a:lnTo>
                      <a:pt x="2581" y="436"/>
                    </a:lnTo>
                    <a:lnTo>
                      <a:pt x="2581" y="451"/>
                    </a:lnTo>
                    <a:lnTo>
                      <a:pt x="2585" y="458"/>
                    </a:lnTo>
                    <a:lnTo>
                      <a:pt x="2595" y="445"/>
                    </a:lnTo>
                    <a:lnTo>
                      <a:pt x="2599" y="427"/>
                    </a:lnTo>
                    <a:lnTo>
                      <a:pt x="2594" y="408"/>
                    </a:lnTo>
                    <a:lnTo>
                      <a:pt x="2583" y="408"/>
                    </a:lnTo>
                    <a:lnTo>
                      <a:pt x="2569" y="420"/>
                    </a:lnTo>
                    <a:lnTo>
                      <a:pt x="2556" y="418"/>
                    </a:lnTo>
                    <a:lnTo>
                      <a:pt x="2542" y="391"/>
                    </a:lnTo>
                    <a:lnTo>
                      <a:pt x="2536" y="386"/>
                    </a:lnTo>
                    <a:lnTo>
                      <a:pt x="2537" y="394"/>
                    </a:lnTo>
                    <a:lnTo>
                      <a:pt x="2532" y="399"/>
                    </a:lnTo>
                    <a:lnTo>
                      <a:pt x="2524" y="392"/>
                    </a:lnTo>
                    <a:lnTo>
                      <a:pt x="2524" y="387"/>
                    </a:lnTo>
                    <a:lnTo>
                      <a:pt x="2508" y="379"/>
                    </a:lnTo>
                    <a:lnTo>
                      <a:pt x="2505" y="372"/>
                    </a:lnTo>
                    <a:lnTo>
                      <a:pt x="2505" y="367"/>
                    </a:lnTo>
                    <a:lnTo>
                      <a:pt x="2479" y="370"/>
                    </a:lnTo>
                    <a:lnTo>
                      <a:pt x="2465" y="360"/>
                    </a:lnTo>
                    <a:lnTo>
                      <a:pt x="2461" y="352"/>
                    </a:lnTo>
                    <a:lnTo>
                      <a:pt x="2465" y="345"/>
                    </a:lnTo>
                    <a:lnTo>
                      <a:pt x="2447" y="336"/>
                    </a:lnTo>
                    <a:lnTo>
                      <a:pt x="2445" y="328"/>
                    </a:lnTo>
                    <a:lnTo>
                      <a:pt x="2436" y="318"/>
                    </a:lnTo>
                    <a:lnTo>
                      <a:pt x="2434" y="290"/>
                    </a:lnTo>
                    <a:lnTo>
                      <a:pt x="2434" y="275"/>
                    </a:lnTo>
                    <a:lnTo>
                      <a:pt x="2435" y="266"/>
                    </a:lnTo>
                    <a:lnTo>
                      <a:pt x="2441" y="262"/>
                    </a:lnTo>
                    <a:lnTo>
                      <a:pt x="2445" y="262"/>
                    </a:lnTo>
                    <a:lnTo>
                      <a:pt x="2456" y="236"/>
                    </a:lnTo>
                    <a:lnTo>
                      <a:pt x="2459" y="236"/>
                    </a:lnTo>
                    <a:lnTo>
                      <a:pt x="2461" y="242"/>
                    </a:lnTo>
                    <a:lnTo>
                      <a:pt x="2465" y="237"/>
                    </a:lnTo>
                    <a:lnTo>
                      <a:pt x="2466" y="222"/>
                    </a:lnTo>
                    <a:lnTo>
                      <a:pt x="2461" y="227"/>
                    </a:lnTo>
                    <a:lnTo>
                      <a:pt x="2452" y="204"/>
                    </a:lnTo>
                    <a:lnTo>
                      <a:pt x="2444" y="194"/>
                    </a:lnTo>
                    <a:lnTo>
                      <a:pt x="2444" y="184"/>
                    </a:lnTo>
                    <a:lnTo>
                      <a:pt x="2445" y="171"/>
                    </a:lnTo>
                    <a:lnTo>
                      <a:pt x="2452" y="156"/>
                    </a:lnTo>
                    <a:lnTo>
                      <a:pt x="2449" y="156"/>
                    </a:lnTo>
                    <a:lnTo>
                      <a:pt x="2450" y="145"/>
                    </a:lnTo>
                    <a:lnTo>
                      <a:pt x="2451" y="137"/>
                    </a:lnTo>
                    <a:lnTo>
                      <a:pt x="2451" y="122"/>
                    </a:lnTo>
                    <a:lnTo>
                      <a:pt x="2455" y="117"/>
                    </a:lnTo>
                    <a:lnTo>
                      <a:pt x="2460" y="118"/>
                    </a:lnTo>
                    <a:lnTo>
                      <a:pt x="2461" y="114"/>
                    </a:lnTo>
                    <a:lnTo>
                      <a:pt x="2462" y="106"/>
                    </a:lnTo>
                    <a:lnTo>
                      <a:pt x="2470" y="101"/>
                    </a:lnTo>
                    <a:lnTo>
                      <a:pt x="2488" y="124"/>
                    </a:lnTo>
                    <a:lnTo>
                      <a:pt x="2492" y="123"/>
                    </a:lnTo>
                    <a:lnTo>
                      <a:pt x="2495" y="107"/>
                    </a:lnTo>
                    <a:lnTo>
                      <a:pt x="2493" y="86"/>
                    </a:lnTo>
                    <a:lnTo>
                      <a:pt x="2487" y="85"/>
                    </a:lnTo>
                    <a:lnTo>
                      <a:pt x="2481" y="79"/>
                    </a:lnTo>
                    <a:lnTo>
                      <a:pt x="2479" y="67"/>
                    </a:lnTo>
                    <a:lnTo>
                      <a:pt x="2488" y="52"/>
                    </a:lnTo>
                    <a:lnTo>
                      <a:pt x="2502" y="36"/>
                    </a:lnTo>
                    <a:lnTo>
                      <a:pt x="2505" y="26"/>
                    </a:lnTo>
                    <a:lnTo>
                      <a:pt x="2506" y="16"/>
                    </a:lnTo>
                    <a:lnTo>
                      <a:pt x="2513" y="2"/>
                    </a:lnTo>
                    <a:lnTo>
                      <a:pt x="2522" y="0"/>
                    </a:lnTo>
                    <a:lnTo>
                      <a:pt x="2531" y="2"/>
                    </a:lnTo>
                    <a:lnTo>
                      <a:pt x="2541" y="0"/>
                    </a:lnTo>
                    <a:lnTo>
                      <a:pt x="2551" y="10"/>
                    </a:lnTo>
                    <a:lnTo>
                      <a:pt x="2549" y="18"/>
                    </a:lnTo>
                    <a:lnTo>
                      <a:pt x="2546" y="22"/>
                    </a:lnTo>
                    <a:lnTo>
                      <a:pt x="2545" y="32"/>
                    </a:lnTo>
                    <a:lnTo>
                      <a:pt x="2546" y="38"/>
                    </a:lnTo>
                    <a:lnTo>
                      <a:pt x="2554" y="32"/>
                    </a:lnTo>
                    <a:lnTo>
                      <a:pt x="2554" y="49"/>
                    </a:lnTo>
                    <a:lnTo>
                      <a:pt x="2564" y="40"/>
                    </a:lnTo>
                    <a:lnTo>
                      <a:pt x="2567" y="32"/>
                    </a:lnTo>
                    <a:lnTo>
                      <a:pt x="2576" y="44"/>
                    </a:lnTo>
                    <a:lnTo>
                      <a:pt x="2594" y="37"/>
                    </a:lnTo>
                    <a:lnTo>
                      <a:pt x="2594" y="47"/>
                    </a:lnTo>
                    <a:lnTo>
                      <a:pt x="2590" y="63"/>
                    </a:lnTo>
                    <a:lnTo>
                      <a:pt x="2595" y="75"/>
                    </a:lnTo>
                    <a:lnTo>
                      <a:pt x="2605" y="76"/>
                    </a:lnTo>
                    <a:lnTo>
                      <a:pt x="2632" y="115"/>
                    </a:lnTo>
                    <a:lnTo>
                      <a:pt x="2637" y="147"/>
                    </a:lnTo>
                    <a:lnTo>
                      <a:pt x="2638" y="167"/>
                    </a:lnTo>
                    <a:lnTo>
                      <a:pt x="2637" y="190"/>
                    </a:lnTo>
                    <a:lnTo>
                      <a:pt x="2633" y="189"/>
                    </a:lnTo>
                    <a:lnTo>
                      <a:pt x="2634" y="198"/>
                    </a:lnTo>
                    <a:lnTo>
                      <a:pt x="2645" y="201"/>
                    </a:lnTo>
                    <a:lnTo>
                      <a:pt x="2648" y="221"/>
                    </a:lnTo>
                    <a:lnTo>
                      <a:pt x="2662" y="220"/>
                    </a:lnTo>
                    <a:lnTo>
                      <a:pt x="2671" y="230"/>
                    </a:lnTo>
                    <a:lnTo>
                      <a:pt x="2671" y="244"/>
                    </a:lnTo>
                    <a:lnTo>
                      <a:pt x="2672" y="251"/>
                    </a:lnTo>
                    <a:lnTo>
                      <a:pt x="2681" y="264"/>
                    </a:lnTo>
                    <a:lnTo>
                      <a:pt x="2683" y="274"/>
                    </a:lnTo>
                    <a:lnTo>
                      <a:pt x="2685" y="284"/>
                    </a:lnTo>
                    <a:lnTo>
                      <a:pt x="2688" y="284"/>
                    </a:lnTo>
                    <a:lnTo>
                      <a:pt x="2692" y="279"/>
                    </a:lnTo>
                    <a:lnTo>
                      <a:pt x="2693" y="274"/>
                    </a:lnTo>
                    <a:lnTo>
                      <a:pt x="2701" y="280"/>
                    </a:lnTo>
                    <a:lnTo>
                      <a:pt x="2703" y="297"/>
                    </a:lnTo>
                    <a:lnTo>
                      <a:pt x="2709" y="301"/>
                    </a:lnTo>
                    <a:lnTo>
                      <a:pt x="2713" y="308"/>
                    </a:lnTo>
                    <a:lnTo>
                      <a:pt x="2694" y="312"/>
                    </a:lnTo>
                    <a:lnTo>
                      <a:pt x="2671" y="301"/>
                    </a:lnTo>
                    <a:lnTo>
                      <a:pt x="2664" y="302"/>
                    </a:lnTo>
                    <a:lnTo>
                      <a:pt x="2665" y="306"/>
                    </a:lnTo>
                    <a:lnTo>
                      <a:pt x="2665" y="312"/>
                    </a:lnTo>
                    <a:lnTo>
                      <a:pt x="2661" y="316"/>
                    </a:lnTo>
                    <a:lnTo>
                      <a:pt x="2661" y="318"/>
                    </a:lnTo>
                    <a:lnTo>
                      <a:pt x="2680" y="321"/>
                    </a:lnTo>
                    <a:lnTo>
                      <a:pt x="2688" y="334"/>
                    </a:lnTo>
                    <a:lnTo>
                      <a:pt x="2683" y="343"/>
                    </a:lnTo>
                    <a:lnTo>
                      <a:pt x="2676" y="352"/>
                    </a:lnTo>
                    <a:lnTo>
                      <a:pt x="2670" y="352"/>
                    </a:lnTo>
                    <a:lnTo>
                      <a:pt x="2664" y="357"/>
                    </a:lnTo>
                    <a:lnTo>
                      <a:pt x="2658" y="357"/>
                    </a:lnTo>
                    <a:lnTo>
                      <a:pt x="2656" y="364"/>
                    </a:lnTo>
                    <a:lnTo>
                      <a:pt x="2648" y="371"/>
                    </a:lnTo>
                    <a:lnTo>
                      <a:pt x="2650" y="378"/>
                    </a:lnTo>
                    <a:lnTo>
                      <a:pt x="2649" y="381"/>
                    </a:lnTo>
                    <a:lnTo>
                      <a:pt x="2669" y="381"/>
                    </a:lnTo>
                    <a:lnTo>
                      <a:pt x="2673" y="388"/>
                    </a:lnTo>
                    <a:lnTo>
                      <a:pt x="2678" y="402"/>
                    </a:lnTo>
                    <a:lnTo>
                      <a:pt x="2692" y="408"/>
                    </a:lnTo>
                    <a:lnTo>
                      <a:pt x="2705" y="405"/>
                    </a:lnTo>
                    <a:lnTo>
                      <a:pt x="2715" y="391"/>
                    </a:lnTo>
                    <a:lnTo>
                      <a:pt x="2723" y="389"/>
                    </a:lnTo>
                    <a:lnTo>
                      <a:pt x="2724" y="395"/>
                    </a:lnTo>
                    <a:lnTo>
                      <a:pt x="2718" y="404"/>
                    </a:lnTo>
                    <a:lnTo>
                      <a:pt x="2725" y="402"/>
                    </a:lnTo>
                    <a:lnTo>
                      <a:pt x="2731" y="413"/>
                    </a:lnTo>
                    <a:lnTo>
                      <a:pt x="2735" y="409"/>
                    </a:lnTo>
                    <a:lnTo>
                      <a:pt x="2745" y="415"/>
                    </a:lnTo>
                    <a:lnTo>
                      <a:pt x="2748" y="406"/>
                    </a:lnTo>
                    <a:lnTo>
                      <a:pt x="2751" y="421"/>
                    </a:lnTo>
                    <a:lnTo>
                      <a:pt x="2748" y="432"/>
                    </a:lnTo>
                    <a:lnTo>
                      <a:pt x="2744" y="440"/>
                    </a:lnTo>
                    <a:lnTo>
                      <a:pt x="2735" y="430"/>
                    </a:lnTo>
                    <a:lnTo>
                      <a:pt x="2729" y="434"/>
                    </a:lnTo>
                    <a:lnTo>
                      <a:pt x="2720" y="431"/>
                    </a:lnTo>
                    <a:lnTo>
                      <a:pt x="2745" y="465"/>
                    </a:lnTo>
                    <a:lnTo>
                      <a:pt x="2755" y="469"/>
                    </a:lnTo>
                    <a:lnTo>
                      <a:pt x="2756" y="479"/>
                    </a:lnTo>
                    <a:lnTo>
                      <a:pt x="2764" y="494"/>
                    </a:lnTo>
                    <a:lnTo>
                      <a:pt x="2763" y="499"/>
                    </a:lnTo>
                    <a:lnTo>
                      <a:pt x="2773" y="515"/>
                    </a:lnTo>
                    <a:lnTo>
                      <a:pt x="2768" y="531"/>
                    </a:lnTo>
                    <a:lnTo>
                      <a:pt x="2768" y="549"/>
                    </a:lnTo>
                    <a:lnTo>
                      <a:pt x="2766" y="558"/>
                    </a:lnTo>
                    <a:lnTo>
                      <a:pt x="2771" y="574"/>
                    </a:lnTo>
                    <a:lnTo>
                      <a:pt x="2775" y="581"/>
                    </a:lnTo>
                    <a:lnTo>
                      <a:pt x="2779" y="591"/>
                    </a:lnTo>
                    <a:lnTo>
                      <a:pt x="2787" y="581"/>
                    </a:lnTo>
                    <a:lnTo>
                      <a:pt x="2798" y="559"/>
                    </a:lnTo>
                    <a:lnTo>
                      <a:pt x="2798" y="540"/>
                    </a:lnTo>
                    <a:lnTo>
                      <a:pt x="2799" y="535"/>
                    </a:lnTo>
                    <a:lnTo>
                      <a:pt x="2800" y="532"/>
                    </a:lnTo>
                    <a:lnTo>
                      <a:pt x="2806" y="532"/>
                    </a:lnTo>
                    <a:lnTo>
                      <a:pt x="2807" y="513"/>
                    </a:lnTo>
                    <a:lnTo>
                      <a:pt x="2806" y="495"/>
                    </a:lnTo>
                    <a:lnTo>
                      <a:pt x="2806" y="480"/>
                    </a:lnTo>
                    <a:lnTo>
                      <a:pt x="2818" y="465"/>
                    </a:lnTo>
                    <a:lnTo>
                      <a:pt x="2826" y="447"/>
                    </a:lnTo>
                    <a:lnTo>
                      <a:pt x="2837" y="442"/>
                    </a:lnTo>
                    <a:lnTo>
                      <a:pt x="2850" y="443"/>
                    </a:lnTo>
                    <a:lnTo>
                      <a:pt x="2855" y="462"/>
                    </a:lnTo>
                    <a:lnTo>
                      <a:pt x="2866" y="480"/>
                    </a:lnTo>
                    <a:lnTo>
                      <a:pt x="2896" y="505"/>
                    </a:lnTo>
                    <a:lnTo>
                      <a:pt x="2901" y="517"/>
                    </a:lnTo>
                    <a:lnTo>
                      <a:pt x="2907" y="554"/>
                    </a:lnTo>
                    <a:lnTo>
                      <a:pt x="2913" y="575"/>
                    </a:lnTo>
                    <a:lnTo>
                      <a:pt x="2914" y="592"/>
                    </a:lnTo>
                    <a:lnTo>
                      <a:pt x="2906" y="599"/>
                    </a:lnTo>
                    <a:lnTo>
                      <a:pt x="2897" y="597"/>
                    </a:lnTo>
                    <a:lnTo>
                      <a:pt x="2893" y="592"/>
                    </a:lnTo>
                    <a:lnTo>
                      <a:pt x="2893" y="575"/>
                    </a:lnTo>
                    <a:lnTo>
                      <a:pt x="2884" y="598"/>
                    </a:lnTo>
                    <a:lnTo>
                      <a:pt x="2887" y="615"/>
                    </a:lnTo>
                    <a:lnTo>
                      <a:pt x="2884" y="631"/>
                    </a:lnTo>
                    <a:lnTo>
                      <a:pt x="2884" y="641"/>
                    </a:lnTo>
                    <a:lnTo>
                      <a:pt x="2895" y="663"/>
                    </a:lnTo>
                    <a:lnTo>
                      <a:pt x="2900" y="677"/>
                    </a:lnTo>
                    <a:lnTo>
                      <a:pt x="2908" y="689"/>
                    </a:lnTo>
                    <a:lnTo>
                      <a:pt x="2930" y="732"/>
                    </a:lnTo>
                    <a:lnTo>
                      <a:pt x="2936" y="737"/>
                    </a:lnTo>
                    <a:lnTo>
                      <a:pt x="2944" y="746"/>
                    </a:lnTo>
                    <a:lnTo>
                      <a:pt x="2954" y="741"/>
                    </a:lnTo>
                    <a:lnTo>
                      <a:pt x="2955" y="732"/>
                    </a:lnTo>
                    <a:lnTo>
                      <a:pt x="2957" y="721"/>
                    </a:lnTo>
                    <a:lnTo>
                      <a:pt x="2966" y="716"/>
                    </a:lnTo>
                    <a:lnTo>
                      <a:pt x="2971" y="721"/>
                    </a:lnTo>
                    <a:lnTo>
                      <a:pt x="2974" y="715"/>
                    </a:lnTo>
                    <a:lnTo>
                      <a:pt x="2977" y="720"/>
                    </a:lnTo>
                    <a:lnTo>
                      <a:pt x="2983" y="721"/>
                    </a:lnTo>
                    <a:lnTo>
                      <a:pt x="2987" y="699"/>
                    </a:lnTo>
                    <a:lnTo>
                      <a:pt x="2987" y="679"/>
                    </a:lnTo>
                    <a:lnTo>
                      <a:pt x="2988" y="673"/>
                    </a:lnTo>
                    <a:lnTo>
                      <a:pt x="2997" y="653"/>
                    </a:lnTo>
                    <a:lnTo>
                      <a:pt x="3009" y="640"/>
                    </a:lnTo>
                    <a:lnTo>
                      <a:pt x="3020" y="607"/>
                    </a:lnTo>
                    <a:lnTo>
                      <a:pt x="3021" y="592"/>
                    </a:lnTo>
                    <a:lnTo>
                      <a:pt x="3027" y="586"/>
                    </a:lnTo>
                    <a:lnTo>
                      <a:pt x="3030" y="545"/>
                    </a:lnTo>
                    <a:lnTo>
                      <a:pt x="3029" y="538"/>
                    </a:lnTo>
                    <a:lnTo>
                      <a:pt x="3035" y="531"/>
                    </a:lnTo>
                    <a:lnTo>
                      <a:pt x="3047" y="529"/>
                    </a:lnTo>
                    <a:lnTo>
                      <a:pt x="3049" y="523"/>
                    </a:lnTo>
                    <a:lnTo>
                      <a:pt x="3054" y="524"/>
                    </a:lnTo>
                    <a:lnTo>
                      <a:pt x="3064" y="520"/>
                    </a:lnTo>
                    <a:lnTo>
                      <a:pt x="3076" y="524"/>
                    </a:lnTo>
                    <a:lnTo>
                      <a:pt x="3087" y="522"/>
                    </a:lnTo>
                    <a:lnTo>
                      <a:pt x="3083" y="517"/>
                    </a:lnTo>
                    <a:lnTo>
                      <a:pt x="3069" y="515"/>
                    </a:lnTo>
                    <a:lnTo>
                      <a:pt x="3064" y="507"/>
                    </a:lnTo>
                    <a:lnTo>
                      <a:pt x="3068" y="501"/>
                    </a:lnTo>
                    <a:lnTo>
                      <a:pt x="3065" y="496"/>
                    </a:lnTo>
                    <a:lnTo>
                      <a:pt x="3075" y="496"/>
                    </a:lnTo>
                    <a:lnTo>
                      <a:pt x="3074" y="488"/>
                    </a:lnTo>
                    <a:lnTo>
                      <a:pt x="3079" y="485"/>
                    </a:lnTo>
                    <a:lnTo>
                      <a:pt x="3090" y="489"/>
                    </a:lnTo>
                    <a:lnTo>
                      <a:pt x="3087" y="479"/>
                    </a:lnTo>
                    <a:lnTo>
                      <a:pt x="3080" y="479"/>
                    </a:lnTo>
                    <a:lnTo>
                      <a:pt x="3073" y="469"/>
                    </a:lnTo>
                    <a:lnTo>
                      <a:pt x="3059" y="465"/>
                    </a:lnTo>
                    <a:lnTo>
                      <a:pt x="3052" y="456"/>
                    </a:lnTo>
                    <a:lnTo>
                      <a:pt x="3047" y="442"/>
                    </a:lnTo>
                    <a:lnTo>
                      <a:pt x="3048" y="431"/>
                    </a:lnTo>
                    <a:lnTo>
                      <a:pt x="3049" y="426"/>
                    </a:lnTo>
                    <a:lnTo>
                      <a:pt x="3046" y="410"/>
                    </a:lnTo>
                    <a:lnTo>
                      <a:pt x="3048" y="400"/>
                    </a:lnTo>
                    <a:lnTo>
                      <a:pt x="3044" y="386"/>
                    </a:lnTo>
                    <a:lnTo>
                      <a:pt x="3046" y="381"/>
                    </a:lnTo>
                    <a:lnTo>
                      <a:pt x="3048" y="371"/>
                    </a:lnTo>
                    <a:lnTo>
                      <a:pt x="3048" y="360"/>
                    </a:lnTo>
                    <a:lnTo>
                      <a:pt x="3067" y="365"/>
                    </a:lnTo>
                    <a:lnTo>
                      <a:pt x="3075" y="356"/>
                    </a:lnTo>
                    <a:lnTo>
                      <a:pt x="3097" y="355"/>
                    </a:lnTo>
                    <a:lnTo>
                      <a:pt x="3116" y="360"/>
                    </a:lnTo>
                    <a:lnTo>
                      <a:pt x="3126" y="371"/>
                    </a:lnTo>
                    <a:lnTo>
                      <a:pt x="3150" y="384"/>
                    </a:lnTo>
                    <a:lnTo>
                      <a:pt x="3173" y="381"/>
                    </a:lnTo>
                    <a:lnTo>
                      <a:pt x="3181" y="386"/>
                    </a:lnTo>
                    <a:lnTo>
                      <a:pt x="3192" y="383"/>
                    </a:lnTo>
                    <a:lnTo>
                      <a:pt x="3200" y="378"/>
                    </a:lnTo>
                    <a:lnTo>
                      <a:pt x="3205" y="386"/>
                    </a:lnTo>
                    <a:lnTo>
                      <a:pt x="3205" y="403"/>
                    </a:lnTo>
                    <a:lnTo>
                      <a:pt x="3207" y="411"/>
                    </a:lnTo>
                    <a:lnTo>
                      <a:pt x="3198" y="415"/>
                    </a:lnTo>
                    <a:lnTo>
                      <a:pt x="3205" y="415"/>
                    </a:lnTo>
                    <a:lnTo>
                      <a:pt x="3216" y="431"/>
                    </a:lnTo>
                    <a:lnTo>
                      <a:pt x="3224" y="445"/>
                    </a:lnTo>
                    <a:lnTo>
                      <a:pt x="3220" y="451"/>
                    </a:lnTo>
                    <a:lnTo>
                      <a:pt x="3223" y="453"/>
                    </a:lnTo>
                    <a:lnTo>
                      <a:pt x="3251" y="451"/>
                    </a:lnTo>
                    <a:lnTo>
                      <a:pt x="3259" y="458"/>
                    </a:lnTo>
                    <a:lnTo>
                      <a:pt x="3269" y="461"/>
                    </a:lnTo>
                    <a:lnTo>
                      <a:pt x="3272" y="470"/>
                    </a:lnTo>
                    <a:lnTo>
                      <a:pt x="3262" y="484"/>
                    </a:lnTo>
                    <a:lnTo>
                      <a:pt x="3246" y="496"/>
                    </a:lnTo>
                    <a:lnTo>
                      <a:pt x="3240" y="508"/>
                    </a:lnTo>
                    <a:lnTo>
                      <a:pt x="3272" y="513"/>
                    </a:lnTo>
                    <a:lnTo>
                      <a:pt x="3277" y="526"/>
                    </a:lnTo>
                    <a:lnTo>
                      <a:pt x="3275" y="542"/>
                    </a:lnTo>
                    <a:lnTo>
                      <a:pt x="3271" y="549"/>
                    </a:lnTo>
                    <a:lnTo>
                      <a:pt x="3258" y="558"/>
                    </a:lnTo>
                    <a:lnTo>
                      <a:pt x="3252" y="559"/>
                    </a:lnTo>
                    <a:lnTo>
                      <a:pt x="3246" y="570"/>
                    </a:lnTo>
                    <a:lnTo>
                      <a:pt x="3242" y="577"/>
                    </a:lnTo>
                    <a:lnTo>
                      <a:pt x="3236" y="571"/>
                    </a:lnTo>
                    <a:lnTo>
                      <a:pt x="3232" y="556"/>
                    </a:lnTo>
                    <a:lnTo>
                      <a:pt x="3225" y="559"/>
                    </a:lnTo>
                    <a:lnTo>
                      <a:pt x="3223" y="566"/>
                    </a:lnTo>
                    <a:lnTo>
                      <a:pt x="3208" y="559"/>
                    </a:lnTo>
                    <a:lnTo>
                      <a:pt x="3207" y="569"/>
                    </a:lnTo>
                    <a:lnTo>
                      <a:pt x="3220" y="588"/>
                    </a:lnTo>
                    <a:lnTo>
                      <a:pt x="3215" y="592"/>
                    </a:lnTo>
                    <a:lnTo>
                      <a:pt x="3215" y="596"/>
                    </a:lnTo>
                    <a:lnTo>
                      <a:pt x="3221" y="597"/>
                    </a:lnTo>
                    <a:lnTo>
                      <a:pt x="3221" y="605"/>
                    </a:lnTo>
                    <a:lnTo>
                      <a:pt x="3220" y="613"/>
                    </a:lnTo>
                    <a:lnTo>
                      <a:pt x="3239" y="604"/>
                    </a:lnTo>
                    <a:lnTo>
                      <a:pt x="3232" y="620"/>
                    </a:lnTo>
                    <a:lnTo>
                      <a:pt x="3230" y="637"/>
                    </a:lnTo>
                    <a:lnTo>
                      <a:pt x="3231" y="651"/>
                    </a:lnTo>
                    <a:lnTo>
                      <a:pt x="3257" y="688"/>
                    </a:lnTo>
                    <a:lnTo>
                      <a:pt x="3268" y="699"/>
                    </a:lnTo>
                    <a:lnTo>
                      <a:pt x="3275" y="711"/>
                    </a:lnTo>
                    <a:lnTo>
                      <a:pt x="3275" y="717"/>
                    </a:lnTo>
                    <a:lnTo>
                      <a:pt x="3271" y="723"/>
                    </a:lnTo>
                    <a:lnTo>
                      <a:pt x="3271" y="738"/>
                    </a:lnTo>
                    <a:lnTo>
                      <a:pt x="3274" y="748"/>
                    </a:lnTo>
                    <a:lnTo>
                      <a:pt x="3268" y="755"/>
                    </a:lnTo>
                    <a:lnTo>
                      <a:pt x="3268" y="764"/>
                    </a:lnTo>
                    <a:lnTo>
                      <a:pt x="3255" y="770"/>
                    </a:lnTo>
                    <a:lnTo>
                      <a:pt x="3248" y="776"/>
                    </a:lnTo>
                    <a:lnTo>
                      <a:pt x="3236" y="790"/>
                    </a:lnTo>
                    <a:lnTo>
                      <a:pt x="3235" y="798"/>
                    </a:lnTo>
                    <a:lnTo>
                      <a:pt x="3230" y="807"/>
                    </a:lnTo>
                    <a:lnTo>
                      <a:pt x="3202" y="835"/>
                    </a:lnTo>
                    <a:lnTo>
                      <a:pt x="3183" y="840"/>
                    </a:lnTo>
                    <a:lnTo>
                      <a:pt x="3180" y="851"/>
                    </a:lnTo>
                    <a:lnTo>
                      <a:pt x="3170" y="863"/>
                    </a:lnTo>
                    <a:lnTo>
                      <a:pt x="3162" y="863"/>
                    </a:lnTo>
                    <a:lnTo>
                      <a:pt x="3157" y="859"/>
                    </a:lnTo>
                    <a:lnTo>
                      <a:pt x="3155" y="851"/>
                    </a:lnTo>
                    <a:lnTo>
                      <a:pt x="3134" y="831"/>
                    </a:lnTo>
                    <a:lnTo>
                      <a:pt x="3126" y="819"/>
                    </a:lnTo>
                    <a:lnTo>
                      <a:pt x="3119" y="827"/>
                    </a:lnTo>
                    <a:lnTo>
                      <a:pt x="3121" y="836"/>
                    </a:lnTo>
                    <a:lnTo>
                      <a:pt x="3133" y="855"/>
                    </a:lnTo>
                    <a:lnTo>
                      <a:pt x="3134" y="868"/>
                    </a:lnTo>
                    <a:lnTo>
                      <a:pt x="3140" y="886"/>
                    </a:lnTo>
                    <a:lnTo>
                      <a:pt x="3140" y="892"/>
                    </a:lnTo>
                    <a:lnTo>
                      <a:pt x="3139" y="886"/>
                    </a:lnTo>
                    <a:lnTo>
                      <a:pt x="3128" y="884"/>
                    </a:lnTo>
                    <a:lnTo>
                      <a:pt x="3114" y="870"/>
                    </a:lnTo>
                    <a:lnTo>
                      <a:pt x="3106" y="866"/>
                    </a:lnTo>
                    <a:lnTo>
                      <a:pt x="3103" y="863"/>
                    </a:lnTo>
                    <a:lnTo>
                      <a:pt x="3100" y="863"/>
                    </a:lnTo>
                    <a:lnTo>
                      <a:pt x="3100" y="887"/>
                    </a:lnTo>
                    <a:lnTo>
                      <a:pt x="3084" y="881"/>
                    </a:lnTo>
                    <a:lnTo>
                      <a:pt x="3076" y="882"/>
                    </a:lnTo>
                    <a:lnTo>
                      <a:pt x="3065" y="874"/>
                    </a:lnTo>
                    <a:lnTo>
                      <a:pt x="3063" y="879"/>
                    </a:lnTo>
                    <a:lnTo>
                      <a:pt x="3053" y="836"/>
                    </a:lnTo>
                    <a:lnTo>
                      <a:pt x="3044" y="835"/>
                    </a:lnTo>
                    <a:lnTo>
                      <a:pt x="3026" y="849"/>
                    </a:lnTo>
                    <a:lnTo>
                      <a:pt x="3025" y="846"/>
                    </a:lnTo>
                    <a:lnTo>
                      <a:pt x="3017" y="847"/>
                    </a:lnTo>
                    <a:lnTo>
                      <a:pt x="2990" y="838"/>
                    </a:lnTo>
                    <a:lnTo>
                      <a:pt x="2979" y="847"/>
                    </a:lnTo>
                    <a:lnTo>
                      <a:pt x="2981" y="854"/>
                    </a:lnTo>
                    <a:lnTo>
                      <a:pt x="2977" y="856"/>
                    </a:lnTo>
                    <a:lnTo>
                      <a:pt x="2979" y="865"/>
                    </a:lnTo>
                    <a:lnTo>
                      <a:pt x="3003" y="877"/>
                    </a:lnTo>
                    <a:lnTo>
                      <a:pt x="3011" y="878"/>
                    </a:lnTo>
                    <a:lnTo>
                      <a:pt x="3017" y="887"/>
                    </a:lnTo>
                    <a:lnTo>
                      <a:pt x="3015" y="895"/>
                    </a:lnTo>
                    <a:lnTo>
                      <a:pt x="3015" y="905"/>
                    </a:lnTo>
                    <a:lnTo>
                      <a:pt x="3011" y="909"/>
                    </a:lnTo>
                    <a:lnTo>
                      <a:pt x="3011" y="915"/>
                    </a:lnTo>
                    <a:lnTo>
                      <a:pt x="3009" y="921"/>
                    </a:lnTo>
                    <a:lnTo>
                      <a:pt x="3001" y="927"/>
                    </a:lnTo>
                    <a:lnTo>
                      <a:pt x="2994" y="944"/>
                    </a:lnTo>
                    <a:lnTo>
                      <a:pt x="2988" y="953"/>
                    </a:lnTo>
                    <a:lnTo>
                      <a:pt x="2981" y="960"/>
                    </a:lnTo>
                    <a:lnTo>
                      <a:pt x="2978" y="968"/>
                    </a:lnTo>
                    <a:lnTo>
                      <a:pt x="2967" y="973"/>
                    </a:lnTo>
                    <a:lnTo>
                      <a:pt x="2960" y="991"/>
                    </a:lnTo>
                    <a:lnTo>
                      <a:pt x="2956" y="996"/>
                    </a:lnTo>
                    <a:lnTo>
                      <a:pt x="2946" y="999"/>
                    </a:lnTo>
                    <a:lnTo>
                      <a:pt x="2909" y="1002"/>
                    </a:lnTo>
                    <a:lnTo>
                      <a:pt x="2906" y="994"/>
                    </a:lnTo>
                    <a:lnTo>
                      <a:pt x="2900" y="984"/>
                    </a:lnTo>
                    <a:lnTo>
                      <a:pt x="2869" y="958"/>
                    </a:lnTo>
                    <a:lnTo>
                      <a:pt x="2869" y="956"/>
                    </a:lnTo>
                    <a:lnTo>
                      <a:pt x="2847" y="947"/>
                    </a:lnTo>
                    <a:lnTo>
                      <a:pt x="2826" y="930"/>
                    </a:lnTo>
                    <a:lnTo>
                      <a:pt x="2818" y="929"/>
                    </a:lnTo>
                    <a:lnTo>
                      <a:pt x="2810" y="932"/>
                    </a:lnTo>
                    <a:lnTo>
                      <a:pt x="2794" y="927"/>
                    </a:lnTo>
                    <a:lnTo>
                      <a:pt x="2789" y="940"/>
                    </a:lnTo>
                    <a:lnTo>
                      <a:pt x="2807" y="951"/>
                    </a:lnTo>
                    <a:lnTo>
                      <a:pt x="2822" y="967"/>
                    </a:lnTo>
                    <a:lnTo>
                      <a:pt x="2833" y="986"/>
                    </a:lnTo>
                    <a:lnTo>
                      <a:pt x="2850" y="1002"/>
                    </a:lnTo>
                    <a:lnTo>
                      <a:pt x="2879" y="1006"/>
                    </a:lnTo>
                    <a:lnTo>
                      <a:pt x="2903" y="1016"/>
                    </a:lnTo>
                    <a:lnTo>
                      <a:pt x="2912" y="1011"/>
                    </a:lnTo>
                    <a:lnTo>
                      <a:pt x="2936" y="1012"/>
                    </a:lnTo>
                    <a:lnTo>
                      <a:pt x="2961" y="1016"/>
                    </a:lnTo>
                    <a:lnTo>
                      <a:pt x="2962" y="1021"/>
                    </a:lnTo>
                    <a:lnTo>
                      <a:pt x="2968" y="1019"/>
                    </a:lnTo>
                    <a:lnTo>
                      <a:pt x="2965" y="1032"/>
                    </a:lnTo>
                    <a:lnTo>
                      <a:pt x="2960" y="1040"/>
                    </a:lnTo>
                    <a:lnTo>
                      <a:pt x="2960" y="1050"/>
                    </a:lnTo>
                    <a:lnTo>
                      <a:pt x="2950" y="1062"/>
                    </a:lnTo>
                    <a:lnTo>
                      <a:pt x="2946" y="1081"/>
                    </a:lnTo>
                    <a:lnTo>
                      <a:pt x="2939" y="1085"/>
                    </a:lnTo>
                    <a:lnTo>
                      <a:pt x="2931" y="1104"/>
                    </a:lnTo>
                    <a:lnTo>
                      <a:pt x="2918" y="1110"/>
                    </a:lnTo>
                    <a:lnTo>
                      <a:pt x="2918" y="1125"/>
                    </a:lnTo>
                    <a:lnTo>
                      <a:pt x="2913" y="1131"/>
                    </a:lnTo>
                    <a:lnTo>
                      <a:pt x="2903" y="1153"/>
                    </a:lnTo>
                    <a:lnTo>
                      <a:pt x="2900" y="1151"/>
                    </a:lnTo>
                    <a:lnTo>
                      <a:pt x="2888" y="1164"/>
                    </a:lnTo>
                    <a:lnTo>
                      <a:pt x="2871" y="1174"/>
                    </a:lnTo>
                    <a:lnTo>
                      <a:pt x="2850" y="1169"/>
                    </a:lnTo>
                    <a:lnTo>
                      <a:pt x="2847" y="1177"/>
                    </a:lnTo>
                    <a:lnTo>
                      <a:pt x="2827" y="1162"/>
                    </a:lnTo>
                    <a:lnTo>
                      <a:pt x="2826" y="1166"/>
                    </a:lnTo>
                    <a:lnTo>
                      <a:pt x="2826" y="1170"/>
                    </a:lnTo>
                    <a:lnTo>
                      <a:pt x="2820" y="1159"/>
                    </a:lnTo>
                    <a:lnTo>
                      <a:pt x="2816" y="1162"/>
                    </a:lnTo>
                    <a:lnTo>
                      <a:pt x="2809" y="1156"/>
                    </a:lnTo>
                    <a:lnTo>
                      <a:pt x="2804" y="1155"/>
                    </a:lnTo>
                    <a:lnTo>
                      <a:pt x="2806" y="1162"/>
                    </a:lnTo>
                    <a:lnTo>
                      <a:pt x="2806" y="1170"/>
                    </a:lnTo>
                    <a:lnTo>
                      <a:pt x="2809" y="1180"/>
                    </a:lnTo>
                    <a:lnTo>
                      <a:pt x="2809" y="1182"/>
                    </a:lnTo>
                    <a:lnTo>
                      <a:pt x="2804" y="1182"/>
                    </a:lnTo>
                    <a:lnTo>
                      <a:pt x="2796" y="1178"/>
                    </a:lnTo>
                    <a:lnTo>
                      <a:pt x="2795" y="1189"/>
                    </a:lnTo>
                    <a:lnTo>
                      <a:pt x="2800" y="1196"/>
                    </a:lnTo>
                    <a:lnTo>
                      <a:pt x="2796" y="1201"/>
                    </a:lnTo>
                    <a:lnTo>
                      <a:pt x="2793" y="1215"/>
                    </a:lnTo>
                    <a:lnTo>
                      <a:pt x="2788" y="1222"/>
                    </a:lnTo>
                    <a:lnTo>
                      <a:pt x="2780" y="1222"/>
                    </a:lnTo>
                    <a:lnTo>
                      <a:pt x="2778" y="1229"/>
                    </a:lnTo>
                    <a:lnTo>
                      <a:pt x="2773" y="1231"/>
                    </a:lnTo>
                    <a:lnTo>
                      <a:pt x="2767" y="1228"/>
                    </a:lnTo>
                    <a:lnTo>
                      <a:pt x="2763" y="1237"/>
                    </a:lnTo>
                    <a:lnTo>
                      <a:pt x="2758" y="1229"/>
                    </a:lnTo>
                    <a:lnTo>
                      <a:pt x="2752" y="1227"/>
                    </a:lnTo>
                    <a:lnTo>
                      <a:pt x="2746" y="1221"/>
                    </a:lnTo>
                    <a:lnTo>
                      <a:pt x="2734" y="1216"/>
                    </a:lnTo>
                    <a:lnTo>
                      <a:pt x="2721" y="1205"/>
                    </a:lnTo>
                    <a:lnTo>
                      <a:pt x="2716" y="1209"/>
                    </a:lnTo>
                    <a:lnTo>
                      <a:pt x="2714" y="1195"/>
                    </a:lnTo>
                    <a:lnTo>
                      <a:pt x="2707" y="1204"/>
                    </a:lnTo>
                    <a:lnTo>
                      <a:pt x="2697" y="1205"/>
                    </a:lnTo>
                    <a:lnTo>
                      <a:pt x="2692" y="1200"/>
                    </a:lnTo>
                    <a:lnTo>
                      <a:pt x="2688" y="1204"/>
                    </a:lnTo>
                    <a:lnTo>
                      <a:pt x="2678" y="1204"/>
                    </a:lnTo>
                    <a:lnTo>
                      <a:pt x="2658" y="1195"/>
                    </a:lnTo>
                    <a:lnTo>
                      <a:pt x="2654" y="1189"/>
                    </a:lnTo>
                    <a:lnTo>
                      <a:pt x="2608" y="1167"/>
                    </a:lnTo>
                    <a:lnTo>
                      <a:pt x="2606" y="1170"/>
                    </a:lnTo>
                    <a:lnTo>
                      <a:pt x="2600" y="1182"/>
                    </a:lnTo>
                    <a:lnTo>
                      <a:pt x="2602" y="1189"/>
                    </a:lnTo>
                    <a:lnTo>
                      <a:pt x="2611" y="1195"/>
                    </a:lnTo>
                    <a:lnTo>
                      <a:pt x="2618" y="1191"/>
                    </a:lnTo>
                    <a:lnTo>
                      <a:pt x="2617" y="1186"/>
                    </a:lnTo>
                    <a:lnTo>
                      <a:pt x="2617" y="1180"/>
                    </a:lnTo>
                    <a:lnTo>
                      <a:pt x="2626" y="1189"/>
                    </a:lnTo>
                    <a:lnTo>
                      <a:pt x="2642" y="1194"/>
                    </a:lnTo>
                    <a:lnTo>
                      <a:pt x="2654" y="1200"/>
                    </a:lnTo>
                    <a:lnTo>
                      <a:pt x="2656" y="1205"/>
                    </a:lnTo>
                    <a:lnTo>
                      <a:pt x="2656" y="1211"/>
                    </a:lnTo>
                    <a:lnTo>
                      <a:pt x="2662" y="1202"/>
                    </a:lnTo>
                    <a:lnTo>
                      <a:pt x="2682" y="1209"/>
                    </a:lnTo>
                    <a:lnTo>
                      <a:pt x="2683" y="1215"/>
                    </a:lnTo>
                    <a:lnTo>
                      <a:pt x="2676" y="1220"/>
                    </a:lnTo>
                    <a:lnTo>
                      <a:pt x="2672" y="1227"/>
                    </a:lnTo>
                    <a:lnTo>
                      <a:pt x="2678" y="1228"/>
                    </a:lnTo>
                    <a:lnTo>
                      <a:pt x="2682" y="1220"/>
                    </a:lnTo>
                    <a:lnTo>
                      <a:pt x="2689" y="1213"/>
                    </a:lnTo>
                    <a:lnTo>
                      <a:pt x="2701" y="1211"/>
                    </a:lnTo>
                    <a:lnTo>
                      <a:pt x="2709" y="1215"/>
                    </a:lnTo>
                    <a:lnTo>
                      <a:pt x="2712" y="1222"/>
                    </a:lnTo>
                    <a:lnTo>
                      <a:pt x="2724" y="1233"/>
                    </a:lnTo>
                    <a:lnTo>
                      <a:pt x="2737" y="1237"/>
                    </a:lnTo>
                    <a:lnTo>
                      <a:pt x="2740" y="1242"/>
                    </a:lnTo>
                    <a:lnTo>
                      <a:pt x="2748" y="1238"/>
                    </a:lnTo>
                    <a:lnTo>
                      <a:pt x="2751" y="1243"/>
                    </a:lnTo>
                    <a:lnTo>
                      <a:pt x="2750" y="1248"/>
                    </a:lnTo>
                    <a:lnTo>
                      <a:pt x="2758" y="1258"/>
                    </a:lnTo>
                    <a:lnTo>
                      <a:pt x="2759" y="1264"/>
                    </a:lnTo>
                    <a:lnTo>
                      <a:pt x="2764" y="1287"/>
                    </a:lnTo>
                    <a:lnTo>
                      <a:pt x="2763" y="1298"/>
                    </a:lnTo>
                    <a:lnTo>
                      <a:pt x="2761" y="1304"/>
                    </a:lnTo>
                    <a:lnTo>
                      <a:pt x="2756" y="1311"/>
                    </a:lnTo>
                    <a:lnTo>
                      <a:pt x="2734" y="1311"/>
                    </a:lnTo>
                    <a:lnTo>
                      <a:pt x="2726" y="1318"/>
                    </a:lnTo>
                    <a:lnTo>
                      <a:pt x="2719" y="1322"/>
                    </a:lnTo>
                    <a:lnTo>
                      <a:pt x="2708" y="1323"/>
                    </a:lnTo>
                    <a:lnTo>
                      <a:pt x="2685" y="1320"/>
                    </a:lnTo>
                    <a:lnTo>
                      <a:pt x="2676" y="1323"/>
                    </a:lnTo>
                    <a:lnTo>
                      <a:pt x="2665" y="1319"/>
                    </a:lnTo>
                    <a:lnTo>
                      <a:pt x="2661" y="1326"/>
                    </a:lnTo>
                    <a:lnTo>
                      <a:pt x="2670" y="1341"/>
                    </a:lnTo>
                    <a:lnTo>
                      <a:pt x="2686" y="1340"/>
                    </a:lnTo>
                    <a:lnTo>
                      <a:pt x="2688" y="1347"/>
                    </a:lnTo>
                    <a:lnTo>
                      <a:pt x="2676" y="1351"/>
                    </a:lnTo>
                    <a:lnTo>
                      <a:pt x="2667" y="1347"/>
                    </a:lnTo>
                    <a:lnTo>
                      <a:pt x="2655" y="1349"/>
                    </a:lnTo>
                    <a:lnTo>
                      <a:pt x="2651" y="1368"/>
                    </a:lnTo>
                    <a:lnTo>
                      <a:pt x="2651" y="1379"/>
                    </a:lnTo>
                    <a:lnTo>
                      <a:pt x="2656" y="1410"/>
                    </a:lnTo>
                    <a:lnTo>
                      <a:pt x="2639" y="1390"/>
                    </a:lnTo>
                    <a:lnTo>
                      <a:pt x="2633" y="1393"/>
                    </a:lnTo>
                    <a:lnTo>
                      <a:pt x="2634" y="1400"/>
                    </a:lnTo>
                    <a:lnTo>
                      <a:pt x="2626" y="1406"/>
                    </a:lnTo>
                    <a:lnTo>
                      <a:pt x="2626" y="1414"/>
                    </a:lnTo>
                    <a:lnTo>
                      <a:pt x="2622" y="1421"/>
                    </a:lnTo>
                    <a:lnTo>
                      <a:pt x="2621" y="1426"/>
                    </a:lnTo>
                    <a:lnTo>
                      <a:pt x="2605" y="1426"/>
                    </a:lnTo>
                    <a:lnTo>
                      <a:pt x="2608" y="1437"/>
                    </a:lnTo>
                    <a:lnTo>
                      <a:pt x="2613" y="1441"/>
                    </a:lnTo>
                    <a:lnTo>
                      <a:pt x="2603" y="1459"/>
                    </a:lnTo>
                    <a:lnTo>
                      <a:pt x="2581" y="1475"/>
                    </a:lnTo>
                    <a:lnTo>
                      <a:pt x="2575" y="1482"/>
                    </a:lnTo>
                    <a:lnTo>
                      <a:pt x="2551" y="1484"/>
                    </a:lnTo>
                    <a:lnTo>
                      <a:pt x="2546" y="1489"/>
                    </a:lnTo>
                    <a:lnTo>
                      <a:pt x="2568" y="1506"/>
                    </a:lnTo>
                    <a:lnTo>
                      <a:pt x="2568" y="1512"/>
                    </a:lnTo>
                    <a:lnTo>
                      <a:pt x="2565" y="1524"/>
                    </a:lnTo>
                    <a:lnTo>
                      <a:pt x="2563" y="1538"/>
                    </a:lnTo>
                    <a:lnTo>
                      <a:pt x="2560" y="1544"/>
                    </a:lnTo>
                    <a:lnTo>
                      <a:pt x="2549" y="1548"/>
                    </a:lnTo>
                    <a:lnTo>
                      <a:pt x="2551" y="1573"/>
                    </a:lnTo>
                    <a:lnTo>
                      <a:pt x="2547" y="1583"/>
                    </a:lnTo>
                    <a:lnTo>
                      <a:pt x="2540" y="1584"/>
                    </a:lnTo>
                    <a:lnTo>
                      <a:pt x="2537" y="1589"/>
                    </a:lnTo>
                    <a:lnTo>
                      <a:pt x="2541" y="1605"/>
                    </a:lnTo>
                    <a:lnTo>
                      <a:pt x="2538" y="1632"/>
                    </a:lnTo>
                    <a:lnTo>
                      <a:pt x="2537" y="1642"/>
                    </a:lnTo>
                    <a:lnTo>
                      <a:pt x="2533" y="1675"/>
                    </a:lnTo>
                    <a:lnTo>
                      <a:pt x="2533" y="1702"/>
                    </a:lnTo>
                    <a:lnTo>
                      <a:pt x="2535" y="1718"/>
                    </a:lnTo>
                    <a:lnTo>
                      <a:pt x="2535" y="1729"/>
                    </a:lnTo>
                    <a:lnTo>
                      <a:pt x="2525" y="1747"/>
                    </a:lnTo>
                    <a:lnTo>
                      <a:pt x="2533" y="1749"/>
                    </a:lnTo>
                    <a:lnTo>
                      <a:pt x="2537" y="1758"/>
                    </a:lnTo>
                    <a:lnTo>
                      <a:pt x="2545" y="1770"/>
                    </a:lnTo>
                    <a:lnTo>
                      <a:pt x="2551" y="1776"/>
                    </a:lnTo>
                    <a:lnTo>
                      <a:pt x="2552" y="1776"/>
                    </a:lnTo>
                    <a:lnTo>
                      <a:pt x="2558" y="1772"/>
                    </a:lnTo>
                    <a:lnTo>
                      <a:pt x="2559" y="1779"/>
                    </a:lnTo>
                    <a:lnTo>
                      <a:pt x="2560" y="1802"/>
                    </a:lnTo>
                    <a:lnTo>
                      <a:pt x="2564" y="1797"/>
                    </a:lnTo>
                    <a:lnTo>
                      <a:pt x="2564" y="1775"/>
                    </a:lnTo>
                    <a:lnTo>
                      <a:pt x="2568" y="1772"/>
                    </a:lnTo>
                    <a:lnTo>
                      <a:pt x="2596" y="1772"/>
                    </a:lnTo>
                    <a:lnTo>
                      <a:pt x="2601" y="1776"/>
                    </a:lnTo>
                    <a:lnTo>
                      <a:pt x="2608" y="1776"/>
                    </a:lnTo>
                    <a:lnTo>
                      <a:pt x="2613" y="1774"/>
                    </a:lnTo>
                    <a:lnTo>
                      <a:pt x="2622" y="1779"/>
                    </a:lnTo>
                    <a:lnTo>
                      <a:pt x="2624" y="1785"/>
                    </a:lnTo>
                    <a:lnTo>
                      <a:pt x="2628" y="1812"/>
                    </a:lnTo>
                    <a:lnTo>
                      <a:pt x="2646" y="1856"/>
                    </a:lnTo>
                    <a:lnTo>
                      <a:pt x="2646" y="1876"/>
                    </a:lnTo>
                    <a:lnTo>
                      <a:pt x="2648" y="1890"/>
                    </a:lnTo>
                    <a:lnTo>
                      <a:pt x="2660" y="1909"/>
                    </a:lnTo>
                    <a:lnTo>
                      <a:pt x="2662" y="1936"/>
                    </a:lnTo>
                    <a:lnTo>
                      <a:pt x="2661" y="1944"/>
                    </a:lnTo>
                    <a:lnTo>
                      <a:pt x="2658" y="1953"/>
                    </a:lnTo>
                    <a:lnTo>
                      <a:pt x="2650" y="1959"/>
                    </a:lnTo>
                    <a:lnTo>
                      <a:pt x="2644" y="1964"/>
                    </a:lnTo>
                    <a:lnTo>
                      <a:pt x="2645" y="1966"/>
                    </a:lnTo>
                    <a:lnTo>
                      <a:pt x="2666" y="1955"/>
                    </a:lnTo>
                    <a:lnTo>
                      <a:pt x="2666" y="1964"/>
                    </a:lnTo>
                    <a:lnTo>
                      <a:pt x="2670" y="1964"/>
                    </a:lnTo>
                    <a:lnTo>
                      <a:pt x="2686" y="1952"/>
                    </a:lnTo>
                    <a:lnTo>
                      <a:pt x="2734" y="1930"/>
                    </a:lnTo>
                    <a:lnTo>
                      <a:pt x="2756" y="1936"/>
                    </a:lnTo>
                    <a:lnTo>
                      <a:pt x="2762" y="1942"/>
                    </a:lnTo>
                    <a:lnTo>
                      <a:pt x="2774" y="1948"/>
                    </a:lnTo>
                    <a:lnTo>
                      <a:pt x="2779" y="1957"/>
                    </a:lnTo>
                    <a:lnTo>
                      <a:pt x="2796" y="1964"/>
                    </a:lnTo>
                    <a:lnTo>
                      <a:pt x="2821" y="1976"/>
                    </a:lnTo>
                    <a:lnTo>
                      <a:pt x="2842" y="1977"/>
                    </a:lnTo>
                    <a:lnTo>
                      <a:pt x="2847" y="1980"/>
                    </a:lnTo>
                    <a:lnTo>
                      <a:pt x="2885" y="2006"/>
                    </a:lnTo>
                    <a:lnTo>
                      <a:pt x="2900" y="2012"/>
                    </a:lnTo>
                    <a:lnTo>
                      <a:pt x="2920" y="2043"/>
                    </a:lnTo>
                    <a:lnTo>
                      <a:pt x="2924" y="2049"/>
                    </a:lnTo>
                    <a:lnTo>
                      <a:pt x="2923" y="2056"/>
                    </a:lnTo>
                    <a:lnTo>
                      <a:pt x="2929" y="2061"/>
                    </a:lnTo>
                    <a:lnTo>
                      <a:pt x="2934" y="2057"/>
                    </a:lnTo>
                    <a:lnTo>
                      <a:pt x="2939" y="2060"/>
                    </a:lnTo>
                    <a:lnTo>
                      <a:pt x="2943" y="2065"/>
                    </a:lnTo>
                    <a:lnTo>
                      <a:pt x="2950" y="2066"/>
                    </a:lnTo>
                    <a:lnTo>
                      <a:pt x="2958" y="2065"/>
                    </a:lnTo>
                    <a:lnTo>
                      <a:pt x="2966" y="2066"/>
                    </a:lnTo>
                    <a:lnTo>
                      <a:pt x="2978" y="2076"/>
                    </a:lnTo>
                    <a:lnTo>
                      <a:pt x="3020" y="2089"/>
                    </a:lnTo>
                    <a:lnTo>
                      <a:pt x="3032" y="2099"/>
                    </a:lnTo>
                    <a:lnTo>
                      <a:pt x="3035" y="2106"/>
                    </a:lnTo>
                    <a:lnTo>
                      <a:pt x="3051" y="2116"/>
                    </a:lnTo>
                    <a:lnTo>
                      <a:pt x="3052" y="2122"/>
                    </a:lnTo>
                    <a:lnTo>
                      <a:pt x="3046" y="2137"/>
                    </a:lnTo>
                    <a:lnTo>
                      <a:pt x="3042" y="2149"/>
                    </a:lnTo>
                    <a:lnTo>
                      <a:pt x="3033" y="2169"/>
                    </a:lnTo>
                    <a:lnTo>
                      <a:pt x="3046" y="2148"/>
                    </a:lnTo>
                    <a:lnTo>
                      <a:pt x="3051" y="2136"/>
                    </a:lnTo>
                    <a:lnTo>
                      <a:pt x="3056" y="2127"/>
                    </a:lnTo>
                    <a:lnTo>
                      <a:pt x="3112" y="2126"/>
                    </a:lnTo>
                    <a:lnTo>
                      <a:pt x="3139" y="2132"/>
                    </a:lnTo>
                    <a:lnTo>
                      <a:pt x="3160" y="2130"/>
                    </a:lnTo>
                    <a:lnTo>
                      <a:pt x="3166" y="2131"/>
                    </a:lnTo>
                    <a:lnTo>
                      <a:pt x="3171" y="2127"/>
                    </a:lnTo>
                    <a:lnTo>
                      <a:pt x="3182" y="2130"/>
                    </a:lnTo>
                    <a:lnTo>
                      <a:pt x="3185" y="2137"/>
                    </a:lnTo>
                    <a:lnTo>
                      <a:pt x="3193" y="2136"/>
                    </a:lnTo>
                    <a:lnTo>
                      <a:pt x="3203" y="2140"/>
                    </a:lnTo>
                    <a:lnTo>
                      <a:pt x="3210" y="2145"/>
                    </a:lnTo>
                    <a:lnTo>
                      <a:pt x="3216" y="2141"/>
                    </a:lnTo>
                    <a:lnTo>
                      <a:pt x="3221" y="2165"/>
                    </a:lnTo>
                    <a:lnTo>
                      <a:pt x="3219" y="2199"/>
                    </a:lnTo>
                    <a:lnTo>
                      <a:pt x="3214" y="2217"/>
                    </a:lnTo>
                    <a:lnTo>
                      <a:pt x="3213" y="2235"/>
                    </a:lnTo>
                    <a:lnTo>
                      <a:pt x="3219" y="2246"/>
                    </a:lnTo>
                    <a:lnTo>
                      <a:pt x="3221" y="2258"/>
                    </a:lnTo>
                    <a:lnTo>
                      <a:pt x="3221" y="2281"/>
                    </a:lnTo>
                    <a:lnTo>
                      <a:pt x="3225" y="2314"/>
                    </a:lnTo>
                    <a:lnTo>
                      <a:pt x="3219" y="2321"/>
                    </a:lnTo>
                    <a:lnTo>
                      <a:pt x="3219" y="2341"/>
                    </a:lnTo>
                    <a:lnTo>
                      <a:pt x="3223" y="2348"/>
                    </a:lnTo>
                    <a:lnTo>
                      <a:pt x="3228" y="2352"/>
                    </a:lnTo>
                    <a:lnTo>
                      <a:pt x="3230" y="2358"/>
                    </a:lnTo>
                    <a:lnTo>
                      <a:pt x="3239" y="2369"/>
                    </a:lnTo>
                    <a:lnTo>
                      <a:pt x="3247" y="2373"/>
                    </a:lnTo>
                    <a:lnTo>
                      <a:pt x="3255" y="2382"/>
                    </a:lnTo>
                    <a:lnTo>
                      <a:pt x="3259" y="2393"/>
                    </a:lnTo>
                    <a:lnTo>
                      <a:pt x="3267" y="2402"/>
                    </a:lnTo>
                    <a:lnTo>
                      <a:pt x="3267" y="2405"/>
                    </a:lnTo>
                    <a:lnTo>
                      <a:pt x="3253" y="2406"/>
                    </a:lnTo>
                    <a:lnTo>
                      <a:pt x="3234" y="2418"/>
                    </a:lnTo>
                    <a:lnTo>
                      <a:pt x="3229" y="2423"/>
                    </a:lnTo>
                    <a:lnTo>
                      <a:pt x="3229" y="2425"/>
                    </a:lnTo>
                    <a:lnTo>
                      <a:pt x="3262" y="2416"/>
                    </a:lnTo>
                    <a:lnTo>
                      <a:pt x="3272" y="2417"/>
                    </a:lnTo>
                    <a:lnTo>
                      <a:pt x="3279" y="2421"/>
                    </a:lnTo>
                    <a:lnTo>
                      <a:pt x="3307" y="2450"/>
                    </a:lnTo>
                    <a:lnTo>
                      <a:pt x="3312" y="2459"/>
                    </a:lnTo>
                    <a:lnTo>
                      <a:pt x="3317" y="2477"/>
                    </a:lnTo>
                    <a:lnTo>
                      <a:pt x="3314" y="2486"/>
                    </a:lnTo>
                    <a:lnTo>
                      <a:pt x="3289" y="2514"/>
                    </a:lnTo>
                    <a:lnTo>
                      <a:pt x="3314" y="2495"/>
                    </a:lnTo>
                    <a:lnTo>
                      <a:pt x="3318" y="2488"/>
                    </a:lnTo>
                    <a:lnTo>
                      <a:pt x="3323" y="2488"/>
                    </a:lnTo>
                    <a:lnTo>
                      <a:pt x="3337" y="2500"/>
                    </a:lnTo>
                    <a:lnTo>
                      <a:pt x="3344" y="2501"/>
                    </a:lnTo>
                    <a:lnTo>
                      <a:pt x="3359" y="2512"/>
                    </a:lnTo>
                    <a:lnTo>
                      <a:pt x="3363" y="2509"/>
                    </a:lnTo>
                    <a:lnTo>
                      <a:pt x="3360" y="2482"/>
                    </a:lnTo>
                    <a:lnTo>
                      <a:pt x="3363" y="2476"/>
                    </a:lnTo>
                    <a:lnTo>
                      <a:pt x="3370" y="2476"/>
                    </a:lnTo>
                    <a:lnTo>
                      <a:pt x="3370" y="2470"/>
                    </a:lnTo>
                    <a:lnTo>
                      <a:pt x="3371" y="2464"/>
                    </a:lnTo>
                    <a:lnTo>
                      <a:pt x="3379" y="2461"/>
                    </a:lnTo>
                    <a:lnTo>
                      <a:pt x="3386" y="2461"/>
                    </a:lnTo>
                    <a:lnTo>
                      <a:pt x="3386" y="2466"/>
                    </a:lnTo>
                    <a:lnTo>
                      <a:pt x="3399" y="2475"/>
                    </a:lnTo>
                    <a:lnTo>
                      <a:pt x="3402" y="2495"/>
                    </a:lnTo>
                    <a:lnTo>
                      <a:pt x="3408" y="2493"/>
                    </a:lnTo>
                    <a:lnTo>
                      <a:pt x="3415" y="2487"/>
                    </a:lnTo>
                    <a:lnTo>
                      <a:pt x="3415" y="2481"/>
                    </a:lnTo>
                    <a:lnTo>
                      <a:pt x="3419" y="2477"/>
                    </a:lnTo>
                    <a:lnTo>
                      <a:pt x="3420" y="2470"/>
                    </a:lnTo>
                    <a:lnTo>
                      <a:pt x="3412" y="2468"/>
                    </a:lnTo>
                    <a:lnTo>
                      <a:pt x="3401" y="2450"/>
                    </a:lnTo>
                    <a:lnTo>
                      <a:pt x="3399" y="2443"/>
                    </a:lnTo>
                    <a:lnTo>
                      <a:pt x="3412" y="2442"/>
                    </a:lnTo>
                    <a:lnTo>
                      <a:pt x="3412" y="2437"/>
                    </a:lnTo>
                    <a:lnTo>
                      <a:pt x="3420" y="2432"/>
                    </a:lnTo>
                    <a:lnTo>
                      <a:pt x="3424" y="2421"/>
                    </a:lnTo>
                    <a:lnTo>
                      <a:pt x="3429" y="2415"/>
                    </a:lnTo>
                    <a:lnTo>
                      <a:pt x="3435" y="2410"/>
                    </a:lnTo>
                    <a:lnTo>
                      <a:pt x="3454" y="2411"/>
                    </a:lnTo>
                    <a:lnTo>
                      <a:pt x="3460" y="2407"/>
                    </a:lnTo>
                    <a:lnTo>
                      <a:pt x="3460" y="2405"/>
                    </a:lnTo>
                    <a:lnTo>
                      <a:pt x="3444" y="2407"/>
                    </a:lnTo>
                    <a:lnTo>
                      <a:pt x="3436" y="2406"/>
                    </a:lnTo>
                    <a:lnTo>
                      <a:pt x="3429" y="2400"/>
                    </a:lnTo>
                    <a:lnTo>
                      <a:pt x="3427" y="2391"/>
                    </a:lnTo>
                    <a:lnTo>
                      <a:pt x="3424" y="2387"/>
                    </a:lnTo>
                    <a:lnTo>
                      <a:pt x="3417" y="2383"/>
                    </a:lnTo>
                    <a:lnTo>
                      <a:pt x="3411" y="2364"/>
                    </a:lnTo>
                    <a:lnTo>
                      <a:pt x="3414" y="2361"/>
                    </a:lnTo>
                    <a:lnTo>
                      <a:pt x="3415" y="2356"/>
                    </a:lnTo>
                    <a:lnTo>
                      <a:pt x="3411" y="2353"/>
                    </a:lnTo>
                    <a:lnTo>
                      <a:pt x="3407" y="2309"/>
                    </a:lnTo>
                    <a:lnTo>
                      <a:pt x="3404" y="2299"/>
                    </a:lnTo>
                    <a:lnTo>
                      <a:pt x="3403" y="2274"/>
                    </a:lnTo>
                    <a:lnTo>
                      <a:pt x="3404" y="2264"/>
                    </a:lnTo>
                    <a:lnTo>
                      <a:pt x="3402" y="2251"/>
                    </a:lnTo>
                    <a:lnTo>
                      <a:pt x="3399" y="2242"/>
                    </a:lnTo>
                    <a:lnTo>
                      <a:pt x="3391" y="2232"/>
                    </a:lnTo>
                    <a:lnTo>
                      <a:pt x="3379" y="2206"/>
                    </a:lnTo>
                    <a:lnTo>
                      <a:pt x="3374" y="2200"/>
                    </a:lnTo>
                    <a:lnTo>
                      <a:pt x="3366" y="2197"/>
                    </a:lnTo>
                    <a:lnTo>
                      <a:pt x="3361" y="2195"/>
                    </a:lnTo>
                    <a:lnTo>
                      <a:pt x="3380" y="2186"/>
                    </a:lnTo>
                    <a:lnTo>
                      <a:pt x="3407" y="2169"/>
                    </a:lnTo>
                    <a:lnTo>
                      <a:pt x="3422" y="2162"/>
                    </a:lnTo>
                    <a:lnTo>
                      <a:pt x="3449" y="2140"/>
                    </a:lnTo>
                    <a:lnTo>
                      <a:pt x="3461" y="2132"/>
                    </a:lnTo>
                    <a:lnTo>
                      <a:pt x="3476" y="2119"/>
                    </a:lnTo>
                    <a:lnTo>
                      <a:pt x="3489" y="2104"/>
                    </a:lnTo>
                    <a:lnTo>
                      <a:pt x="3476" y="2114"/>
                    </a:lnTo>
                    <a:lnTo>
                      <a:pt x="3492" y="2092"/>
                    </a:lnTo>
                    <a:lnTo>
                      <a:pt x="3513" y="2055"/>
                    </a:lnTo>
                    <a:lnTo>
                      <a:pt x="3519" y="2041"/>
                    </a:lnTo>
                    <a:lnTo>
                      <a:pt x="3524" y="2036"/>
                    </a:lnTo>
                    <a:lnTo>
                      <a:pt x="3532" y="2038"/>
                    </a:lnTo>
                    <a:lnTo>
                      <a:pt x="3541" y="2045"/>
                    </a:lnTo>
                    <a:lnTo>
                      <a:pt x="3551" y="2040"/>
                    </a:lnTo>
                    <a:lnTo>
                      <a:pt x="3554" y="2032"/>
                    </a:lnTo>
                    <a:lnTo>
                      <a:pt x="3548" y="2030"/>
                    </a:lnTo>
                    <a:lnTo>
                      <a:pt x="3543" y="2007"/>
                    </a:lnTo>
                    <a:lnTo>
                      <a:pt x="3540" y="2001"/>
                    </a:lnTo>
                    <a:lnTo>
                      <a:pt x="3531" y="2022"/>
                    </a:lnTo>
                    <a:lnTo>
                      <a:pt x="3527" y="2030"/>
                    </a:lnTo>
                    <a:lnTo>
                      <a:pt x="3525" y="2027"/>
                    </a:lnTo>
                    <a:lnTo>
                      <a:pt x="3524" y="2005"/>
                    </a:lnTo>
                    <a:lnTo>
                      <a:pt x="3521" y="1980"/>
                    </a:lnTo>
                    <a:lnTo>
                      <a:pt x="3517" y="1959"/>
                    </a:lnTo>
                    <a:lnTo>
                      <a:pt x="3514" y="1953"/>
                    </a:lnTo>
                    <a:lnTo>
                      <a:pt x="3511" y="1947"/>
                    </a:lnTo>
                    <a:lnTo>
                      <a:pt x="3510" y="1927"/>
                    </a:lnTo>
                    <a:lnTo>
                      <a:pt x="3500" y="1892"/>
                    </a:lnTo>
                    <a:lnTo>
                      <a:pt x="3492" y="1861"/>
                    </a:lnTo>
                    <a:lnTo>
                      <a:pt x="3490" y="1849"/>
                    </a:lnTo>
                    <a:lnTo>
                      <a:pt x="3483" y="1835"/>
                    </a:lnTo>
                    <a:lnTo>
                      <a:pt x="3483" y="1829"/>
                    </a:lnTo>
                    <a:lnTo>
                      <a:pt x="3482" y="1825"/>
                    </a:lnTo>
                    <a:lnTo>
                      <a:pt x="3472" y="1826"/>
                    </a:lnTo>
                    <a:lnTo>
                      <a:pt x="3454" y="1815"/>
                    </a:lnTo>
                    <a:lnTo>
                      <a:pt x="3449" y="1809"/>
                    </a:lnTo>
                    <a:lnTo>
                      <a:pt x="3428" y="1793"/>
                    </a:lnTo>
                    <a:lnTo>
                      <a:pt x="3413" y="1777"/>
                    </a:lnTo>
                    <a:lnTo>
                      <a:pt x="3411" y="1771"/>
                    </a:lnTo>
                    <a:lnTo>
                      <a:pt x="3414" y="1767"/>
                    </a:lnTo>
                    <a:lnTo>
                      <a:pt x="3412" y="1760"/>
                    </a:lnTo>
                    <a:lnTo>
                      <a:pt x="3411" y="1749"/>
                    </a:lnTo>
                    <a:lnTo>
                      <a:pt x="3413" y="1740"/>
                    </a:lnTo>
                    <a:lnTo>
                      <a:pt x="3419" y="1739"/>
                    </a:lnTo>
                    <a:lnTo>
                      <a:pt x="3433" y="1729"/>
                    </a:lnTo>
                    <a:lnTo>
                      <a:pt x="3451" y="1729"/>
                    </a:lnTo>
                    <a:lnTo>
                      <a:pt x="3455" y="1723"/>
                    </a:lnTo>
                    <a:lnTo>
                      <a:pt x="3471" y="1722"/>
                    </a:lnTo>
                    <a:lnTo>
                      <a:pt x="3471" y="1708"/>
                    </a:lnTo>
                    <a:lnTo>
                      <a:pt x="3465" y="1705"/>
                    </a:lnTo>
                    <a:lnTo>
                      <a:pt x="3465" y="1695"/>
                    </a:lnTo>
                    <a:lnTo>
                      <a:pt x="3470" y="1683"/>
                    </a:lnTo>
                    <a:lnTo>
                      <a:pt x="3483" y="1688"/>
                    </a:lnTo>
                    <a:lnTo>
                      <a:pt x="3487" y="1691"/>
                    </a:lnTo>
                    <a:lnTo>
                      <a:pt x="3508" y="1686"/>
                    </a:lnTo>
                    <a:lnTo>
                      <a:pt x="3492" y="1681"/>
                    </a:lnTo>
                    <a:lnTo>
                      <a:pt x="3487" y="1675"/>
                    </a:lnTo>
                    <a:lnTo>
                      <a:pt x="3487" y="1664"/>
                    </a:lnTo>
                    <a:lnTo>
                      <a:pt x="3489" y="1658"/>
                    </a:lnTo>
                    <a:lnTo>
                      <a:pt x="3493" y="1658"/>
                    </a:lnTo>
                    <a:lnTo>
                      <a:pt x="3500" y="1643"/>
                    </a:lnTo>
                    <a:lnTo>
                      <a:pt x="3493" y="1648"/>
                    </a:lnTo>
                    <a:lnTo>
                      <a:pt x="3471" y="1645"/>
                    </a:lnTo>
                    <a:lnTo>
                      <a:pt x="3471" y="1635"/>
                    </a:lnTo>
                    <a:lnTo>
                      <a:pt x="3476" y="1637"/>
                    </a:lnTo>
                    <a:lnTo>
                      <a:pt x="3482" y="1634"/>
                    </a:lnTo>
                    <a:lnTo>
                      <a:pt x="3483" y="1625"/>
                    </a:lnTo>
                    <a:lnTo>
                      <a:pt x="3477" y="1616"/>
                    </a:lnTo>
                    <a:lnTo>
                      <a:pt x="3476" y="1615"/>
                    </a:lnTo>
                    <a:lnTo>
                      <a:pt x="3467" y="1597"/>
                    </a:lnTo>
                    <a:lnTo>
                      <a:pt x="3472" y="1578"/>
                    </a:lnTo>
                    <a:lnTo>
                      <a:pt x="3466" y="1576"/>
                    </a:lnTo>
                    <a:lnTo>
                      <a:pt x="3465" y="1568"/>
                    </a:lnTo>
                    <a:lnTo>
                      <a:pt x="3483" y="1562"/>
                    </a:lnTo>
                    <a:lnTo>
                      <a:pt x="3483" y="1561"/>
                    </a:lnTo>
                    <a:lnTo>
                      <a:pt x="3473" y="1561"/>
                    </a:lnTo>
                    <a:lnTo>
                      <a:pt x="3468" y="1556"/>
                    </a:lnTo>
                    <a:lnTo>
                      <a:pt x="3460" y="1561"/>
                    </a:lnTo>
                    <a:lnTo>
                      <a:pt x="3452" y="1559"/>
                    </a:lnTo>
                    <a:lnTo>
                      <a:pt x="3445" y="1550"/>
                    </a:lnTo>
                    <a:lnTo>
                      <a:pt x="3445" y="1539"/>
                    </a:lnTo>
                    <a:lnTo>
                      <a:pt x="3456" y="1523"/>
                    </a:lnTo>
                    <a:lnTo>
                      <a:pt x="3461" y="1505"/>
                    </a:lnTo>
                    <a:lnTo>
                      <a:pt x="3467" y="1500"/>
                    </a:lnTo>
                    <a:lnTo>
                      <a:pt x="3467" y="1486"/>
                    </a:lnTo>
                    <a:lnTo>
                      <a:pt x="3471" y="1485"/>
                    </a:lnTo>
                    <a:lnTo>
                      <a:pt x="3476" y="1478"/>
                    </a:lnTo>
                    <a:lnTo>
                      <a:pt x="3476" y="1468"/>
                    </a:lnTo>
                    <a:lnTo>
                      <a:pt x="3483" y="1465"/>
                    </a:lnTo>
                    <a:lnTo>
                      <a:pt x="3485" y="1447"/>
                    </a:lnTo>
                    <a:lnTo>
                      <a:pt x="3481" y="1454"/>
                    </a:lnTo>
                    <a:lnTo>
                      <a:pt x="3472" y="1457"/>
                    </a:lnTo>
                    <a:lnTo>
                      <a:pt x="3466" y="1452"/>
                    </a:lnTo>
                    <a:lnTo>
                      <a:pt x="3458" y="1449"/>
                    </a:lnTo>
                    <a:lnTo>
                      <a:pt x="3449" y="1441"/>
                    </a:lnTo>
                    <a:lnTo>
                      <a:pt x="3447" y="1428"/>
                    </a:lnTo>
                    <a:lnTo>
                      <a:pt x="3442" y="1419"/>
                    </a:lnTo>
                    <a:lnTo>
                      <a:pt x="3441" y="1404"/>
                    </a:lnTo>
                    <a:lnTo>
                      <a:pt x="3441" y="1392"/>
                    </a:lnTo>
                    <a:lnTo>
                      <a:pt x="3442" y="1387"/>
                    </a:lnTo>
                    <a:lnTo>
                      <a:pt x="3454" y="1379"/>
                    </a:lnTo>
                    <a:lnTo>
                      <a:pt x="3466" y="1360"/>
                    </a:lnTo>
                    <a:lnTo>
                      <a:pt x="3474" y="1350"/>
                    </a:lnTo>
                    <a:lnTo>
                      <a:pt x="3481" y="1347"/>
                    </a:lnTo>
                    <a:lnTo>
                      <a:pt x="3481" y="1355"/>
                    </a:lnTo>
                    <a:lnTo>
                      <a:pt x="3490" y="1354"/>
                    </a:lnTo>
                    <a:lnTo>
                      <a:pt x="3516" y="1355"/>
                    </a:lnTo>
                    <a:lnTo>
                      <a:pt x="3547" y="1362"/>
                    </a:lnTo>
                    <a:lnTo>
                      <a:pt x="3552" y="1367"/>
                    </a:lnTo>
                    <a:lnTo>
                      <a:pt x="3553" y="1369"/>
                    </a:lnTo>
                    <a:lnTo>
                      <a:pt x="3562" y="1374"/>
                    </a:lnTo>
                    <a:lnTo>
                      <a:pt x="3579" y="1377"/>
                    </a:lnTo>
                    <a:lnTo>
                      <a:pt x="3586" y="1379"/>
                    </a:lnTo>
                    <a:lnTo>
                      <a:pt x="3583" y="1388"/>
                    </a:lnTo>
                    <a:lnTo>
                      <a:pt x="3585" y="1390"/>
                    </a:lnTo>
                    <a:lnTo>
                      <a:pt x="3596" y="1383"/>
                    </a:lnTo>
                    <a:lnTo>
                      <a:pt x="3612" y="1383"/>
                    </a:lnTo>
                    <a:lnTo>
                      <a:pt x="3616" y="1389"/>
                    </a:lnTo>
                    <a:lnTo>
                      <a:pt x="3613" y="1397"/>
                    </a:lnTo>
                    <a:lnTo>
                      <a:pt x="3633" y="1395"/>
                    </a:lnTo>
                    <a:lnTo>
                      <a:pt x="3630" y="1390"/>
                    </a:lnTo>
                    <a:lnTo>
                      <a:pt x="3637" y="1384"/>
                    </a:lnTo>
                    <a:lnTo>
                      <a:pt x="3670" y="1373"/>
                    </a:lnTo>
                    <a:lnTo>
                      <a:pt x="3682" y="1361"/>
                    </a:lnTo>
                    <a:lnTo>
                      <a:pt x="3715" y="1378"/>
                    </a:lnTo>
                    <a:lnTo>
                      <a:pt x="3724" y="1390"/>
                    </a:lnTo>
                    <a:lnTo>
                      <a:pt x="3739" y="1397"/>
                    </a:lnTo>
                    <a:lnTo>
                      <a:pt x="3748" y="1398"/>
                    </a:lnTo>
                    <a:lnTo>
                      <a:pt x="3751" y="1403"/>
                    </a:lnTo>
                    <a:lnTo>
                      <a:pt x="3752" y="1411"/>
                    </a:lnTo>
                    <a:lnTo>
                      <a:pt x="3740" y="1438"/>
                    </a:lnTo>
                    <a:lnTo>
                      <a:pt x="3743" y="1435"/>
                    </a:lnTo>
                    <a:lnTo>
                      <a:pt x="3751" y="1437"/>
                    </a:lnTo>
                    <a:lnTo>
                      <a:pt x="3753" y="1433"/>
                    </a:lnTo>
                    <a:lnTo>
                      <a:pt x="3753" y="1422"/>
                    </a:lnTo>
                    <a:lnTo>
                      <a:pt x="3759" y="1421"/>
                    </a:lnTo>
                    <a:lnTo>
                      <a:pt x="3769" y="1425"/>
                    </a:lnTo>
                    <a:lnTo>
                      <a:pt x="3769" y="1441"/>
                    </a:lnTo>
                    <a:lnTo>
                      <a:pt x="3775" y="1448"/>
                    </a:lnTo>
                    <a:lnTo>
                      <a:pt x="3778" y="1455"/>
                    </a:lnTo>
                    <a:lnTo>
                      <a:pt x="3770" y="1460"/>
                    </a:lnTo>
                    <a:lnTo>
                      <a:pt x="3772" y="1469"/>
                    </a:lnTo>
                    <a:lnTo>
                      <a:pt x="3782" y="1465"/>
                    </a:lnTo>
                    <a:lnTo>
                      <a:pt x="3784" y="1458"/>
                    </a:lnTo>
                    <a:lnTo>
                      <a:pt x="3793" y="1455"/>
                    </a:lnTo>
                    <a:lnTo>
                      <a:pt x="3801" y="1458"/>
                    </a:lnTo>
                    <a:lnTo>
                      <a:pt x="3807" y="1464"/>
                    </a:lnTo>
                    <a:lnTo>
                      <a:pt x="3802" y="1471"/>
                    </a:lnTo>
                    <a:lnTo>
                      <a:pt x="3798" y="1474"/>
                    </a:lnTo>
                    <a:lnTo>
                      <a:pt x="3791" y="1479"/>
                    </a:lnTo>
                    <a:lnTo>
                      <a:pt x="3791" y="1489"/>
                    </a:lnTo>
                    <a:lnTo>
                      <a:pt x="3794" y="1495"/>
                    </a:lnTo>
                    <a:lnTo>
                      <a:pt x="3799" y="1501"/>
                    </a:lnTo>
                    <a:lnTo>
                      <a:pt x="3807" y="1503"/>
                    </a:lnTo>
                    <a:lnTo>
                      <a:pt x="3805" y="1511"/>
                    </a:lnTo>
                    <a:lnTo>
                      <a:pt x="3806" y="1514"/>
                    </a:lnTo>
                    <a:lnTo>
                      <a:pt x="3823" y="1511"/>
                    </a:lnTo>
                    <a:lnTo>
                      <a:pt x="3834" y="1513"/>
                    </a:lnTo>
                    <a:lnTo>
                      <a:pt x="3837" y="1523"/>
                    </a:lnTo>
                    <a:lnTo>
                      <a:pt x="3843" y="1532"/>
                    </a:lnTo>
                    <a:lnTo>
                      <a:pt x="3849" y="1524"/>
                    </a:lnTo>
                    <a:lnTo>
                      <a:pt x="3864" y="1529"/>
                    </a:lnTo>
                    <a:lnTo>
                      <a:pt x="3877" y="1523"/>
                    </a:lnTo>
                    <a:lnTo>
                      <a:pt x="3882" y="1529"/>
                    </a:lnTo>
                    <a:lnTo>
                      <a:pt x="3884" y="1537"/>
                    </a:lnTo>
                    <a:lnTo>
                      <a:pt x="3884" y="1544"/>
                    </a:lnTo>
                    <a:lnTo>
                      <a:pt x="3888" y="1545"/>
                    </a:lnTo>
                    <a:lnTo>
                      <a:pt x="3908" y="1535"/>
                    </a:lnTo>
                    <a:lnTo>
                      <a:pt x="3907" y="1528"/>
                    </a:lnTo>
                    <a:lnTo>
                      <a:pt x="3914" y="1524"/>
                    </a:lnTo>
                    <a:lnTo>
                      <a:pt x="3925" y="1541"/>
                    </a:lnTo>
                    <a:lnTo>
                      <a:pt x="3926" y="1548"/>
                    </a:lnTo>
                    <a:lnTo>
                      <a:pt x="3925" y="1553"/>
                    </a:lnTo>
                    <a:lnTo>
                      <a:pt x="3920" y="1560"/>
                    </a:lnTo>
                    <a:lnTo>
                      <a:pt x="3912" y="1566"/>
                    </a:lnTo>
                    <a:lnTo>
                      <a:pt x="3912" y="1575"/>
                    </a:lnTo>
                    <a:lnTo>
                      <a:pt x="3909" y="1584"/>
                    </a:lnTo>
                    <a:lnTo>
                      <a:pt x="3912" y="1592"/>
                    </a:lnTo>
                    <a:lnTo>
                      <a:pt x="3911" y="1598"/>
                    </a:lnTo>
                    <a:lnTo>
                      <a:pt x="3915" y="1599"/>
                    </a:lnTo>
                    <a:lnTo>
                      <a:pt x="3918" y="1615"/>
                    </a:lnTo>
                    <a:lnTo>
                      <a:pt x="3926" y="1632"/>
                    </a:lnTo>
                    <a:lnTo>
                      <a:pt x="3913" y="1634"/>
                    </a:lnTo>
                    <a:lnTo>
                      <a:pt x="3912" y="1638"/>
                    </a:lnTo>
                    <a:lnTo>
                      <a:pt x="3908" y="1642"/>
                    </a:lnTo>
                    <a:lnTo>
                      <a:pt x="3896" y="1642"/>
                    </a:lnTo>
                    <a:lnTo>
                      <a:pt x="3887" y="1640"/>
                    </a:lnTo>
                    <a:lnTo>
                      <a:pt x="3869" y="1641"/>
                    </a:lnTo>
                    <a:lnTo>
                      <a:pt x="3853" y="1638"/>
                    </a:lnTo>
                    <a:lnTo>
                      <a:pt x="3842" y="1631"/>
                    </a:lnTo>
                    <a:lnTo>
                      <a:pt x="3831" y="1632"/>
                    </a:lnTo>
                    <a:lnTo>
                      <a:pt x="3826" y="1636"/>
                    </a:lnTo>
                    <a:lnTo>
                      <a:pt x="3845" y="1638"/>
                    </a:lnTo>
                    <a:lnTo>
                      <a:pt x="3863" y="1650"/>
                    </a:lnTo>
                    <a:lnTo>
                      <a:pt x="3899" y="1648"/>
                    </a:lnTo>
                    <a:lnTo>
                      <a:pt x="3912" y="1653"/>
                    </a:lnTo>
                    <a:lnTo>
                      <a:pt x="3924" y="1664"/>
                    </a:lnTo>
                    <a:lnTo>
                      <a:pt x="3926" y="1674"/>
                    </a:lnTo>
                    <a:lnTo>
                      <a:pt x="3924" y="1677"/>
                    </a:lnTo>
                    <a:lnTo>
                      <a:pt x="3926" y="1683"/>
                    </a:lnTo>
                    <a:lnTo>
                      <a:pt x="3913" y="1713"/>
                    </a:lnTo>
                    <a:lnTo>
                      <a:pt x="3915" y="1717"/>
                    </a:lnTo>
                    <a:lnTo>
                      <a:pt x="3931" y="1712"/>
                    </a:lnTo>
                    <a:lnTo>
                      <a:pt x="3938" y="1717"/>
                    </a:lnTo>
                    <a:lnTo>
                      <a:pt x="3935" y="1722"/>
                    </a:lnTo>
                    <a:lnTo>
                      <a:pt x="3923" y="1731"/>
                    </a:lnTo>
                    <a:lnTo>
                      <a:pt x="3924" y="1736"/>
                    </a:lnTo>
                    <a:lnTo>
                      <a:pt x="3934" y="1736"/>
                    </a:lnTo>
                    <a:lnTo>
                      <a:pt x="3938" y="1743"/>
                    </a:lnTo>
                    <a:lnTo>
                      <a:pt x="3938" y="1748"/>
                    </a:lnTo>
                    <a:lnTo>
                      <a:pt x="3935" y="1751"/>
                    </a:lnTo>
                    <a:lnTo>
                      <a:pt x="3931" y="1750"/>
                    </a:lnTo>
                    <a:lnTo>
                      <a:pt x="3930" y="1748"/>
                    </a:lnTo>
                    <a:lnTo>
                      <a:pt x="3924" y="1755"/>
                    </a:lnTo>
                    <a:lnTo>
                      <a:pt x="3912" y="1766"/>
                    </a:lnTo>
                    <a:lnTo>
                      <a:pt x="3909" y="1755"/>
                    </a:lnTo>
                    <a:lnTo>
                      <a:pt x="3903" y="1749"/>
                    </a:lnTo>
                    <a:lnTo>
                      <a:pt x="3893" y="1750"/>
                    </a:lnTo>
                    <a:lnTo>
                      <a:pt x="3899" y="1764"/>
                    </a:lnTo>
                    <a:lnTo>
                      <a:pt x="3899" y="1770"/>
                    </a:lnTo>
                    <a:lnTo>
                      <a:pt x="3879" y="1774"/>
                    </a:lnTo>
                    <a:lnTo>
                      <a:pt x="3885" y="1779"/>
                    </a:lnTo>
                    <a:lnTo>
                      <a:pt x="3895" y="1779"/>
                    </a:lnTo>
                    <a:lnTo>
                      <a:pt x="3901" y="1780"/>
                    </a:lnTo>
                    <a:lnTo>
                      <a:pt x="3907" y="1787"/>
                    </a:lnTo>
                    <a:lnTo>
                      <a:pt x="3924" y="1770"/>
                    </a:lnTo>
                    <a:lnTo>
                      <a:pt x="3931" y="1765"/>
                    </a:lnTo>
                    <a:lnTo>
                      <a:pt x="3945" y="1765"/>
                    </a:lnTo>
                    <a:lnTo>
                      <a:pt x="3956" y="1761"/>
                    </a:lnTo>
                    <a:lnTo>
                      <a:pt x="3969" y="1760"/>
                    </a:lnTo>
                    <a:lnTo>
                      <a:pt x="3979" y="1764"/>
                    </a:lnTo>
                    <a:lnTo>
                      <a:pt x="3985" y="1788"/>
                    </a:lnTo>
                    <a:lnTo>
                      <a:pt x="3990" y="1793"/>
                    </a:lnTo>
                    <a:lnTo>
                      <a:pt x="3992" y="1808"/>
                    </a:lnTo>
                    <a:lnTo>
                      <a:pt x="3987" y="1839"/>
                    </a:lnTo>
                    <a:lnTo>
                      <a:pt x="3972" y="1851"/>
                    </a:lnTo>
                    <a:lnTo>
                      <a:pt x="3934" y="1872"/>
                    </a:lnTo>
                    <a:lnTo>
                      <a:pt x="3966" y="1860"/>
                    </a:lnTo>
                    <a:lnTo>
                      <a:pt x="3987" y="1844"/>
                    </a:lnTo>
                    <a:lnTo>
                      <a:pt x="3994" y="1829"/>
                    </a:lnTo>
                    <a:lnTo>
                      <a:pt x="4000" y="1802"/>
                    </a:lnTo>
                    <a:lnTo>
                      <a:pt x="4008" y="1791"/>
                    </a:lnTo>
                    <a:lnTo>
                      <a:pt x="4008" y="1812"/>
                    </a:lnTo>
                    <a:lnTo>
                      <a:pt x="4005" y="1818"/>
                    </a:lnTo>
                    <a:lnTo>
                      <a:pt x="4015" y="1807"/>
                    </a:lnTo>
                    <a:lnTo>
                      <a:pt x="4017" y="1817"/>
                    </a:lnTo>
                    <a:lnTo>
                      <a:pt x="4015" y="1825"/>
                    </a:lnTo>
                    <a:lnTo>
                      <a:pt x="4016" y="1840"/>
                    </a:lnTo>
                    <a:lnTo>
                      <a:pt x="4019" y="1844"/>
                    </a:lnTo>
                    <a:lnTo>
                      <a:pt x="4026" y="1828"/>
                    </a:lnTo>
                    <a:lnTo>
                      <a:pt x="4055" y="1808"/>
                    </a:lnTo>
                    <a:lnTo>
                      <a:pt x="4078" y="1802"/>
                    </a:lnTo>
                    <a:lnTo>
                      <a:pt x="4079" y="1788"/>
                    </a:lnTo>
                    <a:lnTo>
                      <a:pt x="4085" y="1775"/>
                    </a:lnTo>
                    <a:lnTo>
                      <a:pt x="4091" y="1766"/>
                    </a:lnTo>
                    <a:lnTo>
                      <a:pt x="4100" y="1775"/>
                    </a:lnTo>
                    <a:lnTo>
                      <a:pt x="4112" y="1781"/>
                    </a:lnTo>
                    <a:lnTo>
                      <a:pt x="4116" y="1791"/>
                    </a:lnTo>
                    <a:lnTo>
                      <a:pt x="4111" y="1809"/>
                    </a:lnTo>
                    <a:lnTo>
                      <a:pt x="4114" y="1803"/>
                    </a:lnTo>
                    <a:lnTo>
                      <a:pt x="4123" y="1782"/>
                    </a:lnTo>
                    <a:lnTo>
                      <a:pt x="4116" y="1772"/>
                    </a:lnTo>
                    <a:lnTo>
                      <a:pt x="4110" y="1766"/>
                    </a:lnTo>
                    <a:lnTo>
                      <a:pt x="4106" y="1758"/>
                    </a:lnTo>
                    <a:lnTo>
                      <a:pt x="4116" y="1766"/>
                    </a:lnTo>
                    <a:lnTo>
                      <a:pt x="4122" y="1764"/>
                    </a:lnTo>
                    <a:lnTo>
                      <a:pt x="4127" y="1758"/>
                    </a:lnTo>
                    <a:lnTo>
                      <a:pt x="4123" y="1755"/>
                    </a:lnTo>
                    <a:lnTo>
                      <a:pt x="4124" y="1745"/>
                    </a:lnTo>
                    <a:lnTo>
                      <a:pt x="4133" y="1747"/>
                    </a:lnTo>
                    <a:lnTo>
                      <a:pt x="4135" y="1732"/>
                    </a:lnTo>
                    <a:lnTo>
                      <a:pt x="4130" y="1718"/>
                    </a:lnTo>
                    <a:lnTo>
                      <a:pt x="4137" y="1726"/>
                    </a:lnTo>
                    <a:lnTo>
                      <a:pt x="4141" y="1717"/>
                    </a:lnTo>
                    <a:lnTo>
                      <a:pt x="4149" y="1712"/>
                    </a:lnTo>
                    <a:lnTo>
                      <a:pt x="4149" y="1704"/>
                    </a:lnTo>
                    <a:lnTo>
                      <a:pt x="4157" y="1699"/>
                    </a:lnTo>
                    <a:lnTo>
                      <a:pt x="4150" y="1686"/>
                    </a:lnTo>
                    <a:lnTo>
                      <a:pt x="4143" y="1679"/>
                    </a:lnTo>
                    <a:lnTo>
                      <a:pt x="4138" y="1669"/>
                    </a:lnTo>
                    <a:lnTo>
                      <a:pt x="4143" y="1658"/>
                    </a:lnTo>
                    <a:lnTo>
                      <a:pt x="4157" y="1635"/>
                    </a:lnTo>
                    <a:lnTo>
                      <a:pt x="4165" y="1630"/>
                    </a:lnTo>
                    <a:lnTo>
                      <a:pt x="4172" y="1621"/>
                    </a:lnTo>
                    <a:lnTo>
                      <a:pt x="4172" y="1619"/>
                    </a:lnTo>
                    <a:lnTo>
                      <a:pt x="4177" y="1609"/>
                    </a:lnTo>
                    <a:lnTo>
                      <a:pt x="4186" y="1608"/>
                    </a:lnTo>
                    <a:lnTo>
                      <a:pt x="4196" y="1609"/>
                    </a:lnTo>
                    <a:lnTo>
                      <a:pt x="4198" y="1615"/>
                    </a:lnTo>
                    <a:lnTo>
                      <a:pt x="4194" y="1621"/>
                    </a:lnTo>
                    <a:lnTo>
                      <a:pt x="4202" y="1623"/>
                    </a:lnTo>
                    <a:lnTo>
                      <a:pt x="4200" y="1631"/>
                    </a:lnTo>
                    <a:lnTo>
                      <a:pt x="4203" y="1638"/>
                    </a:lnTo>
                    <a:lnTo>
                      <a:pt x="4203" y="1650"/>
                    </a:lnTo>
                    <a:lnTo>
                      <a:pt x="4198" y="1656"/>
                    </a:lnTo>
                    <a:lnTo>
                      <a:pt x="4207" y="1651"/>
                    </a:lnTo>
                    <a:lnTo>
                      <a:pt x="4211" y="1656"/>
                    </a:lnTo>
                    <a:lnTo>
                      <a:pt x="4211" y="1679"/>
                    </a:lnTo>
                    <a:lnTo>
                      <a:pt x="4223" y="1680"/>
                    </a:lnTo>
                    <a:lnTo>
                      <a:pt x="4218" y="1683"/>
                    </a:lnTo>
                    <a:lnTo>
                      <a:pt x="4219" y="1690"/>
                    </a:lnTo>
                    <a:lnTo>
                      <a:pt x="4229" y="1688"/>
                    </a:lnTo>
                    <a:lnTo>
                      <a:pt x="4239" y="1693"/>
                    </a:lnTo>
                    <a:lnTo>
                      <a:pt x="4234" y="1700"/>
                    </a:lnTo>
                    <a:lnTo>
                      <a:pt x="4226" y="1708"/>
                    </a:lnTo>
                    <a:lnTo>
                      <a:pt x="4237" y="1710"/>
                    </a:lnTo>
                    <a:lnTo>
                      <a:pt x="4240" y="1718"/>
                    </a:lnTo>
                    <a:lnTo>
                      <a:pt x="4243" y="1710"/>
                    </a:lnTo>
                    <a:lnTo>
                      <a:pt x="4248" y="1712"/>
                    </a:lnTo>
                    <a:lnTo>
                      <a:pt x="4248" y="1724"/>
                    </a:lnTo>
                    <a:lnTo>
                      <a:pt x="4254" y="1721"/>
                    </a:lnTo>
                    <a:lnTo>
                      <a:pt x="4259" y="1724"/>
                    </a:lnTo>
                    <a:lnTo>
                      <a:pt x="4258" y="1734"/>
                    </a:lnTo>
                    <a:lnTo>
                      <a:pt x="4247" y="1740"/>
                    </a:lnTo>
                    <a:lnTo>
                      <a:pt x="4226" y="1740"/>
                    </a:lnTo>
                    <a:lnTo>
                      <a:pt x="4214" y="1747"/>
                    </a:lnTo>
                    <a:lnTo>
                      <a:pt x="4211" y="1753"/>
                    </a:lnTo>
                    <a:lnTo>
                      <a:pt x="4221" y="1745"/>
                    </a:lnTo>
                    <a:lnTo>
                      <a:pt x="4226" y="1749"/>
                    </a:lnTo>
                    <a:lnTo>
                      <a:pt x="4234" y="1747"/>
                    </a:lnTo>
                    <a:lnTo>
                      <a:pt x="4250" y="1747"/>
                    </a:lnTo>
                    <a:lnTo>
                      <a:pt x="4266" y="1742"/>
                    </a:lnTo>
                    <a:lnTo>
                      <a:pt x="4269" y="1743"/>
                    </a:lnTo>
                    <a:lnTo>
                      <a:pt x="4266" y="1754"/>
                    </a:lnTo>
                    <a:lnTo>
                      <a:pt x="4268" y="1755"/>
                    </a:lnTo>
                    <a:lnTo>
                      <a:pt x="4268" y="1764"/>
                    </a:lnTo>
                    <a:lnTo>
                      <a:pt x="4266" y="1771"/>
                    </a:lnTo>
                    <a:lnTo>
                      <a:pt x="4270" y="1769"/>
                    </a:lnTo>
                    <a:lnTo>
                      <a:pt x="4283" y="1770"/>
                    </a:lnTo>
                    <a:lnTo>
                      <a:pt x="4280" y="1781"/>
                    </a:lnTo>
                    <a:lnTo>
                      <a:pt x="4282" y="1785"/>
                    </a:lnTo>
                    <a:lnTo>
                      <a:pt x="4289" y="1787"/>
                    </a:lnTo>
                    <a:lnTo>
                      <a:pt x="4286" y="1792"/>
                    </a:lnTo>
                    <a:lnTo>
                      <a:pt x="4278" y="1796"/>
                    </a:lnTo>
                    <a:lnTo>
                      <a:pt x="4264" y="1798"/>
                    </a:lnTo>
                    <a:lnTo>
                      <a:pt x="4257" y="1794"/>
                    </a:lnTo>
                    <a:lnTo>
                      <a:pt x="4251" y="1797"/>
                    </a:lnTo>
                    <a:lnTo>
                      <a:pt x="4251" y="1802"/>
                    </a:lnTo>
                    <a:lnTo>
                      <a:pt x="4256" y="1806"/>
                    </a:lnTo>
                    <a:lnTo>
                      <a:pt x="4266" y="1803"/>
                    </a:lnTo>
                    <a:lnTo>
                      <a:pt x="4284" y="1804"/>
                    </a:lnTo>
                    <a:lnTo>
                      <a:pt x="4301" y="1803"/>
                    </a:lnTo>
                    <a:lnTo>
                      <a:pt x="4304" y="1814"/>
                    </a:lnTo>
                    <a:lnTo>
                      <a:pt x="4297" y="1819"/>
                    </a:lnTo>
                    <a:lnTo>
                      <a:pt x="4294" y="1825"/>
                    </a:lnTo>
                    <a:lnTo>
                      <a:pt x="4299" y="1828"/>
                    </a:lnTo>
                    <a:lnTo>
                      <a:pt x="4293" y="1833"/>
                    </a:lnTo>
                    <a:lnTo>
                      <a:pt x="4280" y="1836"/>
                    </a:lnTo>
                    <a:lnTo>
                      <a:pt x="4269" y="1851"/>
                    </a:lnTo>
                    <a:lnTo>
                      <a:pt x="4278" y="1850"/>
                    </a:lnTo>
                    <a:lnTo>
                      <a:pt x="4286" y="1842"/>
                    </a:lnTo>
                    <a:lnTo>
                      <a:pt x="4296" y="1841"/>
                    </a:lnTo>
                    <a:lnTo>
                      <a:pt x="4305" y="1837"/>
                    </a:lnTo>
                    <a:lnTo>
                      <a:pt x="4315" y="1852"/>
                    </a:lnTo>
                    <a:lnTo>
                      <a:pt x="4310" y="1853"/>
                    </a:lnTo>
                    <a:lnTo>
                      <a:pt x="4304" y="1860"/>
                    </a:lnTo>
                    <a:lnTo>
                      <a:pt x="4304" y="1866"/>
                    </a:lnTo>
                    <a:lnTo>
                      <a:pt x="4315" y="1861"/>
                    </a:lnTo>
                    <a:lnTo>
                      <a:pt x="4322" y="1864"/>
                    </a:lnTo>
                    <a:lnTo>
                      <a:pt x="4322" y="1867"/>
                    </a:lnTo>
                    <a:lnTo>
                      <a:pt x="4331" y="1878"/>
                    </a:lnTo>
                    <a:lnTo>
                      <a:pt x="4339" y="1884"/>
                    </a:lnTo>
                    <a:lnTo>
                      <a:pt x="4342" y="1893"/>
                    </a:lnTo>
                    <a:lnTo>
                      <a:pt x="4323" y="1907"/>
                    </a:lnTo>
                    <a:lnTo>
                      <a:pt x="4312" y="1907"/>
                    </a:lnTo>
                    <a:lnTo>
                      <a:pt x="4312" y="1914"/>
                    </a:lnTo>
                    <a:lnTo>
                      <a:pt x="4339" y="1912"/>
                    </a:lnTo>
                    <a:lnTo>
                      <a:pt x="4347" y="1922"/>
                    </a:lnTo>
                    <a:lnTo>
                      <a:pt x="4342" y="1932"/>
                    </a:lnTo>
                    <a:lnTo>
                      <a:pt x="4364" y="1939"/>
                    </a:lnTo>
                    <a:lnTo>
                      <a:pt x="4368" y="1953"/>
                    </a:lnTo>
                    <a:lnTo>
                      <a:pt x="4358" y="1963"/>
                    </a:lnTo>
                    <a:lnTo>
                      <a:pt x="4347" y="1974"/>
                    </a:lnTo>
                    <a:lnTo>
                      <a:pt x="4350" y="1987"/>
                    </a:lnTo>
                    <a:lnTo>
                      <a:pt x="4343" y="1989"/>
                    </a:lnTo>
                    <a:lnTo>
                      <a:pt x="4315" y="1973"/>
                    </a:lnTo>
                    <a:lnTo>
                      <a:pt x="4312" y="1979"/>
                    </a:lnTo>
                    <a:lnTo>
                      <a:pt x="4326" y="1984"/>
                    </a:lnTo>
                    <a:lnTo>
                      <a:pt x="4326" y="1986"/>
                    </a:lnTo>
                    <a:lnTo>
                      <a:pt x="4295" y="1990"/>
                    </a:lnTo>
                    <a:lnTo>
                      <a:pt x="4286" y="1992"/>
                    </a:lnTo>
                    <a:lnTo>
                      <a:pt x="4302" y="1996"/>
                    </a:lnTo>
                    <a:lnTo>
                      <a:pt x="4334" y="1995"/>
                    </a:lnTo>
                    <a:lnTo>
                      <a:pt x="4348" y="1997"/>
                    </a:lnTo>
                    <a:lnTo>
                      <a:pt x="4350" y="2002"/>
                    </a:lnTo>
                    <a:lnTo>
                      <a:pt x="4342" y="2003"/>
                    </a:lnTo>
                    <a:lnTo>
                      <a:pt x="4334" y="2009"/>
                    </a:lnTo>
                    <a:lnTo>
                      <a:pt x="4336" y="2013"/>
                    </a:lnTo>
                    <a:lnTo>
                      <a:pt x="4350" y="2022"/>
                    </a:lnTo>
                    <a:lnTo>
                      <a:pt x="4352" y="2028"/>
                    </a:lnTo>
                    <a:lnTo>
                      <a:pt x="4342" y="2027"/>
                    </a:lnTo>
                    <a:lnTo>
                      <a:pt x="4338" y="2036"/>
                    </a:lnTo>
                    <a:lnTo>
                      <a:pt x="4371" y="2034"/>
                    </a:lnTo>
                    <a:lnTo>
                      <a:pt x="4375" y="2055"/>
                    </a:lnTo>
                    <a:lnTo>
                      <a:pt x="4379" y="2060"/>
                    </a:lnTo>
                    <a:lnTo>
                      <a:pt x="4374" y="2065"/>
                    </a:lnTo>
                    <a:lnTo>
                      <a:pt x="4403" y="2068"/>
                    </a:lnTo>
                    <a:lnTo>
                      <a:pt x="4411" y="2073"/>
                    </a:lnTo>
                    <a:lnTo>
                      <a:pt x="4412" y="2084"/>
                    </a:lnTo>
                    <a:lnTo>
                      <a:pt x="4418" y="2079"/>
                    </a:lnTo>
                    <a:lnTo>
                      <a:pt x="4428" y="2079"/>
                    </a:lnTo>
                    <a:lnTo>
                      <a:pt x="4428" y="2089"/>
                    </a:lnTo>
                    <a:lnTo>
                      <a:pt x="4424" y="2097"/>
                    </a:lnTo>
                    <a:lnTo>
                      <a:pt x="4429" y="2102"/>
                    </a:lnTo>
                    <a:lnTo>
                      <a:pt x="4431" y="2110"/>
                    </a:lnTo>
                    <a:lnTo>
                      <a:pt x="4420" y="2122"/>
                    </a:lnTo>
                    <a:lnTo>
                      <a:pt x="4420" y="2126"/>
                    </a:lnTo>
                    <a:lnTo>
                      <a:pt x="4433" y="2119"/>
                    </a:lnTo>
                    <a:lnTo>
                      <a:pt x="4447" y="2130"/>
                    </a:lnTo>
                    <a:lnTo>
                      <a:pt x="4452" y="2125"/>
                    </a:lnTo>
                    <a:lnTo>
                      <a:pt x="4462" y="2120"/>
                    </a:lnTo>
                    <a:lnTo>
                      <a:pt x="4463" y="2129"/>
                    </a:lnTo>
                    <a:lnTo>
                      <a:pt x="4473" y="2132"/>
                    </a:lnTo>
                    <a:lnTo>
                      <a:pt x="4461" y="2162"/>
                    </a:lnTo>
                    <a:lnTo>
                      <a:pt x="4469" y="2154"/>
                    </a:lnTo>
                    <a:lnTo>
                      <a:pt x="4481" y="2138"/>
                    </a:lnTo>
                    <a:lnTo>
                      <a:pt x="4490" y="2131"/>
                    </a:lnTo>
                    <a:lnTo>
                      <a:pt x="4489" y="2145"/>
                    </a:lnTo>
                    <a:lnTo>
                      <a:pt x="4493" y="2145"/>
                    </a:lnTo>
                    <a:lnTo>
                      <a:pt x="4499" y="2137"/>
                    </a:lnTo>
                    <a:lnTo>
                      <a:pt x="4501" y="2149"/>
                    </a:lnTo>
                    <a:lnTo>
                      <a:pt x="4504" y="2158"/>
                    </a:lnTo>
                    <a:lnTo>
                      <a:pt x="4510" y="2164"/>
                    </a:lnTo>
                    <a:lnTo>
                      <a:pt x="4522" y="2167"/>
                    </a:lnTo>
                    <a:lnTo>
                      <a:pt x="4536" y="2174"/>
                    </a:lnTo>
                    <a:lnTo>
                      <a:pt x="4543" y="2170"/>
                    </a:lnTo>
                    <a:lnTo>
                      <a:pt x="4542" y="2163"/>
                    </a:lnTo>
                    <a:lnTo>
                      <a:pt x="4552" y="2156"/>
                    </a:lnTo>
                    <a:lnTo>
                      <a:pt x="4559" y="2165"/>
                    </a:lnTo>
                    <a:lnTo>
                      <a:pt x="4557" y="2174"/>
                    </a:lnTo>
                    <a:lnTo>
                      <a:pt x="4568" y="2176"/>
                    </a:lnTo>
                    <a:lnTo>
                      <a:pt x="4575" y="2181"/>
                    </a:lnTo>
                    <a:lnTo>
                      <a:pt x="4581" y="2183"/>
                    </a:lnTo>
                    <a:lnTo>
                      <a:pt x="4586" y="2192"/>
                    </a:lnTo>
                    <a:lnTo>
                      <a:pt x="4581" y="2199"/>
                    </a:lnTo>
                    <a:lnTo>
                      <a:pt x="4581" y="2203"/>
                    </a:lnTo>
                    <a:lnTo>
                      <a:pt x="4580" y="2206"/>
                    </a:lnTo>
                    <a:lnTo>
                      <a:pt x="4571" y="2208"/>
                    </a:lnTo>
                    <a:lnTo>
                      <a:pt x="4565" y="2206"/>
                    </a:lnTo>
                    <a:lnTo>
                      <a:pt x="4558" y="2207"/>
                    </a:lnTo>
                    <a:lnTo>
                      <a:pt x="4544" y="2213"/>
                    </a:lnTo>
                    <a:lnTo>
                      <a:pt x="4539" y="2216"/>
                    </a:lnTo>
                    <a:lnTo>
                      <a:pt x="4539" y="2218"/>
                    </a:lnTo>
                    <a:lnTo>
                      <a:pt x="4524" y="2228"/>
                    </a:lnTo>
                    <a:lnTo>
                      <a:pt x="4494" y="2232"/>
                    </a:lnTo>
                    <a:lnTo>
                      <a:pt x="4477" y="2238"/>
                    </a:lnTo>
                    <a:lnTo>
                      <a:pt x="4469" y="2246"/>
                    </a:lnTo>
                    <a:lnTo>
                      <a:pt x="4482" y="2246"/>
                    </a:lnTo>
                    <a:lnTo>
                      <a:pt x="4495" y="2242"/>
                    </a:lnTo>
                    <a:lnTo>
                      <a:pt x="4510" y="2233"/>
                    </a:lnTo>
                    <a:lnTo>
                      <a:pt x="4515" y="2235"/>
                    </a:lnTo>
                    <a:lnTo>
                      <a:pt x="4482" y="2251"/>
                    </a:lnTo>
                    <a:lnTo>
                      <a:pt x="4467" y="2256"/>
                    </a:lnTo>
                    <a:lnTo>
                      <a:pt x="4452" y="2256"/>
                    </a:lnTo>
                    <a:lnTo>
                      <a:pt x="4436" y="2280"/>
                    </a:lnTo>
                    <a:lnTo>
                      <a:pt x="4424" y="2276"/>
                    </a:lnTo>
                    <a:lnTo>
                      <a:pt x="4413" y="2267"/>
                    </a:lnTo>
                    <a:lnTo>
                      <a:pt x="4399" y="2264"/>
                    </a:lnTo>
                    <a:lnTo>
                      <a:pt x="4386" y="2265"/>
                    </a:lnTo>
                    <a:lnTo>
                      <a:pt x="4387" y="2274"/>
                    </a:lnTo>
                    <a:lnTo>
                      <a:pt x="4404" y="2276"/>
                    </a:lnTo>
                    <a:lnTo>
                      <a:pt x="4419" y="2282"/>
                    </a:lnTo>
                    <a:lnTo>
                      <a:pt x="4430" y="2289"/>
                    </a:lnTo>
                    <a:lnTo>
                      <a:pt x="4426" y="2314"/>
                    </a:lnTo>
                    <a:lnTo>
                      <a:pt x="4438" y="2308"/>
                    </a:lnTo>
                    <a:lnTo>
                      <a:pt x="4451" y="2298"/>
                    </a:lnTo>
                    <a:lnTo>
                      <a:pt x="4456" y="2291"/>
                    </a:lnTo>
                    <a:lnTo>
                      <a:pt x="4468" y="2283"/>
                    </a:lnTo>
                    <a:lnTo>
                      <a:pt x="4479" y="2272"/>
                    </a:lnTo>
                    <a:lnTo>
                      <a:pt x="4496" y="2265"/>
                    </a:lnTo>
                    <a:lnTo>
                      <a:pt x="4506" y="2251"/>
                    </a:lnTo>
                    <a:lnTo>
                      <a:pt x="4519" y="2244"/>
                    </a:lnTo>
                    <a:lnTo>
                      <a:pt x="4547" y="2237"/>
                    </a:lnTo>
                    <a:lnTo>
                      <a:pt x="4563" y="2240"/>
                    </a:lnTo>
                    <a:lnTo>
                      <a:pt x="4569" y="2238"/>
                    </a:lnTo>
                    <a:lnTo>
                      <a:pt x="4560" y="2234"/>
                    </a:lnTo>
                    <a:lnTo>
                      <a:pt x="4546" y="2231"/>
                    </a:lnTo>
                    <a:lnTo>
                      <a:pt x="4530" y="2234"/>
                    </a:lnTo>
                    <a:lnTo>
                      <a:pt x="4538" y="2229"/>
                    </a:lnTo>
                    <a:lnTo>
                      <a:pt x="4555" y="2226"/>
                    </a:lnTo>
                    <a:lnTo>
                      <a:pt x="4582" y="2228"/>
                    </a:lnTo>
                    <a:lnTo>
                      <a:pt x="4594" y="2228"/>
                    </a:lnTo>
                    <a:lnTo>
                      <a:pt x="4596" y="2233"/>
                    </a:lnTo>
                    <a:lnTo>
                      <a:pt x="4595" y="2243"/>
                    </a:lnTo>
                    <a:lnTo>
                      <a:pt x="4597" y="2253"/>
                    </a:lnTo>
                    <a:lnTo>
                      <a:pt x="4598" y="2265"/>
                    </a:lnTo>
                    <a:lnTo>
                      <a:pt x="4591" y="2275"/>
                    </a:lnTo>
                    <a:lnTo>
                      <a:pt x="4590" y="2285"/>
                    </a:lnTo>
                    <a:lnTo>
                      <a:pt x="4592" y="2301"/>
                    </a:lnTo>
                    <a:lnTo>
                      <a:pt x="4595" y="2301"/>
                    </a:lnTo>
                    <a:lnTo>
                      <a:pt x="4607" y="2274"/>
                    </a:lnTo>
                    <a:lnTo>
                      <a:pt x="4616" y="2267"/>
                    </a:lnTo>
                    <a:lnTo>
                      <a:pt x="4629" y="2266"/>
                    </a:lnTo>
                    <a:lnTo>
                      <a:pt x="4637" y="2269"/>
                    </a:lnTo>
                    <a:lnTo>
                      <a:pt x="4633" y="2274"/>
                    </a:lnTo>
                    <a:lnTo>
                      <a:pt x="4667" y="2286"/>
                    </a:lnTo>
                    <a:lnTo>
                      <a:pt x="4668" y="2289"/>
                    </a:lnTo>
                    <a:lnTo>
                      <a:pt x="4662" y="2293"/>
                    </a:lnTo>
                    <a:lnTo>
                      <a:pt x="4668" y="2303"/>
                    </a:lnTo>
                    <a:lnTo>
                      <a:pt x="4675" y="2307"/>
                    </a:lnTo>
                    <a:lnTo>
                      <a:pt x="4676" y="2313"/>
                    </a:lnTo>
                    <a:lnTo>
                      <a:pt x="4680" y="2315"/>
                    </a:lnTo>
                    <a:lnTo>
                      <a:pt x="4680" y="2323"/>
                    </a:lnTo>
                    <a:lnTo>
                      <a:pt x="4675" y="2325"/>
                    </a:lnTo>
                    <a:lnTo>
                      <a:pt x="4670" y="2330"/>
                    </a:lnTo>
                    <a:lnTo>
                      <a:pt x="4648" y="2321"/>
                    </a:lnTo>
                    <a:lnTo>
                      <a:pt x="4655" y="2334"/>
                    </a:lnTo>
                    <a:lnTo>
                      <a:pt x="4660" y="2336"/>
                    </a:lnTo>
                    <a:lnTo>
                      <a:pt x="4668" y="2336"/>
                    </a:lnTo>
                    <a:lnTo>
                      <a:pt x="4672" y="2350"/>
                    </a:lnTo>
                    <a:lnTo>
                      <a:pt x="4668" y="2353"/>
                    </a:lnTo>
                    <a:lnTo>
                      <a:pt x="4668" y="2357"/>
                    </a:lnTo>
                    <a:lnTo>
                      <a:pt x="4677" y="2371"/>
                    </a:lnTo>
                    <a:lnTo>
                      <a:pt x="4677" y="2373"/>
                    </a:lnTo>
                    <a:lnTo>
                      <a:pt x="4667" y="2372"/>
                    </a:lnTo>
                    <a:lnTo>
                      <a:pt x="4664" y="2378"/>
                    </a:lnTo>
                    <a:lnTo>
                      <a:pt x="4681" y="2383"/>
                    </a:lnTo>
                    <a:lnTo>
                      <a:pt x="4686" y="2395"/>
                    </a:lnTo>
                    <a:lnTo>
                      <a:pt x="4671" y="2394"/>
                    </a:lnTo>
                    <a:lnTo>
                      <a:pt x="4664" y="2391"/>
                    </a:lnTo>
                    <a:lnTo>
                      <a:pt x="4668" y="239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20" name="Google Shape;2320;p5">
                <a:extLst>
                  <a:ext uri="{FF2B5EF4-FFF2-40B4-BE49-F238E27FC236}">
                    <a16:creationId xmlns:a16="http://schemas.microsoft.com/office/drawing/2014/main" id="{E4DC8F57-41A2-7595-7F1C-B4203D0FDA11}"/>
                  </a:ext>
                </a:extLst>
              </p:cNvPr>
              <p:cNvSpPr/>
              <p:nvPr/>
            </p:nvSpPr>
            <p:spPr>
              <a:xfrm>
                <a:off x="1437" y="1025"/>
                <a:ext cx="39" cy="63"/>
              </a:xfrm>
              <a:custGeom>
                <a:avLst/>
                <a:gdLst/>
                <a:ahLst/>
                <a:cxnLst/>
                <a:rect l="l" t="t" r="r" b="b"/>
                <a:pathLst>
                  <a:path w="197" h="316" extrusionOk="0">
                    <a:moveTo>
                      <a:pt x="197" y="163"/>
                    </a:moveTo>
                    <a:lnTo>
                      <a:pt x="197" y="156"/>
                    </a:lnTo>
                    <a:lnTo>
                      <a:pt x="196" y="149"/>
                    </a:lnTo>
                    <a:lnTo>
                      <a:pt x="180" y="119"/>
                    </a:lnTo>
                    <a:lnTo>
                      <a:pt x="156" y="102"/>
                    </a:lnTo>
                    <a:lnTo>
                      <a:pt x="140" y="109"/>
                    </a:lnTo>
                    <a:lnTo>
                      <a:pt x="127" y="107"/>
                    </a:lnTo>
                    <a:lnTo>
                      <a:pt x="128" y="97"/>
                    </a:lnTo>
                    <a:lnTo>
                      <a:pt x="128" y="86"/>
                    </a:lnTo>
                    <a:lnTo>
                      <a:pt x="132" y="73"/>
                    </a:lnTo>
                    <a:lnTo>
                      <a:pt x="127" y="65"/>
                    </a:lnTo>
                    <a:lnTo>
                      <a:pt x="121" y="63"/>
                    </a:lnTo>
                    <a:lnTo>
                      <a:pt x="106" y="47"/>
                    </a:lnTo>
                    <a:lnTo>
                      <a:pt x="95" y="44"/>
                    </a:lnTo>
                    <a:lnTo>
                      <a:pt x="53" y="7"/>
                    </a:lnTo>
                    <a:lnTo>
                      <a:pt x="22" y="0"/>
                    </a:lnTo>
                    <a:lnTo>
                      <a:pt x="5" y="16"/>
                    </a:lnTo>
                    <a:lnTo>
                      <a:pt x="6" y="25"/>
                    </a:lnTo>
                    <a:lnTo>
                      <a:pt x="4" y="27"/>
                    </a:lnTo>
                    <a:lnTo>
                      <a:pt x="4" y="44"/>
                    </a:lnTo>
                    <a:lnTo>
                      <a:pt x="5" y="52"/>
                    </a:lnTo>
                    <a:lnTo>
                      <a:pt x="9" y="65"/>
                    </a:lnTo>
                    <a:lnTo>
                      <a:pt x="15" y="70"/>
                    </a:lnTo>
                    <a:lnTo>
                      <a:pt x="18" y="82"/>
                    </a:lnTo>
                    <a:lnTo>
                      <a:pt x="14" y="90"/>
                    </a:lnTo>
                    <a:lnTo>
                      <a:pt x="0" y="98"/>
                    </a:lnTo>
                    <a:lnTo>
                      <a:pt x="13" y="124"/>
                    </a:lnTo>
                    <a:lnTo>
                      <a:pt x="20" y="127"/>
                    </a:lnTo>
                    <a:lnTo>
                      <a:pt x="18" y="139"/>
                    </a:lnTo>
                    <a:lnTo>
                      <a:pt x="21" y="161"/>
                    </a:lnTo>
                    <a:lnTo>
                      <a:pt x="31" y="163"/>
                    </a:lnTo>
                    <a:lnTo>
                      <a:pt x="34" y="173"/>
                    </a:lnTo>
                    <a:lnTo>
                      <a:pt x="24" y="177"/>
                    </a:lnTo>
                    <a:lnTo>
                      <a:pt x="27" y="184"/>
                    </a:lnTo>
                    <a:lnTo>
                      <a:pt x="46" y="190"/>
                    </a:lnTo>
                    <a:lnTo>
                      <a:pt x="54" y="187"/>
                    </a:lnTo>
                    <a:lnTo>
                      <a:pt x="85" y="203"/>
                    </a:lnTo>
                    <a:lnTo>
                      <a:pt x="83" y="215"/>
                    </a:lnTo>
                    <a:lnTo>
                      <a:pt x="89" y="216"/>
                    </a:lnTo>
                    <a:lnTo>
                      <a:pt x="79" y="226"/>
                    </a:lnTo>
                    <a:lnTo>
                      <a:pt x="38" y="224"/>
                    </a:lnTo>
                    <a:lnTo>
                      <a:pt x="35" y="236"/>
                    </a:lnTo>
                    <a:lnTo>
                      <a:pt x="72" y="279"/>
                    </a:lnTo>
                    <a:lnTo>
                      <a:pt x="63" y="300"/>
                    </a:lnTo>
                    <a:lnTo>
                      <a:pt x="65" y="307"/>
                    </a:lnTo>
                    <a:lnTo>
                      <a:pt x="86" y="316"/>
                    </a:lnTo>
                    <a:lnTo>
                      <a:pt x="97" y="300"/>
                    </a:lnTo>
                    <a:lnTo>
                      <a:pt x="97" y="295"/>
                    </a:lnTo>
                    <a:lnTo>
                      <a:pt x="94" y="290"/>
                    </a:lnTo>
                    <a:lnTo>
                      <a:pt x="91" y="292"/>
                    </a:lnTo>
                    <a:lnTo>
                      <a:pt x="106" y="275"/>
                    </a:lnTo>
                    <a:lnTo>
                      <a:pt x="120" y="290"/>
                    </a:lnTo>
                    <a:lnTo>
                      <a:pt x="133" y="287"/>
                    </a:lnTo>
                    <a:lnTo>
                      <a:pt x="170" y="268"/>
                    </a:lnTo>
                    <a:lnTo>
                      <a:pt x="181" y="270"/>
                    </a:lnTo>
                    <a:lnTo>
                      <a:pt x="185" y="275"/>
                    </a:lnTo>
                    <a:lnTo>
                      <a:pt x="188" y="271"/>
                    </a:lnTo>
                    <a:lnTo>
                      <a:pt x="190" y="264"/>
                    </a:lnTo>
                    <a:lnTo>
                      <a:pt x="196" y="249"/>
                    </a:lnTo>
                    <a:lnTo>
                      <a:pt x="197" y="233"/>
                    </a:lnTo>
                    <a:lnTo>
                      <a:pt x="193" y="227"/>
                    </a:lnTo>
                    <a:lnTo>
                      <a:pt x="186" y="221"/>
                    </a:lnTo>
                    <a:lnTo>
                      <a:pt x="186" y="225"/>
                    </a:lnTo>
                    <a:lnTo>
                      <a:pt x="185" y="219"/>
                    </a:lnTo>
                    <a:lnTo>
                      <a:pt x="185" y="174"/>
                    </a:lnTo>
                    <a:lnTo>
                      <a:pt x="197" y="16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21" name="Google Shape;2321;p5">
                <a:extLst>
                  <a:ext uri="{FF2B5EF4-FFF2-40B4-BE49-F238E27FC236}">
                    <a16:creationId xmlns:a16="http://schemas.microsoft.com/office/drawing/2014/main" id="{F9E69F0E-6D73-B2C5-1DB4-EAA1BBD656A9}"/>
                  </a:ext>
                </a:extLst>
              </p:cNvPr>
              <p:cNvSpPr/>
              <p:nvPr/>
            </p:nvSpPr>
            <p:spPr>
              <a:xfrm>
                <a:off x="1356" y="1000"/>
                <a:ext cx="74" cy="86"/>
              </a:xfrm>
              <a:custGeom>
                <a:avLst/>
                <a:gdLst/>
                <a:ahLst/>
                <a:cxnLst/>
                <a:rect l="l" t="t" r="r" b="b"/>
                <a:pathLst>
                  <a:path w="368" h="430" extrusionOk="0">
                    <a:moveTo>
                      <a:pt x="337" y="301"/>
                    </a:moveTo>
                    <a:lnTo>
                      <a:pt x="333" y="284"/>
                    </a:lnTo>
                    <a:lnTo>
                      <a:pt x="318" y="278"/>
                    </a:lnTo>
                    <a:lnTo>
                      <a:pt x="320" y="260"/>
                    </a:lnTo>
                    <a:lnTo>
                      <a:pt x="316" y="243"/>
                    </a:lnTo>
                    <a:lnTo>
                      <a:pt x="327" y="224"/>
                    </a:lnTo>
                    <a:lnTo>
                      <a:pt x="328" y="211"/>
                    </a:lnTo>
                    <a:lnTo>
                      <a:pt x="332" y="204"/>
                    </a:lnTo>
                    <a:lnTo>
                      <a:pt x="332" y="197"/>
                    </a:lnTo>
                    <a:lnTo>
                      <a:pt x="327" y="190"/>
                    </a:lnTo>
                    <a:lnTo>
                      <a:pt x="323" y="187"/>
                    </a:lnTo>
                    <a:lnTo>
                      <a:pt x="321" y="194"/>
                    </a:lnTo>
                    <a:lnTo>
                      <a:pt x="311" y="177"/>
                    </a:lnTo>
                    <a:lnTo>
                      <a:pt x="312" y="177"/>
                    </a:lnTo>
                    <a:lnTo>
                      <a:pt x="300" y="176"/>
                    </a:lnTo>
                    <a:lnTo>
                      <a:pt x="299" y="171"/>
                    </a:lnTo>
                    <a:lnTo>
                      <a:pt x="304" y="158"/>
                    </a:lnTo>
                    <a:lnTo>
                      <a:pt x="297" y="141"/>
                    </a:lnTo>
                    <a:lnTo>
                      <a:pt x="266" y="118"/>
                    </a:lnTo>
                    <a:lnTo>
                      <a:pt x="261" y="125"/>
                    </a:lnTo>
                    <a:lnTo>
                      <a:pt x="245" y="131"/>
                    </a:lnTo>
                    <a:lnTo>
                      <a:pt x="237" y="141"/>
                    </a:lnTo>
                    <a:lnTo>
                      <a:pt x="235" y="139"/>
                    </a:lnTo>
                    <a:lnTo>
                      <a:pt x="236" y="133"/>
                    </a:lnTo>
                    <a:lnTo>
                      <a:pt x="227" y="128"/>
                    </a:lnTo>
                    <a:lnTo>
                      <a:pt x="227" y="119"/>
                    </a:lnTo>
                    <a:lnTo>
                      <a:pt x="232" y="101"/>
                    </a:lnTo>
                    <a:lnTo>
                      <a:pt x="231" y="85"/>
                    </a:lnTo>
                    <a:lnTo>
                      <a:pt x="223" y="75"/>
                    </a:lnTo>
                    <a:lnTo>
                      <a:pt x="220" y="85"/>
                    </a:lnTo>
                    <a:lnTo>
                      <a:pt x="211" y="90"/>
                    </a:lnTo>
                    <a:lnTo>
                      <a:pt x="211" y="85"/>
                    </a:lnTo>
                    <a:lnTo>
                      <a:pt x="210" y="76"/>
                    </a:lnTo>
                    <a:lnTo>
                      <a:pt x="200" y="69"/>
                    </a:lnTo>
                    <a:lnTo>
                      <a:pt x="193" y="53"/>
                    </a:lnTo>
                    <a:lnTo>
                      <a:pt x="176" y="44"/>
                    </a:lnTo>
                    <a:lnTo>
                      <a:pt x="166" y="44"/>
                    </a:lnTo>
                    <a:lnTo>
                      <a:pt x="151" y="65"/>
                    </a:lnTo>
                    <a:lnTo>
                      <a:pt x="148" y="76"/>
                    </a:lnTo>
                    <a:lnTo>
                      <a:pt x="148" y="93"/>
                    </a:lnTo>
                    <a:lnTo>
                      <a:pt x="146" y="104"/>
                    </a:lnTo>
                    <a:lnTo>
                      <a:pt x="143" y="114"/>
                    </a:lnTo>
                    <a:lnTo>
                      <a:pt x="129" y="96"/>
                    </a:lnTo>
                    <a:lnTo>
                      <a:pt x="134" y="33"/>
                    </a:lnTo>
                    <a:lnTo>
                      <a:pt x="130" y="22"/>
                    </a:lnTo>
                    <a:lnTo>
                      <a:pt x="116" y="21"/>
                    </a:lnTo>
                    <a:lnTo>
                      <a:pt x="103" y="27"/>
                    </a:lnTo>
                    <a:lnTo>
                      <a:pt x="108" y="16"/>
                    </a:lnTo>
                    <a:lnTo>
                      <a:pt x="106" y="11"/>
                    </a:lnTo>
                    <a:lnTo>
                      <a:pt x="95" y="4"/>
                    </a:lnTo>
                    <a:lnTo>
                      <a:pt x="84" y="0"/>
                    </a:lnTo>
                    <a:lnTo>
                      <a:pt x="62" y="13"/>
                    </a:lnTo>
                    <a:lnTo>
                      <a:pt x="22" y="22"/>
                    </a:lnTo>
                    <a:lnTo>
                      <a:pt x="11" y="16"/>
                    </a:lnTo>
                    <a:lnTo>
                      <a:pt x="9" y="21"/>
                    </a:lnTo>
                    <a:lnTo>
                      <a:pt x="0" y="56"/>
                    </a:lnTo>
                    <a:lnTo>
                      <a:pt x="5" y="101"/>
                    </a:lnTo>
                    <a:lnTo>
                      <a:pt x="6" y="104"/>
                    </a:lnTo>
                    <a:lnTo>
                      <a:pt x="17" y="107"/>
                    </a:lnTo>
                    <a:lnTo>
                      <a:pt x="40" y="96"/>
                    </a:lnTo>
                    <a:lnTo>
                      <a:pt x="52" y="98"/>
                    </a:lnTo>
                    <a:lnTo>
                      <a:pt x="52" y="114"/>
                    </a:lnTo>
                    <a:lnTo>
                      <a:pt x="42" y="145"/>
                    </a:lnTo>
                    <a:lnTo>
                      <a:pt x="36" y="150"/>
                    </a:lnTo>
                    <a:lnTo>
                      <a:pt x="41" y="161"/>
                    </a:lnTo>
                    <a:lnTo>
                      <a:pt x="55" y="155"/>
                    </a:lnTo>
                    <a:lnTo>
                      <a:pt x="67" y="120"/>
                    </a:lnTo>
                    <a:lnTo>
                      <a:pt x="75" y="117"/>
                    </a:lnTo>
                    <a:lnTo>
                      <a:pt x="80" y="109"/>
                    </a:lnTo>
                    <a:lnTo>
                      <a:pt x="87" y="111"/>
                    </a:lnTo>
                    <a:lnTo>
                      <a:pt x="92" y="117"/>
                    </a:lnTo>
                    <a:lnTo>
                      <a:pt x="95" y="130"/>
                    </a:lnTo>
                    <a:lnTo>
                      <a:pt x="92" y="139"/>
                    </a:lnTo>
                    <a:lnTo>
                      <a:pt x="89" y="146"/>
                    </a:lnTo>
                    <a:lnTo>
                      <a:pt x="81" y="155"/>
                    </a:lnTo>
                    <a:lnTo>
                      <a:pt x="83" y="171"/>
                    </a:lnTo>
                    <a:lnTo>
                      <a:pt x="92" y="174"/>
                    </a:lnTo>
                    <a:lnTo>
                      <a:pt x="97" y="162"/>
                    </a:lnTo>
                    <a:lnTo>
                      <a:pt x="102" y="165"/>
                    </a:lnTo>
                    <a:lnTo>
                      <a:pt x="103" y="176"/>
                    </a:lnTo>
                    <a:lnTo>
                      <a:pt x="123" y="168"/>
                    </a:lnTo>
                    <a:lnTo>
                      <a:pt x="122" y="181"/>
                    </a:lnTo>
                    <a:lnTo>
                      <a:pt x="117" y="190"/>
                    </a:lnTo>
                    <a:lnTo>
                      <a:pt x="96" y="201"/>
                    </a:lnTo>
                    <a:lnTo>
                      <a:pt x="94" y="210"/>
                    </a:lnTo>
                    <a:lnTo>
                      <a:pt x="127" y="216"/>
                    </a:lnTo>
                    <a:lnTo>
                      <a:pt x="121" y="228"/>
                    </a:lnTo>
                    <a:lnTo>
                      <a:pt x="118" y="242"/>
                    </a:lnTo>
                    <a:lnTo>
                      <a:pt x="92" y="240"/>
                    </a:lnTo>
                    <a:lnTo>
                      <a:pt x="65" y="225"/>
                    </a:lnTo>
                    <a:lnTo>
                      <a:pt x="47" y="228"/>
                    </a:lnTo>
                    <a:lnTo>
                      <a:pt x="41" y="236"/>
                    </a:lnTo>
                    <a:lnTo>
                      <a:pt x="42" y="253"/>
                    </a:lnTo>
                    <a:lnTo>
                      <a:pt x="43" y="268"/>
                    </a:lnTo>
                    <a:lnTo>
                      <a:pt x="57" y="290"/>
                    </a:lnTo>
                    <a:lnTo>
                      <a:pt x="79" y="307"/>
                    </a:lnTo>
                    <a:lnTo>
                      <a:pt x="103" y="310"/>
                    </a:lnTo>
                    <a:lnTo>
                      <a:pt x="111" y="303"/>
                    </a:lnTo>
                    <a:lnTo>
                      <a:pt x="118" y="290"/>
                    </a:lnTo>
                    <a:lnTo>
                      <a:pt x="127" y="290"/>
                    </a:lnTo>
                    <a:lnTo>
                      <a:pt x="159" y="274"/>
                    </a:lnTo>
                    <a:lnTo>
                      <a:pt x="157" y="282"/>
                    </a:lnTo>
                    <a:lnTo>
                      <a:pt x="159" y="295"/>
                    </a:lnTo>
                    <a:lnTo>
                      <a:pt x="170" y="305"/>
                    </a:lnTo>
                    <a:lnTo>
                      <a:pt x="180" y="305"/>
                    </a:lnTo>
                    <a:lnTo>
                      <a:pt x="191" y="297"/>
                    </a:lnTo>
                    <a:lnTo>
                      <a:pt x="203" y="297"/>
                    </a:lnTo>
                    <a:lnTo>
                      <a:pt x="230" y="305"/>
                    </a:lnTo>
                    <a:lnTo>
                      <a:pt x="234" y="312"/>
                    </a:lnTo>
                    <a:lnTo>
                      <a:pt x="234" y="321"/>
                    </a:lnTo>
                    <a:lnTo>
                      <a:pt x="250" y="322"/>
                    </a:lnTo>
                    <a:lnTo>
                      <a:pt x="253" y="316"/>
                    </a:lnTo>
                    <a:lnTo>
                      <a:pt x="256" y="318"/>
                    </a:lnTo>
                    <a:lnTo>
                      <a:pt x="257" y="328"/>
                    </a:lnTo>
                    <a:lnTo>
                      <a:pt x="268" y="343"/>
                    </a:lnTo>
                    <a:lnTo>
                      <a:pt x="268" y="366"/>
                    </a:lnTo>
                    <a:lnTo>
                      <a:pt x="277" y="388"/>
                    </a:lnTo>
                    <a:lnTo>
                      <a:pt x="278" y="399"/>
                    </a:lnTo>
                    <a:lnTo>
                      <a:pt x="294" y="418"/>
                    </a:lnTo>
                    <a:lnTo>
                      <a:pt x="301" y="416"/>
                    </a:lnTo>
                    <a:lnTo>
                      <a:pt x="313" y="430"/>
                    </a:lnTo>
                    <a:lnTo>
                      <a:pt x="318" y="420"/>
                    </a:lnTo>
                    <a:lnTo>
                      <a:pt x="326" y="415"/>
                    </a:lnTo>
                    <a:lnTo>
                      <a:pt x="339" y="416"/>
                    </a:lnTo>
                    <a:lnTo>
                      <a:pt x="355" y="410"/>
                    </a:lnTo>
                    <a:lnTo>
                      <a:pt x="360" y="395"/>
                    </a:lnTo>
                    <a:lnTo>
                      <a:pt x="359" y="382"/>
                    </a:lnTo>
                    <a:lnTo>
                      <a:pt x="368" y="357"/>
                    </a:lnTo>
                    <a:lnTo>
                      <a:pt x="337" y="30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22" name="Google Shape;2322;p5">
                <a:extLst>
                  <a:ext uri="{FF2B5EF4-FFF2-40B4-BE49-F238E27FC236}">
                    <a16:creationId xmlns:a16="http://schemas.microsoft.com/office/drawing/2014/main" id="{81955642-7BE9-C3BE-AC2C-8D4ED735C416}"/>
                  </a:ext>
                </a:extLst>
              </p:cNvPr>
              <p:cNvSpPr/>
              <p:nvPr/>
            </p:nvSpPr>
            <p:spPr>
              <a:xfrm>
                <a:off x="1462" y="960"/>
                <a:ext cx="121" cy="112"/>
              </a:xfrm>
              <a:custGeom>
                <a:avLst/>
                <a:gdLst/>
                <a:ahLst/>
                <a:cxnLst/>
                <a:rect l="l" t="t" r="r" b="b"/>
                <a:pathLst>
                  <a:path w="603" h="558" extrusionOk="0">
                    <a:moveTo>
                      <a:pt x="3" y="21"/>
                    </a:moveTo>
                    <a:lnTo>
                      <a:pt x="23" y="26"/>
                    </a:lnTo>
                    <a:lnTo>
                      <a:pt x="25" y="32"/>
                    </a:lnTo>
                    <a:lnTo>
                      <a:pt x="22" y="39"/>
                    </a:lnTo>
                    <a:lnTo>
                      <a:pt x="1" y="42"/>
                    </a:lnTo>
                    <a:lnTo>
                      <a:pt x="12" y="52"/>
                    </a:lnTo>
                    <a:lnTo>
                      <a:pt x="9" y="57"/>
                    </a:lnTo>
                    <a:lnTo>
                      <a:pt x="18" y="69"/>
                    </a:lnTo>
                    <a:lnTo>
                      <a:pt x="34" y="103"/>
                    </a:lnTo>
                    <a:lnTo>
                      <a:pt x="55" y="117"/>
                    </a:lnTo>
                    <a:lnTo>
                      <a:pt x="59" y="124"/>
                    </a:lnTo>
                    <a:lnTo>
                      <a:pt x="88" y="118"/>
                    </a:lnTo>
                    <a:lnTo>
                      <a:pt x="105" y="128"/>
                    </a:lnTo>
                    <a:lnTo>
                      <a:pt x="126" y="104"/>
                    </a:lnTo>
                    <a:lnTo>
                      <a:pt x="120" y="129"/>
                    </a:lnTo>
                    <a:lnTo>
                      <a:pt x="103" y="142"/>
                    </a:lnTo>
                    <a:lnTo>
                      <a:pt x="81" y="144"/>
                    </a:lnTo>
                    <a:lnTo>
                      <a:pt x="80" y="149"/>
                    </a:lnTo>
                    <a:lnTo>
                      <a:pt x="64" y="155"/>
                    </a:lnTo>
                    <a:lnTo>
                      <a:pt x="45" y="146"/>
                    </a:lnTo>
                    <a:lnTo>
                      <a:pt x="39" y="152"/>
                    </a:lnTo>
                    <a:lnTo>
                      <a:pt x="38" y="161"/>
                    </a:lnTo>
                    <a:lnTo>
                      <a:pt x="40" y="168"/>
                    </a:lnTo>
                    <a:lnTo>
                      <a:pt x="39" y="178"/>
                    </a:lnTo>
                    <a:lnTo>
                      <a:pt x="48" y="189"/>
                    </a:lnTo>
                    <a:lnTo>
                      <a:pt x="56" y="188"/>
                    </a:lnTo>
                    <a:lnTo>
                      <a:pt x="60" y="195"/>
                    </a:lnTo>
                    <a:lnTo>
                      <a:pt x="70" y="189"/>
                    </a:lnTo>
                    <a:lnTo>
                      <a:pt x="72" y="200"/>
                    </a:lnTo>
                    <a:lnTo>
                      <a:pt x="77" y="209"/>
                    </a:lnTo>
                    <a:lnTo>
                      <a:pt x="76" y="212"/>
                    </a:lnTo>
                    <a:lnTo>
                      <a:pt x="83" y="233"/>
                    </a:lnTo>
                    <a:lnTo>
                      <a:pt x="88" y="224"/>
                    </a:lnTo>
                    <a:lnTo>
                      <a:pt x="98" y="212"/>
                    </a:lnTo>
                    <a:lnTo>
                      <a:pt x="108" y="209"/>
                    </a:lnTo>
                    <a:lnTo>
                      <a:pt x="110" y="200"/>
                    </a:lnTo>
                    <a:lnTo>
                      <a:pt x="109" y="193"/>
                    </a:lnTo>
                    <a:lnTo>
                      <a:pt x="116" y="183"/>
                    </a:lnTo>
                    <a:lnTo>
                      <a:pt x="135" y="193"/>
                    </a:lnTo>
                    <a:lnTo>
                      <a:pt x="143" y="192"/>
                    </a:lnTo>
                    <a:lnTo>
                      <a:pt x="132" y="203"/>
                    </a:lnTo>
                    <a:lnTo>
                      <a:pt x="130" y="209"/>
                    </a:lnTo>
                    <a:lnTo>
                      <a:pt x="129" y="225"/>
                    </a:lnTo>
                    <a:lnTo>
                      <a:pt x="132" y="225"/>
                    </a:lnTo>
                    <a:lnTo>
                      <a:pt x="138" y="236"/>
                    </a:lnTo>
                    <a:lnTo>
                      <a:pt x="146" y="233"/>
                    </a:lnTo>
                    <a:lnTo>
                      <a:pt x="156" y="221"/>
                    </a:lnTo>
                    <a:lnTo>
                      <a:pt x="158" y="204"/>
                    </a:lnTo>
                    <a:lnTo>
                      <a:pt x="168" y="197"/>
                    </a:lnTo>
                    <a:lnTo>
                      <a:pt x="170" y="181"/>
                    </a:lnTo>
                    <a:lnTo>
                      <a:pt x="175" y="172"/>
                    </a:lnTo>
                    <a:lnTo>
                      <a:pt x="177" y="181"/>
                    </a:lnTo>
                    <a:lnTo>
                      <a:pt x="170" y="208"/>
                    </a:lnTo>
                    <a:lnTo>
                      <a:pt x="174" y="211"/>
                    </a:lnTo>
                    <a:lnTo>
                      <a:pt x="191" y="205"/>
                    </a:lnTo>
                    <a:lnTo>
                      <a:pt x="193" y="192"/>
                    </a:lnTo>
                    <a:lnTo>
                      <a:pt x="194" y="189"/>
                    </a:lnTo>
                    <a:lnTo>
                      <a:pt x="218" y="183"/>
                    </a:lnTo>
                    <a:lnTo>
                      <a:pt x="215" y="200"/>
                    </a:lnTo>
                    <a:lnTo>
                      <a:pt x="229" y="209"/>
                    </a:lnTo>
                    <a:lnTo>
                      <a:pt x="276" y="203"/>
                    </a:lnTo>
                    <a:lnTo>
                      <a:pt x="277" y="206"/>
                    </a:lnTo>
                    <a:lnTo>
                      <a:pt x="272" y="211"/>
                    </a:lnTo>
                    <a:lnTo>
                      <a:pt x="260" y="216"/>
                    </a:lnTo>
                    <a:lnTo>
                      <a:pt x="222" y="216"/>
                    </a:lnTo>
                    <a:lnTo>
                      <a:pt x="220" y="224"/>
                    </a:lnTo>
                    <a:lnTo>
                      <a:pt x="208" y="224"/>
                    </a:lnTo>
                    <a:lnTo>
                      <a:pt x="208" y="232"/>
                    </a:lnTo>
                    <a:lnTo>
                      <a:pt x="213" y="237"/>
                    </a:lnTo>
                    <a:lnTo>
                      <a:pt x="227" y="244"/>
                    </a:lnTo>
                    <a:lnTo>
                      <a:pt x="259" y="243"/>
                    </a:lnTo>
                    <a:lnTo>
                      <a:pt x="266" y="236"/>
                    </a:lnTo>
                    <a:lnTo>
                      <a:pt x="312" y="231"/>
                    </a:lnTo>
                    <a:lnTo>
                      <a:pt x="324" y="222"/>
                    </a:lnTo>
                    <a:lnTo>
                      <a:pt x="315" y="241"/>
                    </a:lnTo>
                    <a:lnTo>
                      <a:pt x="313" y="243"/>
                    </a:lnTo>
                    <a:lnTo>
                      <a:pt x="275" y="247"/>
                    </a:lnTo>
                    <a:lnTo>
                      <a:pt x="242" y="258"/>
                    </a:lnTo>
                    <a:lnTo>
                      <a:pt x="173" y="265"/>
                    </a:lnTo>
                    <a:lnTo>
                      <a:pt x="154" y="292"/>
                    </a:lnTo>
                    <a:lnTo>
                      <a:pt x="138" y="298"/>
                    </a:lnTo>
                    <a:lnTo>
                      <a:pt x="127" y="313"/>
                    </a:lnTo>
                    <a:lnTo>
                      <a:pt x="130" y="325"/>
                    </a:lnTo>
                    <a:lnTo>
                      <a:pt x="138" y="340"/>
                    </a:lnTo>
                    <a:lnTo>
                      <a:pt x="145" y="359"/>
                    </a:lnTo>
                    <a:lnTo>
                      <a:pt x="163" y="356"/>
                    </a:lnTo>
                    <a:lnTo>
                      <a:pt x="183" y="371"/>
                    </a:lnTo>
                    <a:lnTo>
                      <a:pt x="185" y="382"/>
                    </a:lnTo>
                    <a:lnTo>
                      <a:pt x="163" y="380"/>
                    </a:lnTo>
                    <a:lnTo>
                      <a:pt x="156" y="373"/>
                    </a:lnTo>
                    <a:lnTo>
                      <a:pt x="151" y="377"/>
                    </a:lnTo>
                    <a:lnTo>
                      <a:pt x="153" y="392"/>
                    </a:lnTo>
                    <a:lnTo>
                      <a:pt x="158" y="404"/>
                    </a:lnTo>
                    <a:lnTo>
                      <a:pt x="165" y="404"/>
                    </a:lnTo>
                    <a:lnTo>
                      <a:pt x="163" y="410"/>
                    </a:lnTo>
                    <a:lnTo>
                      <a:pt x="164" y="416"/>
                    </a:lnTo>
                    <a:lnTo>
                      <a:pt x="170" y="426"/>
                    </a:lnTo>
                    <a:lnTo>
                      <a:pt x="193" y="420"/>
                    </a:lnTo>
                    <a:lnTo>
                      <a:pt x="201" y="427"/>
                    </a:lnTo>
                    <a:lnTo>
                      <a:pt x="243" y="442"/>
                    </a:lnTo>
                    <a:lnTo>
                      <a:pt x="238" y="448"/>
                    </a:lnTo>
                    <a:lnTo>
                      <a:pt x="178" y="457"/>
                    </a:lnTo>
                    <a:lnTo>
                      <a:pt x="178" y="472"/>
                    </a:lnTo>
                    <a:lnTo>
                      <a:pt x="184" y="486"/>
                    </a:lnTo>
                    <a:lnTo>
                      <a:pt x="193" y="491"/>
                    </a:lnTo>
                    <a:lnTo>
                      <a:pt x="199" y="505"/>
                    </a:lnTo>
                    <a:lnTo>
                      <a:pt x="205" y="509"/>
                    </a:lnTo>
                    <a:lnTo>
                      <a:pt x="211" y="506"/>
                    </a:lnTo>
                    <a:lnTo>
                      <a:pt x="212" y="497"/>
                    </a:lnTo>
                    <a:lnTo>
                      <a:pt x="216" y="500"/>
                    </a:lnTo>
                    <a:lnTo>
                      <a:pt x="216" y="506"/>
                    </a:lnTo>
                    <a:lnTo>
                      <a:pt x="210" y="513"/>
                    </a:lnTo>
                    <a:lnTo>
                      <a:pt x="218" y="523"/>
                    </a:lnTo>
                    <a:lnTo>
                      <a:pt x="223" y="537"/>
                    </a:lnTo>
                    <a:lnTo>
                      <a:pt x="242" y="537"/>
                    </a:lnTo>
                    <a:lnTo>
                      <a:pt x="250" y="547"/>
                    </a:lnTo>
                    <a:lnTo>
                      <a:pt x="269" y="549"/>
                    </a:lnTo>
                    <a:lnTo>
                      <a:pt x="290" y="558"/>
                    </a:lnTo>
                    <a:lnTo>
                      <a:pt x="324" y="558"/>
                    </a:lnTo>
                    <a:lnTo>
                      <a:pt x="326" y="549"/>
                    </a:lnTo>
                    <a:lnTo>
                      <a:pt x="323" y="532"/>
                    </a:lnTo>
                    <a:lnTo>
                      <a:pt x="307" y="523"/>
                    </a:lnTo>
                    <a:lnTo>
                      <a:pt x="299" y="511"/>
                    </a:lnTo>
                    <a:lnTo>
                      <a:pt x="326" y="511"/>
                    </a:lnTo>
                    <a:lnTo>
                      <a:pt x="339" y="515"/>
                    </a:lnTo>
                    <a:lnTo>
                      <a:pt x="347" y="532"/>
                    </a:lnTo>
                    <a:lnTo>
                      <a:pt x="360" y="539"/>
                    </a:lnTo>
                    <a:lnTo>
                      <a:pt x="365" y="552"/>
                    </a:lnTo>
                    <a:lnTo>
                      <a:pt x="367" y="545"/>
                    </a:lnTo>
                    <a:lnTo>
                      <a:pt x="350" y="501"/>
                    </a:lnTo>
                    <a:lnTo>
                      <a:pt x="339" y="486"/>
                    </a:lnTo>
                    <a:lnTo>
                      <a:pt x="335" y="475"/>
                    </a:lnTo>
                    <a:lnTo>
                      <a:pt x="322" y="447"/>
                    </a:lnTo>
                    <a:lnTo>
                      <a:pt x="323" y="426"/>
                    </a:lnTo>
                    <a:lnTo>
                      <a:pt x="328" y="424"/>
                    </a:lnTo>
                    <a:lnTo>
                      <a:pt x="330" y="430"/>
                    </a:lnTo>
                    <a:lnTo>
                      <a:pt x="339" y="457"/>
                    </a:lnTo>
                    <a:lnTo>
                      <a:pt x="346" y="469"/>
                    </a:lnTo>
                    <a:lnTo>
                      <a:pt x="367" y="486"/>
                    </a:lnTo>
                    <a:lnTo>
                      <a:pt x="368" y="497"/>
                    </a:lnTo>
                    <a:lnTo>
                      <a:pt x="384" y="532"/>
                    </a:lnTo>
                    <a:lnTo>
                      <a:pt x="394" y="544"/>
                    </a:lnTo>
                    <a:lnTo>
                      <a:pt x="401" y="545"/>
                    </a:lnTo>
                    <a:lnTo>
                      <a:pt x="405" y="533"/>
                    </a:lnTo>
                    <a:lnTo>
                      <a:pt x="412" y="483"/>
                    </a:lnTo>
                    <a:lnTo>
                      <a:pt x="395" y="451"/>
                    </a:lnTo>
                    <a:lnTo>
                      <a:pt x="394" y="436"/>
                    </a:lnTo>
                    <a:lnTo>
                      <a:pt x="398" y="415"/>
                    </a:lnTo>
                    <a:lnTo>
                      <a:pt x="401" y="416"/>
                    </a:lnTo>
                    <a:lnTo>
                      <a:pt x="403" y="426"/>
                    </a:lnTo>
                    <a:lnTo>
                      <a:pt x="417" y="447"/>
                    </a:lnTo>
                    <a:lnTo>
                      <a:pt x="421" y="461"/>
                    </a:lnTo>
                    <a:lnTo>
                      <a:pt x="436" y="461"/>
                    </a:lnTo>
                    <a:lnTo>
                      <a:pt x="436" y="451"/>
                    </a:lnTo>
                    <a:lnTo>
                      <a:pt x="438" y="434"/>
                    </a:lnTo>
                    <a:lnTo>
                      <a:pt x="435" y="416"/>
                    </a:lnTo>
                    <a:lnTo>
                      <a:pt x="423" y="407"/>
                    </a:lnTo>
                    <a:lnTo>
                      <a:pt x="425" y="396"/>
                    </a:lnTo>
                    <a:lnTo>
                      <a:pt x="420" y="376"/>
                    </a:lnTo>
                    <a:lnTo>
                      <a:pt x="420" y="360"/>
                    </a:lnTo>
                    <a:lnTo>
                      <a:pt x="421" y="348"/>
                    </a:lnTo>
                    <a:lnTo>
                      <a:pt x="421" y="329"/>
                    </a:lnTo>
                    <a:lnTo>
                      <a:pt x="427" y="312"/>
                    </a:lnTo>
                    <a:lnTo>
                      <a:pt x="432" y="284"/>
                    </a:lnTo>
                    <a:lnTo>
                      <a:pt x="436" y="280"/>
                    </a:lnTo>
                    <a:lnTo>
                      <a:pt x="436" y="287"/>
                    </a:lnTo>
                    <a:lnTo>
                      <a:pt x="433" y="298"/>
                    </a:lnTo>
                    <a:lnTo>
                      <a:pt x="431" y="321"/>
                    </a:lnTo>
                    <a:lnTo>
                      <a:pt x="436" y="334"/>
                    </a:lnTo>
                    <a:lnTo>
                      <a:pt x="436" y="361"/>
                    </a:lnTo>
                    <a:lnTo>
                      <a:pt x="438" y="380"/>
                    </a:lnTo>
                    <a:lnTo>
                      <a:pt x="455" y="407"/>
                    </a:lnTo>
                    <a:lnTo>
                      <a:pt x="460" y="404"/>
                    </a:lnTo>
                    <a:lnTo>
                      <a:pt x="475" y="367"/>
                    </a:lnTo>
                    <a:lnTo>
                      <a:pt x="489" y="345"/>
                    </a:lnTo>
                    <a:lnTo>
                      <a:pt x="486" y="303"/>
                    </a:lnTo>
                    <a:lnTo>
                      <a:pt x="486" y="291"/>
                    </a:lnTo>
                    <a:lnTo>
                      <a:pt x="496" y="300"/>
                    </a:lnTo>
                    <a:lnTo>
                      <a:pt x="498" y="329"/>
                    </a:lnTo>
                    <a:lnTo>
                      <a:pt x="513" y="310"/>
                    </a:lnTo>
                    <a:lnTo>
                      <a:pt x="511" y="307"/>
                    </a:lnTo>
                    <a:lnTo>
                      <a:pt x="512" y="292"/>
                    </a:lnTo>
                    <a:lnTo>
                      <a:pt x="565" y="267"/>
                    </a:lnTo>
                    <a:lnTo>
                      <a:pt x="602" y="231"/>
                    </a:lnTo>
                    <a:lnTo>
                      <a:pt x="603" y="204"/>
                    </a:lnTo>
                    <a:lnTo>
                      <a:pt x="600" y="195"/>
                    </a:lnTo>
                    <a:lnTo>
                      <a:pt x="592" y="184"/>
                    </a:lnTo>
                    <a:lnTo>
                      <a:pt x="588" y="170"/>
                    </a:lnTo>
                    <a:lnTo>
                      <a:pt x="571" y="146"/>
                    </a:lnTo>
                    <a:lnTo>
                      <a:pt x="560" y="123"/>
                    </a:lnTo>
                    <a:lnTo>
                      <a:pt x="552" y="128"/>
                    </a:lnTo>
                    <a:lnTo>
                      <a:pt x="551" y="135"/>
                    </a:lnTo>
                    <a:lnTo>
                      <a:pt x="549" y="145"/>
                    </a:lnTo>
                    <a:lnTo>
                      <a:pt x="549" y="156"/>
                    </a:lnTo>
                    <a:lnTo>
                      <a:pt x="545" y="165"/>
                    </a:lnTo>
                    <a:lnTo>
                      <a:pt x="535" y="176"/>
                    </a:lnTo>
                    <a:lnTo>
                      <a:pt x="534" y="168"/>
                    </a:lnTo>
                    <a:lnTo>
                      <a:pt x="540" y="162"/>
                    </a:lnTo>
                    <a:lnTo>
                      <a:pt x="538" y="150"/>
                    </a:lnTo>
                    <a:lnTo>
                      <a:pt x="539" y="141"/>
                    </a:lnTo>
                    <a:lnTo>
                      <a:pt x="538" y="130"/>
                    </a:lnTo>
                    <a:lnTo>
                      <a:pt x="529" y="123"/>
                    </a:lnTo>
                    <a:lnTo>
                      <a:pt x="519" y="103"/>
                    </a:lnTo>
                    <a:lnTo>
                      <a:pt x="507" y="93"/>
                    </a:lnTo>
                    <a:lnTo>
                      <a:pt x="502" y="92"/>
                    </a:lnTo>
                    <a:lnTo>
                      <a:pt x="489" y="107"/>
                    </a:lnTo>
                    <a:lnTo>
                      <a:pt x="479" y="107"/>
                    </a:lnTo>
                    <a:lnTo>
                      <a:pt x="468" y="127"/>
                    </a:lnTo>
                    <a:lnTo>
                      <a:pt x="464" y="128"/>
                    </a:lnTo>
                    <a:lnTo>
                      <a:pt x="464" y="115"/>
                    </a:lnTo>
                    <a:lnTo>
                      <a:pt x="470" y="102"/>
                    </a:lnTo>
                    <a:lnTo>
                      <a:pt x="481" y="96"/>
                    </a:lnTo>
                    <a:lnTo>
                      <a:pt x="487" y="60"/>
                    </a:lnTo>
                    <a:lnTo>
                      <a:pt x="496" y="32"/>
                    </a:lnTo>
                    <a:lnTo>
                      <a:pt x="496" y="27"/>
                    </a:lnTo>
                    <a:lnTo>
                      <a:pt x="481" y="33"/>
                    </a:lnTo>
                    <a:lnTo>
                      <a:pt x="481" y="28"/>
                    </a:lnTo>
                    <a:lnTo>
                      <a:pt x="491" y="17"/>
                    </a:lnTo>
                    <a:lnTo>
                      <a:pt x="487" y="0"/>
                    </a:lnTo>
                    <a:lnTo>
                      <a:pt x="104" y="0"/>
                    </a:lnTo>
                    <a:lnTo>
                      <a:pt x="110" y="9"/>
                    </a:lnTo>
                    <a:lnTo>
                      <a:pt x="111" y="15"/>
                    </a:lnTo>
                    <a:lnTo>
                      <a:pt x="102" y="1"/>
                    </a:lnTo>
                    <a:lnTo>
                      <a:pt x="99" y="0"/>
                    </a:lnTo>
                    <a:lnTo>
                      <a:pt x="78" y="0"/>
                    </a:lnTo>
                    <a:lnTo>
                      <a:pt x="75" y="2"/>
                    </a:lnTo>
                    <a:lnTo>
                      <a:pt x="72" y="0"/>
                    </a:lnTo>
                    <a:lnTo>
                      <a:pt x="2" y="0"/>
                    </a:lnTo>
                    <a:lnTo>
                      <a:pt x="0" y="7"/>
                    </a:lnTo>
                    <a:lnTo>
                      <a:pt x="3" y="2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23" name="Google Shape;2323;p5">
                <a:extLst>
                  <a:ext uri="{FF2B5EF4-FFF2-40B4-BE49-F238E27FC236}">
                    <a16:creationId xmlns:a16="http://schemas.microsoft.com/office/drawing/2014/main" id="{CA16F40E-7B81-16C7-DD57-BA840E87119A}"/>
                  </a:ext>
                </a:extLst>
              </p:cNvPr>
              <p:cNvSpPr/>
              <p:nvPr/>
            </p:nvSpPr>
            <p:spPr>
              <a:xfrm>
                <a:off x="1532" y="960"/>
                <a:ext cx="206" cy="207"/>
              </a:xfrm>
              <a:custGeom>
                <a:avLst/>
                <a:gdLst/>
                <a:ahLst/>
                <a:cxnLst/>
                <a:rect l="l" t="t" r="r" b="b"/>
                <a:pathLst>
                  <a:path w="1028" h="1037" extrusionOk="0">
                    <a:moveTo>
                      <a:pt x="231" y="23"/>
                    </a:moveTo>
                    <a:lnTo>
                      <a:pt x="231" y="28"/>
                    </a:lnTo>
                    <a:lnTo>
                      <a:pt x="228" y="33"/>
                    </a:lnTo>
                    <a:lnTo>
                      <a:pt x="193" y="18"/>
                    </a:lnTo>
                    <a:lnTo>
                      <a:pt x="184" y="9"/>
                    </a:lnTo>
                    <a:lnTo>
                      <a:pt x="174" y="7"/>
                    </a:lnTo>
                    <a:lnTo>
                      <a:pt x="168" y="11"/>
                    </a:lnTo>
                    <a:lnTo>
                      <a:pt x="168" y="49"/>
                    </a:lnTo>
                    <a:lnTo>
                      <a:pt x="170" y="57"/>
                    </a:lnTo>
                    <a:lnTo>
                      <a:pt x="181" y="70"/>
                    </a:lnTo>
                    <a:lnTo>
                      <a:pt x="204" y="86"/>
                    </a:lnTo>
                    <a:lnTo>
                      <a:pt x="217" y="87"/>
                    </a:lnTo>
                    <a:lnTo>
                      <a:pt x="243" y="111"/>
                    </a:lnTo>
                    <a:lnTo>
                      <a:pt x="247" y="120"/>
                    </a:lnTo>
                    <a:lnTo>
                      <a:pt x="251" y="141"/>
                    </a:lnTo>
                    <a:lnTo>
                      <a:pt x="256" y="151"/>
                    </a:lnTo>
                    <a:lnTo>
                      <a:pt x="279" y="182"/>
                    </a:lnTo>
                    <a:lnTo>
                      <a:pt x="281" y="192"/>
                    </a:lnTo>
                    <a:lnTo>
                      <a:pt x="280" y="204"/>
                    </a:lnTo>
                    <a:lnTo>
                      <a:pt x="284" y="215"/>
                    </a:lnTo>
                    <a:lnTo>
                      <a:pt x="284" y="225"/>
                    </a:lnTo>
                    <a:lnTo>
                      <a:pt x="283" y="228"/>
                    </a:lnTo>
                    <a:lnTo>
                      <a:pt x="286" y="237"/>
                    </a:lnTo>
                    <a:lnTo>
                      <a:pt x="289" y="253"/>
                    </a:lnTo>
                    <a:lnTo>
                      <a:pt x="303" y="249"/>
                    </a:lnTo>
                    <a:lnTo>
                      <a:pt x="310" y="240"/>
                    </a:lnTo>
                    <a:lnTo>
                      <a:pt x="308" y="251"/>
                    </a:lnTo>
                    <a:lnTo>
                      <a:pt x="303" y="259"/>
                    </a:lnTo>
                    <a:lnTo>
                      <a:pt x="314" y="278"/>
                    </a:lnTo>
                    <a:lnTo>
                      <a:pt x="322" y="275"/>
                    </a:lnTo>
                    <a:lnTo>
                      <a:pt x="324" y="290"/>
                    </a:lnTo>
                    <a:lnTo>
                      <a:pt x="330" y="298"/>
                    </a:lnTo>
                    <a:lnTo>
                      <a:pt x="344" y="296"/>
                    </a:lnTo>
                    <a:lnTo>
                      <a:pt x="337" y="307"/>
                    </a:lnTo>
                    <a:lnTo>
                      <a:pt x="318" y="306"/>
                    </a:lnTo>
                    <a:lnTo>
                      <a:pt x="307" y="301"/>
                    </a:lnTo>
                    <a:lnTo>
                      <a:pt x="295" y="280"/>
                    </a:lnTo>
                    <a:lnTo>
                      <a:pt x="283" y="279"/>
                    </a:lnTo>
                    <a:lnTo>
                      <a:pt x="276" y="269"/>
                    </a:lnTo>
                    <a:lnTo>
                      <a:pt x="270" y="271"/>
                    </a:lnTo>
                    <a:lnTo>
                      <a:pt x="262" y="286"/>
                    </a:lnTo>
                    <a:lnTo>
                      <a:pt x="265" y="302"/>
                    </a:lnTo>
                    <a:lnTo>
                      <a:pt x="278" y="307"/>
                    </a:lnTo>
                    <a:lnTo>
                      <a:pt x="295" y="327"/>
                    </a:lnTo>
                    <a:lnTo>
                      <a:pt x="354" y="333"/>
                    </a:lnTo>
                    <a:lnTo>
                      <a:pt x="377" y="346"/>
                    </a:lnTo>
                    <a:lnTo>
                      <a:pt x="407" y="345"/>
                    </a:lnTo>
                    <a:lnTo>
                      <a:pt x="410" y="343"/>
                    </a:lnTo>
                    <a:lnTo>
                      <a:pt x="413" y="335"/>
                    </a:lnTo>
                    <a:lnTo>
                      <a:pt x="419" y="334"/>
                    </a:lnTo>
                    <a:lnTo>
                      <a:pt x="434" y="316"/>
                    </a:lnTo>
                    <a:lnTo>
                      <a:pt x="442" y="313"/>
                    </a:lnTo>
                    <a:lnTo>
                      <a:pt x="442" y="316"/>
                    </a:lnTo>
                    <a:lnTo>
                      <a:pt x="434" y="332"/>
                    </a:lnTo>
                    <a:lnTo>
                      <a:pt x="431" y="349"/>
                    </a:lnTo>
                    <a:lnTo>
                      <a:pt x="434" y="353"/>
                    </a:lnTo>
                    <a:lnTo>
                      <a:pt x="427" y="361"/>
                    </a:lnTo>
                    <a:lnTo>
                      <a:pt x="424" y="360"/>
                    </a:lnTo>
                    <a:lnTo>
                      <a:pt x="421" y="367"/>
                    </a:lnTo>
                    <a:lnTo>
                      <a:pt x="416" y="370"/>
                    </a:lnTo>
                    <a:lnTo>
                      <a:pt x="408" y="357"/>
                    </a:lnTo>
                    <a:lnTo>
                      <a:pt x="398" y="364"/>
                    </a:lnTo>
                    <a:lnTo>
                      <a:pt x="355" y="357"/>
                    </a:lnTo>
                    <a:lnTo>
                      <a:pt x="348" y="366"/>
                    </a:lnTo>
                    <a:lnTo>
                      <a:pt x="351" y="375"/>
                    </a:lnTo>
                    <a:lnTo>
                      <a:pt x="364" y="384"/>
                    </a:lnTo>
                    <a:lnTo>
                      <a:pt x="373" y="386"/>
                    </a:lnTo>
                    <a:lnTo>
                      <a:pt x="377" y="393"/>
                    </a:lnTo>
                    <a:lnTo>
                      <a:pt x="405" y="394"/>
                    </a:lnTo>
                    <a:lnTo>
                      <a:pt x="402" y="402"/>
                    </a:lnTo>
                    <a:lnTo>
                      <a:pt x="388" y="402"/>
                    </a:lnTo>
                    <a:lnTo>
                      <a:pt x="402" y="431"/>
                    </a:lnTo>
                    <a:lnTo>
                      <a:pt x="399" y="437"/>
                    </a:lnTo>
                    <a:lnTo>
                      <a:pt x="380" y="426"/>
                    </a:lnTo>
                    <a:lnTo>
                      <a:pt x="377" y="418"/>
                    </a:lnTo>
                    <a:lnTo>
                      <a:pt x="367" y="400"/>
                    </a:lnTo>
                    <a:lnTo>
                      <a:pt x="356" y="399"/>
                    </a:lnTo>
                    <a:lnTo>
                      <a:pt x="313" y="353"/>
                    </a:lnTo>
                    <a:lnTo>
                      <a:pt x="270" y="345"/>
                    </a:lnTo>
                    <a:lnTo>
                      <a:pt x="243" y="332"/>
                    </a:lnTo>
                    <a:lnTo>
                      <a:pt x="233" y="333"/>
                    </a:lnTo>
                    <a:lnTo>
                      <a:pt x="232" y="341"/>
                    </a:lnTo>
                    <a:lnTo>
                      <a:pt x="225" y="354"/>
                    </a:lnTo>
                    <a:lnTo>
                      <a:pt x="157" y="367"/>
                    </a:lnTo>
                    <a:lnTo>
                      <a:pt x="152" y="371"/>
                    </a:lnTo>
                    <a:lnTo>
                      <a:pt x="146" y="382"/>
                    </a:lnTo>
                    <a:lnTo>
                      <a:pt x="140" y="404"/>
                    </a:lnTo>
                    <a:lnTo>
                      <a:pt x="136" y="426"/>
                    </a:lnTo>
                    <a:lnTo>
                      <a:pt x="147" y="430"/>
                    </a:lnTo>
                    <a:lnTo>
                      <a:pt x="144" y="436"/>
                    </a:lnTo>
                    <a:lnTo>
                      <a:pt x="125" y="442"/>
                    </a:lnTo>
                    <a:lnTo>
                      <a:pt x="118" y="452"/>
                    </a:lnTo>
                    <a:lnTo>
                      <a:pt x="108" y="474"/>
                    </a:lnTo>
                    <a:lnTo>
                      <a:pt x="114" y="488"/>
                    </a:lnTo>
                    <a:lnTo>
                      <a:pt x="115" y="502"/>
                    </a:lnTo>
                    <a:lnTo>
                      <a:pt x="117" y="507"/>
                    </a:lnTo>
                    <a:lnTo>
                      <a:pt x="115" y="523"/>
                    </a:lnTo>
                    <a:lnTo>
                      <a:pt x="117" y="529"/>
                    </a:lnTo>
                    <a:lnTo>
                      <a:pt x="125" y="524"/>
                    </a:lnTo>
                    <a:lnTo>
                      <a:pt x="140" y="531"/>
                    </a:lnTo>
                    <a:lnTo>
                      <a:pt x="127" y="534"/>
                    </a:lnTo>
                    <a:lnTo>
                      <a:pt x="119" y="542"/>
                    </a:lnTo>
                    <a:lnTo>
                      <a:pt x="117" y="549"/>
                    </a:lnTo>
                    <a:lnTo>
                      <a:pt x="118" y="552"/>
                    </a:lnTo>
                    <a:lnTo>
                      <a:pt x="144" y="558"/>
                    </a:lnTo>
                    <a:lnTo>
                      <a:pt x="170" y="545"/>
                    </a:lnTo>
                    <a:lnTo>
                      <a:pt x="176" y="526"/>
                    </a:lnTo>
                    <a:lnTo>
                      <a:pt x="184" y="528"/>
                    </a:lnTo>
                    <a:lnTo>
                      <a:pt x="188" y="523"/>
                    </a:lnTo>
                    <a:lnTo>
                      <a:pt x="192" y="511"/>
                    </a:lnTo>
                    <a:lnTo>
                      <a:pt x="193" y="500"/>
                    </a:lnTo>
                    <a:lnTo>
                      <a:pt x="205" y="486"/>
                    </a:lnTo>
                    <a:lnTo>
                      <a:pt x="205" y="493"/>
                    </a:lnTo>
                    <a:lnTo>
                      <a:pt x="199" y="515"/>
                    </a:lnTo>
                    <a:lnTo>
                      <a:pt x="185" y="542"/>
                    </a:lnTo>
                    <a:lnTo>
                      <a:pt x="187" y="547"/>
                    </a:lnTo>
                    <a:lnTo>
                      <a:pt x="187" y="554"/>
                    </a:lnTo>
                    <a:lnTo>
                      <a:pt x="188" y="561"/>
                    </a:lnTo>
                    <a:lnTo>
                      <a:pt x="194" y="566"/>
                    </a:lnTo>
                    <a:lnTo>
                      <a:pt x="221" y="553"/>
                    </a:lnTo>
                    <a:lnTo>
                      <a:pt x="226" y="558"/>
                    </a:lnTo>
                    <a:lnTo>
                      <a:pt x="233" y="550"/>
                    </a:lnTo>
                    <a:lnTo>
                      <a:pt x="247" y="523"/>
                    </a:lnTo>
                    <a:lnTo>
                      <a:pt x="249" y="510"/>
                    </a:lnTo>
                    <a:lnTo>
                      <a:pt x="254" y="499"/>
                    </a:lnTo>
                    <a:lnTo>
                      <a:pt x="258" y="472"/>
                    </a:lnTo>
                    <a:lnTo>
                      <a:pt x="263" y="458"/>
                    </a:lnTo>
                    <a:lnTo>
                      <a:pt x="263" y="447"/>
                    </a:lnTo>
                    <a:lnTo>
                      <a:pt x="273" y="425"/>
                    </a:lnTo>
                    <a:lnTo>
                      <a:pt x="264" y="454"/>
                    </a:lnTo>
                    <a:lnTo>
                      <a:pt x="263" y="483"/>
                    </a:lnTo>
                    <a:lnTo>
                      <a:pt x="265" y="490"/>
                    </a:lnTo>
                    <a:lnTo>
                      <a:pt x="270" y="491"/>
                    </a:lnTo>
                    <a:lnTo>
                      <a:pt x="276" y="486"/>
                    </a:lnTo>
                    <a:lnTo>
                      <a:pt x="274" y="494"/>
                    </a:lnTo>
                    <a:lnTo>
                      <a:pt x="263" y="505"/>
                    </a:lnTo>
                    <a:lnTo>
                      <a:pt x="259" y="513"/>
                    </a:lnTo>
                    <a:lnTo>
                      <a:pt x="259" y="531"/>
                    </a:lnTo>
                    <a:lnTo>
                      <a:pt x="260" y="536"/>
                    </a:lnTo>
                    <a:lnTo>
                      <a:pt x="278" y="529"/>
                    </a:lnTo>
                    <a:lnTo>
                      <a:pt x="286" y="532"/>
                    </a:lnTo>
                    <a:lnTo>
                      <a:pt x="294" y="536"/>
                    </a:lnTo>
                    <a:lnTo>
                      <a:pt x="296" y="542"/>
                    </a:lnTo>
                    <a:lnTo>
                      <a:pt x="303" y="538"/>
                    </a:lnTo>
                    <a:lnTo>
                      <a:pt x="303" y="545"/>
                    </a:lnTo>
                    <a:lnTo>
                      <a:pt x="298" y="552"/>
                    </a:lnTo>
                    <a:lnTo>
                      <a:pt x="275" y="542"/>
                    </a:lnTo>
                    <a:lnTo>
                      <a:pt x="252" y="547"/>
                    </a:lnTo>
                    <a:lnTo>
                      <a:pt x="246" y="555"/>
                    </a:lnTo>
                    <a:lnTo>
                      <a:pt x="246" y="561"/>
                    </a:lnTo>
                    <a:lnTo>
                      <a:pt x="243" y="570"/>
                    </a:lnTo>
                    <a:lnTo>
                      <a:pt x="257" y="576"/>
                    </a:lnTo>
                    <a:lnTo>
                      <a:pt x="247" y="581"/>
                    </a:lnTo>
                    <a:lnTo>
                      <a:pt x="232" y="576"/>
                    </a:lnTo>
                    <a:lnTo>
                      <a:pt x="226" y="580"/>
                    </a:lnTo>
                    <a:lnTo>
                      <a:pt x="208" y="602"/>
                    </a:lnTo>
                    <a:lnTo>
                      <a:pt x="209" y="607"/>
                    </a:lnTo>
                    <a:lnTo>
                      <a:pt x="214" y="608"/>
                    </a:lnTo>
                    <a:lnTo>
                      <a:pt x="219" y="618"/>
                    </a:lnTo>
                    <a:lnTo>
                      <a:pt x="230" y="609"/>
                    </a:lnTo>
                    <a:lnTo>
                      <a:pt x="253" y="608"/>
                    </a:lnTo>
                    <a:lnTo>
                      <a:pt x="259" y="602"/>
                    </a:lnTo>
                    <a:lnTo>
                      <a:pt x="264" y="604"/>
                    </a:lnTo>
                    <a:lnTo>
                      <a:pt x="265" y="609"/>
                    </a:lnTo>
                    <a:lnTo>
                      <a:pt x="259" y="610"/>
                    </a:lnTo>
                    <a:lnTo>
                      <a:pt x="249" y="620"/>
                    </a:lnTo>
                    <a:lnTo>
                      <a:pt x="251" y="617"/>
                    </a:lnTo>
                    <a:lnTo>
                      <a:pt x="247" y="615"/>
                    </a:lnTo>
                    <a:lnTo>
                      <a:pt x="230" y="618"/>
                    </a:lnTo>
                    <a:lnTo>
                      <a:pt x="227" y="620"/>
                    </a:lnTo>
                    <a:lnTo>
                      <a:pt x="226" y="626"/>
                    </a:lnTo>
                    <a:lnTo>
                      <a:pt x="227" y="631"/>
                    </a:lnTo>
                    <a:lnTo>
                      <a:pt x="247" y="626"/>
                    </a:lnTo>
                    <a:lnTo>
                      <a:pt x="238" y="637"/>
                    </a:lnTo>
                    <a:lnTo>
                      <a:pt x="235" y="651"/>
                    </a:lnTo>
                    <a:lnTo>
                      <a:pt x="235" y="655"/>
                    </a:lnTo>
                    <a:lnTo>
                      <a:pt x="238" y="669"/>
                    </a:lnTo>
                    <a:lnTo>
                      <a:pt x="254" y="682"/>
                    </a:lnTo>
                    <a:lnTo>
                      <a:pt x="265" y="663"/>
                    </a:lnTo>
                    <a:lnTo>
                      <a:pt x="267" y="650"/>
                    </a:lnTo>
                    <a:lnTo>
                      <a:pt x="269" y="645"/>
                    </a:lnTo>
                    <a:lnTo>
                      <a:pt x="271" y="660"/>
                    </a:lnTo>
                    <a:lnTo>
                      <a:pt x="260" y="687"/>
                    </a:lnTo>
                    <a:lnTo>
                      <a:pt x="263" y="701"/>
                    </a:lnTo>
                    <a:lnTo>
                      <a:pt x="278" y="704"/>
                    </a:lnTo>
                    <a:lnTo>
                      <a:pt x="292" y="700"/>
                    </a:lnTo>
                    <a:lnTo>
                      <a:pt x="314" y="708"/>
                    </a:lnTo>
                    <a:lnTo>
                      <a:pt x="333" y="698"/>
                    </a:lnTo>
                    <a:lnTo>
                      <a:pt x="343" y="684"/>
                    </a:lnTo>
                    <a:lnTo>
                      <a:pt x="351" y="657"/>
                    </a:lnTo>
                    <a:lnTo>
                      <a:pt x="359" y="639"/>
                    </a:lnTo>
                    <a:lnTo>
                      <a:pt x="366" y="628"/>
                    </a:lnTo>
                    <a:lnTo>
                      <a:pt x="373" y="599"/>
                    </a:lnTo>
                    <a:lnTo>
                      <a:pt x="373" y="587"/>
                    </a:lnTo>
                    <a:lnTo>
                      <a:pt x="377" y="579"/>
                    </a:lnTo>
                    <a:lnTo>
                      <a:pt x="383" y="571"/>
                    </a:lnTo>
                    <a:lnTo>
                      <a:pt x="396" y="572"/>
                    </a:lnTo>
                    <a:lnTo>
                      <a:pt x="383" y="587"/>
                    </a:lnTo>
                    <a:lnTo>
                      <a:pt x="383" y="602"/>
                    </a:lnTo>
                    <a:lnTo>
                      <a:pt x="378" y="623"/>
                    </a:lnTo>
                    <a:lnTo>
                      <a:pt x="366" y="649"/>
                    </a:lnTo>
                    <a:lnTo>
                      <a:pt x="365" y="657"/>
                    </a:lnTo>
                    <a:lnTo>
                      <a:pt x="360" y="668"/>
                    </a:lnTo>
                    <a:lnTo>
                      <a:pt x="341" y="696"/>
                    </a:lnTo>
                    <a:lnTo>
                      <a:pt x="340" y="701"/>
                    </a:lnTo>
                    <a:lnTo>
                      <a:pt x="323" y="719"/>
                    </a:lnTo>
                    <a:lnTo>
                      <a:pt x="323" y="726"/>
                    </a:lnTo>
                    <a:lnTo>
                      <a:pt x="326" y="730"/>
                    </a:lnTo>
                    <a:lnTo>
                      <a:pt x="335" y="732"/>
                    </a:lnTo>
                    <a:lnTo>
                      <a:pt x="335" y="739"/>
                    </a:lnTo>
                    <a:lnTo>
                      <a:pt x="329" y="742"/>
                    </a:lnTo>
                    <a:lnTo>
                      <a:pt x="313" y="736"/>
                    </a:lnTo>
                    <a:lnTo>
                      <a:pt x="306" y="728"/>
                    </a:lnTo>
                    <a:lnTo>
                      <a:pt x="278" y="733"/>
                    </a:lnTo>
                    <a:lnTo>
                      <a:pt x="284" y="746"/>
                    </a:lnTo>
                    <a:lnTo>
                      <a:pt x="285" y="750"/>
                    </a:lnTo>
                    <a:lnTo>
                      <a:pt x="284" y="757"/>
                    </a:lnTo>
                    <a:lnTo>
                      <a:pt x="276" y="758"/>
                    </a:lnTo>
                    <a:lnTo>
                      <a:pt x="256" y="738"/>
                    </a:lnTo>
                    <a:lnTo>
                      <a:pt x="233" y="736"/>
                    </a:lnTo>
                    <a:lnTo>
                      <a:pt x="215" y="723"/>
                    </a:lnTo>
                    <a:lnTo>
                      <a:pt x="211" y="726"/>
                    </a:lnTo>
                    <a:lnTo>
                      <a:pt x="213" y="716"/>
                    </a:lnTo>
                    <a:lnTo>
                      <a:pt x="209" y="711"/>
                    </a:lnTo>
                    <a:lnTo>
                      <a:pt x="205" y="689"/>
                    </a:lnTo>
                    <a:lnTo>
                      <a:pt x="199" y="678"/>
                    </a:lnTo>
                    <a:lnTo>
                      <a:pt x="194" y="665"/>
                    </a:lnTo>
                    <a:lnTo>
                      <a:pt x="188" y="656"/>
                    </a:lnTo>
                    <a:lnTo>
                      <a:pt x="187" y="646"/>
                    </a:lnTo>
                    <a:lnTo>
                      <a:pt x="168" y="622"/>
                    </a:lnTo>
                    <a:lnTo>
                      <a:pt x="119" y="612"/>
                    </a:lnTo>
                    <a:lnTo>
                      <a:pt x="88" y="628"/>
                    </a:lnTo>
                    <a:lnTo>
                      <a:pt x="82" y="626"/>
                    </a:lnTo>
                    <a:lnTo>
                      <a:pt x="75" y="636"/>
                    </a:lnTo>
                    <a:lnTo>
                      <a:pt x="69" y="636"/>
                    </a:lnTo>
                    <a:lnTo>
                      <a:pt x="70" y="647"/>
                    </a:lnTo>
                    <a:lnTo>
                      <a:pt x="69" y="650"/>
                    </a:lnTo>
                    <a:lnTo>
                      <a:pt x="72" y="655"/>
                    </a:lnTo>
                    <a:lnTo>
                      <a:pt x="70" y="679"/>
                    </a:lnTo>
                    <a:lnTo>
                      <a:pt x="88" y="693"/>
                    </a:lnTo>
                    <a:lnTo>
                      <a:pt x="88" y="699"/>
                    </a:lnTo>
                    <a:lnTo>
                      <a:pt x="99" y="714"/>
                    </a:lnTo>
                    <a:lnTo>
                      <a:pt x="101" y="716"/>
                    </a:lnTo>
                    <a:lnTo>
                      <a:pt x="98" y="735"/>
                    </a:lnTo>
                    <a:lnTo>
                      <a:pt x="102" y="743"/>
                    </a:lnTo>
                    <a:lnTo>
                      <a:pt x="103" y="750"/>
                    </a:lnTo>
                    <a:lnTo>
                      <a:pt x="120" y="757"/>
                    </a:lnTo>
                    <a:lnTo>
                      <a:pt x="131" y="748"/>
                    </a:lnTo>
                    <a:lnTo>
                      <a:pt x="144" y="748"/>
                    </a:lnTo>
                    <a:lnTo>
                      <a:pt x="145" y="753"/>
                    </a:lnTo>
                    <a:lnTo>
                      <a:pt x="127" y="768"/>
                    </a:lnTo>
                    <a:lnTo>
                      <a:pt x="128" y="770"/>
                    </a:lnTo>
                    <a:lnTo>
                      <a:pt x="139" y="773"/>
                    </a:lnTo>
                    <a:lnTo>
                      <a:pt x="139" y="776"/>
                    </a:lnTo>
                    <a:lnTo>
                      <a:pt x="129" y="781"/>
                    </a:lnTo>
                    <a:lnTo>
                      <a:pt x="129" y="790"/>
                    </a:lnTo>
                    <a:lnTo>
                      <a:pt x="130" y="793"/>
                    </a:lnTo>
                    <a:lnTo>
                      <a:pt x="134" y="790"/>
                    </a:lnTo>
                    <a:lnTo>
                      <a:pt x="152" y="796"/>
                    </a:lnTo>
                    <a:lnTo>
                      <a:pt x="147" y="801"/>
                    </a:lnTo>
                    <a:lnTo>
                      <a:pt x="146" y="807"/>
                    </a:lnTo>
                    <a:lnTo>
                      <a:pt x="135" y="801"/>
                    </a:lnTo>
                    <a:lnTo>
                      <a:pt x="134" y="795"/>
                    </a:lnTo>
                    <a:lnTo>
                      <a:pt x="118" y="800"/>
                    </a:lnTo>
                    <a:lnTo>
                      <a:pt x="113" y="807"/>
                    </a:lnTo>
                    <a:lnTo>
                      <a:pt x="118" y="814"/>
                    </a:lnTo>
                    <a:lnTo>
                      <a:pt x="104" y="817"/>
                    </a:lnTo>
                    <a:lnTo>
                      <a:pt x="103" y="811"/>
                    </a:lnTo>
                    <a:lnTo>
                      <a:pt x="101" y="811"/>
                    </a:lnTo>
                    <a:lnTo>
                      <a:pt x="92" y="819"/>
                    </a:lnTo>
                    <a:lnTo>
                      <a:pt x="85" y="813"/>
                    </a:lnTo>
                    <a:lnTo>
                      <a:pt x="72" y="811"/>
                    </a:lnTo>
                    <a:lnTo>
                      <a:pt x="69" y="813"/>
                    </a:lnTo>
                    <a:lnTo>
                      <a:pt x="68" y="824"/>
                    </a:lnTo>
                    <a:lnTo>
                      <a:pt x="56" y="829"/>
                    </a:lnTo>
                    <a:lnTo>
                      <a:pt x="49" y="835"/>
                    </a:lnTo>
                    <a:lnTo>
                      <a:pt x="45" y="845"/>
                    </a:lnTo>
                    <a:lnTo>
                      <a:pt x="10" y="871"/>
                    </a:lnTo>
                    <a:lnTo>
                      <a:pt x="4" y="892"/>
                    </a:lnTo>
                    <a:lnTo>
                      <a:pt x="6" y="903"/>
                    </a:lnTo>
                    <a:lnTo>
                      <a:pt x="5" y="919"/>
                    </a:lnTo>
                    <a:lnTo>
                      <a:pt x="2" y="932"/>
                    </a:lnTo>
                    <a:lnTo>
                      <a:pt x="0" y="941"/>
                    </a:lnTo>
                    <a:lnTo>
                      <a:pt x="18" y="974"/>
                    </a:lnTo>
                    <a:lnTo>
                      <a:pt x="26" y="975"/>
                    </a:lnTo>
                    <a:lnTo>
                      <a:pt x="39" y="958"/>
                    </a:lnTo>
                    <a:lnTo>
                      <a:pt x="42" y="941"/>
                    </a:lnTo>
                    <a:lnTo>
                      <a:pt x="47" y="970"/>
                    </a:lnTo>
                    <a:lnTo>
                      <a:pt x="53" y="946"/>
                    </a:lnTo>
                    <a:lnTo>
                      <a:pt x="45" y="897"/>
                    </a:lnTo>
                    <a:lnTo>
                      <a:pt x="53" y="886"/>
                    </a:lnTo>
                    <a:lnTo>
                      <a:pt x="55" y="904"/>
                    </a:lnTo>
                    <a:lnTo>
                      <a:pt x="55" y="937"/>
                    </a:lnTo>
                    <a:lnTo>
                      <a:pt x="59" y="976"/>
                    </a:lnTo>
                    <a:lnTo>
                      <a:pt x="79" y="979"/>
                    </a:lnTo>
                    <a:lnTo>
                      <a:pt x="84" y="990"/>
                    </a:lnTo>
                    <a:lnTo>
                      <a:pt x="99" y="985"/>
                    </a:lnTo>
                    <a:lnTo>
                      <a:pt x="104" y="967"/>
                    </a:lnTo>
                    <a:lnTo>
                      <a:pt x="102" y="945"/>
                    </a:lnTo>
                    <a:lnTo>
                      <a:pt x="108" y="964"/>
                    </a:lnTo>
                    <a:lnTo>
                      <a:pt x="124" y="975"/>
                    </a:lnTo>
                    <a:lnTo>
                      <a:pt x="129" y="985"/>
                    </a:lnTo>
                    <a:lnTo>
                      <a:pt x="142" y="989"/>
                    </a:lnTo>
                    <a:lnTo>
                      <a:pt x="146" y="970"/>
                    </a:lnTo>
                    <a:lnTo>
                      <a:pt x="158" y="958"/>
                    </a:lnTo>
                    <a:lnTo>
                      <a:pt x="158" y="934"/>
                    </a:lnTo>
                    <a:lnTo>
                      <a:pt x="163" y="945"/>
                    </a:lnTo>
                    <a:lnTo>
                      <a:pt x="165" y="961"/>
                    </a:lnTo>
                    <a:lnTo>
                      <a:pt x="163" y="965"/>
                    </a:lnTo>
                    <a:lnTo>
                      <a:pt x="190" y="995"/>
                    </a:lnTo>
                    <a:lnTo>
                      <a:pt x="200" y="1004"/>
                    </a:lnTo>
                    <a:lnTo>
                      <a:pt x="225" y="1006"/>
                    </a:lnTo>
                    <a:lnTo>
                      <a:pt x="227" y="1016"/>
                    </a:lnTo>
                    <a:lnTo>
                      <a:pt x="274" y="1008"/>
                    </a:lnTo>
                    <a:lnTo>
                      <a:pt x="243" y="964"/>
                    </a:lnTo>
                    <a:lnTo>
                      <a:pt x="242" y="943"/>
                    </a:lnTo>
                    <a:lnTo>
                      <a:pt x="256" y="973"/>
                    </a:lnTo>
                    <a:lnTo>
                      <a:pt x="269" y="974"/>
                    </a:lnTo>
                    <a:lnTo>
                      <a:pt x="286" y="957"/>
                    </a:lnTo>
                    <a:lnTo>
                      <a:pt x="286" y="925"/>
                    </a:lnTo>
                    <a:lnTo>
                      <a:pt x="310" y="964"/>
                    </a:lnTo>
                    <a:lnTo>
                      <a:pt x="330" y="976"/>
                    </a:lnTo>
                    <a:lnTo>
                      <a:pt x="344" y="968"/>
                    </a:lnTo>
                    <a:lnTo>
                      <a:pt x="345" y="942"/>
                    </a:lnTo>
                    <a:lnTo>
                      <a:pt x="333" y="906"/>
                    </a:lnTo>
                    <a:lnTo>
                      <a:pt x="332" y="897"/>
                    </a:lnTo>
                    <a:lnTo>
                      <a:pt x="339" y="909"/>
                    </a:lnTo>
                    <a:lnTo>
                      <a:pt x="357" y="974"/>
                    </a:lnTo>
                    <a:lnTo>
                      <a:pt x="372" y="985"/>
                    </a:lnTo>
                    <a:lnTo>
                      <a:pt x="399" y="979"/>
                    </a:lnTo>
                    <a:lnTo>
                      <a:pt x="407" y="953"/>
                    </a:lnTo>
                    <a:lnTo>
                      <a:pt x="398" y="935"/>
                    </a:lnTo>
                    <a:lnTo>
                      <a:pt x="384" y="913"/>
                    </a:lnTo>
                    <a:lnTo>
                      <a:pt x="394" y="922"/>
                    </a:lnTo>
                    <a:lnTo>
                      <a:pt x="412" y="925"/>
                    </a:lnTo>
                    <a:lnTo>
                      <a:pt x="413" y="932"/>
                    </a:lnTo>
                    <a:lnTo>
                      <a:pt x="413" y="949"/>
                    </a:lnTo>
                    <a:lnTo>
                      <a:pt x="419" y="961"/>
                    </a:lnTo>
                    <a:lnTo>
                      <a:pt x="440" y="965"/>
                    </a:lnTo>
                    <a:lnTo>
                      <a:pt x="456" y="958"/>
                    </a:lnTo>
                    <a:lnTo>
                      <a:pt x="466" y="961"/>
                    </a:lnTo>
                    <a:lnTo>
                      <a:pt x="474" y="974"/>
                    </a:lnTo>
                    <a:lnTo>
                      <a:pt x="475" y="989"/>
                    </a:lnTo>
                    <a:lnTo>
                      <a:pt x="469" y="1012"/>
                    </a:lnTo>
                    <a:lnTo>
                      <a:pt x="463" y="1023"/>
                    </a:lnTo>
                    <a:lnTo>
                      <a:pt x="469" y="1037"/>
                    </a:lnTo>
                    <a:lnTo>
                      <a:pt x="513" y="1013"/>
                    </a:lnTo>
                    <a:lnTo>
                      <a:pt x="541" y="1005"/>
                    </a:lnTo>
                    <a:lnTo>
                      <a:pt x="559" y="985"/>
                    </a:lnTo>
                    <a:lnTo>
                      <a:pt x="581" y="943"/>
                    </a:lnTo>
                    <a:lnTo>
                      <a:pt x="586" y="973"/>
                    </a:lnTo>
                    <a:lnTo>
                      <a:pt x="608" y="957"/>
                    </a:lnTo>
                    <a:lnTo>
                      <a:pt x="612" y="941"/>
                    </a:lnTo>
                    <a:lnTo>
                      <a:pt x="633" y="934"/>
                    </a:lnTo>
                    <a:lnTo>
                      <a:pt x="635" y="919"/>
                    </a:lnTo>
                    <a:lnTo>
                      <a:pt x="638" y="892"/>
                    </a:lnTo>
                    <a:lnTo>
                      <a:pt x="634" y="863"/>
                    </a:lnTo>
                    <a:lnTo>
                      <a:pt x="625" y="844"/>
                    </a:lnTo>
                    <a:lnTo>
                      <a:pt x="606" y="850"/>
                    </a:lnTo>
                    <a:lnTo>
                      <a:pt x="595" y="865"/>
                    </a:lnTo>
                    <a:lnTo>
                      <a:pt x="586" y="879"/>
                    </a:lnTo>
                    <a:lnTo>
                      <a:pt x="575" y="877"/>
                    </a:lnTo>
                    <a:lnTo>
                      <a:pt x="576" y="861"/>
                    </a:lnTo>
                    <a:lnTo>
                      <a:pt x="555" y="849"/>
                    </a:lnTo>
                    <a:lnTo>
                      <a:pt x="558" y="843"/>
                    </a:lnTo>
                    <a:lnTo>
                      <a:pt x="565" y="836"/>
                    </a:lnTo>
                    <a:lnTo>
                      <a:pt x="576" y="829"/>
                    </a:lnTo>
                    <a:lnTo>
                      <a:pt x="581" y="816"/>
                    </a:lnTo>
                    <a:lnTo>
                      <a:pt x="579" y="807"/>
                    </a:lnTo>
                    <a:lnTo>
                      <a:pt x="570" y="792"/>
                    </a:lnTo>
                    <a:lnTo>
                      <a:pt x="556" y="789"/>
                    </a:lnTo>
                    <a:lnTo>
                      <a:pt x="539" y="790"/>
                    </a:lnTo>
                    <a:lnTo>
                      <a:pt x="512" y="821"/>
                    </a:lnTo>
                    <a:lnTo>
                      <a:pt x="506" y="819"/>
                    </a:lnTo>
                    <a:lnTo>
                      <a:pt x="518" y="801"/>
                    </a:lnTo>
                    <a:lnTo>
                      <a:pt x="517" y="789"/>
                    </a:lnTo>
                    <a:lnTo>
                      <a:pt x="473" y="781"/>
                    </a:lnTo>
                    <a:lnTo>
                      <a:pt x="452" y="785"/>
                    </a:lnTo>
                    <a:lnTo>
                      <a:pt x="426" y="818"/>
                    </a:lnTo>
                    <a:lnTo>
                      <a:pt x="423" y="805"/>
                    </a:lnTo>
                    <a:lnTo>
                      <a:pt x="420" y="786"/>
                    </a:lnTo>
                    <a:lnTo>
                      <a:pt x="414" y="776"/>
                    </a:lnTo>
                    <a:lnTo>
                      <a:pt x="429" y="779"/>
                    </a:lnTo>
                    <a:lnTo>
                      <a:pt x="458" y="766"/>
                    </a:lnTo>
                    <a:lnTo>
                      <a:pt x="458" y="760"/>
                    </a:lnTo>
                    <a:lnTo>
                      <a:pt x="441" y="748"/>
                    </a:lnTo>
                    <a:lnTo>
                      <a:pt x="437" y="732"/>
                    </a:lnTo>
                    <a:lnTo>
                      <a:pt x="439" y="722"/>
                    </a:lnTo>
                    <a:lnTo>
                      <a:pt x="467" y="754"/>
                    </a:lnTo>
                    <a:lnTo>
                      <a:pt x="498" y="773"/>
                    </a:lnTo>
                    <a:lnTo>
                      <a:pt x="577" y="770"/>
                    </a:lnTo>
                    <a:lnTo>
                      <a:pt x="585" y="758"/>
                    </a:lnTo>
                    <a:lnTo>
                      <a:pt x="593" y="762"/>
                    </a:lnTo>
                    <a:lnTo>
                      <a:pt x="592" y="768"/>
                    </a:lnTo>
                    <a:lnTo>
                      <a:pt x="592" y="770"/>
                    </a:lnTo>
                    <a:lnTo>
                      <a:pt x="622" y="753"/>
                    </a:lnTo>
                    <a:lnTo>
                      <a:pt x="635" y="725"/>
                    </a:lnTo>
                    <a:lnTo>
                      <a:pt x="638" y="709"/>
                    </a:lnTo>
                    <a:lnTo>
                      <a:pt x="636" y="701"/>
                    </a:lnTo>
                    <a:lnTo>
                      <a:pt x="652" y="694"/>
                    </a:lnTo>
                    <a:lnTo>
                      <a:pt x="654" y="687"/>
                    </a:lnTo>
                    <a:lnTo>
                      <a:pt x="634" y="668"/>
                    </a:lnTo>
                    <a:lnTo>
                      <a:pt x="634" y="658"/>
                    </a:lnTo>
                    <a:lnTo>
                      <a:pt x="636" y="650"/>
                    </a:lnTo>
                    <a:lnTo>
                      <a:pt x="630" y="633"/>
                    </a:lnTo>
                    <a:lnTo>
                      <a:pt x="623" y="628"/>
                    </a:lnTo>
                    <a:lnTo>
                      <a:pt x="624" y="625"/>
                    </a:lnTo>
                    <a:lnTo>
                      <a:pt x="624" y="614"/>
                    </a:lnTo>
                    <a:lnTo>
                      <a:pt x="622" y="603"/>
                    </a:lnTo>
                    <a:lnTo>
                      <a:pt x="622" y="596"/>
                    </a:lnTo>
                    <a:lnTo>
                      <a:pt x="634" y="603"/>
                    </a:lnTo>
                    <a:lnTo>
                      <a:pt x="679" y="604"/>
                    </a:lnTo>
                    <a:lnTo>
                      <a:pt x="687" y="613"/>
                    </a:lnTo>
                    <a:lnTo>
                      <a:pt x="706" y="607"/>
                    </a:lnTo>
                    <a:lnTo>
                      <a:pt x="727" y="583"/>
                    </a:lnTo>
                    <a:lnTo>
                      <a:pt x="743" y="591"/>
                    </a:lnTo>
                    <a:lnTo>
                      <a:pt x="746" y="599"/>
                    </a:lnTo>
                    <a:lnTo>
                      <a:pt x="760" y="574"/>
                    </a:lnTo>
                    <a:lnTo>
                      <a:pt x="760" y="570"/>
                    </a:lnTo>
                    <a:lnTo>
                      <a:pt x="768" y="555"/>
                    </a:lnTo>
                    <a:lnTo>
                      <a:pt x="714" y="545"/>
                    </a:lnTo>
                    <a:lnTo>
                      <a:pt x="690" y="537"/>
                    </a:lnTo>
                    <a:lnTo>
                      <a:pt x="709" y="522"/>
                    </a:lnTo>
                    <a:lnTo>
                      <a:pt x="728" y="523"/>
                    </a:lnTo>
                    <a:lnTo>
                      <a:pt x="764" y="539"/>
                    </a:lnTo>
                    <a:lnTo>
                      <a:pt x="776" y="511"/>
                    </a:lnTo>
                    <a:lnTo>
                      <a:pt x="795" y="501"/>
                    </a:lnTo>
                    <a:lnTo>
                      <a:pt x="797" y="493"/>
                    </a:lnTo>
                    <a:lnTo>
                      <a:pt x="787" y="477"/>
                    </a:lnTo>
                    <a:lnTo>
                      <a:pt x="775" y="468"/>
                    </a:lnTo>
                    <a:lnTo>
                      <a:pt x="751" y="463"/>
                    </a:lnTo>
                    <a:lnTo>
                      <a:pt x="738" y="453"/>
                    </a:lnTo>
                    <a:lnTo>
                      <a:pt x="725" y="450"/>
                    </a:lnTo>
                    <a:lnTo>
                      <a:pt x="733" y="445"/>
                    </a:lnTo>
                    <a:lnTo>
                      <a:pt x="749" y="447"/>
                    </a:lnTo>
                    <a:lnTo>
                      <a:pt x="786" y="443"/>
                    </a:lnTo>
                    <a:lnTo>
                      <a:pt x="798" y="439"/>
                    </a:lnTo>
                    <a:lnTo>
                      <a:pt x="805" y="430"/>
                    </a:lnTo>
                    <a:lnTo>
                      <a:pt x="819" y="420"/>
                    </a:lnTo>
                    <a:lnTo>
                      <a:pt x="813" y="411"/>
                    </a:lnTo>
                    <a:lnTo>
                      <a:pt x="813" y="402"/>
                    </a:lnTo>
                    <a:lnTo>
                      <a:pt x="817" y="392"/>
                    </a:lnTo>
                    <a:lnTo>
                      <a:pt x="816" y="375"/>
                    </a:lnTo>
                    <a:lnTo>
                      <a:pt x="813" y="354"/>
                    </a:lnTo>
                    <a:lnTo>
                      <a:pt x="802" y="344"/>
                    </a:lnTo>
                    <a:lnTo>
                      <a:pt x="774" y="334"/>
                    </a:lnTo>
                    <a:lnTo>
                      <a:pt x="733" y="340"/>
                    </a:lnTo>
                    <a:lnTo>
                      <a:pt x="733" y="332"/>
                    </a:lnTo>
                    <a:lnTo>
                      <a:pt x="748" y="327"/>
                    </a:lnTo>
                    <a:lnTo>
                      <a:pt x="757" y="319"/>
                    </a:lnTo>
                    <a:lnTo>
                      <a:pt x="757" y="313"/>
                    </a:lnTo>
                    <a:lnTo>
                      <a:pt x="749" y="303"/>
                    </a:lnTo>
                    <a:lnTo>
                      <a:pt x="678" y="310"/>
                    </a:lnTo>
                    <a:lnTo>
                      <a:pt x="665" y="316"/>
                    </a:lnTo>
                    <a:lnTo>
                      <a:pt x="655" y="329"/>
                    </a:lnTo>
                    <a:lnTo>
                      <a:pt x="647" y="330"/>
                    </a:lnTo>
                    <a:lnTo>
                      <a:pt x="656" y="314"/>
                    </a:lnTo>
                    <a:lnTo>
                      <a:pt x="658" y="302"/>
                    </a:lnTo>
                    <a:lnTo>
                      <a:pt x="647" y="300"/>
                    </a:lnTo>
                    <a:lnTo>
                      <a:pt x="645" y="291"/>
                    </a:lnTo>
                    <a:lnTo>
                      <a:pt x="669" y="298"/>
                    </a:lnTo>
                    <a:lnTo>
                      <a:pt x="712" y="284"/>
                    </a:lnTo>
                    <a:lnTo>
                      <a:pt x="740" y="287"/>
                    </a:lnTo>
                    <a:lnTo>
                      <a:pt x="740" y="279"/>
                    </a:lnTo>
                    <a:lnTo>
                      <a:pt x="716" y="269"/>
                    </a:lnTo>
                    <a:lnTo>
                      <a:pt x="652" y="267"/>
                    </a:lnTo>
                    <a:lnTo>
                      <a:pt x="644" y="260"/>
                    </a:lnTo>
                    <a:lnTo>
                      <a:pt x="658" y="255"/>
                    </a:lnTo>
                    <a:lnTo>
                      <a:pt x="704" y="255"/>
                    </a:lnTo>
                    <a:lnTo>
                      <a:pt x="715" y="247"/>
                    </a:lnTo>
                    <a:lnTo>
                      <a:pt x="732" y="249"/>
                    </a:lnTo>
                    <a:lnTo>
                      <a:pt x="748" y="255"/>
                    </a:lnTo>
                    <a:lnTo>
                      <a:pt x="754" y="263"/>
                    </a:lnTo>
                    <a:lnTo>
                      <a:pt x="753" y="276"/>
                    </a:lnTo>
                    <a:lnTo>
                      <a:pt x="758" y="289"/>
                    </a:lnTo>
                    <a:lnTo>
                      <a:pt x="769" y="295"/>
                    </a:lnTo>
                    <a:lnTo>
                      <a:pt x="819" y="302"/>
                    </a:lnTo>
                    <a:lnTo>
                      <a:pt x="827" y="298"/>
                    </a:lnTo>
                    <a:lnTo>
                      <a:pt x="829" y="287"/>
                    </a:lnTo>
                    <a:lnTo>
                      <a:pt x="828" y="274"/>
                    </a:lnTo>
                    <a:lnTo>
                      <a:pt x="814" y="257"/>
                    </a:lnTo>
                    <a:lnTo>
                      <a:pt x="825" y="240"/>
                    </a:lnTo>
                    <a:lnTo>
                      <a:pt x="818" y="232"/>
                    </a:lnTo>
                    <a:lnTo>
                      <a:pt x="752" y="236"/>
                    </a:lnTo>
                    <a:lnTo>
                      <a:pt x="746" y="228"/>
                    </a:lnTo>
                    <a:lnTo>
                      <a:pt x="687" y="236"/>
                    </a:lnTo>
                    <a:lnTo>
                      <a:pt x="661" y="243"/>
                    </a:lnTo>
                    <a:lnTo>
                      <a:pt x="671" y="236"/>
                    </a:lnTo>
                    <a:lnTo>
                      <a:pt x="672" y="228"/>
                    </a:lnTo>
                    <a:lnTo>
                      <a:pt x="650" y="222"/>
                    </a:lnTo>
                    <a:lnTo>
                      <a:pt x="641" y="214"/>
                    </a:lnTo>
                    <a:lnTo>
                      <a:pt x="657" y="209"/>
                    </a:lnTo>
                    <a:lnTo>
                      <a:pt x="683" y="212"/>
                    </a:lnTo>
                    <a:lnTo>
                      <a:pt x="677" y="187"/>
                    </a:lnTo>
                    <a:lnTo>
                      <a:pt x="672" y="181"/>
                    </a:lnTo>
                    <a:lnTo>
                      <a:pt x="679" y="178"/>
                    </a:lnTo>
                    <a:lnTo>
                      <a:pt x="684" y="184"/>
                    </a:lnTo>
                    <a:lnTo>
                      <a:pt x="689" y="198"/>
                    </a:lnTo>
                    <a:lnTo>
                      <a:pt x="698" y="204"/>
                    </a:lnTo>
                    <a:lnTo>
                      <a:pt x="746" y="209"/>
                    </a:lnTo>
                    <a:lnTo>
                      <a:pt x="749" y="200"/>
                    </a:lnTo>
                    <a:lnTo>
                      <a:pt x="740" y="188"/>
                    </a:lnTo>
                    <a:lnTo>
                      <a:pt x="737" y="181"/>
                    </a:lnTo>
                    <a:lnTo>
                      <a:pt x="687" y="171"/>
                    </a:lnTo>
                    <a:lnTo>
                      <a:pt x="679" y="158"/>
                    </a:lnTo>
                    <a:lnTo>
                      <a:pt x="687" y="156"/>
                    </a:lnTo>
                    <a:lnTo>
                      <a:pt x="722" y="162"/>
                    </a:lnTo>
                    <a:lnTo>
                      <a:pt x="764" y="189"/>
                    </a:lnTo>
                    <a:lnTo>
                      <a:pt x="794" y="194"/>
                    </a:lnTo>
                    <a:lnTo>
                      <a:pt x="801" y="185"/>
                    </a:lnTo>
                    <a:lnTo>
                      <a:pt x="797" y="170"/>
                    </a:lnTo>
                    <a:lnTo>
                      <a:pt x="810" y="176"/>
                    </a:lnTo>
                    <a:lnTo>
                      <a:pt x="838" y="178"/>
                    </a:lnTo>
                    <a:lnTo>
                      <a:pt x="846" y="165"/>
                    </a:lnTo>
                    <a:lnTo>
                      <a:pt x="845" y="155"/>
                    </a:lnTo>
                    <a:lnTo>
                      <a:pt x="850" y="157"/>
                    </a:lnTo>
                    <a:lnTo>
                      <a:pt x="855" y="146"/>
                    </a:lnTo>
                    <a:lnTo>
                      <a:pt x="861" y="160"/>
                    </a:lnTo>
                    <a:lnTo>
                      <a:pt x="876" y="156"/>
                    </a:lnTo>
                    <a:lnTo>
                      <a:pt x="881" y="140"/>
                    </a:lnTo>
                    <a:lnTo>
                      <a:pt x="880" y="125"/>
                    </a:lnTo>
                    <a:lnTo>
                      <a:pt x="873" y="106"/>
                    </a:lnTo>
                    <a:lnTo>
                      <a:pt x="871" y="91"/>
                    </a:lnTo>
                    <a:lnTo>
                      <a:pt x="813" y="80"/>
                    </a:lnTo>
                    <a:lnTo>
                      <a:pt x="817" y="66"/>
                    </a:lnTo>
                    <a:lnTo>
                      <a:pt x="834" y="61"/>
                    </a:lnTo>
                    <a:lnTo>
                      <a:pt x="856" y="74"/>
                    </a:lnTo>
                    <a:lnTo>
                      <a:pt x="884" y="79"/>
                    </a:lnTo>
                    <a:lnTo>
                      <a:pt x="882" y="91"/>
                    </a:lnTo>
                    <a:lnTo>
                      <a:pt x="884" y="103"/>
                    </a:lnTo>
                    <a:lnTo>
                      <a:pt x="899" y="112"/>
                    </a:lnTo>
                    <a:lnTo>
                      <a:pt x="914" y="111"/>
                    </a:lnTo>
                    <a:lnTo>
                      <a:pt x="914" y="115"/>
                    </a:lnTo>
                    <a:lnTo>
                      <a:pt x="937" y="108"/>
                    </a:lnTo>
                    <a:lnTo>
                      <a:pt x="961" y="109"/>
                    </a:lnTo>
                    <a:lnTo>
                      <a:pt x="969" y="101"/>
                    </a:lnTo>
                    <a:lnTo>
                      <a:pt x="982" y="98"/>
                    </a:lnTo>
                    <a:lnTo>
                      <a:pt x="1004" y="59"/>
                    </a:lnTo>
                    <a:lnTo>
                      <a:pt x="995" y="54"/>
                    </a:lnTo>
                    <a:lnTo>
                      <a:pt x="978" y="58"/>
                    </a:lnTo>
                    <a:lnTo>
                      <a:pt x="980" y="44"/>
                    </a:lnTo>
                    <a:lnTo>
                      <a:pt x="990" y="29"/>
                    </a:lnTo>
                    <a:lnTo>
                      <a:pt x="1011" y="21"/>
                    </a:lnTo>
                    <a:lnTo>
                      <a:pt x="1015" y="12"/>
                    </a:lnTo>
                    <a:lnTo>
                      <a:pt x="1028" y="0"/>
                    </a:lnTo>
                    <a:lnTo>
                      <a:pt x="393" y="0"/>
                    </a:lnTo>
                    <a:lnTo>
                      <a:pt x="394" y="1"/>
                    </a:lnTo>
                    <a:lnTo>
                      <a:pt x="440" y="28"/>
                    </a:lnTo>
                    <a:lnTo>
                      <a:pt x="439" y="33"/>
                    </a:lnTo>
                    <a:lnTo>
                      <a:pt x="426" y="41"/>
                    </a:lnTo>
                    <a:lnTo>
                      <a:pt x="430" y="48"/>
                    </a:lnTo>
                    <a:lnTo>
                      <a:pt x="432" y="72"/>
                    </a:lnTo>
                    <a:lnTo>
                      <a:pt x="432" y="87"/>
                    </a:lnTo>
                    <a:lnTo>
                      <a:pt x="437" y="87"/>
                    </a:lnTo>
                    <a:lnTo>
                      <a:pt x="437" y="92"/>
                    </a:lnTo>
                    <a:lnTo>
                      <a:pt x="441" y="102"/>
                    </a:lnTo>
                    <a:lnTo>
                      <a:pt x="462" y="108"/>
                    </a:lnTo>
                    <a:lnTo>
                      <a:pt x="479" y="123"/>
                    </a:lnTo>
                    <a:lnTo>
                      <a:pt x="515" y="107"/>
                    </a:lnTo>
                    <a:lnTo>
                      <a:pt x="526" y="107"/>
                    </a:lnTo>
                    <a:lnTo>
                      <a:pt x="527" y="113"/>
                    </a:lnTo>
                    <a:lnTo>
                      <a:pt x="525" y="120"/>
                    </a:lnTo>
                    <a:lnTo>
                      <a:pt x="513" y="120"/>
                    </a:lnTo>
                    <a:lnTo>
                      <a:pt x="482" y="136"/>
                    </a:lnTo>
                    <a:lnTo>
                      <a:pt x="478" y="142"/>
                    </a:lnTo>
                    <a:lnTo>
                      <a:pt x="478" y="149"/>
                    </a:lnTo>
                    <a:lnTo>
                      <a:pt x="480" y="154"/>
                    </a:lnTo>
                    <a:lnTo>
                      <a:pt x="479" y="155"/>
                    </a:lnTo>
                    <a:lnTo>
                      <a:pt x="445" y="130"/>
                    </a:lnTo>
                    <a:lnTo>
                      <a:pt x="432" y="129"/>
                    </a:lnTo>
                    <a:lnTo>
                      <a:pt x="423" y="139"/>
                    </a:lnTo>
                    <a:lnTo>
                      <a:pt x="421" y="111"/>
                    </a:lnTo>
                    <a:lnTo>
                      <a:pt x="415" y="111"/>
                    </a:lnTo>
                    <a:lnTo>
                      <a:pt x="412" y="102"/>
                    </a:lnTo>
                    <a:lnTo>
                      <a:pt x="410" y="87"/>
                    </a:lnTo>
                    <a:lnTo>
                      <a:pt x="405" y="82"/>
                    </a:lnTo>
                    <a:lnTo>
                      <a:pt x="405" y="68"/>
                    </a:lnTo>
                    <a:lnTo>
                      <a:pt x="357" y="0"/>
                    </a:lnTo>
                    <a:lnTo>
                      <a:pt x="183" y="0"/>
                    </a:lnTo>
                    <a:lnTo>
                      <a:pt x="220" y="14"/>
                    </a:lnTo>
                    <a:lnTo>
                      <a:pt x="231" y="2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24" name="Google Shape;2324;p5">
                <a:extLst>
                  <a:ext uri="{FF2B5EF4-FFF2-40B4-BE49-F238E27FC236}">
                    <a16:creationId xmlns:a16="http://schemas.microsoft.com/office/drawing/2014/main" id="{B72DE912-DB2F-F920-FFAA-1C2968DD7053}"/>
                  </a:ext>
                </a:extLst>
              </p:cNvPr>
              <p:cNvSpPr/>
              <p:nvPr/>
            </p:nvSpPr>
            <p:spPr>
              <a:xfrm>
                <a:off x="1564" y="1153"/>
                <a:ext cx="6" cy="6"/>
              </a:xfrm>
              <a:custGeom>
                <a:avLst/>
                <a:gdLst/>
                <a:ahLst/>
                <a:cxnLst/>
                <a:rect l="l" t="t" r="r" b="b"/>
                <a:pathLst>
                  <a:path w="30" h="30" extrusionOk="0">
                    <a:moveTo>
                      <a:pt x="0" y="16"/>
                    </a:moveTo>
                    <a:lnTo>
                      <a:pt x="0" y="21"/>
                    </a:lnTo>
                    <a:lnTo>
                      <a:pt x="30" y="30"/>
                    </a:lnTo>
                    <a:lnTo>
                      <a:pt x="3" y="0"/>
                    </a:lnTo>
                    <a:lnTo>
                      <a:pt x="0" y="1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25" name="Google Shape;2325;p5">
                <a:extLst>
                  <a:ext uri="{FF2B5EF4-FFF2-40B4-BE49-F238E27FC236}">
                    <a16:creationId xmlns:a16="http://schemas.microsoft.com/office/drawing/2014/main" id="{9180D6A6-43F5-F565-1895-F7A318922C3C}"/>
                  </a:ext>
                </a:extLst>
              </p:cNvPr>
              <p:cNvSpPr/>
              <p:nvPr/>
            </p:nvSpPr>
            <p:spPr>
              <a:xfrm>
                <a:off x="1564" y="1147"/>
                <a:ext cx="1" cy="6"/>
              </a:xfrm>
              <a:custGeom>
                <a:avLst/>
                <a:gdLst/>
                <a:ahLst/>
                <a:cxnLst/>
                <a:rect l="l" t="t" r="r" b="b"/>
                <a:pathLst>
                  <a:path w="7" h="31" extrusionOk="0">
                    <a:moveTo>
                      <a:pt x="5" y="11"/>
                    </a:moveTo>
                    <a:lnTo>
                      <a:pt x="0" y="0"/>
                    </a:lnTo>
                    <a:lnTo>
                      <a:pt x="0" y="24"/>
                    </a:lnTo>
                    <a:lnTo>
                      <a:pt x="5" y="31"/>
                    </a:lnTo>
                    <a:lnTo>
                      <a:pt x="7" y="27"/>
                    </a:lnTo>
                    <a:lnTo>
                      <a:pt x="5" y="1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26" name="Google Shape;2326;p5">
                <a:extLst>
                  <a:ext uri="{FF2B5EF4-FFF2-40B4-BE49-F238E27FC236}">
                    <a16:creationId xmlns:a16="http://schemas.microsoft.com/office/drawing/2014/main" id="{7604552A-4020-23AA-CEBB-FC0B48137EE2}"/>
                  </a:ext>
                </a:extLst>
              </p:cNvPr>
              <p:cNvSpPr/>
              <p:nvPr/>
            </p:nvSpPr>
            <p:spPr>
              <a:xfrm>
                <a:off x="1031" y="1408"/>
                <a:ext cx="17" cy="23"/>
              </a:xfrm>
              <a:custGeom>
                <a:avLst/>
                <a:gdLst/>
                <a:ahLst/>
                <a:cxnLst/>
                <a:rect l="l" t="t" r="r" b="b"/>
                <a:pathLst>
                  <a:path w="81" h="113" extrusionOk="0">
                    <a:moveTo>
                      <a:pt x="16" y="58"/>
                    </a:moveTo>
                    <a:lnTo>
                      <a:pt x="22" y="61"/>
                    </a:lnTo>
                    <a:lnTo>
                      <a:pt x="25" y="56"/>
                    </a:lnTo>
                    <a:lnTo>
                      <a:pt x="19" y="46"/>
                    </a:lnTo>
                    <a:lnTo>
                      <a:pt x="24" y="46"/>
                    </a:lnTo>
                    <a:lnTo>
                      <a:pt x="30" y="52"/>
                    </a:lnTo>
                    <a:lnTo>
                      <a:pt x="35" y="47"/>
                    </a:lnTo>
                    <a:lnTo>
                      <a:pt x="38" y="52"/>
                    </a:lnTo>
                    <a:lnTo>
                      <a:pt x="46" y="46"/>
                    </a:lnTo>
                    <a:lnTo>
                      <a:pt x="47" y="37"/>
                    </a:lnTo>
                    <a:lnTo>
                      <a:pt x="43" y="41"/>
                    </a:lnTo>
                    <a:lnTo>
                      <a:pt x="38" y="37"/>
                    </a:lnTo>
                    <a:lnTo>
                      <a:pt x="43" y="32"/>
                    </a:lnTo>
                    <a:lnTo>
                      <a:pt x="48" y="19"/>
                    </a:lnTo>
                    <a:lnTo>
                      <a:pt x="44" y="11"/>
                    </a:lnTo>
                    <a:lnTo>
                      <a:pt x="43" y="3"/>
                    </a:lnTo>
                    <a:lnTo>
                      <a:pt x="47" y="0"/>
                    </a:lnTo>
                    <a:lnTo>
                      <a:pt x="47" y="10"/>
                    </a:lnTo>
                    <a:lnTo>
                      <a:pt x="58" y="18"/>
                    </a:lnTo>
                    <a:lnTo>
                      <a:pt x="57" y="26"/>
                    </a:lnTo>
                    <a:lnTo>
                      <a:pt x="60" y="32"/>
                    </a:lnTo>
                    <a:lnTo>
                      <a:pt x="67" y="35"/>
                    </a:lnTo>
                    <a:lnTo>
                      <a:pt x="76" y="24"/>
                    </a:lnTo>
                    <a:lnTo>
                      <a:pt x="81" y="30"/>
                    </a:lnTo>
                    <a:lnTo>
                      <a:pt x="81" y="41"/>
                    </a:lnTo>
                    <a:lnTo>
                      <a:pt x="79" y="50"/>
                    </a:lnTo>
                    <a:lnTo>
                      <a:pt x="70" y="58"/>
                    </a:lnTo>
                    <a:lnTo>
                      <a:pt x="49" y="94"/>
                    </a:lnTo>
                    <a:lnTo>
                      <a:pt x="35" y="110"/>
                    </a:lnTo>
                    <a:lnTo>
                      <a:pt x="24" y="106"/>
                    </a:lnTo>
                    <a:lnTo>
                      <a:pt x="22" y="110"/>
                    </a:lnTo>
                    <a:lnTo>
                      <a:pt x="22" y="113"/>
                    </a:lnTo>
                    <a:lnTo>
                      <a:pt x="16" y="106"/>
                    </a:lnTo>
                    <a:lnTo>
                      <a:pt x="17" y="101"/>
                    </a:lnTo>
                    <a:lnTo>
                      <a:pt x="27" y="104"/>
                    </a:lnTo>
                    <a:lnTo>
                      <a:pt x="33" y="96"/>
                    </a:lnTo>
                    <a:lnTo>
                      <a:pt x="38" y="85"/>
                    </a:lnTo>
                    <a:lnTo>
                      <a:pt x="26" y="96"/>
                    </a:lnTo>
                    <a:lnTo>
                      <a:pt x="12" y="86"/>
                    </a:lnTo>
                    <a:lnTo>
                      <a:pt x="8" y="73"/>
                    </a:lnTo>
                    <a:lnTo>
                      <a:pt x="6" y="61"/>
                    </a:lnTo>
                    <a:lnTo>
                      <a:pt x="1" y="57"/>
                    </a:lnTo>
                    <a:lnTo>
                      <a:pt x="0" y="52"/>
                    </a:lnTo>
                    <a:lnTo>
                      <a:pt x="3" y="46"/>
                    </a:lnTo>
                    <a:lnTo>
                      <a:pt x="6" y="46"/>
                    </a:lnTo>
                    <a:lnTo>
                      <a:pt x="16" y="5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27" name="Google Shape;2327;p5">
                <a:extLst>
                  <a:ext uri="{FF2B5EF4-FFF2-40B4-BE49-F238E27FC236}">
                    <a16:creationId xmlns:a16="http://schemas.microsoft.com/office/drawing/2014/main" id="{40E39E58-88B5-F4A3-9624-6E15920E3A02}"/>
                  </a:ext>
                </a:extLst>
              </p:cNvPr>
              <p:cNvSpPr/>
              <p:nvPr/>
            </p:nvSpPr>
            <p:spPr>
              <a:xfrm>
                <a:off x="1024" y="1423"/>
                <a:ext cx="11" cy="11"/>
              </a:xfrm>
              <a:custGeom>
                <a:avLst/>
                <a:gdLst/>
                <a:ahLst/>
                <a:cxnLst/>
                <a:rect l="l" t="t" r="r" b="b"/>
                <a:pathLst>
                  <a:path w="54" h="58" extrusionOk="0">
                    <a:moveTo>
                      <a:pt x="2" y="4"/>
                    </a:moveTo>
                    <a:lnTo>
                      <a:pt x="1" y="4"/>
                    </a:lnTo>
                    <a:lnTo>
                      <a:pt x="0" y="8"/>
                    </a:lnTo>
                    <a:lnTo>
                      <a:pt x="1" y="22"/>
                    </a:lnTo>
                    <a:lnTo>
                      <a:pt x="9" y="28"/>
                    </a:lnTo>
                    <a:lnTo>
                      <a:pt x="12" y="38"/>
                    </a:lnTo>
                    <a:lnTo>
                      <a:pt x="23" y="39"/>
                    </a:lnTo>
                    <a:lnTo>
                      <a:pt x="32" y="49"/>
                    </a:lnTo>
                    <a:lnTo>
                      <a:pt x="41" y="50"/>
                    </a:lnTo>
                    <a:lnTo>
                      <a:pt x="44" y="55"/>
                    </a:lnTo>
                    <a:lnTo>
                      <a:pt x="47" y="58"/>
                    </a:lnTo>
                    <a:lnTo>
                      <a:pt x="52" y="56"/>
                    </a:lnTo>
                    <a:lnTo>
                      <a:pt x="54" y="50"/>
                    </a:lnTo>
                    <a:lnTo>
                      <a:pt x="45" y="39"/>
                    </a:lnTo>
                    <a:lnTo>
                      <a:pt x="30" y="28"/>
                    </a:lnTo>
                    <a:lnTo>
                      <a:pt x="33" y="22"/>
                    </a:lnTo>
                    <a:lnTo>
                      <a:pt x="19" y="15"/>
                    </a:lnTo>
                    <a:lnTo>
                      <a:pt x="14" y="4"/>
                    </a:lnTo>
                    <a:lnTo>
                      <a:pt x="12" y="0"/>
                    </a:lnTo>
                    <a:lnTo>
                      <a:pt x="6" y="0"/>
                    </a:lnTo>
                    <a:lnTo>
                      <a:pt x="2" y="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328" name="Google Shape;2328;p5">
              <a:extLst>
                <a:ext uri="{FF2B5EF4-FFF2-40B4-BE49-F238E27FC236}">
                  <a16:creationId xmlns:a16="http://schemas.microsoft.com/office/drawing/2014/main" id="{5E1E35F6-D8BC-B8B9-529B-075849717AE0}"/>
                </a:ext>
              </a:extLst>
            </p:cNvPr>
            <p:cNvSpPr/>
            <p:nvPr/>
          </p:nvSpPr>
          <p:spPr>
            <a:xfrm rot="-514390">
              <a:off x="3399631" y="3186459"/>
              <a:ext cx="12700" cy="6350"/>
            </a:xfrm>
            <a:custGeom>
              <a:avLst/>
              <a:gdLst/>
              <a:ahLst/>
              <a:cxnLst/>
              <a:rect l="l" t="t" r="r" b="b"/>
              <a:pathLst>
                <a:path w="336" h="96" extrusionOk="0">
                  <a:moveTo>
                    <a:pt x="291" y="10"/>
                  </a:moveTo>
                  <a:lnTo>
                    <a:pt x="281" y="6"/>
                  </a:lnTo>
                  <a:lnTo>
                    <a:pt x="289" y="25"/>
                  </a:lnTo>
                  <a:lnTo>
                    <a:pt x="298" y="25"/>
                  </a:lnTo>
                  <a:lnTo>
                    <a:pt x="326" y="50"/>
                  </a:lnTo>
                  <a:lnTo>
                    <a:pt x="336" y="96"/>
                  </a:lnTo>
                  <a:lnTo>
                    <a:pt x="312" y="69"/>
                  </a:lnTo>
                  <a:lnTo>
                    <a:pt x="274" y="50"/>
                  </a:lnTo>
                  <a:lnTo>
                    <a:pt x="230" y="52"/>
                  </a:lnTo>
                  <a:lnTo>
                    <a:pt x="98" y="96"/>
                  </a:lnTo>
                  <a:lnTo>
                    <a:pt x="21" y="93"/>
                  </a:lnTo>
                  <a:lnTo>
                    <a:pt x="0" y="52"/>
                  </a:lnTo>
                  <a:lnTo>
                    <a:pt x="87" y="45"/>
                  </a:lnTo>
                  <a:lnTo>
                    <a:pt x="208" y="0"/>
                  </a:lnTo>
                  <a:lnTo>
                    <a:pt x="257" y="0"/>
                  </a:lnTo>
                  <a:lnTo>
                    <a:pt x="291" y="1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29" name="Google Shape;2329;p5">
              <a:extLst>
                <a:ext uri="{FF2B5EF4-FFF2-40B4-BE49-F238E27FC236}">
                  <a16:creationId xmlns:a16="http://schemas.microsoft.com/office/drawing/2014/main" id="{514EF5E1-F280-8F2C-6BEC-52958832DF5B}"/>
                </a:ext>
              </a:extLst>
            </p:cNvPr>
            <p:cNvSpPr/>
            <p:nvPr/>
          </p:nvSpPr>
          <p:spPr>
            <a:xfrm rot="-514390">
              <a:off x="3420268" y="3188047"/>
              <a:ext cx="1588" cy="15875"/>
            </a:xfrm>
            <a:custGeom>
              <a:avLst/>
              <a:gdLst/>
              <a:ahLst/>
              <a:cxnLst/>
              <a:rect l="l" t="t" r="r" b="b"/>
              <a:pathLst>
                <a:path w="86" h="232" extrusionOk="0">
                  <a:moveTo>
                    <a:pt x="76" y="83"/>
                  </a:moveTo>
                  <a:lnTo>
                    <a:pt x="86" y="6"/>
                  </a:lnTo>
                  <a:lnTo>
                    <a:pt x="86" y="62"/>
                  </a:lnTo>
                  <a:lnTo>
                    <a:pt x="53" y="146"/>
                  </a:lnTo>
                  <a:lnTo>
                    <a:pt x="39" y="232"/>
                  </a:lnTo>
                  <a:lnTo>
                    <a:pt x="0" y="173"/>
                  </a:lnTo>
                  <a:lnTo>
                    <a:pt x="14" y="159"/>
                  </a:lnTo>
                  <a:lnTo>
                    <a:pt x="21" y="135"/>
                  </a:lnTo>
                  <a:lnTo>
                    <a:pt x="18" y="95"/>
                  </a:lnTo>
                  <a:lnTo>
                    <a:pt x="42" y="6"/>
                  </a:lnTo>
                  <a:lnTo>
                    <a:pt x="53" y="0"/>
                  </a:lnTo>
                  <a:lnTo>
                    <a:pt x="72" y="41"/>
                  </a:lnTo>
                  <a:lnTo>
                    <a:pt x="76" y="8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30" name="Google Shape;2330;p5">
              <a:extLst>
                <a:ext uri="{FF2B5EF4-FFF2-40B4-BE49-F238E27FC236}">
                  <a16:creationId xmlns:a16="http://schemas.microsoft.com/office/drawing/2014/main" id="{0E3C1781-BF04-AFE9-C007-641C5B1AAB81}"/>
                </a:ext>
              </a:extLst>
            </p:cNvPr>
            <p:cNvSpPr/>
            <p:nvPr/>
          </p:nvSpPr>
          <p:spPr>
            <a:xfrm rot="-514390">
              <a:off x="3420268" y="3224559"/>
              <a:ext cx="3175" cy="1588"/>
            </a:xfrm>
            <a:custGeom>
              <a:avLst/>
              <a:gdLst/>
              <a:ahLst/>
              <a:cxnLst/>
              <a:rect l="l" t="t" r="r" b="b"/>
              <a:pathLst>
                <a:path w="73" h="28" extrusionOk="0">
                  <a:moveTo>
                    <a:pt x="55" y="25"/>
                  </a:moveTo>
                  <a:lnTo>
                    <a:pt x="73" y="7"/>
                  </a:lnTo>
                  <a:lnTo>
                    <a:pt x="73" y="0"/>
                  </a:lnTo>
                  <a:lnTo>
                    <a:pt x="48" y="0"/>
                  </a:lnTo>
                  <a:lnTo>
                    <a:pt x="8" y="4"/>
                  </a:lnTo>
                  <a:lnTo>
                    <a:pt x="0" y="28"/>
                  </a:lnTo>
                  <a:lnTo>
                    <a:pt x="55" y="2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31" name="Google Shape;2331;p5">
              <a:extLst>
                <a:ext uri="{FF2B5EF4-FFF2-40B4-BE49-F238E27FC236}">
                  <a16:creationId xmlns:a16="http://schemas.microsoft.com/office/drawing/2014/main" id="{E1B5E705-5BD8-BE4F-4990-719361B0DC5A}"/>
                </a:ext>
              </a:extLst>
            </p:cNvPr>
            <p:cNvSpPr/>
            <p:nvPr/>
          </p:nvSpPr>
          <p:spPr>
            <a:xfrm rot="-514390">
              <a:off x="3412331" y="3222972"/>
              <a:ext cx="6350" cy="19050"/>
            </a:xfrm>
            <a:custGeom>
              <a:avLst/>
              <a:gdLst/>
              <a:ahLst/>
              <a:cxnLst/>
              <a:rect l="l" t="t" r="r" b="b"/>
              <a:pathLst>
                <a:path w="175" h="291" extrusionOk="0">
                  <a:moveTo>
                    <a:pt x="93" y="46"/>
                  </a:moveTo>
                  <a:lnTo>
                    <a:pt x="107" y="50"/>
                  </a:lnTo>
                  <a:lnTo>
                    <a:pt x="114" y="81"/>
                  </a:lnTo>
                  <a:lnTo>
                    <a:pt x="175" y="163"/>
                  </a:lnTo>
                  <a:lnTo>
                    <a:pt x="175" y="244"/>
                  </a:lnTo>
                  <a:lnTo>
                    <a:pt x="168" y="268"/>
                  </a:lnTo>
                  <a:lnTo>
                    <a:pt x="141" y="288"/>
                  </a:lnTo>
                  <a:lnTo>
                    <a:pt x="101" y="291"/>
                  </a:lnTo>
                  <a:lnTo>
                    <a:pt x="59" y="244"/>
                  </a:lnTo>
                  <a:lnTo>
                    <a:pt x="10" y="212"/>
                  </a:lnTo>
                  <a:lnTo>
                    <a:pt x="0" y="167"/>
                  </a:lnTo>
                  <a:lnTo>
                    <a:pt x="28" y="84"/>
                  </a:lnTo>
                  <a:lnTo>
                    <a:pt x="35" y="39"/>
                  </a:lnTo>
                  <a:lnTo>
                    <a:pt x="30" y="8"/>
                  </a:lnTo>
                  <a:lnTo>
                    <a:pt x="79" y="0"/>
                  </a:lnTo>
                  <a:lnTo>
                    <a:pt x="93" y="4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32" name="Google Shape;2332;p5">
              <a:extLst>
                <a:ext uri="{FF2B5EF4-FFF2-40B4-BE49-F238E27FC236}">
                  <a16:creationId xmlns:a16="http://schemas.microsoft.com/office/drawing/2014/main" id="{D2F8ABE5-4623-984A-5FD3-6B4AEF48B7B0}"/>
                </a:ext>
              </a:extLst>
            </p:cNvPr>
            <p:cNvSpPr/>
            <p:nvPr/>
          </p:nvSpPr>
          <p:spPr>
            <a:xfrm rot="-514390">
              <a:off x="3420268" y="3245197"/>
              <a:ext cx="1588" cy="9525"/>
            </a:xfrm>
            <a:custGeom>
              <a:avLst/>
              <a:gdLst/>
              <a:ahLst/>
              <a:cxnLst/>
              <a:rect l="l" t="t" r="r" b="b"/>
              <a:pathLst>
                <a:path w="69" h="144" extrusionOk="0">
                  <a:moveTo>
                    <a:pt x="0" y="70"/>
                  </a:moveTo>
                  <a:lnTo>
                    <a:pt x="47" y="0"/>
                  </a:lnTo>
                  <a:lnTo>
                    <a:pt x="69" y="118"/>
                  </a:lnTo>
                  <a:lnTo>
                    <a:pt x="59" y="144"/>
                  </a:lnTo>
                  <a:lnTo>
                    <a:pt x="17" y="128"/>
                  </a:lnTo>
                  <a:lnTo>
                    <a:pt x="0" y="7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33" name="Google Shape;2333;p5">
              <a:extLst>
                <a:ext uri="{FF2B5EF4-FFF2-40B4-BE49-F238E27FC236}">
                  <a16:creationId xmlns:a16="http://schemas.microsoft.com/office/drawing/2014/main" id="{858F9692-BA9B-10A5-9D07-C32D0C50F012}"/>
                </a:ext>
              </a:extLst>
            </p:cNvPr>
            <p:cNvSpPr/>
            <p:nvPr/>
          </p:nvSpPr>
          <p:spPr>
            <a:xfrm rot="-514390">
              <a:off x="3434556" y="3218209"/>
              <a:ext cx="1588" cy="12700"/>
            </a:xfrm>
            <a:custGeom>
              <a:avLst/>
              <a:gdLst/>
              <a:ahLst/>
              <a:cxnLst/>
              <a:rect l="l" t="t" r="r" b="b"/>
              <a:pathLst>
                <a:path w="52" h="192" extrusionOk="0">
                  <a:moveTo>
                    <a:pt x="37" y="20"/>
                  </a:moveTo>
                  <a:lnTo>
                    <a:pt x="37" y="0"/>
                  </a:lnTo>
                  <a:lnTo>
                    <a:pt x="52" y="45"/>
                  </a:lnTo>
                  <a:lnTo>
                    <a:pt x="47" y="192"/>
                  </a:lnTo>
                  <a:lnTo>
                    <a:pt x="10" y="160"/>
                  </a:lnTo>
                  <a:lnTo>
                    <a:pt x="0" y="120"/>
                  </a:lnTo>
                  <a:lnTo>
                    <a:pt x="20" y="99"/>
                  </a:lnTo>
                  <a:lnTo>
                    <a:pt x="37" y="2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34" name="Google Shape;2334;p5">
              <a:extLst>
                <a:ext uri="{FF2B5EF4-FFF2-40B4-BE49-F238E27FC236}">
                  <a16:creationId xmlns:a16="http://schemas.microsoft.com/office/drawing/2014/main" id="{9FD90BDE-E9B7-1D84-0CB8-DF30391187C1}"/>
                </a:ext>
              </a:extLst>
            </p:cNvPr>
            <p:cNvSpPr/>
            <p:nvPr/>
          </p:nvSpPr>
          <p:spPr>
            <a:xfrm rot="-514390">
              <a:off x="3442493" y="3229322"/>
              <a:ext cx="4763" cy="14288"/>
            </a:xfrm>
            <a:custGeom>
              <a:avLst/>
              <a:gdLst/>
              <a:ahLst/>
              <a:cxnLst/>
              <a:rect l="l" t="t" r="r" b="b"/>
              <a:pathLst>
                <a:path w="146" h="212" extrusionOk="0">
                  <a:moveTo>
                    <a:pt x="115" y="147"/>
                  </a:moveTo>
                  <a:lnTo>
                    <a:pt x="132" y="142"/>
                  </a:lnTo>
                  <a:lnTo>
                    <a:pt x="146" y="205"/>
                  </a:lnTo>
                  <a:lnTo>
                    <a:pt x="121" y="212"/>
                  </a:lnTo>
                  <a:lnTo>
                    <a:pt x="87" y="202"/>
                  </a:lnTo>
                  <a:lnTo>
                    <a:pt x="101" y="157"/>
                  </a:lnTo>
                  <a:lnTo>
                    <a:pt x="56" y="76"/>
                  </a:lnTo>
                  <a:lnTo>
                    <a:pt x="0" y="0"/>
                  </a:lnTo>
                  <a:lnTo>
                    <a:pt x="24" y="4"/>
                  </a:lnTo>
                  <a:lnTo>
                    <a:pt x="52" y="35"/>
                  </a:lnTo>
                  <a:lnTo>
                    <a:pt x="115" y="14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35" name="Google Shape;2335;p5">
              <a:extLst>
                <a:ext uri="{FF2B5EF4-FFF2-40B4-BE49-F238E27FC236}">
                  <a16:creationId xmlns:a16="http://schemas.microsoft.com/office/drawing/2014/main" id="{FB45C952-67D9-C051-54B5-2445F1854C52}"/>
                </a:ext>
              </a:extLst>
            </p:cNvPr>
            <p:cNvSpPr/>
            <p:nvPr/>
          </p:nvSpPr>
          <p:spPr>
            <a:xfrm rot="-514390">
              <a:off x="3456781" y="3240434"/>
              <a:ext cx="3175" cy="3175"/>
            </a:xfrm>
            <a:custGeom>
              <a:avLst/>
              <a:gdLst/>
              <a:ahLst/>
              <a:cxnLst/>
              <a:rect l="l" t="t" r="r" b="b"/>
              <a:pathLst>
                <a:path w="52" h="55" extrusionOk="0">
                  <a:moveTo>
                    <a:pt x="20" y="0"/>
                  </a:moveTo>
                  <a:lnTo>
                    <a:pt x="3" y="28"/>
                  </a:lnTo>
                  <a:lnTo>
                    <a:pt x="0" y="55"/>
                  </a:lnTo>
                  <a:lnTo>
                    <a:pt x="35" y="52"/>
                  </a:lnTo>
                  <a:lnTo>
                    <a:pt x="52" y="0"/>
                  </a:lnTo>
                  <a:lnTo>
                    <a:pt x="20"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36" name="Google Shape;2336;p5">
              <a:extLst>
                <a:ext uri="{FF2B5EF4-FFF2-40B4-BE49-F238E27FC236}">
                  <a16:creationId xmlns:a16="http://schemas.microsoft.com/office/drawing/2014/main" id="{6277CC20-E815-79AE-B530-0FB8872F4082}"/>
                </a:ext>
              </a:extLst>
            </p:cNvPr>
            <p:cNvSpPr/>
            <p:nvPr/>
          </p:nvSpPr>
          <p:spPr>
            <a:xfrm rot="-514390">
              <a:off x="3450431" y="3254722"/>
              <a:ext cx="4763" cy="15875"/>
            </a:xfrm>
            <a:custGeom>
              <a:avLst/>
              <a:gdLst/>
              <a:ahLst/>
              <a:cxnLst/>
              <a:rect l="l" t="t" r="r" b="b"/>
              <a:pathLst>
                <a:path w="117" h="232" extrusionOk="0">
                  <a:moveTo>
                    <a:pt x="0" y="0"/>
                  </a:moveTo>
                  <a:lnTo>
                    <a:pt x="10" y="17"/>
                  </a:lnTo>
                  <a:lnTo>
                    <a:pt x="37" y="105"/>
                  </a:lnTo>
                  <a:lnTo>
                    <a:pt x="55" y="135"/>
                  </a:lnTo>
                  <a:lnTo>
                    <a:pt x="93" y="149"/>
                  </a:lnTo>
                  <a:lnTo>
                    <a:pt x="117" y="204"/>
                  </a:lnTo>
                  <a:lnTo>
                    <a:pt x="117" y="232"/>
                  </a:lnTo>
                  <a:lnTo>
                    <a:pt x="96" y="191"/>
                  </a:lnTo>
                  <a:lnTo>
                    <a:pt x="52" y="162"/>
                  </a:lnTo>
                  <a:lnTo>
                    <a:pt x="35" y="118"/>
                  </a:lnTo>
                  <a:lnTo>
                    <a:pt x="24" y="44"/>
                  </a:lnTo>
                  <a:lnTo>
                    <a:pt x="0"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37" name="Google Shape;2337;p5">
              <a:extLst>
                <a:ext uri="{FF2B5EF4-FFF2-40B4-BE49-F238E27FC236}">
                  <a16:creationId xmlns:a16="http://schemas.microsoft.com/office/drawing/2014/main" id="{B943C9D6-C3A7-011B-FCB2-4C0881CEC4A3}"/>
                </a:ext>
              </a:extLst>
            </p:cNvPr>
            <p:cNvSpPr/>
            <p:nvPr/>
          </p:nvSpPr>
          <p:spPr>
            <a:xfrm rot="-514390">
              <a:off x="3464718" y="3269009"/>
              <a:ext cx="4763" cy="14288"/>
            </a:xfrm>
            <a:custGeom>
              <a:avLst/>
              <a:gdLst/>
              <a:ahLst/>
              <a:cxnLst/>
              <a:rect l="l" t="t" r="r" b="b"/>
              <a:pathLst>
                <a:path w="149" h="218" extrusionOk="0">
                  <a:moveTo>
                    <a:pt x="101" y="73"/>
                  </a:moveTo>
                  <a:lnTo>
                    <a:pt x="101" y="48"/>
                  </a:lnTo>
                  <a:lnTo>
                    <a:pt x="101" y="56"/>
                  </a:lnTo>
                  <a:lnTo>
                    <a:pt x="90" y="48"/>
                  </a:lnTo>
                  <a:lnTo>
                    <a:pt x="31" y="48"/>
                  </a:lnTo>
                  <a:lnTo>
                    <a:pt x="4" y="27"/>
                  </a:lnTo>
                  <a:lnTo>
                    <a:pt x="0" y="14"/>
                  </a:lnTo>
                  <a:lnTo>
                    <a:pt x="11" y="0"/>
                  </a:lnTo>
                  <a:lnTo>
                    <a:pt x="46" y="14"/>
                  </a:lnTo>
                  <a:lnTo>
                    <a:pt x="83" y="41"/>
                  </a:lnTo>
                  <a:lnTo>
                    <a:pt x="125" y="41"/>
                  </a:lnTo>
                  <a:lnTo>
                    <a:pt x="145" y="61"/>
                  </a:lnTo>
                  <a:lnTo>
                    <a:pt x="149" y="113"/>
                  </a:lnTo>
                  <a:lnTo>
                    <a:pt x="103" y="172"/>
                  </a:lnTo>
                  <a:lnTo>
                    <a:pt x="49" y="218"/>
                  </a:lnTo>
                  <a:lnTo>
                    <a:pt x="35" y="182"/>
                  </a:lnTo>
                  <a:lnTo>
                    <a:pt x="111" y="100"/>
                  </a:lnTo>
                  <a:lnTo>
                    <a:pt x="101" y="7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38" name="Google Shape;2338;p5">
              <a:extLst>
                <a:ext uri="{FF2B5EF4-FFF2-40B4-BE49-F238E27FC236}">
                  <a16:creationId xmlns:a16="http://schemas.microsoft.com/office/drawing/2014/main" id="{0C16B33E-FC28-3311-F28B-6928F6301FB0}"/>
                </a:ext>
              </a:extLst>
            </p:cNvPr>
            <p:cNvSpPr/>
            <p:nvPr/>
          </p:nvSpPr>
          <p:spPr>
            <a:xfrm rot="-514390">
              <a:off x="3477418" y="3278534"/>
              <a:ext cx="4763" cy="1588"/>
            </a:xfrm>
            <a:custGeom>
              <a:avLst/>
              <a:gdLst/>
              <a:ahLst/>
              <a:cxnLst/>
              <a:rect l="l" t="t" r="r" b="b"/>
              <a:pathLst>
                <a:path w="118" h="34" extrusionOk="0">
                  <a:moveTo>
                    <a:pt x="118" y="34"/>
                  </a:moveTo>
                  <a:lnTo>
                    <a:pt x="100" y="3"/>
                  </a:lnTo>
                  <a:lnTo>
                    <a:pt x="56" y="0"/>
                  </a:lnTo>
                  <a:lnTo>
                    <a:pt x="0" y="24"/>
                  </a:lnTo>
                  <a:lnTo>
                    <a:pt x="52" y="17"/>
                  </a:lnTo>
                  <a:lnTo>
                    <a:pt x="90" y="34"/>
                  </a:lnTo>
                  <a:lnTo>
                    <a:pt x="118" y="3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39" name="Google Shape;2339;p5">
              <a:extLst>
                <a:ext uri="{FF2B5EF4-FFF2-40B4-BE49-F238E27FC236}">
                  <a16:creationId xmlns:a16="http://schemas.microsoft.com/office/drawing/2014/main" id="{2F393F19-2CF2-B1A9-CD63-5BB83C9C6E27}"/>
                </a:ext>
              </a:extLst>
            </p:cNvPr>
            <p:cNvSpPr/>
            <p:nvPr/>
          </p:nvSpPr>
          <p:spPr>
            <a:xfrm rot="-514390">
              <a:off x="3488531" y="3284884"/>
              <a:ext cx="9525" cy="6350"/>
            </a:xfrm>
            <a:custGeom>
              <a:avLst/>
              <a:gdLst/>
              <a:ahLst/>
              <a:cxnLst/>
              <a:rect l="l" t="t" r="r" b="b"/>
              <a:pathLst>
                <a:path w="248" h="103" extrusionOk="0">
                  <a:moveTo>
                    <a:pt x="48" y="19"/>
                  </a:moveTo>
                  <a:lnTo>
                    <a:pt x="86" y="0"/>
                  </a:lnTo>
                  <a:lnTo>
                    <a:pt x="114" y="25"/>
                  </a:lnTo>
                  <a:lnTo>
                    <a:pt x="192" y="61"/>
                  </a:lnTo>
                  <a:lnTo>
                    <a:pt x="241" y="92"/>
                  </a:lnTo>
                  <a:lnTo>
                    <a:pt x="248" y="103"/>
                  </a:lnTo>
                  <a:lnTo>
                    <a:pt x="210" y="98"/>
                  </a:lnTo>
                  <a:lnTo>
                    <a:pt x="148" y="52"/>
                  </a:lnTo>
                  <a:lnTo>
                    <a:pt x="100" y="34"/>
                  </a:lnTo>
                  <a:lnTo>
                    <a:pt x="41" y="73"/>
                  </a:lnTo>
                  <a:lnTo>
                    <a:pt x="0" y="76"/>
                  </a:lnTo>
                  <a:lnTo>
                    <a:pt x="13" y="48"/>
                  </a:lnTo>
                  <a:lnTo>
                    <a:pt x="48" y="1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40" name="Google Shape;2340;p5">
              <a:extLst>
                <a:ext uri="{FF2B5EF4-FFF2-40B4-BE49-F238E27FC236}">
                  <a16:creationId xmlns:a16="http://schemas.microsoft.com/office/drawing/2014/main" id="{09D428DF-AA68-B225-A1FA-2525440718F0}"/>
                </a:ext>
              </a:extLst>
            </p:cNvPr>
            <p:cNvSpPr/>
            <p:nvPr/>
          </p:nvSpPr>
          <p:spPr>
            <a:xfrm rot="-514390">
              <a:off x="3475831" y="3302347"/>
              <a:ext cx="6350" cy="9525"/>
            </a:xfrm>
            <a:custGeom>
              <a:avLst/>
              <a:gdLst/>
              <a:ahLst/>
              <a:cxnLst/>
              <a:rect l="l" t="t" r="r" b="b"/>
              <a:pathLst>
                <a:path w="192" h="146" extrusionOk="0">
                  <a:moveTo>
                    <a:pt x="192" y="0"/>
                  </a:moveTo>
                  <a:lnTo>
                    <a:pt x="184" y="0"/>
                  </a:lnTo>
                  <a:lnTo>
                    <a:pt x="184" y="56"/>
                  </a:lnTo>
                  <a:lnTo>
                    <a:pt x="175" y="104"/>
                  </a:lnTo>
                  <a:lnTo>
                    <a:pt x="132" y="132"/>
                  </a:lnTo>
                  <a:lnTo>
                    <a:pt x="0" y="146"/>
                  </a:lnTo>
                  <a:lnTo>
                    <a:pt x="4" y="76"/>
                  </a:lnTo>
                  <a:lnTo>
                    <a:pt x="62" y="49"/>
                  </a:lnTo>
                  <a:lnTo>
                    <a:pt x="114" y="67"/>
                  </a:lnTo>
                  <a:lnTo>
                    <a:pt x="192"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41" name="Google Shape;2341;p5">
              <a:extLst>
                <a:ext uri="{FF2B5EF4-FFF2-40B4-BE49-F238E27FC236}">
                  <a16:creationId xmlns:a16="http://schemas.microsoft.com/office/drawing/2014/main" id="{935BE7CC-AED3-B659-4E40-3A9FD98503DC}"/>
                </a:ext>
              </a:extLst>
            </p:cNvPr>
            <p:cNvSpPr/>
            <p:nvPr/>
          </p:nvSpPr>
          <p:spPr>
            <a:xfrm rot="-514390">
              <a:off x="3418681" y="3243609"/>
              <a:ext cx="3175" cy="4763"/>
            </a:xfrm>
            <a:custGeom>
              <a:avLst/>
              <a:gdLst/>
              <a:ahLst/>
              <a:cxnLst/>
              <a:rect l="l" t="t" r="r" b="b"/>
              <a:pathLst>
                <a:path w="70" h="80" extrusionOk="0">
                  <a:moveTo>
                    <a:pt x="42" y="0"/>
                  </a:moveTo>
                  <a:lnTo>
                    <a:pt x="0" y="55"/>
                  </a:lnTo>
                  <a:lnTo>
                    <a:pt x="4" y="80"/>
                  </a:lnTo>
                  <a:lnTo>
                    <a:pt x="42" y="57"/>
                  </a:lnTo>
                  <a:lnTo>
                    <a:pt x="70" y="9"/>
                  </a:lnTo>
                  <a:lnTo>
                    <a:pt x="42"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42" name="Google Shape;2342;p5">
              <a:extLst>
                <a:ext uri="{FF2B5EF4-FFF2-40B4-BE49-F238E27FC236}">
                  <a16:creationId xmlns:a16="http://schemas.microsoft.com/office/drawing/2014/main" id="{5F974A45-A60D-1112-C10B-EC2BBE2734CA}"/>
                </a:ext>
              </a:extLst>
            </p:cNvPr>
            <p:cNvSpPr/>
            <p:nvPr/>
          </p:nvSpPr>
          <p:spPr>
            <a:xfrm rot="-514390">
              <a:off x="3386931" y="3227734"/>
              <a:ext cx="1588" cy="6350"/>
            </a:xfrm>
            <a:custGeom>
              <a:avLst/>
              <a:gdLst/>
              <a:ahLst/>
              <a:cxnLst/>
              <a:rect l="l" t="t" r="r" b="b"/>
              <a:pathLst>
                <a:path w="72" h="93" extrusionOk="0">
                  <a:moveTo>
                    <a:pt x="72" y="7"/>
                  </a:moveTo>
                  <a:lnTo>
                    <a:pt x="57" y="0"/>
                  </a:lnTo>
                  <a:lnTo>
                    <a:pt x="0" y="79"/>
                  </a:lnTo>
                  <a:lnTo>
                    <a:pt x="7" y="93"/>
                  </a:lnTo>
                  <a:lnTo>
                    <a:pt x="72" y="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43" name="Google Shape;2343;p5">
              <a:extLst>
                <a:ext uri="{FF2B5EF4-FFF2-40B4-BE49-F238E27FC236}">
                  <a16:creationId xmlns:a16="http://schemas.microsoft.com/office/drawing/2014/main" id="{403B2F85-DA03-CB16-2D57-F55E82EC1868}"/>
                </a:ext>
              </a:extLst>
            </p:cNvPr>
            <p:cNvSpPr/>
            <p:nvPr/>
          </p:nvSpPr>
          <p:spPr>
            <a:xfrm rot="-514390">
              <a:off x="3383756" y="3235672"/>
              <a:ext cx="3175" cy="3175"/>
            </a:xfrm>
            <a:custGeom>
              <a:avLst/>
              <a:gdLst/>
              <a:ahLst/>
              <a:cxnLst/>
              <a:rect l="l" t="t" r="r" b="b"/>
              <a:pathLst>
                <a:path w="56" h="36" extrusionOk="0">
                  <a:moveTo>
                    <a:pt x="56" y="0"/>
                  </a:moveTo>
                  <a:lnTo>
                    <a:pt x="0" y="26"/>
                  </a:lnTo>
                  <a:lnTo>
                    <a:pt x="4" y="36"/>
                  </a:lnTo>
                  <a:lnTo>
                    <a:pt x="53" y="18"/>
                  </a:lnTo>
                  <a:lnTo>
                    <a:pt x="56"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44" name="Google Shape;2344;p5">
              <a:extLst>
                <a:ext uri="{FF2B5EF4-FFF2-40B4-BE49-F238E27FC236}">
                  <a16:creationId xmlns:a16="http://schemas.microsoft.com/office/drawing/2014/main" id="{0DE43BC3-24F6-71E5-2E22-FE07912D768E}"/>
                </a:ext>
              </a:extLst>
            </p:cNvPr>
            <p:cNvSpPr/>
            <p:nvPr/>
          </p:nvSpPr>
          <p:spPr>
            <a:xfrm rot="-514390">
              <a:off x="3374231" y="3238847"/>
              <a:ext cx="6350" cy="6350"/>
            </a:xfrm>
            <a:custGeom>
              <a:avLst/>
              <a:gdLst/>
              <a:ahLst/>
              <a:cxnLst/>
              <a:rect l="l" t="t" r="r" b="b"/>
              <a:pathLst>
                <a:path w="155" h="70" extrusionOk="0">
                  <a:moveTo>
                    <a:pt x="152" y="40"/>
                  </a:moveTo>
                  <a:lnTo>
                    <a:pt x="109" y="36"/>
                  </a:lnTo>
                  <a:lnTo>
                    <a:pt x="44" y="67"/>
                  </a:lnTo>
                  <a:lnTo>
                    <a:pt x="0" y="70"/>
                  </a:lnTo>
                  <a:lnTo>
                    <a:pt x="9" y="50"/>
                  </a:lnTo>
                  <a:lnTo>
                    <a:pt x="59" y="36"/>
                  </a:lnTo>
                  <a:lnTo>
                    <a:pt x="119" y="0"/>
                  </a:lnTo>
                  <a:lnTo>
                    <a:pt x="155" y="9"/>
                  </a:lnTo>
                  <a:lnTo>
                    <a:pt x="152" y="4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45" name="Google Shape;2345;p5">
              <a:extLst>
                <a:ext uri="{FF2B5EF4-FFF2-40B4-BE49-F238E27FC236}">
                  <a16:creationId xmlns:a16="http://schemas.microsoft.com/office/drawing/2014/main" id="{4AA3C8AC-4E88-D821-5DD7-0EAF71C99575}"/>
                </a:ext>
              </a:extLst>
            </p:cNvPr>
            <p:cNvSpPr/>
            <p:nvPr/>
          </p:nvSpPr>
          <p:spPr>
            <a:xfrm rot="-1047951">
              <a:off x="3417093" y="3375372"/>
              <a:ext cx="23813" cy="17463"/>
            </a:xfrm>
            <a:custGeom>
              <a:avLst/>
              <a:gdLst/>
              <a:ahLst/>
              <a:cxnLst/>
              <a:rect l="l" t="t" r="r" b="b"/>
              <a:pathLst>
                <a:path w="642" h="260" extrusionOk="0">
                  <a:moveTo>
                    <a:pt x="373" y="31"/>
                  </a:moveTo>
                  <a:lnTo>
                    <a:pt x="397" y="35"/>
                  </a:lnTo>
                  <a:lnTo>
                    <a:pt x="450" y="63"/>
                  </a:lnTo>
                  <a:lnTo>
                    <a:pt x="483" y="101"/>
                  </a:lnTo>
                  <a:lnTo>
                    <a:pt x="600" y="104"/>
                  </a:lnTo>
                  <a:lnTo>
                    <a:pt x="642" y="212"/>
                  </a:lnTo>
                  <a:lnTo>
                    <a:pt x="588" y="222"/>
                  </a:lnTo>
                  <a:lnTo>
                    <a:pt x="504" y="197"/>
                  </a:lnTo>
                  <a:lnTo>
                    <a:pt x="442" y="222"/>
                  </a:lnTo>
                  <a:lnTo>
                    <a:pt x="390" y="222"/>
                  </a:lnTo>
                  <a:lnTo>
                    <a:pt x="369" y="260"/>
                  </a:lnTo>
                  <a:lnTo>
                    <a:pt x="304" y="256"/>
                  </a:lnTo>
                  <a:lnTo>
                    <a:pt x="273" y="228"/>
                  </a:lnTo>
                  <a:lnTo>
                    <a:pt x="194" y="222"/>
                  </a:lnTo>
                  <a:lnTo>
                    <a:pt x="101" y="135"/>
                  </a:lnTo>
                  <a:lnTo>
                    <a:pt x="39" y="115"/>
                  </a:lnTo>
                  <a:lnTo>
                    <a:pt x="0" y="73"/>
                  </a:lnTo>
                  <a:lnTo>
                    <a:pt x="10" y="44"/>
                  </a:lnTo>
                  <a:lnTo>
                    <a:pt x="138" y="0"/>
                  </a:lnTo>
                  <a:lnTo>
                    <a:pt x="194" y="4"/>
                  </a:lnTo>
                  <a:lnTo>
                    <a:pt x="279" y="21"/>
                  </a:lnTo>
                  <a:lnTo>
                    <a:pt x="373" y="3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46" name="Google Shape;2346;p5">
              <a:extLst>
                <a:ext uri="{FF2B5EF4-FFF2-40B4-BE49-F238E27FC236}">
                  <a16:creationId xmlns:a16="http://schemas.microsoft.com/office/drawing/2014/main" id="{CA563551-1556-ADA3-4843-79397CA7791F}"/>
                </a:ext>
              </a:extLst>
            </p:cNvPr>
            <p:cNvSpPr/>
            <p:nvPr/>
          </p:nvSpPr>
          <p:spPr>
            <a:xfrm rot="-1047951">
              <a:off x="3482181" y="3318222"/>
              <a:ext cx="38100" cy="52388"/>
            </a:xfrm>
            <a:custGeom>
              <a:avLst/>
              <a:gdLst/>
              <a:ahLst/>
              <a:cxnLst/>
              <a:rect l="l" t="t" r="r" b="b"/>
              <a:pathLst>
                <a:path w="1080" h="745" extrusionOk="0">
                  <a:moveTo>
                    <a:pt x="17" y="29"/>
                  </a:moveTo>
                  <a:lnTo>
                    <a:pt x="25" y="17"/>
                  </a:lnTo>
                  <a:lnTo>
                    <a:pt x="51" y="0"/>
                  </a:lnTo>
                  <a:lnTo>
                    <a:pt x="119" y="0"/>
                  </a:lnTo>
                  <a:lnTo>
                    <a:pt x="183" y="9"/>
                  </a:lnTo>
                  <a:lnTo>
                    <a:pt x="338" y="4"/>
                  </a:lnTo>
                  <a:lnTo>
                    <a:pt x="423" y="29"/>
                  </a:lnTo>
                  <a:lnTo>
                    <a:pt x="512" y="76"/>
                  </a:lnTo>
                  <a:lnTo>
                    <a:pt x="589" y="84"/>
                  </a:lnTo>
                  <a:lnTo>
                    <a:pt x="614" y="110"/>
                  </a:lnTo>
                  <a:lnTo>
                    <a:pt x="632" y="169"/>
                  </a:lnTo>
                  <a:lnTo>
                    <a:pt x="643" y="181"/>
                  </a:lnTo>
                  <a:lnTo>
                    <a:pt x="699" y="193"/>
                  </a:lnTo>
                  <a:lnTo>
                    <a:pt x="805" y="193"/>
                  </a:lnTo>
                  <a:lnTo>
                    <a:pt x="822" y="203"/>
                  </a:lnTo>
                  <a:lnTo>
                    <a:pt x="825" y="227"/>
                  </a:lnTo>
                  <a:lnTo>
                    <a:pt x="779" y="244"/>
                  </a:lnTo>
                  <a:lnTo>
                    <a:pt x="728" y="244"/>
                  </a:lnTo>
                  <a:lnTo>
                    <a:pt x="723" y="269"/>
                  </a:lnTo>
                  <a:lnTo>
                    <a:pt x="796" y="294"/>
                  </a:lnTo>
                  <a:lnTo>
                    <a:pt x="944" y="298"/>
                  </a:lnTo>
                  <a:lnTo>
                    <a:pt x="977" y="336"/>
                  </a:lnTo>
                  <a:lnTo>
                    <a:pt x="1038" y="387"/>
                  </a:lnTo>
                  <a:lnTo>
                    <a:pt x="1076" y="404"/>
                  </a:lnTo>
                  <a:lnTo>
                    <a:pt x="1080" y="417"/>
                  </a:lnTo>
                  <a:lnTo>
                    <a:pt x="1080" y="462"/>
                  </a:lnTo>
                  <a:lnTo>
                    <a:pt x="1055" y="509"/>
                  </a:lnTo>
                  <a:lnTo>
                    <a:pt x="1012" y="547"/>
                  </a:lnTo>
                  <a:lnTo>
                    <a:pt x="969" y="547"/>
                  </a:lnTo>
                  <a:lnTo>
                    <a:pt x="940" y="522"/>
                  </a:lnTo>
                  <a:lnTo>
                    <a:pt x="872" y="496"/>
                  </a:lnTo>
                  <a:lnTo>
                    <a:pt x="706" y="483"/>
                  </a:lnTo>
                  <a:lnTo>
                    <a:pt x="589" y="500"/>
                  </a:lnTo>
                  <a:lnTo>
                    <a:pt x="551" y="522"/>
                  </a:lnTo>
                  <a:lnTo>
                    <a:pt x="538" y="547"/>
                  </a:lnTo>
                  <a:lnTo>
                    <a:pt x="525" y="556"/>
                  </a:lnTo>
                  <a:lnTo>
                    <a:pt x="474" y="576"/>
                  </a:lnTo>
                  <a:lnTo>
                    <a:pt x="406" y="589"/>
                  </a:lnTo>
                  <a:lnTo>
                    <a:pt x="369" y="522"/>
                  </a:lnTo>
                  <a:lnTo>
                    <a:pt x="369" y="509"/>
                  </a:lnTo>
                  <a:lnTo>
                    <a:pt x="322" y="504"/>
                  </a:lnTo>
                  <a:lnTo>
                    <a:pt x="292" y="517"/>
                  </a:lnTo>
                  <a:lnTo>
                    <a:pt x="271" y="534"/>
                  </a:lnTo>
                  <a:lnTo>
                    <a:pt x="233" y="584"/>
                  </a:lnTo>
                  <a:lnTo>
                    <a:pt x="191" y="656"/>
                  </a:lnTo>
                  <a:lnTo>
                    <a:pt x="174" y="673"/>
                  </a:lnTo>
                  <a:lnTo>
                    <a:pt x="170" y="690"/>
                  </a:lnTo>
                  <a:lnTo>
                    <a:pt x="110" y="745"/>
                  </a:lnTo>
                  <a:lnTo>
                    <a:pt x="88" y="745"/>
                  </a:lnTo>
                  <a:lnTo>
                    <a:pt x="85" y="733"/>
                  </a:lnTo>
                  <a:lnTo>
                    <a:pt x="46" y="702"/>
                  </a:lnTo>
                  <a:lnTo>
                    <a:pt x="42" y="694"/>
                  </a:lnTo>
                  <a:lnTo>
                    <a:pt x="42" y="640"/>
                  </a:lnTo>
                  <a:lnTo>
                    <a:pt x="25" y="619"/>
                  </a:lnTo>
                  <a:lnTo>
                    <a:pt x="34" y="606"/>
                  </a:lnTo>
                  <a:lnTo>
                    <a:pt x="42" y="531"/>
                  </a:lnTo>
                  <a:lnTo>
                    <a:pt x="34" y="496"/>
                  </a:lnTo>
                  <a:lnTo>
                    <a:pt x="0" y="458"/>
                  </a:lnTo>
                  <a:lnTo>
                    <a:pt x="0" y="434"/>
                  </a:lnTo>
                  <a:lnTo>
                    <a:pt x="8" y="417"/>
                  </a:lnTo>
                  <a:lnTo>
                    <a:pt x="51" y="384"/>
                  </a:lnTo>
                  <a:lnTo>
                    <a:pt x="46" y="290"/>
                  </a:lnTo>
                  <a:lnTo>
                    <a:pt x="68" y="269"/>
                  </a:lnTo>
                  <a:lnTo>
                    <a:pt x="77" y="235"/>
                  </a:lnTo>
                  <a:lnTo>
                    <a:pt x="51" y="206"/>
                  </a:lnTo>
                  <a:lnTo>
                    <a:pt x="59" y="127"/>
                  </a:lnTo>
                  <a:lnTo>
                    <a:pt x="46" y="80"/>
                  </a:lnTo>
                  <a:lnTo>
                    <a:pt x="12" y="38"/>
                  </a:lnTo>
                  <a:lnTo>
                    <a:pt x="17" y="2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47" name="Google Shape;2347;p5">
              <a:extLst>
                <a:ext uri="{FF2B5EF4-FFF2-40B4-BE49-F238E27FC236}">
                  <a16:creationId xmlns:a16="http://schemas.microsoft.com/office/drawing/2014/main" id="{205C5BD6-8DC6-3725-CDE8-C425EF66B564}"/>
                </a:ext>
              </a:extLst>
            </p:cNvPr>
            <p:cNvSpPr/>
            <p:nvPr/>
          </p:nvSpPr>
          <p:spPr>
            <a:xfrm rot="-1047951">
              <a:off x="3596481" y="3349972"/>
              <a:ext cx="1588" cy="1588"/>
            </a:xfrm>
            <a:custGeom>
              <a:avLst/>
              <a:gdLst/>
              <a:ahLst/>
              <a:cxnLst/>
              <a:rect l="l" t="t" r="r" b="b"/>
              <a:pathLst>
                <a:path w="56" h="53" extrusionOk="0">
                  <a:moveTo>
                    <a:pt x="18" y="0"/>
                  </a:moveTo>
                  <a:lnTo>
                    <a:pt x="11" y="4"/>
                  </a:lnTo>
                  <a:lnTo>
                    <a:pt x="0" y="28"/>
                  </a:lnTo>
                  <a:lnTo>
                    <a:pt x="4" y="48"/>
                  </a:lnTo>
                  <a:lnTo>
                    <a:pt x="24" y="53"/>
                  </a:lnTo>
                  <a:lnTo>
                    <a:pt x="52" y="34"/>
                  </a:lnTo>
                  <a:lnTo>
                    <a:pt x="56" y="22"/>
                  </a:lnTo>
                  <a:lnTo>
                    <a:pt x="18"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48" name="Google Shape;2348;p5">
              <a:extLst>
                <a:ext uri="{FF2B5EF4-FFF2-40B4-BE49-F238E27FC236}">
                  <a16:creationId xmlns:a16="http://schemas.microsoft.com/office/drawing/2014/main" id="{481A5445-446C-0045-1C2A-25D199ECB394}"/>
                </a:ext>
              </a:extLst>
            </p:cNvPr>
            <p:cNvSpPr/>
            <p:nvPr/>
          </p:nvSpPr>
          <p:spPr>
            <a:xfrm rot="-1047951">
              <a:off x="3618706" y="3392834"/>
              <a:ext cx="3175" cy="11113"/>
            </a:xfrm>
            <a:custGeom>
              <a:avLst/>
              <a:gdLst/>
              <a:ahLst/>
              <a:cxnLst/>
              <a:rect l="l" t="t" r="r" b="b"/>
              <a:pathLst>
                <a:path w="111" h="152" extrusionOk="0">
                  <a:moveTo>
                    <a:pt x="4" y="0"/>
                  </a:moveTo>
                  <a:lnTo>
                    <a:pt x="32" y="7"/>
                  </a:lnTo>
                  <a:lnTo>
                    <a:pt x="66" y="41"/>
                  </a:lnTo>
                  <a:lnTo>
                    <a:pt x="111" y="138"/>
                  </a:lnTo>
                  <a:lnTo>
                    <a:pt x="105" y="145"/>
                  </a:lnTo>
                  <a:lnTo>
                    <a:pt x="66" y="152"/>
                  </a:lnTo>
                  <a:lnTo>
                    <a:pt x="49" y="138"/>
                  </a:lnTo>
                  <a:lnTo>
                    <a:pt x="7" y="47"/>
                  </a:lnTo>
                  <a:lnTo>
                    <a:pt x="0" y="23"/>
                  </a:lnTo>
                  <a:lnTo>
                    <a:pt x="4"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49" name="Google Shape;2349;p5">
              <a:extLst>
                <a:ext uri="{FF2B5EF4-FFF2-40B4-BE49-F238E27FC236}">
                  <a16:creationId xmlns:a16="http://schemas.microsoft.com/office/drawing/2014/main" id="{A7D8E88E-2B2C-A87C-3118-321FFC4FF411}"/>
                </a:ext>
              </a:extLst>
            </p:cNvPr>
            <p:cNvSpPr/>
            <p:nvPr/>
          </p:nvSpPr>
          <p:spPr>
            <a:xfrm rot="-1047951">
              <a:off x="3642518" y="3470622"/>
              <a:ext cx="3175" cy="4763"/>
            </a:xfrm>
            <a:custGeom>
              <a:avLst/>
              <a:gdLst/>
              <a:ahLst/>
              <a:cxnLst/>
              <a:rect l="l" t="t" r="r" b="b"/>
              <a:pathLst>
                <a:path w="86" h="63" extrusionOk="0">
                  <a:moveTo>
                    <a:pt x="86" y="0"/>
                  </a:moveTo>
                  <a:lnTo>
                    <a:pt x="51" y="11"/>
                  </a:lnTo>
                  <a:lnTo>
                    <a:pt x="0" y="52"/>
                  </a:lnTo>
                  <a:lnTo>
                    <a:pt x="14" y="63"/>
                  </a:lnTo>
                  <a:lnTo>
                    <a:pt x="62" y="31"/>
                  </a:lnTo>
                  <a:lnTo>
                    <a:pt x="86"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50" name="Google Shape;2350;p5">
              <a:extLst>
                <a:ext uri="{FF2B5EF4-FFF2-40B4-BE49-F238E27FC236}">
                  <a16:creationId xmlns:a16="http://schemas.microsoft.com/office/drawing/2014/main" id="{84A34BDB-30BD-0E4D-9333-0783722EE7AA}"/>
                </a:ext>
              </a:extLst>
            </p:cNvPr>
            <p:cNvSpPr/>
            <p:nvPr/>
          </p:nvSpPr>
          <p:spPr>
            <a:xfrm rot="-1047951">
              <a:off x="3636168" y="3484909"/>
              <a:ext cx="9525" cy="15875"/>
            </a:xfrm>
            <a:custGeom>
              <a:avLst/>
              <a:gdLst/>
              <a:ahLst/>
              <a:cxnLst/>
              <a:rect l="l" t="t" r="r" b="b"/>
              <a:pathLst>
                <a:path w="287" h="245" extrusionOk="0">
                  <a:moveTo>
                    <a:pt x="287" y="26"/>
                  </a:moveTo>
                  <a:lnTo>
                    <a:pt x="267" y="48"/>
                  </a:lnTo>
                  <a:lnTo>
                    <a:pt x="259" y="106"/>
                  </a:lnTo>
                  <a:lnTo>
                    <a:pt x="267" y="144"/>
                  </a:lnTo>
                  <a:lnTo>
                    <a:pt x="276" y="153"/>
                  </a:lnTo>
                  <a:lnTo>
                    <a:pt x="270" y="204"/>
                  </a:lnTo>
                  <a:lnTo>
                    <a:pt x="233" y="232"/>
                  </a:lnTo>
                  <a:lnTo>
                    <a:pt x="173" y="245"/>
                  </a:lnTo>
                  <a:lnTo>
                    <a:pt x="3" y="245"/>
                  </a:lnTo>
                  <a:lnTo>
                    <a:pt x="0" y="232"/>
                  </a:lnTo>
                  <a:lnTo>
                    <a:pt x="102" y="194"/>
                  </a:lnTo>
                  <a:lnTo>
                    <a:pt x="118" y="156"/>
                  </a:lnTo>
                  <a:lnTo>
                    <a:pt x="128" y="85"/>
                  </a:lnTo>
                  <a:lnTo>
                    <a:pt x="123" y="72"/>
                  </a:lnTo>
                  <a:lnTo>
                    <a:pt x="111" y="65"/>
                  </a:lnTo>
                  <a:lnTo>
                    <a:pt x="77" y="60"/>
                  </a:lnTo>
                  <a:lnTo>
                    <a:pt x="72" y="34"/>
                  </a:lnTo>
                  <a:lnTo>
                    <a:pt x="85" y="34"/>
                  </a:lnTo>
                  <a:lnTo>
                    <a:pt x="111" y="23"/>
                  </a:lnTo>
                  <a:lnTo>
                    <a:pt x="207" y="18"/>
                  </a:lnTo>
                  <a:lnTo>
                    <a:pt x="276" y="0"/>
                  </a:lnTo>
                  <a:lnTo>
                    <a:pt x="287" y="0"/>
                  </a:lnTo>
                  <a:lnTo>
                    <a:pt x="287" y="2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51" name="Google Shape;2351;p5">
              <a:extLst>
                <a:ext uri="{FF2B5EF4-FFF2-40B4-BE49-F238E27FC236}">
                  <a16:creationId xmlns:a16="http://schemas.microsoft.com/office/drawing/2014/main" id="{682A55FA-1205-448D-D2D7-CC0692CAE830}"/>
                </a:ext>
              </a:extLst>
            </p:cNvPr>
            <p:cNvSpPr/>
            <p:nvPr/>
          </p:nvSpPr>
          <p:spPr>
            <a:xfrm rot="-1047951">
              <a:off x="3463131" y="3324572"/>
              <a:ext cx="1588" cy="3175"/>
            </a:xfrm>
            <a:custGeom>
              <a:avLst/>
              <a:gdLst/>
              <a:ahLst/>
              <a:cxnLst/>
              <a:rect l="l" t="t" r="r" b="b"/>
              <a:pathLst>
                <a:path w="68" h="42" extrusionOk="0">
                  <a:moveTo>
                    <a:pt x="26" y="0"/>
                  </a:moveTo>
                  <a:lnTo>
                    <a:pt x="39" y="0"/>
                  </a:lnTo>
                  <a:lnTo>
                    <a:pt x="68" y="20"/>
                  </a:lnTo>
                  <a:lnTo>
                    <a:pt x="63" y="42"/>
                  </a:lnTo>
                  <a:lnTo>
                    <a:pt x="14" y="42"/>
                  </a:lnTo>
                  <a:lnTo>
                    <a:pt x="5" y="34"/>
                  </a:lnTo>
                  <a:lnTo>
                    <a:pt x="0" y="20"/>
                  </a:lnTo>
                  <a:lnTo>
                    <a:pt x="5" y="9"/>
                  </a:lnTo>
                  <a:lnTo>
                    <a:pt x="17" y="9"/>
                  </a:lnTo>
                  <a:lnTo>
                    <a:pt x="26"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352" name="Google Shape;2352;p5">
              <a:extLst>
                <a:ext uri="{FF2B5EF4-FFF2-40B4-BE49-F238E27FC236}">
                  <a16:creationId xmlns:a16="http://schemas.microsoft.com/office/drawing/2014/main" id="{BC250DB9-583D-9841-8267-F689A60A16C6}"/>
                </a:ext>
              </a:extLst>
            </p:cNvPr>
            <p:cNvGrpSpPr/>
            <p:nvPr/>
          </p:nvGrpSpPr>
          <p:grpSpPr>
            <a:xfrm>
              <a:off x="3449463" y="3324495"/>
              <a:ext cx="40603" cy="50977"/>
              <a:chOff x="1690" y="2255"/>
              <a:chExt cx="26" cy="32"/>
            </a:xfrm>
            <a:grpFill/>
          </p:grpSpPr>
          <p:sp>
            <p:nvSpPr>
              <p:cNvPr id="2353" name="Google Shape;2353;p5">
                <a:extLst>
                  <a:ext uri="{FF2B5EF4-FFF2-40B4-BE49-F238E27FC236}">
                    <a16:creationId xmlns:a16="http://schemas.microsoft.com/office/drawing/2014/main" id="{A7979D52-E60D-D620-79DA-065E35AA027D}"/>
                  </a:ext>
                </a:extLst>
              </p:cNvPr>
              <p:cNvSpPr/>
              <p:nvPr/>
            </p:nvSpPr>
            <p:spPr>
              <a:xfrm rot="-1047951">
                <a:off x="1701" y="2270"/>
                <a:ext cx="3" cy="4"/>
              </a:xfrm>
              <a:custGeom>
                <a:avLst/>
                <a:gdLst/>
                <a:ahLst/>
                <a:cxnLst/>
                <a:rect l="l" t="t" r="r" b="b"/>
                <a:pathLst>
                  <a:path w="147" h="83" extrusionOk="0">
                    <a:moveTo>
                      <a:pt x="89" y="8"/>
                    </a:moveTo>
                    <a:lnTo>
                      <a:pt x="138" y="32"/>
                    </a:lnTo>
                    <a:lnTo>
                      <a:pt x="147" y="83"/>
                    </a:lnTo>
                    <a:lnTo>
                      <a:pt x="105" y="62"/>
                    </a:lnTo>
                    <a:lnTo>
                      <a:pt x="29" y="56"/>
                    </a:lnTo>
                    <a:lnTo>
                      <a:pt x="0" y="14"/>
                    </a:lnTo>
                    <a:lnTo>
                      <a:pt x="32" y="0"/>
                    </a:lnTo>
                    <a:lnTo>
                      <a:pt x="89" y="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54" name="Google Shape;2354;p5">
                <a:extLst>
                  <a:ext uri="{FF2B5EF4-FFF2-40B4-BE49-F238E27FC236}">
                    <a16:creationId xmlns:a16="http://schemas.microsoft.com/office/drawing/2014/main" id="{9FD63631-52F9-84A6-F95E-5CFA1DB30DCD}"/>
                  </a:ext>
                </a:extLst>
              </p:cNvPr>
              <p:cNvSpPr/>
              <p:nvPr/>
            </p:nvSpPr>
            <p:spPr>
              <a:xfrm rot="-1047951">
                <a:off x="1694" y="2257"/>
                <a:ext cx="18" cy="28"/>
              </a:xfrm>
              <a:custGeom>
                <a:avLst/>
                <a:gdLst/>
                <a:ahLst/>
                <a:cxnLst/>
                <a:rect l="l" t="t" r="r" b="b"/>
                <a:pathLst>
                  <a:path w="877" h="627" extrusionOk="0">
                    <a:moveTo>
                      <a:pt x="826" y="627"/>
                    </a:moveTo>
                    <a:lnTo>
                      <a:pt x="835" y="614"/>
                    </a:lnTo>
                    <a:lnTo>
                      <a:pt x="843" y="539"/>
                    </a:lnTo>
                    <a:lnTo>
                      <a:pt x="835" y="504"/>
                    </a:lnTo>
                    <a:lnTo>
                      <a:pt x="801" y="466"/>
                    </a:lnTo>
                    <a:lnTo>
                      <a:pt x="801" y="442"/>
                    </a:lnTo>
                    <a:lnTo>
                      <a:pt x="809" y="425"/>
                    </a:lnTo>
                    <a:lnTo>
                      <a:pt x="852" y="392"/>
                    </a:lnTo>
                    <a:lnTo>
                      <a:pt x="847" y="298"/>
                    </a:lnTo>
                    <a:lnTo>
                      <a:pt x="868" y="277"/>
                    </a:lnTo>
                    <a:lnTo>
                      <a:pt x="877" y="243"/>
                    </a:lnTo>
                    <a:lnTo>
                      <a:pt x="852" y="214"/>
                    </a:lnTo>
                    <a:lnTo>
                      <a:pt x="860" y="135"/>
                    </a:lnTo>
                    <a:lnTo>
                      <a:pt x="847" y="88"/>
                    </a:lnTo>
                    <a:lnTo>
                      <a:pt x="813" y="46"/>
                    </a:lnTo>
                    <a:lnTo>
                      <a:pt x="818" y="37"/>
                    </a:lnTo>
                    <a:lnTo>
                      <a:pt x="809" y="37"/>
                    </a:lnTo>
                    <a:lnTo>
                      <a:pt x="775" y="63"/>
                    </a:lnTo>
                    <a:lnTo>
                      <a:pt x="639" y="67"/>
                    </a:lnTo>
                    <a:lnTo>
                      <a:pt x="606" y="59"/>
                    </a:lnTo>
                    <a:lnTo>
                      <a:pt x="564" y="29"/>
                    </a:lnTo>
                    <a:lnTo>
                      <a:pt x="513" y="8"/>
                    </a:lnTo>
                    <a:lnTo>
                      <a:pt x="445" y="0"/>
                    </a:lnTo>
                    <a:lnTo>
                      <a:pt x="356" y="17"/>
                    </a:lnTo>
                    <a:lnTo>
                      <a:pt x="317" y="37"/>
                    </a:lnTo>
                    <a:lnTo>
                      <a:pt x="300" y="63"/>
                    </a:lnTo>
                    <a:lnTo>
                      <a:pt x="305" y="101"/>
                    </a:lnTo>
                    <a:lnTo>
                      <a:pt x="326" y="109"/>
                    </a:lnTo>
                    <a:lnTo>
                      <a:pt x="445" y="109"/>
                    </a:lnTo>
                    <a:lnTo>
                      <a:pt x="492" y="135"/>
                    </a:lnTo>
                    <a:lnTo>
                      <a:pt x="504" y="172"/>
                    </a:lnTo>
                    <a:lnTo>
                      <a:pt x="504" y="298"/>
                    </a:lnTo>
                    <a:lnTo>
                      <a:pt x="513" y="327"/>
                    </a:lnTo>
                    <a:lnTo>
                      <a:pt x="584" y="387"/>
                    </a:lnTo>
                    <a:lnTo>
                      <a:pt x="631" y="412"/>
                    </a:lnTo>
                    <a:lnTo>
                      <a:pt x="635" y="442"/>
                    </a:lnTo>
                    <a:lnTo>
                      <a:pt x="618" y="459"/>
                    </a:lnTo>
                    <a:lnTo>
                      <a:pt x="581" y="459"/>
                    </a:lnTo>
                    <a:lnTo>
                      <a:pt x="516" y="476"/>
                    </a:lnTo>
                    <a:lnTo>
                      <a:pt x="377" y="479"/>
                    </a:lnTo>
                    <a:lnTo>
                      <a:pt x="262" y="466"/>
                    </a:lnTo>
                    <a:lnTo>
                      <a:pt x="186" y="445"/>
                    </a:lnTo>
                    <a:lnTo>
                      <a:pt x="8" y="445"/>
                    </a:lnTo>
                    <a:lnTo>
                      <a:pt x="0" y="459"/>
                    </a:lnTo>
                    <a:lnTo>
                      <a:pt x="0" y="491"/>
                    </a:lnTo>
                    <a:lnTo>
                      <a:pt x="42" y="550"/>
                    </a:lnTo>
                    <a:lnTo>
                      <a:pt x="131" y="589"/>
                    </a:lnTo>
                    <a:lnTo>
                      <a:pt x="164" y="623"/>
                    </a:lnTo>
                    <a:lnTo>
                      <a:pt x="186" y="614"/>
                    </a:lnTo>
                    <a:lnTo>
                      <a:pt x="181" y="584"/>
                    </a:lnTo>
                    <a:lnTo>
                      <a:pt x="198" y="567"/>
                    </a:lnTo>
                    <a:lnTo>
                      <a:pt x="224" y="555"/>
                    </a:lnTo>
                    <a:lnTo>
                      <a:pt x="249" y="555"/>
                    </a:lnTo>
                    <a:lnTo>
                      <a:pt x="339" y="559"/>
                    </a:lnTo>
                    <a:lnTo>
                      <a:pt x="504" y="601"/>
                    </a:lnTo>
                    <a:lnTo>
                      <a:pt x="547" y="597"/>
                    </a:lnTo>
                    <a:lnTo>
                      <a:pt x="648" y="567"/>
                    </a:lnTo>
                    <a:lnTo>
                      <a:pt x="690" y="567"/>
                    </a:lnTo>
                    <a:lnTo>
                      <a:pt x="729" y="575"/>
                    </a:lnTo>
                    <a:lnTo>
                      <a:pt x="758" y="592"/>
                    </a:lnTo>
                    <a:lnTo>
                      <a:pt x="787" y="601"/>
                    </a:lnTo>
                    <a:lnTo>
                      <a:pt x="821" y="617"/>
                    </a:lnTo>
                    <a:lnTo>
                      <a:pt x="826" y="62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355" name="Google Shape;2355;p5">
              <a:extLst>
                <a:ext uri="{FF2B5EF4-FFF2-40B4-BE49-F238E27FC236}">
                  <a16:creationId xmlns:a16="http://schemas.microsoft.com/office/drawing/2014/main" id="{72E3303C-D643-F4D4-6F42-B99A480F29B9}"/>
                </a:ext>
              </a:extLst>
            </p:cNvPr>
            <p:cNvSpPr/>
            <p:nvPr/>
          </p:nvSpPr>
          <p:spPr>
            <a:xfrm rot="-1047951">
              <a:off x="3532981" y="3337272"/>
              <a:ext cx="15875" cy="12700"/>
            </a:xfrm>
            <a:custGeom>
              <a:avLst/>
              <a:gdLst/>
              <a:ahLst/>
              <a:cxnLst/>
              <a:rect l="l" t="t" r="r" b="b"/>
              <a:pathLst>
                <a:path w="471" h="180" extrusionOk="0">
                  <a:moveTo>
                    <a:pt x="442" y="20"/>
                  </a:moveTo>
                  <a:lnTo>
                    <a:pt x="462" y="54"/>
                  </a:lnTo>
                  <a:lnTo>
                    <a:pt x="471" y="99"/>
                  </a:lnTo>
                  <a:lnTo>
                    <a:pt x="425" y="141"/>
                  </a:lnTo>
                  <a:lnTo>
                    <a:pt x="393" y="159"/>
                  </a:lnTo>
                  <a:lnTo>
                    <a:pt x="292" y="180"/>
                  </a:lnTo>
                  <a:lnTo>
                    <a:pt x="224" y="180"/>
                  </a:lnTo>
                  <a:lnTo>
                    <a:pt x="156" y="172"/>
                  </a:lnTo>
                  <a:lnTo>
                    <a:pt x="51" y="176"/>
                  </a:lnTo>
                  <a:lnTo>
                    <a:pt x="42" y="172"/>
                  </a:lnTo>
                  <a:lnTo>
                    <a:pt x="30" y="113"/>
                  </a:lnTo>
                  <a:lnTo>
                    <a:pt x="0" y="66"/>
                  </a:lnTo>
                  <a:lnTo>
                    <a:pt x="0" y="23"/>
                  </a:lnTo>
                  <a:lnTo>
                    <a:pt x="30" y="0"/>
                  </a:lnTo>
                  <a:lnTo>
                    <a:pt x="385" y="0"/>
                  </a:lnTo>
                  <a:lnTo>
                    <a:pt x="416" y="3"/>
                  </a:lnTo>
                  <a:lnTo>
                    <a:pt x="437" y="11"/>
                  </a:lnTo>
                  <a:lnTo>
                    <a:pt x="442" y="2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56" name="Google Shape;2356;p5">
              <a:extLst>
                <a:ext uri="{FF2B5EF4-FFF2-40B4-BE49-F238E27FC236}">
                  <a16:creationId xmlns:a16="http://schemas.microsoft.com/office/drawing/2014/main" id="{67140A8B-EE6D-A7D6-DF2C-EE50904E2DA2}"/>
                </a:ext>
              </a:extLst>
            </p:cNvPr>
            <p:cNvSpPr/>
            <p:nvPr/>
          </p:nvSpPr>
          <p:spPr>
            <a:xfrm>
              <a:off x="3629818" y="3429347"/>
              <a:ext cx="0" cy="4763"/>
            </a:xfrm>
            <a:custGeom>
              <a:avLst/>
              <a:gdLst/>
              <a:ahLst/>
              <a:cxnLst/>
              <a:rect l="l" t="t" r="r" b="b"/>
              <a:pathLst>
                <a:path w="14" h="76" extrusionOk="0">
                  <a:moveTo>
                    <a:pt x="0" y="0"/>
                  </a:moveTo>
                  <a:lnTo>
                    <a:pt x="0" y="7"/>
                  </a:lnTo>
                  <a:lnTo>
                    <a:pt x="0" y="76"/>
                  </a:lnTo>
                  <a:lnTo>
                    <a:pt x="0" y="59"/>
                  </a:lnTo>
                  <a:lnTo>
                    <a:pt x="0"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57" name="Google Shape;2357;p5">
              <a:extLst>
                <a:ext uri="{FF2B5EF4-FFF2-40B4-BE49-F238E27FC236}">
                  <a16:creationId xmlns:a16="http://schemas.microsoft.com/office/drawing/2014/main" id="{3A621A85-929B-C79C-AB87-B72ADEA9C7F3}"/>
                </a:ext>
              </a:extLst>
            </p:cNvPr>
            <p:cNvSpPr/>
            <p:nvPr/>
          </p:nvSpPr>
          <p:spPr>
            <a:xfrm rot="-1047951">
              <a:off x="3602831" y="3362672"/>
              <a:ext cx="4763" cy="11113"/>
            </a:xfrm>
            <a:custGeom>
              <a:avLst/>
              <a:gdLst/>
              <a:ahLst/>
              <a:cxnLst/>
              <a:rect l="l" t="t" r="r" b="b"/>
              <a:pathLst>
                <a:path w="173" h="163" extrusionOk="0">
                  <a:moveTo>
                    <a:pt x="122" y="0"/>
                  </a:moveTo>
                  <a:lnTo>
                    <a:pt x="98" y="4"/>
                  </a:lnTo>
                  <a:lnTo>
                    <a:pt x="81" y="52"/>
                  </a:lnTo>
                  <a:lnTo>
                    <a:pt x="17" y="45"/>
                  </a:lnTo>
                  <a:lnTo>
                    <a:pt x="0" y="104"/>
                  </a:lnTo>
                  <a:lnTo>
                    <a:pt x="8" y="160"/>
                  </a:lnTo>
                  <a:lnTo>
                    <a:pt x="53" y="163"/>
                  </a:lnTo>
                  <a:lnTo>
                    <a:pt x="70" y="104"/>
                  </a:lnTo>
                  <a:lnTo>
                    <a:pt x="83" y="93"/>
                  </a:lnTo>
                  <a:lnTo>
                    <a:pt x="132" y="91"/>
                  </a:lnTo>
                  <a:lnTo>
                    <a:pt x="173" y="74"/>
                  </a:lnTo>
                  <a:lnTo>
                    <a:pt x="166" y="52"/>
                  </a:lnTo>
                  <a:lnTo>
                    <a:pt x="135" y="38"/>
                  </a:lnTo>
                  <a:lnTo>
                    <a:pt x="122"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58" name="Google Shape;2358;p5">
              <a:extLst>
                <a:ext uri="{FF2B5EF4-FFF2-40B4-BE49-F238E27FC236}">
                  <a16:creationId xmlns:a16="http://schemas.microsoft.com/office/drawing/2014/main" id="{A231882F-50A6-1EE3-229A-BDB262062A40}"/>
                </a:ext>
              </a:extLst>
            </p:cNvPr>
            <p:cNvSpPr/>
            <p:nvPr/>
          </p:nvSpPr>
          <p:spPr>
            <a:xfrm>
              <a:off x="3556793" y="3334097"/>
              <a:ext cx="0" cy="1588"/>
            </a:xfrm>
            <a:custGeom>
              <a:avLst/>
              <a:gdLst/>
              <a:ahLst/>
              <a:cxnLst/>
              <a:rect l="l" t="t" r="r" b="b"/>
              <a:pathLst>
                <a:path w="28" h="39" extrusionOk="0">
                  <a:moveTo>
                    <a:pt x="0" y="0"/>
                  </a:moveTo>
                  <a:lnTo>
                    <a:pt x="0" y="21"/>
                  </a:lnTo>
                  <a:lnTo>
                    <a:pt x="0" y="39"/>
                  </a:lnTo>
                  <a:lnTo>
                    <a:pt x="0" y="32"/>
                  </a:lnTo>
                  <a:lnTo>
                    <a:pt x="0"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59" name="Google Shape;2359;p5">
              <a:extLst>
                <a:ext uri="{FF2B5EF4-FFF2-40B4-BE49-F238E27FC236}">
                  <a16:creationId xmlns:a16="http://schemas.microsoft.com/office/drawing/2014/main" id="{C56EE057-9232-0985-85CB-64FC208E922D}"/>
                </a:ext>
              </a:extLst>
            </p:cNvPr>
            <p:cNvSpPr/>
            <p:nvPr/>
          </p:nvSpPr>
          <p:spPr>
            <a:xfrm rot="-1047951">
              <a:off x="3559968" y="3346797"/>
              <a:ext cx="1588" cy="3175"/>
            </a:xfrm>
            <a:custGeom>
              <a:avLst/>
              <a:gdLst/>
              <a:ahLst/>
              <a:cxnLst/>
              <a:rect l="l" t="t" r="r" b="b"/>
              <a:pathLst>
                <a:path w="42" h="34" extrusionOk="0">
                  <a:moveTo>
                    <a:pt x="6" y="8"/>
                  </a:moveTo>
                  <a:lnTo>
                    <a:pt x="0" y="17"/>
                  </a:lnTo>
                  <a:lnTo>
                    <a:pt x="6" y="34"/>
                  </a:lnTo>
                  <a:lnTo>
                    <a:pt x="42" y="0"/>
                  </a:lnTo>
                  <a:lnTo>
                    <a:pt x="6" y="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60" name="Google Shape;2360;p5">
              <a:extLst>
                <a:ext uri="{FF2B5EF4-FFF2-40B4-BE49-F238E27FC236}">
                  <a16:creationId xmlns:a16="http://schemas.microsoft.com/office/drawing/2014/main" id="{49E0744D-62D0-DA9A-145D-7D1340E39CA8}"/>
                </a:ext>
              </a:extLst>
            </p:cNvPr>
            <p:cNvSpPr/>
            <p:nvPr/>
          </p:nvSpPr>
          <p:spPr>
            <a:xfrm rot="-1047951">
              <a:off x="3610768" y="3380134"/>
              <a:ext cx="3175" cy="7938"/>
            </a:xfrm>
            <a:custGeom>
              <a:avLst/>
              <a:gdLst/>
              <a:ahLst/>
              <a:cxnLst/>
              <a:rect l="l" t="t" r="r" b="b"/>
              <a:pathLst>
                <a:path w="52" h="124" extrusionOk="0">
                  <a:moveTo>
                    <a:pt x="18" y="0"/>
                  </a:moveTo>
                  <a:lnTo>
                    <a:pt x="0" y="0"/>
                  </a:lnTo>
                  <a:lnTo>
                    <a:pt x="0" y="86"/>
                  </a:lnTo>
                  <a:lnTo>
                    <a:pt x="14" y="124"/>
                  </a:lnTo>
                  <a:lnTo>
                    <a:pt x="42" y="124"/>
                  </a:lnTo>
                  <a:lnTo>
                    <a:pt x="52" y="90"/>
                  </a:lnTo>
                  <a:lnTo>
                    <a:pt x="49" y="20"/>
                  </a:lnTo>
                  <a:lnTo>
                    <a:pt x="18"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61" name="Google Shape;2361;p5">
              <a:extLst>
                <a:ext uri="{FF2B5EF4-FFF2-40B4-BE49-F238E27FC236}">
                  <a16:creationId xmlns:a16="http://schemas.microsoft.com/office/drawing/2014/main" id="{97FE8443-94D9-6AD5-76B4-DFBB7B2D2AF4}"/>
                </a:ext>
              </a:extLst>
            </p:cNvPr>
            <p:cNvSpPr/>
            <p:nvPr/>
          </p:nvSpPr>
          <p:spPr>
            <a:xfrm rot="-1047951">
              <a:off x="3629818" y="3454747"/>
              <a:ext cx="1588" cy="4763"/>
            </a:xfrm>
            <a:custGeom>
              <a:avLst/>
              <a:gdLst/>
              <a:ahLst/>
              <a:cxnLst/>
              <a:rect l="l" t="t" r="r" b="b"/>
              <a:pathLst>
                <a:path w="49" h="62" extrusionOk="0">
                  <a:moveTo>
                    <a:pt x="49" y="0"/>
                  </a:moveTo>
                  <a:lnTo>
                    <a:pt x="17" y="14"/>
                  </a:lnTo>
                  <a:lnTo>
                    <a:pt x="0" y="62"/>
                  </a:lnTo>
                  <a:lnTo>
                    <a:pt x="38" y="41"/>
                  </a:lnTo>
                  <a:lnTo>
                    <a:pt x="49"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62" name="Google Shape;2362;p5">
              <a:extLst>
                <a:ext uri="{FF2B5EF4-FFF2-40B4-BE49-F238E27FC236}">
                  <a16:creationId xmlns:a16="http://schemas.microsoft.com/office/drawing/2014/main" id="{2CE8F90E-53F3-99EE-BA42-D7B2659C9DD3}"/>
                </a:ext>
              </a:extLst>
            </p:cNvPr>
            <p:cNvSpPr/>
            <p:nvPr/>
          </p:nvSpPr>
          <p:spPr>
            <a:xfrm rot="-1047951">
              <a:off x="3325018" y="3280122"/>
              <a:ext cx="117475" cy="77788"/>
            </a:xfrm>
            <a:custGeom>
              <a:avLst/>
              <a:gdLst/>
              <a:ahLst/>
              <a:cxnLst/>
              <a:rect l="l" t="t" r="r" b="b"/>
              <a:pathLst>
                <a:path w="3347" h="1123" extrusionOk="0">
                  <a:moveTo>
                    <a:pt x="2394" y="508"/>
                  </a:moveTo>
                  <a:lnTo>
                    <a:pt x="2399" y="517"/>
                  </a:lnTo>
                  <a:lnTo>
                    <a:pt x="2488" y="571"/>
                  </a:lnTo>
                  <a:lnTo>
                    <a:pt x="2559" y="627"/>
                  </a:lnTo>
                  <a:lnTo>
                    <a:pt x="2605" y="644"/>
                  </a:lnTo>
                  <a:lnTo>
                    <a:pt x="2639" y="644"/>
                  </a:lnTo>
                  <a:lnTo>
                    <a:pt x="2665" y="652"/>
                  </a:lnTo>
                  <a:lnTo>
                    <a:pt x="2687" y="669"/>
                  </a:lnTo>
                  <a:lnTo>
                    <a:pt x="2750" y="689"/>
                  </a:lnTo>
                  <a:lnTo>
                    <a:pt x="2793" y="689"/>
                  </a:lnTo>
                  <a:lnTo>
                    <a:pt x="2835" y="680"/>
                  </a:lnTo>
                  <a:lnTo>
                    <a:pt x="2869" y="689"/>
                  </a:lnTo>
                  <a:lnTo>
                    <a:pt x="2886" y="719"/>
                  </a:lnTo>
                  <a:lnTo>
                    <a:pt x="2886" y="744"/>
                  </a:lnTo>
                  <a:lnTo>
                    <a:pt x="2865" y="787"/>
                  </a:lnTo>
                  <a:lnTo>
                    <a:pt x="2865" y="803"/>
                  </a:lnTo>
                  <a:lnTo>
                    <a:pt x="2874" y="811"/>
                  </a:lnTo>
                  <a:lnTo>
                    <a:pt x="2916" y="820"/>
                  </a:lnTo>
                  <a:lnTo>
                    <a:pt x="3094" y="816"/>
                  </a:lnTo>
                  <a:lnTo>
                    <a:pt x="3128" y="828"/>
                  </a:lnTo>
                  <a:lnTo>
                    <a:pt x="3170" y="871"/>
                  </a:lnTo>
                  <a:lnTo>
                    <a:pt x="3182" y="891"/>
                  </a:lnTo>
                  <a:lnTo>
                    <a:pt x="3259" y="947"/>
                  </a:lnTo>
                  <a:lnTo>
                    <a:pt x="3309" y="951"/>
                  </a:lnTo>
                  <a:lnTo>
                    <a:pt x="3343" y="964"/>
                  </a:lnTo>
                  <a:lnTo>
                    <a:pt x="3347" y="1002"/>
                  </a:lnTo>
                  <a:lnTo>
                    <a:pt x="3137" y="1073"/>
                  </a:lnTo>
                  <a:lnTo>
                    <a:pt x="3072" y="1103"/>
                  </a:lnTo>
                  <a:lnTo>
                    <a:pt x="2996" y="1115"/>
                  </a:lnTo>
                  <a:lnTo>
                    <a:pt x="2908" y="1111"/>
                  </a:lnTo>
                  <a:lnTo>
                    <a:pt x="2852" y="1094"/>
                  </a:lnTo>
                  <a:lnTo>
                    <a:pt x="2793" y="1090"/>
                  </a:lnTo>
                  <a:lnTo>
                    <a:pt x="2531" y="1086"/>
                  </a:lnTo>
                  <a:lnTo>
                    <a:pt x="2394" y="1103"/>
                  </a:lnTo>
                  <a:lnTo>
                    <a:pt x="2314" y="1123"/>
                  </a:lnTo>
                  <a:lnTo>
                    <a:pt x="2269" y="1123"/>
                  </a:lnTo>
                  <a:lnTo>
                    <a:pt x="2243" y="1115"/>
                  </a:lnTo>
                  <a:lnTo>
                    <a:pt x="2235" y="1094"/>
                  </a:lnTo>
                  <a:lnTo>
                    <a:pt x="2255" y="1069"/>
                  </a:lnTo>
                  <a:lnTo>
                    <a:pt x="2314" y="1019"/>
                  </a:lnTo>
                  <a:lnTo>
                    <a:pt x="2373" y="985"/>
                  </a:lnTo>
                  <a:lnTo>
                    <a:pt x="2449" y="951"/>
                  </a:lnTo>
                  <a:lnTo>
                    <a:pt x="2457" y="917"/>
                  </a:lnTo>
                  <a:lnTo>
                    <a:pt x="2454" y="900"/>
                  </a:lnTo>
                  <a:lnTo>
                    <a:pt x="2416" y="880"/>
                  </a:lnTo>
                  <a:lnTo>
                    <a:pt x="2319" y="849"/>
                  </a:lnTo>
                  <a:lnTo>
                    <a:pt x="2141" y="837"/>
                  </a:lnTo>
                  <a:lnTo>
                    <a:pt x="2107" y="803"/>
                  </a:lnTo>
                  <a:lnTo>
                    <a:pt x="2056" y="770"/>
                  </a:lnTo>
                  <a:lnTo>
                    <a:pt x="2019" y="727"/>
                  </a:lnTo>
                  <a:lnTo>
                    <a:pt x="1989" y="660"/>
                  </a:lnTo>
                  <a:lnTo>
                    <a:pt x="1977" y="606"/>
                  </a:lnTo>
                  <a:lnTo>
                    <a:pt x="1938" y="560"/>
                  </a:lnTo>
                  <a:lnTo>
                    <a:pt x="1832" y="547"/>
                  </a:lnTo>
                  <a:lnTo>
                    <a:pt x="1734" y="551"/>
                  </a:lnTo>
                  <a:lnTo>
                    <a:pt x="1700" y="547"/>
                  </a:lnTo>
                  <a:lnTo>
                    <a:pt x="1675" y="534"/>
                  </a:lnTo>
                  <a:lnTo>
                    <a:pt x="1564" y="513"/>
                  </a:lnTo>
                  <a:lnTo>
                    <a:pt x="1473" y="472"/>
                  </a:lnTo>
                  <a:lnTo>
                    <a:pt x="1405" y="412"/>
                  </a:lnTo>
                  <a:lnTo>
                    <a:pt x="1354" y="387"/>
                  </a:lnTo>
                  <a:lnTo>
                    <a:pt x="1222" y="383"/>
                  </a:lnTo>
                  <a:lnTo>
                    <a:pt x="1184" y="366"/>
                  </a:lnTo>
                  <a:lnTo>
                    <a:pt x="1159" y="366"/>
                  </a:lnTo>
                  <a:lnTo>
                    <a:pt x="1129" y="378"/>
                  </a:lnTo>
                  <a:lnTo>
                    <a:pt x="1091" y="383"/>
                  </a:lnTo>
                  <a:lnTo>
                    <a:pt x="1049" y="370"/>
                  </a:lnTo>
                  <a:lnTo>
                    <a:pt x="1037" y="358"/>
                  </a:lnTo>
                  <a:lnTo>
                    <a:pt x="955" y="353"/>
                  </a:lnTo>
                  <a:lnTo>
                    <a:pt x="904" y="341"/>
                  </a:lnTo>
                  <a:lnTo>
                    <a:pt x="887" y="327"/>
                  </a:lnTo>
                  <a:lnTo>
                    <a:pt x="870" y="293"/>
                  </a:lnTo>
                  <a:lnTo>
                    <a:pt x="870" y="276"/>
                  </a:lnTo>
                  <a:lnTo>
                    <a:pt x="972" y="251"/>
                  </a:lnTo>
                  <a:lnTo>
                    <a:pt x="990" y="231"/>
                  </a:lnTo>
                  <a:lnTo>
                    <a:pt x="981" y="209"/>
                  </a:lnTo>
                  <a:lnTo>
                    <a:pt x="943" y="201"/>
                  </a:lnTo>
                  <a:lnTo>
                    <a:pt x="929" y="189"/>
                  </a:lnTo>
                  <a:lnTo>
                    <a:pt x="718" y="167"/>
                  </a:lnTo>
                  <a:lnTo>
                    <a:pt x="658" y="172"/>
                  </a:lnTo>
                  <a:lnTo>
                    <a:pt x="604" y="205"/>
                  </a:lnTo>
                  <a:lnTo>
                    <a:pt x="557" y="251"/>
                  </a:lnTo>
                  <a:lnTo>
                    <a:pt x="519" y="302"/>
                  </a:lnTo>
                  <a:lnTo>
                    <a:pt x="451" y="325"/>
                  </a:lnTo>
                  <a:lnTo>
                    <a:pt x="370" y="332"/>
                  </a:lnTo>
                  <a:lnTo>
                    <a:pt x="323" y="349"/>
                  </a:lnTo>
                  <a:lnTo>
                    <a:pt x="281" y="403"/>
                  </a:lnTo>
                  <a:lnTo>
                    <a:pt x="230" y="412"/>
                  </a:lnTo>
                  <a:lnTo>
                    <a:pt x="213" y="420"/>
                  </a:lnTo>
                  <a:lnTo>
                    <a:pt x="129" y="482"/>
                  </a:lnTo>
                  <a:lnTo>
                    <a:pt x="120" y="482"/>
                  </a:lnTo>
                  <a:lnTo>
                    <a:pt x="117" y="466"/>
                  </a:lnTo>
                  <a:lnTo>
                    <a:pt x="99" y="449"/>
                  </a:lnTo>
                  <a:lnTo>
                    <a:pt x="0" y="455"/>
                  </a:lnTo>
                  <a:lnTo>
                    <a:pt x="0" y="441"/>
                  </a:lnTo>
                  <a:lnTo>
                    <a:pt x="78" y="396"/>
                  </a:lnTo>
                  <a:lnTo>
                    <a:pt x="133" y="390"/>
                  </a:lnTo>
                  <a:lnTo>
                    <a:pt x="141" y="383"/>
                  </a:lnTo>
                  <a:lnTo>
                    <a:pt x="147" y="366"/>
                  </a:lnTo>
                  <a:lnTo>
                    <a:pt x="147" y="257"/>
                  </a:lnTo>
                  <a:lnTo>
                    <a:pt x="163" y="226"/>
                  </a:lnTo>
                  <a:lnTo>
                    <a:pt x="238" y="176"/>
                  </a:lnTo>
                  <a:lnTo>
                    <a:pt x="337" y="130"/>
                  </a:lnTo>
                  <a:lnTo>
                    <a:pt x="358" y="125"/>
                  </a:lnTo>
                  <a:lnTo>
                    <a:pt x="454" y="79"/>
                  </a:lnTo>
                  <a:lnTo>
                    <a:pt x="675" y="29"/>
                  </a:lnTo>
                  <a:lnTo>
                    <a:pt x="752" y="3"/>
                  </a:lnTo>
                  <a:lnTo>
                    <a:pt x="1003" y="0"/>
                  </a:lnTo>
                  <a:lnTo>
                    <a:pt x="1112" y="20"/>
                  </a:lnTo>
                  <a:lnTo>
                    <a:pt x="1227" y="25"/>
                  </a:lnTo>
                  <a:lnTo>
                    <a:pt x="1295" y="20"/>
                  </a:lnTo>
                  <a:lnTo>
                    <a:pt x="1336" y="54"/>
                  </a:lnTo>
                  <a:lnTo>
                    <a:pt x="1366" y="67"/>
                  </a:lnTo>
                  <a:lnTo>
                    <a:pt x="1490" y="62"/>
                  </a:lnTo>
                  <a:lnTo>
                    <a:pt x="1524" y="79"/>
                  </a:lnTo>
                  <a:lnTo>
                    <a:pt x="1612" y="150"/>
                  </a:lnTo>
                  <a:lnTo>
                    <a:pt x="1637" y="189"/>
                  </a:lnTo>
                  <a:lnTo>
                    <a:pt x="1700" y="240"/>
                  </a:lnTo>
                  <a:lnTo>
                    <a:pt x="1751" y="257"/>
                  </a:lnTo>
                  <a:lnTo>
                    <a:pt x="1879" y="251"/>
                  </a:lnTo>
                  <a:lnTo>
                    <a:pt x="1913" y="273"/>
                  </a:lnTo>
                  <a:lnTo>
                    <a:pt x="1968" y="273"/>
                  </a:lnTo>
                  <a:lnTo>
                    <a:pt x="1985" y="293"/>
                  </a:lnTo>
                  <a:lnTo>
                    <a:pt x="1968" y="293"/>
                  </a:lnTo>
                  <a:lnTo>
                    <a:pt x="1964" y="311"/>
                  </a:lnTo>
                  <a:lnTo>
                    <a:pt x="1989" y="325"/>
                  </a:lnTo>
                  <a:lnTo>
                    <a:pt x="2056" y="335"/>
                  </a:lnTo>
                  <a:lnTo>
                    <a:pt x="2099" y="358"/>
                  </a:lnTo>
                  <a:lnTo>
                    <a:pt x="2167" y="429"/>
                  </a:lnTo>
                  <a:lnTo>
                    <a:pt x="2269" y="458"/>
                  </a:lnTo>
                  <a:lnTo>
                    <a:pt x="2344" y="496"/>
                  </a:lnTo>
                  <a:lnTo>
                    <a:pt x="2394" y="50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63" name="Google Shape;2363;p5">
              <a:extLst>
                <a:ext uri="{FF2B5EF4-FFF2-40B4-BE49-F238E27FC236}">
                  <a16:creationId xmlns:a16="http://schemas.microsoft.com/office/drawing/2014/main" id="{D143DEBE-2E7B-7197-254C-D1A18622C3E9}"/>
                </a:ext>
              </a:extLst>
            </p:cNvPr>
            <p:cNvSpPr/>
            <p:nvPr/>
          </p:nvSpPr>
          <p:spPr>
            <a:xfrm rot="-1047951">
              <a:off x="3344068" y="3321397"/>
              <a:ext cx="4763" cy="9525"/>
            </a:xfrm>
            <a:custGeom>
              <a:avLst/>
              <a:gdLst/>
              <a:ahLst/>
              <a:cxnLst/>
              <a:rect l="l" t="t" r="r" b="b"/>
              <a:pathLst>
                <a:path w="165" h="156" extrusionOk="0">
                  <a:moveTo>
                    <a:pt x="128" y="5"/>
                  </a:moveTo>
                  <a:lnTo>
                    <a:pt x="136" y="42"/>
                  </a:lnTo>
                  <a:lnTo>
                    <a:pt x="153" y="64"/>
                  </a:lnTo>
                  <a:lnTo>
                    <a:pt x="165" y="128"/>
                  </a:lnTo>
                  <a:lnTo>
                    <a:pt x="77" y="156"/>
                  </a:lnTo>
                  <a:lnTo>
                    <a:pt x="38" y="156"/>
                  </a:lnTo>
                  <a:lnTo>
                    <a:pt x="22" y="144"/>
                  </a:lnTo>
                  <a:lnTo>
                    <a:pt x="8" y="131"/>
                  </a:lnTo>
                  <a:lnTo>
                    <a:pt x="0" y="98"/>
                  </a:lnTo>
                  <a:lnTo>
                    <a:pt x="51" y="123"/>
                  </a:lnTo>
                  <a:lnTo>
                    <a:pt x="63" y="89"/>
                  </a:lnTo>
                  <a:lnTo>
                    <a:pt x="51" y="68"/>
                  </a:lnTo>
                  <a:lnTo>
                    <a:pt x="47" y="42"/>
                  </a:lnTo>
                  <a:lnTo>
                    <a:pt x="51" y="9"/>
                  </a:lnTo>
                  <a:lnTo>
                    <a:pt x="89" y="0"/>
                  </a:lnTo>
                  <a:lnTo>
                    <a:pt x="114" y="5"/>
                  </a:lnTo>
                  <a:lnTo>
                    <a:pt x="128" y="14"/>
                  </a:lnTo>
                  <a:lnTo>
                    <a:pt x="128" y="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64" name="Google Shape;2364;p5">
              <a:extLst>
                <a:ext uri="{FF2B5EF4-FFF2-40B4-BE49-F238E27FC236}">
                  <a16:creationId xmlns:a16="http://schemas.microsoft.com/office/drawing/2014/main" id="{C7124793-370A-BE6B-8F53-43B6670AC9EB}"/>
                </a:ext>
              </a:extLst>
            </p:cNvPr>
            <p:cNvSpPr/>
            <p:nvPr/>
          </p:nvSpPr>
          <p:spPr>
            <a:xfrm rot="-1047951">
              <a:off x="3386931" y="3289647"/>
              <a:ext cx="11113" cy="14288"/>
            </a:xfrm>
            <a:custGeom>
              <a:avLst/>
              <a:gdLst/>
              <a:ahLst/>
              <a:cxnLst/>
              <a:rect l="l" t="t" r="r" b="b"/>
              <a:pathLst>
                <a:path w="317" h="201" extrusionOk="0">
                  <a:moveTo>
                    <a:pt x="211" y="85"/>
                  </a:moveTo>
                  <a:lnTo>
                    <a:pt x="283" y="127"/>
                  </a:lnTo>
                  <a:lnTo>
                    <a:pt x="308" y="156"/>
                  </a:lnTo>
                  <a:lnTo>
                    <a:pt x="317" y="201"/>
                  </a:lnTo>
                  <a:lnTo>
                    <a:pt x="266" y="198"/>
                  </a:lnTo>
                  <a:lnTo>
                    <a:pt x="208" y="156"/>
                  </a:lnTo>
                  <a:lnTo>
                    <a:pt x="169" y="97"/>
                  </a:lnTo>
                  <a:lnTo>
                    <a:pt x="135" y="68"/>
                  </a:lnTo>
                  <a:lnTo>
                    <a:pt x="59" y="59"/>
                  </a:lnTo>
                  <a:lnTo>
                    <a:pt x="38" y="50"/>
                  </a:lnTo>
                  <a:lnTo>
                    <a:pt x="8" y="29"/>
                  </a:lnTo>
                  <a:lnTo>
                    <a:pt x="0" y="17"/>
                  </a:lnTo>
                  <a:lnTo>
                    <a:pt x="0" y="0"/>
                  </a:lnTo>
                  <a:lnTo>
                    <a:pt x="85" y="4"/>
                  </a:lnTo>
                  <a:lnTo>
                    <a:pt x="211" y="8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65" name="Google Shape;2365;p5">
              <a:extLst>
                <a:ext uri="{FF2B5EF4-FFF2-40B4-BE49-F238E27FC236}">
                  <a16:creationId xmlns:a16="http://schemas.microsoft.com/office/drawing/2014/main" id="{F74D6EF3-E41F-30B1-38A6-113BCE3AB89B}"/>
                </a:ext>
              </a:extLst>
            </p:cNvPr>
            <p:cNvSpPr/>
            <p:nvPr/>
          </p:nvSpPr>
          <p:spPr>
            <a:xfrm>
              <a:off x="3585368" y="3346797"/>
              <a:ext cx="0" cy="4763"/>
            </a:xfrm>
            <a:custGeom>
              <a:avLst/>
              <a:gdLst/>
              <a:ahLst/>
              <a:cxnLst/>
              <a:rect l="l" t="t" r="r" b="b"/>
              <a:pathLst>
                <a:path w="46" h="47" extrusionOk="0">
                  <a:moveTo>
                    <a:pt x="0" y="2"/>
                  </a:moveTo>
                  <a:lnTo>
                    <a:pt x="0" y="0"/>
                  </a:lnTo>
                  <a:lnTo>
                    <a:pt x="0" y="30"/>
                  </a:lnTo>
                  <a:lnTo>
                    <a:pt x="0" y="47"/>
                  </a:lnTo>
                  <a:lnTo>
                    <a:pt x="0" y="42"/>
                  </a:lnTo>
                  <a:lnTo>
                    <a:pt x="0" y="10"/>
                  </a:lnTo>
                  <a:lnTo>
                    <a:pt x="0" y="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66" name="Google Shape;2366;p5">
              <a:extLst>
                <a:ext uri="{FF2B5EF4-FFF2-40B4-BE49-F238E27FC236}">
                  <a16:creationId xmlns:a16="http://schemas.microsoft.com/office/drawing/2014/main" id="{E7929455-D597-E89C-1426-EC4DA9FC7F15}"/>
                </a:ext>
              </a:extLst>
            </p:cNvPr>
            <p:cNvSpPr/>
            <p:nvPr/>
          </p:nvSpPr>
          <p:spPr>
            <a:xfrm rot="-1047951">
              <a:off x="3626643" y="3413472"/>
              <a:ext cx="1588" cy="6350"/>
            </a:xfrm>
            <a:custGeom>
              <a:avLst/>
              <a:gdLst/>
              <a:ahLst/>
              <a:cxnLst/>
              <a:rect l="l" t="t" r="r" b="b"/>
              <a:pathLst>
                <a:path w="45" h="103" extrusionOk="0">
                  <a:moveTo>
                    <a:pt x="25" y="0"/>
                  </a:moveTo>
                  <a:lnTo>
                    <a:pt x="0" y="97"/>
                  </a:lnTo>
                  <a:lnTo>
                    <a:pt x="25" y="103"/>
                  </a:lnTo>
                  <a:lnTo>
                    <a:pt x="45" y="94"/>
                  </a:lnTo>
                  <a:lnTo>
                    <a:pt x="45" y="62"/>
                  </a:lnTo>
                  <a:lnTo>
                    <a:pt x="39" y="20"/>
                  </a:lnTo>
                  <a:lnTo>
                    <a:pt x="25"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367" name="Google Shape;2367;p5">
              <a:extLst>
                <a:ext uri="{FF2B5EF4-FFF2-40B4-BE49-F238E27FC236}">
                  <a16:creationId xmlns:a16="http://schemas.microsoft.com/office/drawing/2014/main" id="{509FB036-004F-4E35-64E3-E8ED73D2913C}"/>
                </a:ext>
              </a:extLst>
            </p:cNvPr>
            <p:cNvGrpSpPr/>
            <p:nvPr/>
          </p:nvGrpSpPr>
          <p:grpSpPr>
            <a:xfrm>
              <a:off x="4580731" y="1911697"/>
              <a:ext cx="879476" cy="1109663"/>
              <a:chOff x="4580731" y="1911697"/>
              <a:chExt cx="879476" cy="1109663"/>
            </a:xfrm>
            <a:grpFill/>
          </p:grpSpPr>
          <p:sp>
            <p:nvSpPr>
              <p:cNvPr id="2368" name="Google Shape;2368;p5">
                <a:extLst>
                  <a:ext uri="{FF2B5EF4-FFF2-40B4-BE49-F238E27FC236}">
                    <a16:creationId xmlns:a16="http://schemas.microsoft.com/office/drawing/2014/main" id="{D258E00A-BB55-B914-D333-D728B241A0ED}"/>
                  </a:ext>
                </a:extLst>
              </p:cNvPr>
              <p:cNvSpPr/>
              <p:nvPr/>
            </p:nvSpPr>
            <p:spPr>
              <a:xfrm>
                <a:off x="4923631" y="2716560"/>
                <a:ext cx="133350" cy="65088"/>
              </a:xfrm>
              <a:custGeom>
                <a:avLst/>
                <a:gdLst/>
                <a:ahLst/>
                <a:cxnLst/>
                <a:rect l="l" t="t" r="r" b="b"/>
                <a:pathLst>
                  <a:path w="420" h="205" extrusionOk="0">
                    <a:moveTo>
                      <a:pt x="235" y="20"/>
                    </a:moveTo>
                    <a:lnTo>
                      <a:pt x="234" y="27"/>
                    </a:lnTo>
                    <a:lnTo>
                      <a:pt x="217" y="35"/>
                    </a:lnTo>
                    <a:lnTo>
                      <a:pt x="213" y="43"/>
                    </a:lnTo>
                    <a:lnTo>
                      <a:pt x="210" y="53"/>
                    </a:lnTo>
                    <a:lnTo>
                      <a:pt x="188" y="62"/>
                    </a:lnTo>
                    <a:lnTo>
                      <a:pt x="183" y="74"/>
                    </a:lnTo>
                    <a:lnTo>
                      <a:pt x="184" y="90"/>
                    </a:lnTo>
                    <a:lnTo>
                      <a:pt x="191" y="106"/>
                    </a:lnTo>
                    <a:lnTo>
                      <a:pt x="191" y="113"/>
                    </a:lnTo>
                    <a:lnTo>
                      <a:pt x="184" y="117"/>
                    </a:lnTo>
                    <a:lnTo>
                      <a:pt x="179" y="110"/>
                    </a:lnTo>
                    <a:lnTo>
                      <a:pt x="164" y="110"/>
                    </a:lnTo>
                    <a:lnTo>
                      <a:pt x="153" y="106"/>
                    </a:lnTo>
                    <a:lnTo>
                      <a:pt x="149" y="111"/>
                    </a:lnTo>
                    <a:lnTo>
                      <a:pt x="116" y="114"/>
                    </a:lnTo>
                    <a:lnTo>
                      <a:pt x="97" y="127"/>
                    </a:lnTo>
                    <a:lnTo>
                      <a:pt x="83" y="127"/>
                    </a:lnTo>
                    <a:lnTo>
                      <a:pt x="70" y="119"/>
                    </a:lnTo>
                    <a:lnTo>
                      <a:pt x="59" y="118"/>
                    </a:lnTo>
                    <a:lnTo>
                      <a:pt x="51" y="124"/>
                    </a:lnTo>
                    <a:lnTo>
                      <a:pt x="49" y="132"/>
                    </a:lnTo>
                    <a:lnTo>
                      <a:pt x="44" y="134"/>
                    </a:lnTo>
                    <a:lnTo>
                      <a:pt x="34" y="129"/>
                    </a:lnTo>
                    <a:lnTo>
                      <a:pt x="28" y="121"/>
                    </a:lnTo>
                    <a:lnTo>
                      <a:pt x="19" y="119"/>
                    </a:lnTo>
                    <a:lnTo>
                      <a:pt x="11" y="119"/>
                    </a:lnTo>
                    <a:lnTo>
                      <a:pt x="0" y="123"/>
                    </a:lnTo>
                    <a:lnTo>
                      <a:pt x="7" y="132"/>
                    </a:lnTo>
                    <a:lnTo>
                      <a:pt x="16" y="137"/>
                    </a:lnTo>
                    <a:lnTo>
                      <a:pt x="17" y="144"/>
                    </a:lnTo>
                    <a:lnTo>
                      <a:pt x="17" y="155"/>
                    </a:lnTo>
                    <a:lnTo>
                      <a:pt x="11" y="162"/>
                    </a:lnTo>
                    <a:lnTo>
                      <a:pt x="17" y="167"/>
                    </a:lnTo>
                    <a:lnTo>
                      <a:pt x="27" y="171"/>
                    </a:lnTo>
                    <a:lnTo>
                      <a:pt x="36" y="172"/>
                    </a:lnTo>
                    <a:lnTo>
                      <a:pt x="44" y="168"/>
                    </a:lnTo>
                    <a:lnTo>
                      <a:pt x="51" y="173"/>
                    </a:lnTo>
                    <a:lnTo>
                      <a:pt x="65" y="178"/>
                    </a:lnTo>
                    <a:lnTo>
                      <a:pt x="68" y="177"/>
                    </a:lnTo>
                    <a:lnTo>
                      <a:pt x="84" y="172"/>
                    </a:lnTo>
                    <a:lnTo>
                      <a:pt x="104" y="165"/>
                    </a:lnTo>
                    <a:lnTo>
                      <a:pt x="122" y="164"/>
                    </a:lnTo>
                    <a:lnTo>
                      <a:pt x="132" y="161"/>
                    </a:lnTo>
                    <a:lnTo>
                      <a:pt x="137" y="157"/>
                    </a:lnTo>
                    <a:lnTo>
                      <a:pt x="143" y="156"/>
                    </a:lnTo>
                    <a:lnTo>
                      <a:pt x="146" y="159"/>
                    </a:lnTo>
                    <a:lnTo>
                      <a:pt x="146" y="164"/>
                    </a:lnTo>
                    <a:lnTo>
                      <a:pt x="148" y="171"/>
                    </a:lnTo>
                    <a:lnTo>
                      <a:pt x="152" y="178"/>
                    </a:lnTo>
                    <a:lnTo>
                      <a:pt x="163" y="187"/>
                    </a:lnTo>
                    <a:lnTo>
                      <a:pt x="168" y="187"/>
                    </a:lnTo>
                    <a:lnTo>
                      <a:pt x="178" y="193"/>
                    </a:lnTo>
                    <a:lnTo>
                      <a:pt x="208" y="198"/>
                    </a:lnTo>
                    <a:lnTo>
                      <a:pt x="222" y="203"/>
                    </a:lnTo>
                    <a:lnTo>
                      <a:pt x="231" y="203"/>
                    </a:lnTo>
                    <a:lnTo>
                      <a:pt x="247" y="203"/>
                    </a:lnTo>
                    <a:lnTo>
                      <a:pt x="275" y="205"/>
                    </a:lnTo>
                    <a:lnTo>
                      <a:pt x="283" y="200"/>
                    </a:lnTo>
                    <a:lnTo>
                      <a:pt x="292" y="189"/>
                    </a:lnTo>
                    <a:lnTo>
                      <a:pt x="305" y="187"/>
                    </a:lnTo>
                    <a:lnTo>
                      <a:pt x="325" y="191"/>
                    </a:lnTo>
                    <a:lnTo>
                      <a:pt x="330" y="182"/>
                    </a:lnTo>
                    <a:lnTo>
                      <a:pt x="334" y="182"/>
                    </a:lnTo>
                    <a:lnTo>
                      <a:pt x="351" y="184"/>
                    </a:lnTo>
                    <a:lnTo>
                      <a:pt x="353" y="176"/>
                    </a:lnTo>
                    <a:lnTo>
                      <a:pt x="362" y="172"/>
                    </a:lnTo>
                    <a:lnTo>
                      <a:pt x="372" y="161"/>
                    </a:lnTo>
                    <a:lnTo>
                      <a:pt x="383" y="159"/>
                    </a:lnTo>
                    <a:lnTo>
                      <a:pt x="382" y="148"/>
                    </a:lnTo>
                    <a:lnTo>
                      <a:pt x="382" y="138"/>
                    </a:lnTo>
                    <a:lnTo>
                      <a:pt x="390" y="119"/>
                    </a:lnTo>
                    <a:lnTo>
                      <a:pt x="384" y="111"/>
                    </a:lnTo>
                    <a:lnTo>
                      <a:pt x="388" y="103"/>
                    </a:lnTo>
                    <a:lnTo>
                      <a:pt x="415" y="103"/>
                    </a:lnTo>
                    <a:lnTo>
                      <a:pt x="420" y="95"/>
                    </a:lnTo>
                    <a:lnTo>
                      <a:pt x="420" y="75"/>
                    </a:lnTo>
                    <a:lnTo>
                      <a:pt x="412" y="62"/>
                    </a:lnTo>
                    <a:lnTo>
                      <a:pt x="406" y="40"/>
                    </a:lnTo>
                    <a:lnTo>
                      <a:pt x="406" y="26"/>
                    </a:lnTo>
                    <a:lnTo>
                      <a:pt x="398" y="15"/>
                    </a:lnTo>
                    <a:lnTo>
                      <a:pt x="362" y="19"/>
                    </a:lnTo>
                    <a:lnTo>
                      <a:pt x="348" y="6"/>
                    </a:lnTo>
                    <a:lnTo>
                      <a:pt x="340" y="1"/>
                    </a:lnTo>
                    <a:lnTo>
                      <a:pt x="307" y="0"/>
                    </a:lnTo>
                    <a:lnTo>
                      <a:pt x="301" y="10"/>
                    </a:lnTo>
                    <a:lnTo>
                      <a:pt x="297" y="19"/>
                    </a:lnTo>
                    <a:lnTo>
                      <a:pt x="287" y="27"/>
                    </a:lnTo>
                    <a:lnTo>
                      <a:pt x="278" y="31"/>
                    </a:lnTo>
                    <a:lnTo>
                      <a:pt x="267" y="32"/>
                    </a:lnTo>
                    <a:lnTo>
                      <a:pt x="256" y="31"/>
                    </a:lnTo>
                    <a:lnTo>
                      <a:pt x="249" y="25"/>
                    </a:lnTo>
                    <a:lnTo>
                      <a:pt x="235" y="2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69" name="Google Shape;2369;p5">
                <a:extLst>
                  <a:ext uri="{FF2B5EF4-FFF2-40B4-BE49-F238E27FC236}">
                    <a16:creationId xmlns:a16="http://schemas.microsoft.com/office/drawing/2014/main" id="{7BBFE8B1-B91C-CAB6-2AD2-B0756470D8C2}"/>
                  </a:ext>
                </a:extLst>
              </p:cNvPr>
              <p:cNvSpPr/>
              <p:nvPr/>
            </p:nvSpPr>
            <p:spPr>
              <a:xfrm>
                <a:off x="4783931" y="2875310"/>
                <a:ext cx="7938" cy="4763"/>
              </a:xfrm>
              <a:custGeom>
                <a:avLst/>
                <a:gdLst/>
                <a:ahLst/>
                <a:cxnLst/>
                <a:rect l="l" t="t" r="r" b="b"/>
                <a:pathLst>
                  <a:path w="21" h="13" extrusionOk="0">
                    <a:moveTo>
                      <a:pt x="18" y="7"/>
                    </a:moveTo>
                    <a:lnTo>
                      <a:pt x="21" y="11"/>
                    </a:lnTo>
                    <a:lnTo>
                      <a:pt x="16" y="13"/>
                    </a:lnTo>
                    <a:lnTo>
                      <a:pt x="10" y="12"/>
                    </a:lnTo>
                    <a:lnTo>
                      <a:pt x="6" y="7"/>
                    </a:lnTo>
                    <a:lnTo>
                      <a:pt x="0" y="0"/>
                    </a:lnTo>
                    <a:lnTo>
                      <a:pt x="13" y="1"/>
                    </a:lnTo>
                    <a:lnTo>
                      <a:pt x="18" y="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70" name="Google Shape;2370;p5">
                <a:extLst>
                  <a:ext uri="{FF2B5EF4-FFF2-40B4-BE49-F238E27FC236}">
                    <a16:creationId xmlns:a16="http://schemas.microsoft.com/office/drawing/2014/main" id="{42366D7C-7D9B-4909-3683-02D676B3A8C9}"/>
                  </a:ext>
                </a:extLst>
              </p:cNvPr>
              <p:cNvSpPr/>
              <p:nvPr/>
            </p:nvSpPr>
            <p:spPr>
              <a:xfrm>
                <a:off x="4925219" y="2757835"/>
                <a:ext cx="4763" cy="9525"/>
              </a:xfrm>
              <a:custGeom>
                <a:avLst/>
                <a:gdLst/>
                <a:ahLst/>
                <a:cxnLst/>
                <a:rect l="l" t="t" r="r" b="b"/>
                <a:pathLst>
                  <a:path w="14" h="30" extrusionOk="0">
                    <a:moveTo>
                      <a:pt x="8" y="30"/>
                    </a:moveTo>
                    <a:lnTo>
                      <a:pt x="14" y="23"/>
                    </a:lnTo>
                    <a:lnTo>
                      <a:pt x="14" y="12"/>
                    </a:lnTo>
                    <a:lnTo>
                      <a:pt x="13" y="5"/>
                    </a:lnTo>
                    <a:lnTo>
                      <a:pt x="4" y="0"/>
                    </a:lnTo>
                    <a:lnTo>
                      <a:pt x="2" y="8"/>
                    </a:lnTo>
                    <a:lnTo>
                      <a:pt x="0" y="18"/>
                    </a:lnTo>
                    <a:lnTo>
                      <a:pt x="8" y="3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371" name="Google Shape;2371;p5">
                <a:extLst>
                  <a:ext uri="{FF2B5EF4-FFF2-40B4-BE49-F238E27FC236}">
                    <a16:creationId xmlns:a16="http://schemas.microsoft.com/office/drawing/2014/main" id="{257A0685-789E-50B2-70D3-BB2EB0DCEEA4}"/>
                  </a:ext>
                </a:extLst>
              </p:cNvPr>
              <p:cNvGrpSpPr/>
              <p:nvPr/>
            </p:nvGrpSpPr>
            <p:grpSpPr>
              <a:xfrm>
                <a:off x="4876006" y="2765784"/>
                <a:ext cx="204788" cy="242889"/>
                <a:chOff x="2589" y="1903"/>
                <a:chExt cx="129" cy="153"/>
              </a:xfrm>
              <a:grpFill/>
            </p:grpSpPr>
            <p:sp>
              <p:nvSpPr>
                <p:cNvPr id="2372" name="Google Shape;2372;p5">
                  <a:extLst>
                    <a:ext uri="{FF2B5EF4-FFF2-40B4-BE49-F238E27FC236}">
                      <a16:creationId xmlns:a16="http://schemas.microsoft.com/office/drawing/2014/main" id="{346E5C83-D15F-2DEF-8602-A52149851C5E}"/>
                    </a:ext>
                  </a:extLst>
                </p:cNvPr>
                <p:cNvSpPr/>
                <p:nvPr/>
              </p:nvSpPr>
              <p:spPr>
                <a:xfrm>
                  <a:off x="2653" y="2034"/>
                  <a:ext cx="34" cy="22"/>
                </a:xfrm>
                <a:custGeom>
                  <a:avLst/>
                  <a:gdLst/>
                  <a:ahLst/>
                  <a:cxnLst/>
                  <a:rect l="l" t="t" r="r" b="b"/>
                  <a:pathLst>
                    <a:path w="172" h="110" extrusionOk="0">
                      <a:moveTo>
                        <a:pt x="172" y="0"/>
                      </a:moveTo>
                      <a:lnTo>
                        <a:pt x="168" y="1"/>
                      </a:lnTo>
                      <a:lnTo>
                        <a:pt x="168" y="2"/>
                      </a:lnTo>
                      <a:lnTo>
                        <a:pt x="167" y="12"/>
                      </a:lnTo>
                      <a:lnTo>
                        <a:pt x="153" y="34"/>
                      </a:lnTo>
                      <a:lnTo>
                        <a:pt x="143" y="60"/>
                      </a:lnTo>
                      <a:lnTo>
                        <a:pt x="142" y="66"/>
                      </a:lnTo>
                      <a:lnTo>
                        <a:pt x="146" y="70"/>
                      </a:lnTo>
                      <a:lnTo>
                        <a:pt x="147" y="75"/>
                      </a:lnTo>
                      <a:lnTo>
                        <a:pt x="152" y="87"/>
                      </a:lnTo>
                      <a:lnTo>
                        <a:pt x="146" y="103"/>
                      </a:lnTo>
                      <a:lnTo>
                        <a:pt x="145" y="110"/>
                      </a:lnTo>
                      <a:lnTo>
                        <a:pt x="130" y="110"/>
                      </a:lnTo>
                      <a:lnTo>
                        <a:pt x="118" y="108"/>
                      </a:lnTo>
                      <a:lnTo>
                        <a:pt x="108" y="98"/>
                      </a:lnTo>
                      <a:lnTo>
                        <a:pt x="99" y="88"/>
                      </a:lnTo>
                      <a:lnTo>
                        <a:pt x="84" y="83"/>
                      </a:lnTo>
                      <a:lnTo>
                        <a:pt x="76" y="82"/>
                      </a:lnTo>
                      <a:lnTo>
                        <a:pt x="67" y="79"/>
                      </a:lnTo>
                      <a:lnTo>
                        <a:pt x="61" y="71"/>
                      </a:lnTo>
                      <a:lnTo>
                        <a:pt x="49" y="66"/>
                      </a:lnTo>
                      <a:lnTo>
                        <a:pt x="37" y="56"/>
                      </a:lnTo>
                      <a:lnTo>
                        <a:pt x="25" y="51"/>
                      </a:lnTo>
                      <a:lnTo>
                        <a:pt x="8" y="48"/>
                      </a:lnTo>
                      <a:lnTo>
                        <a:pt x="2" y="40"/>
                      </a:lnTo>
                      <a:lnTo>
                        <a:pt x="0" y="26"/>
                      </a:lnTo>
                      <a:lnTo>
                        <a:pt x="1" y="18"/>
                      </a:lnTo>
                      <a:lnTo>
                        <a:pt x="3" y="15"/>
                      </a:lnTo>
                      <a:lnTo>
                        <a:pt x="6" y="10"/>
                      </a:lnTo>
                      <a:lnTo>
                        <a:pt x="9" y="8"/>
                      </a:lnTo>
                      <a:lnTo>
                        <a:pt x="19" y="15"/>
                      </a:lnTo>
                      <a:lnTo>
                        <a:pt x="25" y="15"/>
                      </a:lnTo>
                      <a:lnTo>
                        <a:pt x="41" y="5"/>
                      </a:lnTo>
                      <a:lnTo>
                        <a:pt x="62" y="15"/>
                      </a:lnTo>
                      <a:lnTo>
                        <a:pt x="66" y="22"/>
                      </a:lnTo>
                      <a:lnTo>
                        <a:pt x="73" y="22"/>
                      </a:lnTo>
                      <a:lnTo>
                        <a:pt x="80" y="20"/>
                      </a:lnTo>
                      <a:lnTo>
                        <a:pt x="110" y="16"/>
                      </a:lnTo>
                      <a:lnTo>
                        <a:pt x="119" y="13"/>
                      </a:lnTo>
                      <a:lnTo>
                        <a:pt x="127" y="8"/>
                      </a:lnTo>
                      <a:lnTo>
                        <a:pt x="146" y="8"/>
                      </a:lnTo>
                      <a:lnTo>
                        <a:pt x="152" y="4"/>
                      </a:lnTo>
                      <a:lnTo>
                        <a:pt x="163" y="2"/>
                      </a:lnTo>
                      <a:lnTo>
                        <a:pt x="172"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73" name="Google Shape;2373;p5">
                  <a:extLst>
                    <a:ext uri="{FF2B5EF4-FFF2-40B4-BE49-F238E27FC236}">
                      <a16:creationId xmlns:a16="http://schemas.microsoft.com/office/drawing/2014/main" id="{C6819F99-C372-4E3A-24CB-C7B552B8F45F}"/>
                    </a:ext>
                  </a:extLst>
                </p:cNvPr>
                <p:cNvSpPr/>
                <p:nvPr/>
              </p:nvSpPr>
              <p:spPr>
                <a:xfrm>
                  <a:off x="2606" y="1991"/>
                  <a:ext cx="16" cy="35"/>
                </a:xfrm>
                <a:custGeom>
                  <a:avLst/>
                  <a:gdLst/>
                  <a:ahLst/>
                  <a:cxnLst/>
                  <a:rect l="l" t="t" r="r" b="b"/>
                  <a:pathLst>
                    <a:path w="82" h="173" extrusionOk="0">
                      <a:moveTo>
                        <a:pt x="50" y="0"/>
                      </a:moveTo>
                      <a:lnTo>
                        <a:pt x="63" y="5"/>
                      </a:lnTo>
                      <a:lnTo>
                        <a:pt x="64" y="8"/>
                      </a:lnTo>
                      <a:lnTo>
                        <a:pt x="70" y="12"/>
                      </a:lnTo>
                      <a:lnTo>
                        <a:pt x="75" y="24"/>
                      </a:lnTo>
                      <a:lnTo>
                        <a:pt x="81" y="43"/>
                      </a:lnTo>
                      <a:lnTo>
                        <a:pt x="82" y="63"/>
                      </a:lnTo>
                      <a:lnTo>
                        <a:pt x="80" y="79"/>
                      </a:lnTo>
                      <a:lnTo>
                        <a:pt x="81" y="111"/>
                      </a:lnTo>
                      <a:lnTo>
                        <a:pt x="80" y="138"/>
                      </a:lnTo>
                      <a:lnTo>
                        <a:pt x="76" y="144"/>
                      </a:lnTo>
                      <a:lnTo>
                        <a:pt x="76" y="149"/>
                      </a:lnTo>
                      <a:lnTo>
                        <a:pt x="70" y="154"/>
                      </a:lnTo>
                      <a:lnTo>
                        <a:pt x="57" y="150"/>
                      </a:lnTo>
                      <a:lnTo>
                        <a:pt x="52" y="155"/>
                      </a:lnTo>
                      <a:lnTo>
                        <a:pt x="47" y="165"/>
                      </a:lnTo>
                      <a:lnTo>
                        <a:pt x="41" y="171"/>
                      </a:lnTo>
                      <a:lnTo>
                        <a:pt x="31" y="173"/>
                      </a:lnTo>
                      <a:lnTo>
                        <a:pt x="26" y="168"/>
                      </a:lnTo>
                      <a:lnTo>
                        <a:pt x="15" y="152"/>
                      </a:lnTo>
                      <a:lnTo>
                        <a:pt x="14" y="144"/>
                      </a:lnTo>
                      <a:lnTo>
                        <a:pt x="14" y="139"/>
                      </a:lnTo>
                      <a:lnTo>
                        <a:pt x="11" y="130"/>
                      </a:lnTo>
                      <a:lnTo>
                        <a:pt x="14" y="109"/>
                      </a:lnTo>
                      <a:lnTo>
                        <a:pt x="17" y="106"/>
                      </a:lnTo>
                      <a:lnTo>
                        <a:pt x="18" y="101"/>
                      </a:lnTo>
                      <a:lnTo>
                        <a:pt x="16" y="97"/>
                      </a:lnTo>
                      <a:lnTo>
                        <a:pt x="14" y="89"/>
                      </a:lnTo>
                      <a:lnTo>
                        <a:pt x="15" y="80"/>
                      </a:lnTo>
                      <a:lnTo>
                        <a:pt x="15" y="70"/>
                      </a:lnTo>
                      <a:lnTo>
                        <a:pt x="12" y="63"/>
                      </a:lnTo>
                      <a:lnTo>
                        <a:pt x="10" y="54"/>
                      </a:lnTo>
                      <a:lnTo>
                        <a:pt x="7" y="53"/>
                      </a:lnTo>
                      <a:lnTo>
                        <a:pt x="4" y="53"/>
                      </a:lnTo>
                      <a:lnTo>
                        <a:pt x="0" y="47"/>
                      </a:lnTo>
                      <a:lnTo>
                        <a:pt x="0" y="26"/>
                      </a:lnTo>
                      <a:lnTo>
                        <a:pt x="1" y="25"/>
                      </a:lnTo>
                      <a:lnTo>
                        <a:pt x="10" y="33"/>
                      </a:lnTo>
                      <a:lnTo>
                        <a:pt x="20" y="32"/>
                      </a:lnTo>
                      <a:lnTo>
                        <a:pt x="39" y="12"/>
                      </a:lnTo>
                      <a:lnTo>
                        <a:pt x="45" y="10"/>
                      </a:lnTo>
                      <a:lnTo>
                        <a:pt x="50"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74" name="Google Shape;2374;p5">
                  <a:extLst>
                    <a:ext uri="{FF2B5EF4-FFF2-40B4-BE49-F238E27FC236}">
                      <a16:creationId xmlns:a16="http://schemas.microsoft.com/office/drawing/2014/main" id="{5A8EE098-9F6C-16A6-F84E-D0D76595981A}"/>
                    </a:ext>
                  </a:extLst>
                </p:cNvPr>
                <p:cNvSpPr/>
                <p:nvPr/>
              </p:nvSpPr>
              <p:spPr>
                <a:xfrm>
                  <a:off x="2589" y="1903"/>
                  <a:ext cx="129" cy="136"/>
                </a:xfrm>
                <a:custGeom>
                  <a:avLst/>
                  <a:gdLst/>
                  <a:ahLst/>
                  <a:cxnLst/>
                  <a:rect l="l" t="t" r="r" b="b"/>
                  <a:pathLst>
                    <a:path w="645" h="681" extrusionOk="0">
                      <a:moveTo>
                        <a:pt x="201" y="17"/>
                      </a:moveTo>
                      <a:lnTo>
                        <a:pt x="199" y="28"/>
                      </a:lnTo>
                      <a:lnTo>
                        <a:pt x="199" y="36"/>
                      </a:lnTo>
                      <a:lnTo>
                        <a:pt x="195" y="38"/>
                      </a:lnTo>
                      <a:lnTo>
                        <a:pt x="184" y="40"/>
                      </a:lnTo>
                      <a:lnTo>
                        <a:pt x="183" y="46"/>
                      </a:lnTo>
                      <a:lnTo>
                        <a:pt x="184" y="53"/>
                      </a:lnTo>
                      <a:lnTo>
                        <a:pt x="186" y="59"/>
                      </a:lnTo>
                      <a:lnTo>
                        <a:pt x="185" y="63"/>
                      </a:lnTo>
                      <a:lnTo>
                        <a:pt x="164" y="59"/>
                      </a:lnTo>
                      <a:lnTo>
                        <a:pt x="153" y="58"/>
                      </a:lnTo>
                      <a:lnTo>
                        <a:pt x="147" y="53"/>
                      </a:lnTo>
                      <a:lnTo>
                        <a:pt x="140" y="49"/>
                      </a:lnTo>
                      <a:lnTo>
                        <a:pt x="137" y="60"/>
                      </a:lnTo>
                      <a:lnTo>
                        <a:pt x="126" y="79"/>
                      </a:lnTo>
                      <a:lnTo>
                        <a:pt x="125" y="89"/>
                      </a:lnTo>
                      <a:lnTo>
                        <a:pt x="123" y="94"/>
                      </a:lnTo>
                      <a:lnTo>
                        <a:pt x="115" y="89"/>
                      </a:lnTo>
                      <a:lnTo>
                        <a:pt x="109" y="81"/>
                      </a:lnTo>
                      <a:lnTo>
                        <a:pt x="98" y="73"/>
                      </a:lnTo>
                      <a:lnTo>
                        <a:pt x="92" y="53"/>
                      </a:lnTo>
                      <a:lnTo>
                        <a:pt x="81" y="59"/>
                      </a:lnTo>
                      <a:lnTo>
                        <a:pt x="75" y="68"/>
                      </a:lnTo>
                      <a:lnTo>
                        <a:pt x="75" y="76"/>
                      </a:lnTo>
                      <a:lnTo>
                        <a:pt x="71" y="81"/>
                      </a:lnTo>
                      <a:lnTo>
                        <a:pt x="60" y="90"/>
                      </a:lnTo>
                      <a:lnTo>
                        <a:pt x="48" y="90"/>
                      </a:lnTo>
                      <a:lnTo>
                        <a:pt x="23" y="96"/>
                      </a:lnTo>
                      <a:lnTo>
                        <a:pt x="14" y="96"/>
                      </a:lnTo>
                      <a:lnTo>
                        <a:pt x="5" y="97"/>
                      </a:lnTo>
                      <a:lnTo>
                        <a:pt x="3" y="102"/>
                      </a:lnTo>
                      <a:lnTo>
                        <a:pt x="5" y="107"/>
                      </a:lnTo>
                      <a:lnTo>
                        <a:pt x="16" y="133"/>
                      </a:lnTo>
                      <a:lnTo>
                        <a:pt x="18" y="143"/>
                      </a:lnTo>
                      <a:lnTo>
                        <a:pt x="7" y="150"/>
                      </a:lnTo>
                      <a:lnTo>
                        <a:pt x="2" y="156"/>
                      </a:lnTo>
                      <a:lnTo>
                        <a:pt x="0" y="165"/>
                      </a:lnTo>
                      <a:lnTo>
                        <a:pt x="1" y="170"/>
                      </a:lnTo>
                      <a:lnTo>
                        <a:pt x="2" y="175"/>
                      </a:lnTo>
                      <a:lnTo>
                        <a:pt x="11" y="177"/>
                      </a:lnTo>
                      <a:lnTo>
                        <a:pt x="12" y="186"/>
                      </a:lnTo>
                      <a:lnTo>
                        <a:pt x="10" y="194"/>
                      </a:lnTo>
                      <a:lnTo>
                        <a:pt x="11" y="205"/>
                      </a:lnTo>
                      <a:lnTo>
                        <a:pt x="13" y="216"/>
                      </a:lnTo>
                      <a:lnTo>
                        <a:pt x="19" y="225"/>
                      </a:lnTo>
                      <a:lnTo>
                        <a:pt x="44" y="227"/>
                      </a:lnTo>
                      <a:lnTo>
                        <a:pt x="48" y="236"/>
                      </a:lnTo>
                      <a:lnTo>
                        <a:pt x="48" y="245"/>
                      </a:lnTo>
                      <a:lnTo>
                        <a:pt x="45" y="251"/>
                      </a:lnTo>
                      <a:lnTo>
                        <a:pt x="46" y="254"/>
                      </a:lnTo>
                      <a:lnTo>
                        <a:pt x="54" y="254"/>
                      </a:lnTo>
                      <a:lnTo>
                        <a:pt x="64" y="254"/>
                      </a:lnTo>
                      <a:lnTo>
                        <a:pt x="80" y="247"/>
                      </a:lnTo>
                      <a:lnTo>
                        <a:pt x="81" y="240"/>
                      </a:lnTo>
                      <a:lnTo>
                        <a:pt x="89" y="226"/>
                      </a:lnTo>
                      <a:lnTo>
                        <a:pt x="94" y="224"/>
                      </a:lnTo>
                      <a:lnTo>
                        <a:pt x="97" y="218"/>
                      </a:lnTo>
                      <a:lnTo>
                        <a:pt x="114" y="210"/>
                      </a:lnTo>
                      <a:lnTo>
                        <a:pt x="123" y="210"/>
                      </a:lnTo>
                      <a:lnTo>
                        <a:pt x="132" y="213"/>
                      </a:lnTo>
                      <a:lnTo>
                        <a:pt x="173" y="236"/>
                      </a:lnTo>
                      <a:lnTo>
                        <a:pt x="190" y="243"/>
                      </a:lnTo>
                      <a:lnTo>
                        <a:pt x="193" y="248"/>
                      </a:lnTo>
                      <a:lnTo>
                        <a:pt x="195" y="259"/>
                      </a:lnTo>
                      <a:lnTo>
                        <a:pt x="207" y="294"/>
                      </a:lnTo>
                      <a:lnTo>
                        <a:pt x="211" y="306"/>
                      </a:lnTo>
                      <a:lnTo>
                        <a:pt x="210" y="313"/>
                      </a:lnTo>
                      <a:lnTo>
                        <a:pt x="231" y="333"/>
                      </a:lnTo>
                      <a:lnTo>
                        <a:pt x="241" y="345"/>
                      </a:lnTo>
                      <a:lnTo>
                        <a:pt x="244" y="361"/>
                      </a:lnTo>
                      <a:lnTo>
                        <a:pt x="252" y="358"/>
                      </a:lnTo>
                      <a:lnTo>
                        <a:pt x="259" y="358"/>
                      </a:lnTo>
                      <a:lnTo>
                        <a:pt x="269" y="365"/>
                      </a:lnTo>
                      <a:lnTo>
                        <a:pt x="282" y="386"/>
                      </a:lnTo>
                      <a:lnTo>
                        <a:pt x="292" y="387"/>
                      </a:lnTo>
                      <a:lnTo>
                        <a:pt x="309" y="410"/>
                      </a:lnTo>
                      <a:lnTo>
                        <a:pt x="323" y="424"/>
                      </a:lnTo>
                      <a:lnTo>
                        <a:pt x="347" y="444"/>
                      </a:lnTo>
                      <a:lnTo>
                        <a:pt x="352" y="442"/>
                      </a:lnTo>
                      <a:lnTo>
                        <a:pt x="379" y="444"/>
                      </a:lnTo>
                      <a:lnTo>
                        <a:pt x="385" y="445"/>
                      </a:lnTo>
                      <a:lnTo>
                        <a:pt x="400" y="462"/>
                      </a:lnTo>
                      <a:lnTo>
                        <a:pt x="404" y="472"/>
                      </a:lnTo>
                      <a:lnTo>
                        <a:pt x="421" y="479"/>
                      </a:lnTo>
                      <a:lnTo>
                        <a:pt x="422" y="482"/>
                      </a:lnTo>
                      <a:lnTo>
                        <a:pt x="421" y="490"/>
                      </a:lnTo>
                      <a:lnTo>
                        <a:pt x="440" y="487"/>
                      </a:lnTo>
                      <a:lnTo>
                        <a:pt x="444" y="488"/>
                      </a:lnTo>
                      <a:lnTo>
                        <a:pt x="449" y="494"/>
                      </a:lnTo>
                      <a:lnTo>
                        <a:pt x="453" y="505"/>
                      </a:lnTo>
                      <a:lnTo>
                        <a:pt x="451" y="512"/>
                      </a:lnTo>
                      <a:lnTo>
                        <a:pt x="455" y="520"/>
                      </a:lnTo>
                      <a:lnTo>
                        <a:pt x="467" y="525"/>
                      </a:lnTo>
                      <a:lnTo>
                        <a:pt x="473" y="530"/>
                      </a:lnTo>
                      <a:lnTo>
                        <a:pt x="478" y="537"/>
                      </a:lnTo>
                      <a:lnTo>
                        <a:pt x="483" y="527"/>
                      </a:lnTo>
                      <a:lnTo>
                        <a:pt x="487" y="527"/>
                      </a:lnTo>
                      <a:lnTo>
                        <a:pt x="495" y="539"/>
                      </a:lnTo>
                      <a:lnTo>
                        <a:pt x="495" y="546"/>
                      </a:lnTo>
                      <a:lnTo>
                        <a:pt x="498" y="559"/>
                      </a:lnTo>
                      <a:lnTo>
                        <a:pt x="510" y="578"/>
                      </a:lnTo>
                      <a:lnTo>
                        <a:pt x="513" y="596"/>
                      </a:lnTo>
                      <a:lnTo>
                        <a:pt x="522" y="617"/>
                      </a:lnTo>
                      <a:lnTo>
                        <a:pt x="507" y="624"/>
                      </a:lnTo>
                      <a:lnTo>
                        <a:pt x="500" y="629"/>
                      </a:lnTo>
                      <a:lnTo>
                        <a:pt x="503" y="640"/>
                      </a:lnTo>
                      <a:lnTo>
                        <a:pt x="496" y="651"/>
                      </a:lnTo>
                      <a:lnTo>
                        <a:pt x="492" y="661"/>
                      </a:lnTo>
                      <a:lnTo>
                        <a:pt x="494" y="673"/>
                      </a:lnTo>
                      <a:lnTo>
                        <a:pt x="496" y="681"/>
                      </a:lnTo>
                      <a:lnTo>
                        <a:pt x="496" y="678"/>
                      </a:lnTo>
                      <a:lnTo>
                        <a:pt x="496" y="681"/>
                      </a:lnTo>
                      <a:lnTo>
                        <a:pt x="503" y="681"/>
                      </a:lnTo>
                      <a:lnTo>
                        <a:pt x="511" y="681"/>
                      </a:lnTo>
                      <a:lnTo>
                        <a:pt x="514" y="678"/>
                      </a:lnTo>
                      <a:lnTo>
                        <a:pt x="522" y="661"/>
                      </a:lnTo>
                      <a:lnTo>
                        <a:pt x="525" y="656"/>
                      </a:lnTo>
                      <a:lnTo>
                        <a:pt x="532" y="651"/>
                      </a:lnTo>
                      <a:lnTo>
                        <a:pt x="538" y="649"/>
                      </a:lnTo>
                      <a:lnTo>
                        <a:pt x="540" y="643"/>
                      </a:lnTo>
                      <a:lnTo>
                        <a:pt x="541" y="621"/>
                      </a:lnTo>
                      <a:lnTo>
                        <a:pt x="544" y="616"/>
                      </a:lnTo>
                      <a:lnTo>
                        <a:pt x="553" y="613"/>
                      </a:lnTo>
                      <a:lnTo>
                        <a:pt x="562" y="607"/>
                      </a:lnTo>
                      <a:lnTo>
                        <a:pt x="567" y="607"/>
                      </a:lnTo>
                      <a:lnTo>
                        <a:pt x="570" y="603"/>
                      </a:lnTo>
                      <a:lnTo>
                        <a:pt x="570" y="590"/>
                      </a:lnTo>
                      <a:lnTo>
                        <a:pt x="568" y="585"/>
                      </a:lnTo>
                      <a:lnTo>
                        <a:pt x="567" y="575"/>
                      </a:lnTo>
                      <a:lnTo>
                        <a:pt x="564" y="570"/>
                      </a:lnTo>
                      <a:lnTo>
                        <a:pt x="554" y="564"/>
                      </a:lnTo>
                      <a:lnTo>
                        <a:pt x="549" y="558"/>
                      </a:lnTo>
                      <a:lnTo>
                        <a:pt x="538" y="553"/>
                      </a:lnTo>
                      <a:lnTo>
                        <a:pt x="538" y="543"/>
                      </a:lnTo>
                      <a:lnTo>
                        <a:pt x="543" y="523"/>
                      </a:lnTo>
                      <a:lnTo>
                        <a:pt x="551" y="511"/>
                      </a:lnTo>
                      <a:lnTo>
                        <a:pt x="564" y="499"/>
                      </a:lnTo>
                      <a:lnTo>
                        <a:pt x="575" y="496"/>
                      </a:lnTo>
                      <a:lnTo>
                        <a:pt x="591" y="509"/>
                      </a:lnTo>
                      <a:lnTo>
                        <a:pt x="604" y="512"/>
                      </a:lnTo>
                      <a:lnTo>
                        <a:pt x="615" y="519"/>
                      </a:lnTo>
                      <a:lnTo>
                        <a:pt x="619" y="527"/>
                      </a:lnTo>
                      <a:lnTo>
                        <a:pt x="626" y="539"/>
                      </a:lnTo>
                      <a:lnTo>
                        <a:pt x="637" y="546"/>
                      </a:lnTo>
                      <a:lnTo>
                        <a:pt x="637" y="543"/>
                      </a:lnTo>
                      <a:lnTo>
                        <a:pt x="645" y="527"/>
                      </a:lnTo>
                      <a:lnTo>
                        <a:pt x="642" y="520"/>
                      </a:lnTo>
                      <a:lnTo>
                        <a:pt x="636" y="511"/>
                      </a:lnTo>
                      <a:lnTo>
                        <a:pt x="626" y="500"/>
                      </a:lnTo>
                      <a:lnTo>
                        <a:pt x="615" y="482"/>
                      </a:lnTo>
                      <a:lnTo>
                        <a:pt x="580" y="468"/>
                      </a:lnTo>
                      <a:lnTo>
                        <a:pt x="572" y="460"/>
                      </a:lnTo>
                      <a:lnTo>
                        <a:pt x="560" y="452"/>
                      </a:lnTo>
                      <a:lnTo>
                        <a:pt x="524" y="437"/>
                      </a:lnTo>
                      <a:lnTo>
                        <a:pt x="516" y="433"/>
                      </a:lnTo>
                      <a:lnTo>
                        <a:pt x="510" y="430"/>
                      </a:lnTo>
                      <a:lnTo>
                        <a:pt x="506" y="430"/>
                      </a:lnTo>
                      <a:lnTo>
                        <a:pt x="502" y="426"/>
                      </a:lnTo>
                      <a:lnTo>
                        <a:pt x="502" y="420"/>
                      </a:lnTo>
                      <a:lnTo>
                        <a:pt x="508" y="414"/>
                      </a:lnTo>
                      <a:lnTo>
                        <a:pt x="516" y="409"/>
                      </a:lnTo>
                      <a:lnTo>
                        <a:pt x="517" y="401"/>
                      </a:lnTo>
                      <a:lnTo>
                        <a:pt x="511" y="392"/>
                      </a:lnTo>
                      <a:lnTo>
                        <a:pt x="500" y="392"/>
                      </a:lnTo>
                      <a:lnTo>
                        <a:pt x="496" y="394"/>
                      </a:lnTo>
                      <a:lnTo>
                        <a:pt x="503" y="392"/>
                      </a:lnTo>
                      <a:lnTo>
                        <a:pt x="496" y="394"/>
                      </a:lnTo>
                      <a:lnTo>
                        <a:pt x="465" y="394"/>
                      </a:lnTo>
                      <a:lnTo>
                        <a:pt x="465" y="403"/>
                      </a:lnTo>
                      <a:lnTo>
                        <a:pt x="453" y="390"/>
                      </a:lnTo>
                      <a:lnTo>
                        <a:pt x="442" y="382"/>
                      </a:lnTo>
                      <a:lnTo>
                        <a:pt x="437" y="382"/>
                      </a:lnTo>
                      <a:lnTo>
                        <a:pt x="435" y="374"/>
                      </a:lnTo>
                      <a:lnTo>
                        <a:pt x="431" y="374"/>
                      </a:lnTo>
                      <a:lnTo>
                        <a:pt x="410" y="354"/>
                      </a:lnTo>
                      <a:lnTo>
                        <a:pt x="405" y="345"/>
                      </a:lnTo>
                      <a:lnTo>
                        <a:pt x="398" y="332"/>
                      </a:lnTo>
                      <a:lnTo>
                        <a:pt x="392" y="313"/>
                      </a:lnTo>
                      <a:lnTo>
                        <a:pt x="388" y="309"/>
                      </a:lnTo>
                      <a:lnTo>
                        <a:pt x="382" y="285"/>
                      </a:lnTo>
                      <a:lnTo>
                        <a:pt x="374" y="270"/>
                      </a:lnTo>
                      <a:lnTo>
                        <a:pt x="369" y="267"/>
                      </a:lnTo>
                      <a:lnTo>
                        <a:pt x="363" y="267"/>
                      </a:lnTo>
                      <a:lnTo>
                        <a:pt x="362" y="263"/>
                      </a:lnTo>
                      <a:lnTo>
                        <a:pt x="347" y="254"/>
                      </a:lnTo>
                      <a:lnTo>
                        <a:pt x="341" y="247"/>
                      </a:lnTo>
                      <a:lnTo>
                        <a:pt x="320" y="237"/>
                      </a:lnTo>
                      <a:lnTo>
                        <a:pt x="314" y="230"/>
                      </a:lnTo>
                      <a:lnTo>
                        <a:pt x="309" y="220"/>
                      </a:lnTo>
                      <a:lnTo>
                        <a:pt x="306" y="211"/>
                      </a:lnTo>
                      <a:lnTo>
                        <a:pt x="306" y="193"/>
                      </a:lnTo>
                      <a:lnTo>
                        <a:pt x="308" y="177"/>
                      </a:lnTo>
                      <a:lnTo>
                        <a:pt x="313" y="172"/>
                      </a:lnTo>
                      <a:lnTo>
                        <a:pt x="314" y="165"/>
                      </a:lnTo>
                      <a:lnTo>
                        <a:pt x="312" y="159"/>
                      </a:lnTo>
                      <a:lnTo>
                        <a:pt x="304" y="156"/>
                      </a:lnTo>
                      <a:lnTo>
                        <a:pt x="302" y="141"/>
                      </a:lnTo>
                      <a:lnTo>
                        <a:pt x="304" y="134"/>
                      </a:lnTo>
                      <a:lnTo>
                        <a:pt x="314" y="126"/>
                      </a:lnTo>
                      <a:lnTo>
                        <a:pt x="318" y="126"/>
                      </a:lnTo>
                      <a:lnTo>
                        <a:pt x="319" y="127"/>
                      </a:lnTo>
                      <a:lnTo>
                        <a:pt x="324" y="126"/>
                      </a:lnTo>
                      <a:lnTo>
                        <a:pt x="357" y="108"/>
                      </a:lnTo>
                      <a:lnTo>
                        <a:pt x="366" y="111"/>
                      </a:lnTo>
                      <a:lnTo>
                        <a:pt x="376" y="106"/>
                      </a:lnTo>
                      <a:lnTo>
                        <a:pt x="382" y="107"/>
                      </a:lnTo>
                      <a:lnTo>
                        <a:pt x="383" y="113"/>
                      </a:lnTo>
                      <a:lnTo>
                        <a:pt x="379" y="121"/>
                      </a:lnTo>
                      <a:lnTo>
                        <a:pt x="379" y="122"/>
                      </a:lnTo>
                      <a:lnTo>
                        <a:pt x="384" y="123"/>
                      </a:lnTo>
                      <a:lnTo>
                        <a:pt x="389" y="122"/>
                      </a:lnTo>
                      <a:lnTo>
                        <a:pt x="393" y="119"/>
                      </a:lnTo>
                      <a:lnTo>
                        <a:pt x="394" y="114"/>
                      </a:lnTo>
                      <a:lnTo>
                        <a:pt x="392" y="111"/>
                      </a:lnTo>
                      <a:lnTo>
                        <a:pt x="388" y="110"/>
                      </a:lnTo>
                      <a:lnTo>
                        <a:pt x="385" y="105"/>
                      </a:lnTo>
                      <a:lnTo>
                        <a:pt x="378" y="101"/>
                      </a:lnTo>
                      <a:lnTo>
                        <a:pt x="376" y="98"/>
                      </a:lnTo>
                      <a:lnTo>
                        <a:pt x="376" y="90"/>
                      </a:lnTo>
                      <a:lnTo>
                        <a:pt x="371" y="84"/>
                      </a:lnTo>
                      <a:lnTo>
                        <a:pt x="372" y="76"/>
                      </a:lnTo>
                      <a:lnTo>
                        <a:pt x="374" y="69"/>
                      </a:lnTo>
                      <a:lnTo>
                        <a:pt x="369" y="70"/>
                      </a:lnTo>
                      <a:lnTo>
                        <a:pt x="367" y="69"/>
                      </a:lnTo>
                      <a:lnTo>
                        <a:pt x="367" y="64"/>
                      </a:lnTo>
                      <a:lnTo>
                        <a:pt x="369" y="57"/>
                      </a:lnTo>
                      <a:lnTo>
                        <a:pt x="381" y="47"/>
                      </a:lnTo>
                      <a:lnTo>
                        <a:pt x="372" y="47"/>
                      </a:lnTo>
                      <a:lnTo>
                        <a:pt x="358" y="42"/>
                      </a:lnTo>
                      <a:lnTo>
                        <a:pt x="328" y="37"/>
                      </a:lnTo>
                      <a:lnTo>
                        <a:pt x="318" y="31"/>
                      </a:lnTo>
                      <a:lnTo>
                        <a:pt x="313" y="31"/>
                      </a:lnTo>
                      <a:lnTo>
                        <a:pt x="302" y="22"/>
                      </a:lnTo>
                      <a:lnTo>
                        <a:pt x="298" y="15"/>
                      </a:lnTo>
                      <a:lnTo>
                        <a:pt x="296" y="8"/>
                      </a:lnTo>
                      <a:lnTo>
                        <a:pt x="296" y="3"/>
                      </a:lnTo>
                      <a:lnTo>
                        <a:pt x="293" y="0"/>
                      </a:lnTo>
                      <a:lnTo>
                        <a:pt x="287" y="1"/>
                      </a:lnTo>
                      <a:lnTo>
                        <a:pt x="282" y="5"/>
                      </a:lnTo>
                      <a:lnTo>
                        <a:pt x="272" y="8"/>
                      </a:lnTo>
                      <a:lnTo>
                        <a:pt x="254" y="9"/>
                      </a:lnTo>
                      <a:lnTo>
                        <a:pt x="234" y="16"/>
                      </a:lnTo>
                      <a:lnTo>
                        <a:pt x="218" y="21"/>
                      </a:lnTo>
                      <a:lnTo>
                        <a:pt x="215" y="22"/>
                      </a:lnTo>
                      <a:lnTo>
                        <a:pt x="201" y="1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375" name="Google Shape;2375;p5">
                <a:extLst>
                  <a:ext uri="{FF2B5EF4-FFF2-40B4-BE49-F238E27FC236}">
                    <a16:creationId xmlns:a16="http://schemas.microsoft.com/office/drawing/2014/main" id="{0A37A759-6CA8-DEAD-9595-EC72BE477DAB}"/>
                  </a:ext>
                </a:extLst>
              </p:cNvPr>
              <p:cNvSpPr/>
              <p:nvPr/>
            </p:nvSpPr>
            <p:spPr>
              <a:xfrm>
                <a:off x="4858544" y="2684810"/>
                <a:ext cx="11113" cy="17463"/>
              </a:xfrm>
              <a:custGeom>
                <a:avLst/>
                <a:gdLst/>
                <a:ahLst/>
                <a:cxnLst/>
                <a:rect l="l" t="t" r="r" b="b"/>
                <a:pathLst>
                  <a:path w="38" h="53" extrusionOk="0">
                    <a:moveTo>
                      <a:pt x="21" y="53"/>
                    </a:moveTo>
                    <a:lnTo>
                      <a:pt x="33" y="52"/>
                    </a:lnTo>
                    <a:lnTo>
                      <a:pt x="38" y="45"/>
                    </a:lnTo>
                    <a:lnTo>
                      <a:pt x="37" y="33"/>
                    </a:lnTo>
                    <a:lnTo>
                      <a:pt x="33" y="26"/>
                    </a:lnTo>
                    <a:lnTo>
                      <a:pt x="28" y="18"/>
                    </a:lnTo>
                    <a:lnTo>
                      <a:pt x="28" y="11"/>
                    </a:lnTo>
                    <a:lnTo>
                      <a:pt x="30" y="4"/>
                    </a:lnTo>
                    <a:lnTo>
                      <a:pt x="22" y="0"/>
                    </a:lnTo>
                    <a:lnTo>
                      <a:pt x="16" y="0"/>
                    </a:lnTo>
                    <a:lnTo>
                      <a:pt x="6" y="7"/>
                    </a:lnTo>
                    <a:lnTo>
                      <a:pt x="0" y="20"/>
                    </a:lnTo>
                    <a:lnTo>
                      <a:pt x="3" y="33"/>
                    </a:lnTo>
                    <a:lnTo>
                      <a:pt x="3" y="48"/>
                    </a:lnTo>
                    <a:lnTo>
                      <a:pt x="21" y="5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76" name="Google Shape;2376;p5">
                <a:extLst>
                  <a:ext uri="{FF2B5EF4-FFF2-40B4-BE49-F238E27FC236}">
                    <a16:creationId xmlns:a16="http://schemas.microsoft.com/office/drawing/2014/main" id="{3864FB99-900D-FF41-B1E5-22275EE8B01E}"/>
                  </a:ext>
                </a:extLst>
              </p:cNvPr>
              <p:cNvSpPr/>
              <p:nvPr/>
            </p:nvSpPr>
            <p:spPr>
              <a:xfrm>
                <a:off x="4863306" y="2751485"/>
                <a:ext cx="77788" cy="44450"/>
              </a:xfrm>
              <a:custGeom>
                <a:avLst/>
                <a:gdLst/>
                <a:ahLst/>
                <a:cxnLst/>
                <a:rect l="l" t="t" r="r" b="b"/>
                <a:pathLst>
                  <a:path w="241" h="142" extrusionOk="0">
                    <a:moveTo>
                      <a:pt x="54" y="142"/>
                    </a:moveTo>
                    <a:lnTo>
                      <a:pt x="52" y="131"/>
                    </a:lnTo>
                    <a:lnTo>
                      <a:pt x="45" y="130"/>
                    </a:lnTo>
                    <a:lnTo>
                      <a:pt x="42" y="119"/>
                    </a:lnTo>
                    <a:lnTo>
                      <a:pt x="42" y="101"/>
                    </a:lnTo>
                    <a:lnTo>
                      <a:pt x="38" y="100"/>
                    </a:lnTo>
                    <a:lnTo>
                      <a:pt x="21" y="100"/>
                    </a:lnTo>
                    <a:lnTo>
                      <a:pt x="10" y="117"/>
                    </a:lnTo>
                    <a:lnTo>
                      <a:pt x="4" y="121"/>
                    </a:lnTo>
                    <a:lnTo>
                      <a:pt x="0" y="119"/>
                    </a:lnTo>
                    <a:lnTo>
                      <a:pt x="2" y="97"/>
                    </a:lnTo>
                    <a:lnTo>
                      <a:pt x="5" y="84"/>
                    </a:lnTo>
                    <a:lnTo>
                      <a:pt x="9" y="81"/>
                    </a:lnTo>
                    <a:lnTo>
                      <a:pt x="13" y="74"/>
                    </a:lnTo>
                    <a:lnTo>
                      <a:pt x="20" y="70"/>
                    </a:lnTo>
                    <a:lnTo>
                      <a:pt x="21" y="67"/>
                    </a:lnTo>
                    <a:lnTo>
                      <a:pt x="24" y="57"/>
                    </a:lnTo>
                    <a:lnTo>
                      <a:pt x="30" y="49"/>
                    </a:lnTo>
                    <a:lnTo>
                      <a:pt x="53" y="23"/>
                    </a:lnTo>
                    <a:lnTo>
                      <a:pt x="50" y="18"/>
                    </a:lnTo>
                    <a:lnTo>
                      <a:pt x="53" y="11"/>
                    </a:lnTo>
                    <a:lnTo>
                      <a:pt x="70" y="13"/>
                    </a:lnTo>
                    <a:lnTo>
                      <a:pt x="78" y="9"/>
                    </a:lnTo>
                    <a:lnTo>
                      <a:pt x="85" y="3"/>
                    </a:lnTo>
                    <a:lnTo>
                      <a:pt x="91" y="9"/>
                    </a:lnTo>
                    <a:lnTo>
                      <a:pt x="127" y="6"/>
                    </a:lnTo>
                    <a:lnTo>
                      <a:pt x="153" y="0"/>
                    </a:lnTo>
                    <a:lnTo>
                      <a:pt x="172" y="6"/>
                    </a:lnTo>
                    <a:lnTo>
                      <a:pt x="190" y="13"/>
                    </a:lnTo>
                    <a:lnTo>
                      <a:pt x="197" y="22"/>
                    </a:lnTo>
                    <a:lnTo>
                      <a:pt x="195" y="30"/>
                    </a:lnTo>
                    <a:lnTo>
                      <a:pt x="193" y="40"/>
                    </a:lnTo>
                    <a:lnTo>
                      <a:pt x="201" y="52"/>
                    </a:lnTo>
                    <a:lnTo>
                      <a:pt x="207" y="57"/>
                    </a:lnTo>
                    <a:lnTo>
                      <a:pt x="217" y="62"/>
                    </a:lnTo>
                    <a:lnTo>
                      <a:pt x="226" y="63"/>
                    </a:lnTo>
                    <a:lnTo>
                      <a:pt x="234" y="58"/>
                    </a:lnTo>
                    <a:lnTo>
                      <a:pt x="241" y="63"/>
                    </a:lnTo>
                    <a:lnTo>
                      <a:pt x="239" y="74"/>
                    </a:lnTo>
                    <a:lnTo>
                      <a:pt x="239" y="82"/>
                    </a:lnTo>
                    <a:lnTo>
                      <a:pt x="235" y="84"/>
                    </a:lnTo>
                    <a:lnTo>
                      <a:pt x="224" y="86"/>
                    </a:lnTo>
                    <a:lnTo>
                      <a:pt x="223" y="92"/>
                    </a:lnTo>
                    <a:lnTo>
                      <a:pt x="224" y="99"/>
                    </a:lnTo>
                    <a:lnTo>
                      <a:pt x="226" y="105"/>
                    </a:lnTo>
                    <a:lnTo>
                      <a:pt x="225" y="109"/>
                    </a:lnTo>
                    <a:lnTo>
                      <a:pt x="204" y="105"/>
                    </a:lnTo>
                    <a:lnTo>
                      <a:pt x="193" y="104"/>
                    </a:lnTo>
                    <a:lnTo>
                      <a:pt x="187" y="99"/>
                    </a:lnTo>
                    <a:lnTo>
                      <a:pt x="180" y="95"/>
                    </a:lnTo>
                    <a:lnTo>
                      <a:pt x="177" y="106"/>
                    </a:lnTo>
                    <a:lnTo>
                      <a:pt x="166" y="126"/>
                    </a:lnTo>
                    <a:lnTo>
                      <a:pt x="165" y="135"/>
                    </a:lnTo>
                    <a:lnTo>
                      <a:pt x="163" y="140"/>
                    </a:lnTo>
                    <a:lnTo>
                      <a:pt x="155" y="135"/>
                    </a:lnTo>
                    <a:lnTo>
                      <a:pt x="149" y="127"/>
                    </a:lnTo>
                    <a:lnTo>
                      <a:pt x="138" y="119"/>
                    </a:lnTo>
                    <a:lnTo>
                      <a:pt x="132" y="99"/>
                    </a:lnTo>
                    <a:lnTo>
                      <a:pt x="121" y="105"/>
                    </a:lnTo>
                    <a:lnTo>
                      <a:pt x="115" y="114"/>
                    </a:lnTo>
                    <a:lnTo>
                      <a:pt x="115" y="122"/>
                    </a:lnTo>
                    <a:lnTo>
                      <a:pt x="111" y="127"/>
                    </a:lnTo>
                    <a:lnTo>
                      <a:pt x="100" y="136"/>
                    </a:lnTo>
                    <a:lnTo>
                      <a:pt x="88" y="136"/>
                    </a:lnTo>
                    <a:lnTo>
                      <a:pt x="63" y="142"/>
                    </a:lnTo>
                    <a:lnTo>
                      <a:pt x="54" y="14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77" name="Google Shape;2377;p5">
                <a:extLst>
                  <a:ext uri="{FF2B5EF4-FFF2-40B4-BE49-F238E27FC236}">
                    <a16:creationId xmlns:a16="http://schemas.microsoft.com/office/drawing/2014/main" id="{3C2A8A38-7ECE-B357-F4D2-6F42BED0451B}"/>
                  </a:ext>
                </a:extLst>
              </p:cNvPr>
              <p:cNvSpPr/>
              <p:nvPr/>
            </p:nvSpPr>
            <p:spPr>
              <a:xfrm>
                <a:off x="4809331" y="2649885"/>
                <a:ext cx="58738" cy="50800"/>
              </a:xfrm>
              <a:custGeom>
                <a:avLst/>
                <a:gdLst/>
                <a:ahLst/>
                <a:cxnLst/>
                <a:rect l="l" t="t" r="r" b="b"/>
                <a:pathLst>
                  <a:path w="188" h="161" extrusionOk="0">
                    <a:moveTo>
                      <a:pt x="158" y="160"/>
                    </a:moveTo>
                    <a:lnTo>
                      <a:pt x="150" y="161"/>
                    </a:lnTo>
                    <a:lnTo>
                      <a:pt x="140" y="159"/>
                    </a:lnTo>
                    <a:lnTo>
                      <a:pt x="131" y="152"/>
                    </a:lnTo>
                    <a:lnTo>
                      <a:pt x="120" y="146"/>
                    </a:lnTo>
                    <a:lnTo>
                      <a:pt x="123" y="140"/>
                    </a:lnTo>
                    <a:lnTo>
                      <a:pt x="118" y="138"/>
                    </a:lnTo>
                    <a:lnTo>
                      <a:pt x="118" y="114"/>
                    </a:lnTo>
                    <a:lnTo>
                      <a:pt x="112" y="114"/>
                    </a:lnTo>
                    <a:lnTo>
                      <a:pt x="106" y="122"/>
                    </a:lnTo>
                    <a:lnTo>
                      <a:pt x="101" y="129"/>
                    </a:lnTo>
                    <a:lnTo>
                      <a:pt x="91" y="129"/>
                    </a:lnTo>
                    <a:lnTo>
                      <a:pt x="81" y="125"/>
                    </a:lnTo>
                    <a:lnTo>
                      <a:pt x="79" y="110"/>
                    </a:lnTo>
                    <a:lnTo>
                      <a:pt x="76" y="101"/>
                    </a:lnTo>
                    <a:lnTo>
                      <a:pt x="70" y="96"/>
                    </a:lnTo>
                    <a:lnTo>
                      <a:pt x="58" y="92"/>
                    </a:lnTo>
                    <a:lnTo>
                      <a:pt x="44" y="84"/>
                    </a:lnTo>
                    <a:lnTo>
                      <a:pt x="34" y="80"/>
                    </a:lnTo>
                    <a:lnTo>
                      <a:pt x="25" y="62"/>
                    </a:lnTo>
                    <a:lnTo>
                      <a:pt x="13" y="63"/>
                    </a:lnTo>
                    <a:lnTo>
                      <a:pt x="2" y="58"/>
                    </a:lnTo>
                    <a:lnTo>
                      <a:pt x="0" y="48"/>
                    </a:lnTo>
                    <a:lnTo>
                      <a:pt x="0" y="32"/>
                    </a:lnTo>
                    <a:lnTo>
                      <a:pt x="0" y="28"/>
                    </a:lnTo>
                    <a:lnTo>
                      <a:pt x="23" y="15"/>
                    </a:lnTo>
                    <a:lnTo>
                      <a:pt x="33" y="11"/>
                    </a:lnTo>
                    <a:lnTo>
                      <a:pt x="39" y="10"/>
                    </a:lnTo>
                    <a:lnTo>
                      <a:pt x="39" y="11"/>
                    </a:lnTo>
                    <a:lnTo>
                      <a:pt x="56" y="20"/>
                    </a:lnTo>
                    <a:lnTo>
                      <a:pt x="76" y="14"/>
                    </a:lnTo>
                    <a:lnTo>
                      <a:pt x="91" y="4"/>
                    </a:lnTo>
                    <a:lnTo>
                      <a:pt x="103" y="1"/>
                    </a:lnTo>
                    <a:lnTo>
                      <a:pt x="118" y="0"/>
                    </a:lnTo>
                    <a:lnTo>
                      <a:pt x="124" y="6"/>
                    </a:lnTo>
                    <a:lnTo>
                      <a:pt x="127" y="6"/>
                    </a:lnTo>
                    <a:lnTo>
                      <a:pt x="129" y="14"/>
                    </a:lnTo>
                    <a:lnTo>
                      <a:pt x="138" y="17"/>
                    </a:lnTo>
                    <a:lnTo>
                      <a:pt x="146" y="19"/>
                    </a:lnTo>
                    <a:lnTo>
                      <a:pt x="155" y="24"/>
                    </a:lnTo>
                    <a:lnTo>
                      <a:pt x="155" y="35"/>
                    </a:lnTo>
                    <a:lnTo>
                      <a:pt x="154" y="44"/>
                    </a:lnTo>
                    <a:lnTo>
                      <a:pt x="156" y="55"/>
                    </a:lnTo>
                    <a:lnTo>
                      <a:pt x="163" y="62"/>
                    </a:lnTo>
                    <a:lnTo>
                      <a:pt x="176" y="62"/>
                    </a:lnTo>
                    <a:lnTo>
                      <a:pt x="181" y="68"/>
                    </a:lnTo>
                    <a:lnTo>
                      <a:pt x="182" y="79"/>
                    </a:lnTo>
                    <a:lnTo>
                      <a:pt x="188" y="87"/>
                    </a:lnTo>
                    <a:lnTo>
                      <a:pt x="188" y="96"/>
                    </a:lnTo>
                    <a:lnTo>
                      <a:pt x="177" y="112"/>
                    </a:lnTo>
                    <a:lnTo>
                      <a:pt x="171" y="112"/>
                    </a:lnTo>
                    <a:lnTo>
                      <a:pt x="161" y="119"/>
                    </a:lnTo>
                    <a:lnTo>
                      <a:pt x="155" y="132"/>
                    </a:lnTo>
                    <a:lnTo>
                      <a:pt x="158" y="145"/>
                    </a:lnTo>
                    <a:lnTo>
                      <a:pt x="158" y="16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78" name="Google Shape;2378;p5">
                <a:extLst>
                  <a:ext uri="{FF2B5EF4-FFF2-40B4-BE49-F238E27FC236}">
                    <a16:creationId xmlns:a16="http://schemas.microsoft.com/office/drawing/2014/main" id="{9F7E2C4B-19AB-A3EF-69CE-975295FF6676}"/>
                  </a:ext>
                </a:extLst>
              </p:cNvPr>
              <p:cNvSpPr/>
              <p:nvPr/>
            </p:nvSpPr>
            <p:spPr>
              <a:xfrm>
                <a:off x="4601369" y="2848322"/>
                <a:ext cx="217488" cy="173038"/>
              </a:xfrm>
              <a:custGeom>
                <a:avLst/>
                <a:gdLst/>
                <a:ahLst/>
                <a:cxnLst/>
                <a:rect l="l" t="t" r="r" b="b"/>
                <a:pathLst>
                  <a:path w="687" h="545" extrusionOk="0">
                    <a:moveTo>
                      <a:pt x="105" y="468"/>
                    </a:moveTo>
                    <a:lnTo>
                      <a:pt x="101" y="451"/>
                    </a:lnTo>
                    <a:lnTo>
                      <a:pt x="100" y="440"/>
                    </a:lnTo>
                    <a:lnTo>
                      <a:pt x="107" y="430"/>
                    </a:lnTo>
                    <a:lnTo>
                      <a:pt x="122" y="419"/>
                    </a:lnTo>
                    <a:lnTo>
                      <a:pt x="128" y="410"/>
                    </a:lnTo>
                    <a:lnTo>
                      <a:pt x="126" y="399"/>
                    </a:lnTo>
                    <a:lnTo>
                      <a:pt x="116" y="388"/>
                    </a:lnTo>
                    <a:lnTo>
                      <a:pt x="112" y="376"/>
                    </a:lnTo>
                    <a:lnTo>
                      <a:pt x="113" y="361"/>
                    </a:lnTo>
                    <a:lnTo>
                      <a:pt x="121" y="349"/>
                    </a:lnTo>
                    <a:lnTo>
                      <a:pt x="124" y="340"/>
                    </a:lnTo>
                    <a:lnTo>
                      <a:pt x="122" y="335"/>
                    </a:lnTo>
                    <a:lnTo>
                      <a:pt x="110" y="317"/>
                    </a:lnTo>
                    <a:lnTo>
                      <a:pt x="106" y="301"/>
                    </a:lnTo>
                    <a:lnTo>
                      <a:pt x="114" y="295"/>
                    </a:lnTo>
                    <a:lnTo>
                      <a:pt x="126" y="291"/>
                    </a:lnTo>
                    <a:lnTo>
                      <a:pt x="135" y="280"/>
                    </a:lnTo>
                    <a:lnTo>
                      <a:pt x="137" y="270"/>
                    </a:lnTo>
                    <a:lnTo>
                      <a:pt x="129" y="260"/>
                    </a:lnTo>
                    <a:lnTo>
                      <a:pt x="129" y="253"/>
                    </a:lnTo>
                    <a:lnTo>
                      <a:pt x="135" y="238"/>
                    </a:lnTo>
                    <a:lnTo>
                      <a:pt x="138" y="224"/>
                    </a:lnTo>
                    <a:lnTo>
                      <a:pt x="138" y="210"/>
                    </a:lnTo>
                    <a:lnTo>
                      <a:pt x="139" y="200"/>
                    </a:lnTo>
                    <a:lnTo>
                      <a:pt x="161" y="178"/>
                    </a:lnTo>
                    <a:lnTo>
                      <a:pt x="169" y="165"/>
                    </a:lnTo>
                    <a:lnTo>
                      <a:pt x="169" y="156"/>
                    </a:lnTo>
                    <a:lnTo>
                      <a:pt x="161" y="147"/>
                    </a:lnTo>
                    <a:lnTo>
                      <a:pt x="155" y="138"/>
                    </a:lnTo>
                    <a:lnTo>
                      <a:pt x="140" y="134"/>
                    </a:lnTo>
                    <a:lnTo>
                      <a:pt x="123" y="134"/>
                    </a:lnTo>
                    <a:lnTo>
                      <a:pt x="110" y="140"/>
                    </a:lnTo>
                    <a:lnTo>
                      <a:pt x="86" y="138"/>
                    </a:lnTo>
                    <a:lnTo>
                      <a:pt x="73" y="140"/>
                    </a:lnTo>
                    <a:lnTo>
                      <a:pt x="65" y="135"/>
                    </a:lnTo>
                    <a:lnTo>
                      <a:pt x="64" y="123"/>
                    </a:lnTo>
                    <a:lnTo>
                      <a:pt x="51" y="125"/>
                    </a:lnTo>
                    <a:lnTo>
                      <a:pt x="36" y="131"/>
                    </a:lnTo>
                    <a:lnTo>
                      <a:pt x="27" y="141"/>
                    </a:lnTo>
                    <a:lnTo>
                      <a:pt x="25" y="136"/>
                    </a:lnTo>
                    <a:lnTo>
                      <a:pt x="25" y="128"/>
                    </a:lnTo>
                    <a:lnTo>
                      <a:pt x="28" y="116"/>
                    </a:lnTo>
                    <a:lnTo>
                      <a:pt x="35" y="107"/>
                    </a:lnTo>
                    <a:lnTo>
                      <a:pt x="26" y="108"/>
                    </a:lnTo>
                    <a:lnTo>
                      <a:pt x="30" y="100"/>
                    </a:lnTo>
                    <a:lnTo>
                      <a:pt x="20" y="95"/>
                    </a:lnTo>
                    <a:lnTo>
                      <a:pt x="27" y="82"/>
                    </a:lnTo>
                    <a:lnTo>
                      <a:pt x="22" y="82"/>
                    </a:lnTo>
                    <a:lnTo>
                      <a:pt x="15" y="79"/>
                    </a:lnTo>
                    <a:lnTo>
                      <a:pt x="16" y="70"/>
                    </a:lnTo>
                    <a:lnTo>
                      <a:pt x="0" y="57"/>
                    </a:lnTo>
                    <a:lnTo>
                      <a:pt x="5" y="43"/>
                    </a:lnTo>
                    <a:lnTo>
                      <a:pt x="17" y="34"/>
                    </a:lnTo>
                    <a:lnTo>
                      <a:pt x="28" y="31"/>
                    </a:lnTo>
                    <a:lnTo>
                      <a:pt x="47" y="31"/>
                    </a:lnTo>
                    <a:lnTo>
                      <a:pt x="56" y="22"/>
                    </a:lnTo>
                    <a:lnTo>
                      <a:pt x="54" y="16"/>
                    </a:lnTo>
                    <a:lnTo>
                      <a:pt x="62" y="5"/>
                    </a:lnTo>
                    <a:lnTo>
                      <a:pt x="84" y="0"/>
                    </a:lnTo>
                    <a:lnTo>
                      <a:pt x="95" y="3"/>
                    </a:lnTo>
                    <a:lnTo>
                      <a:pt x="110" y="10"/>
                    </a:lnTo>
                    <a:lnTo>
                      <a:pt x="129" y="14"/>
                    </a:lnTo>
                    <a:lnTo>
                      <a:pt x="170" y="12"/>
                    </a:lnTo>
                    <a:lnTo>
                      <a:pt x="180" y="7"/>
                    </a:lnTo>
                    <a:lnTo>
                      <a:pt x="192" y="9"/>
                    </a:lnTo>
                    <a:lnTo>
                      <a:pt x="212" y="15"/>
                    </a:lnTo>
                    <a:lnTo>
                      <a:pt x="223" y="15"/>
                    </a:lnTo>
                    <a:lnTo>
                      <a:pt x="256" y="22"/>
                    </a:lnTo>
                    <a:lnTo>
                      <a:pt x="273" y="23"/>
                    </a:lnTo>
                    <a:lnTo>
                      <a:pt x="293" y="22"/>
                    </a:lnTo>
                    <a:lnTo>
                      <a:pt x="306" y="18"/>
                    </a:lnTo>
                    <a:lnTo>
                      <a:pt x="317" y="22"/>
                    </a:lnTo>
                    <a:lnTo>
                      <a:pt x="337" y="25"/>
                    </a:lnTo>
                    <a:lnTo>
                      <a:pt x="366" y="23"/>
                    </a:lnTo>
                    <a:lnTo>
                      <a:pt x="381" y="28"/>
                    </a:lnTo>
                    <a:lnTo>
                      <a:pt x="398" y="30"/>
                    </a:lnTo>
                    <a:lnTo>
                      <a:pt x="408" y="27"/>
                    </a:lnTo>
                    <a:lnTo>
                      <a:pt x="409" y="31"/>
                    </a:lnTo>
                    <a:lnTo>
                      <a:pt x="431" y="49"/>
                    </a:lnTo>
                    <a:lnTo>
                      <a:pt x="440" y="54"/>
                    </a:lnTo>
                    <a:lnTo>
                      <a:pt x="451" y="57"/>
                    </a:lnTo>
                    <a:lnTo>
                      <a:pt x="462" y="63"/>
                    </a:lnTo>
                    <a:lnTo>
                      <a:pt x="469" y="69"/>
                    </a:lnTo>
                    <a:lnTo>
                      <a:pt x="515" y="81"/>
                    </a:lnTo>
                    <a:lnTo>
                      <a:pt x="531" y="82"/>
                    </a:lnTo>
                    <a:lnTo>
                      <a:pt x="537" y="81"/>
                    </a:lnTo>
                    <a:lnTo>
                      <a:pt x="547" y="74"/>
                    </a:lnTo>
                    <a:lnTo>
                      <a:pt x="555" y="73"/>
                    </a:lnTo>
                    <a:lnTo>
                      <a:pt x="564" y="75"/>
                    </a:lnTo>
                    <a:lnTo>
                      <a:pt x="579" y="85"/>
                    </a:lnTo>
                    <a:lnTo>
                      <a:pt x="585" y="92"/>
                    </a:lnTo>
                    <a:lnTo>
                      <a:pt x="589" y="97"/>
                    </a:lnTo>
                    <a:lnTo>
                      <a:pt x="595" y="98"/>
                    </a:lnTo>
                    <a:lnTo>
                      <a:pt x="600" y="96"/>
                    </a:lnTo>
                    <a:lnTo>
                      <a:pt x="597" y="92"/>
                    </a:lnTo>
                    <a:lnTo>
                      <a:pt x="608" y="101"/>
                    </a:lnTo>
                    <a:lnTo>
                      <a:pt x="616" y="103"/>
                    </a:lnTo>
                    <a:lnTo>
                      <a:pt x="644" y="101"/>
                    </a:lnTo>
                    <a:lnTo>
                      <a:pt x="657" y="98"/>
                    </a:lnTo>
                    <a:lnTo>
                      <a:pt x="671" y="98"/>
                    </a:lnTo>
                    <a:lnTo>
                      <a:pt x="678" y="100"/>
                    </a:lnTo>
                    <a:lnTo>
                      <a:pt x="686" y="102"/>
                    </a:lnTo>
                    <a:lnTo>
                      <a:pt x="687" y="109"/>
                    </a:lnTo>
                    <a:lnTo>
                      <a:pt x="678" y="114"/>
                    </a:lnTo>
                    <a:lnTo>
                      <a:pt x="680" y="124"/>
                    </a:lnTo>
                    <a:lnTo>
                      <a:pt x="683" y="133"/>
                    </a:lnTo>
                    <a:lnTo>
                      <a:pt x="675" y="144"/>
                    </a:lnTo>
                    <a:lnTo>
                      <a:pt x="637" y="167"/>
                    </a:lnTo>
                    <a:lnTo>
                      <a:pt x="623" y="181"/>
                    </a:lnTo>
                    <a:lnTo>
                      <a:pt x="564" y="203"/>
                    </a:lnTo>
                    <a:lnTo>
                      <a:pt x="552" y="217"/>
                    </a:lnTo>
                    <a:lnTo>
                      <a:pt x="552" y="224"/>
                    </a:lnTo>
                    <a:lnTo>
                      <a:pt x="543" y="232"/>
                    </a:lnTo>
                    <a:lnTo>
                      <a:pt x="531" y="247"/>
                    </a:lnTo>
                    <a:lnTo>
                      <a:pt x="515" y="274"/>
                    </a:lnTo>
                    <a:lnTo>
                      <a:pt x="495" y="300"/>
                    </a:lnTo>
                    <a:lnTo>
                      <a:pt x="492" y="312"/>
                    </a:lnTo>
                    <a:lnTo>
                      <a:pt x="489" y="318"/>
                    </a:lnTo>
                    <a:lnTo>
                      <a:pt x="489" y="321"/>
                    </a:lnTo>
                    <a:lnTo>
                      <a:pt x="492" y="327"/>
                    </a:lnTo>
                    <a:lnTo>
                      <a:pt x="494" y="337"/>
                    </a:lnTo>
                    <a:lnTo>
                      <a:pt x="497" y="343"/>
                    </a:lnTo>
                    <a:lnTo>
                      <a:pt x="501" y="349"/>
                    </a:lnTo>
                    <a:lnTo>
                      <a:pt x="506" y="351"/>
                    </a:lnTo>
                    <a:lnTo>
                      <a:pt x="515" y="354"/>
                    </a:lnTo>
                    <a:lnTo>
                      <a:pt x="519" y="360"/>
                    </a:lnTo>
                    <a:lnTo>
                      <a:pt x="514" y="369"/>
                    </a:lnTo>
                    <a:lnTo>
                      <a:pt x="500" y="378"/>
                    </a:lnTo>
                    <a:lnTo>
                      <a:pt x="492" y="385"/>
                    </a:lnTo>
                    <a:lnTo>
                      <a:pt x="484" y="392"/>
                    </a:lnTo>
                    <a:lnTo>
                      <a:pt x="474" y="409"/>
                    </a:lnTo>
                    <a:lnTo>
                      <a:pt x="472" y="418"/>
                    </a:lnTo>
                    <a:lnTo>
                      <a:pt x="467" y="426"/>
                    </a:lnTo>
                    <a:lnTo>
                      <a:pt x="465" y="435"/>
                    </a:lnTo>
                    <a:lnTo>
                      <a:pt x="467" y="441"/>
                    </a:lnTo>
                    <a:lnTo>
                      <a:pt x="435" y="445"/>
                    </a:lnTo>
                    <a:lnTo>
                      <a:pt x="415" y="463"/>
                    </a:lnTo>
                    <a:lnTo>
                      <a:pt x="408" y="482"/>
                    </a:lnTo>
                    <a:lnTo>
                      <a:pt x="404" y="490"/>
                    </a:lnTo>
                    <a:lnTo>
                      <a:pt x="398" y="496"/>
                    </a:lnTo>
                    <a:lnTo>
                      <a:pt x="391" y="498"/>
                    </a:lnTo>
                    <a:lnTo>
                      <a:pt x="379" y="495"/>
                    </a:lnTo>
                    <a:lnTo>
                      <a:pt x="364" y="501"/>
                    </a:lnTo>
                    <a:lnTo>
                      <a:pt x="350" y="501"/>
                    </a:lnTo>
                    <a:lnTo>
                      <a:pt x="334" y="498"/>
                    </a:lnTo>
                    <a:lnTo>
                      <a:pt x="318" y="500"/>
                    </a:lnTo>
                    <a:lnTo>
                      <a:pt x="306" y="498"/>
                    </a:lnTo>
                    <a:lnTo>
                      <a:pt x="269" y="502"/>
                    </a:lnTo>
                    <a:lnTo>
                      <a:pt x="258" y="515"/>
                    </a:lnTo>
                    <a:lnTo>
                      <a:pt x="246" y="516"/>
                    </a:lnTo>
                    <a:lnTo>
                      <a:pt x="234" y="521"/>
                    </a:lnTo>
                    <a:lnTo>
                      <a:pt x="226" y="529"/>
                    </a:lnTo>
                    <a:lnTo>
                      <a:pt x="223" y="536"/>
                    </a:lnTo>
                    <a:lnTo>
                      <a:pt x="218" y="541"/>
                    </a:lnTo>
                    <a:lnTo>
                      <a:pt x="210" y="545"/>
                    </a:lnTo>
                    <a:lnTo>
                      <a:pt x="193" y="542"/>
                    </a:lnTo>
                    <a:lnTo>
                      <a:pt x="181" y="533"/>
                    </a:lnTo>
                    <a:lnTo>
                      <a:pt x="170" y="517"/>
                    </a:lnTo>
                    <a:lnTo>
                      <a:pt x="169" y="509"/>
                    </a:lnTo>
                    <a:lnTo>
                      <a:pt x="161" y="502"/>
                    </a:lnTo>
                    <a:lnTo>
                      <a:pt x="161" y="491"/>
                    </a:lnTo>
                    <a:lnTo>
                      <a:pt x="160" y="488"/>
                    </a:lnTo>
                    <a:lnTo>
                      <a:pt x="156" y="484"/>
                    </a:lnTo>
                    <a:lnTo>
                      <a:pt x="148" y="477"/>
                    </a:lnTo>
                    <a:lnTo>
                      <a:pt x="133" y="468"/>
                    </a:lnTo>
                    <a:lnTo>
                      <a:pt x="126" y="467"/>
                    </a:lnTo>
                    <a:lnTo>
                      <a:pt x="105" y="46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79" name="Google Shape;2379;p5">
                <a:extLst>
                  <a:ext uri="{FF2B5EF4-FFF2-40B4-BE49-F238E27FC236}">
                    <a16:creationId xmlns:a16="http://schemas.microsoft.com/office/drawing/2014/main" id="{2320E76F-D103-199C-EA79-8CD8B6F65EE1}"/>
                  </a:ext>
                </a:extLst>
              </p:cNvPr>
              <p:cNvSpPr/>
              <p:nvPr/>
            </p:nvSpPr>
            <p:spPr>
              <a:xfrm>
                <a:off x="4820444" y="2592735"/>
                <a:ext cx="63500" cy="76200"/>
              </a:xfrm>
              <a:custGeom>
                <a:avLst/>
                <a:gdLst/>
                <a:ahLst/>
                <a:cxnLst/>
                <a:rect l="l" t="t" r="r" b="b"/>
                <a:pathLst>
                  <a:path w="196" h="239" extrusionOk="0">
                    <a:moveTo>
                      <a:pt x="137" y="239"/>
                    </a:moveTo>
                    <a:lnTo>
                      <a:pt x="124" y="239"/>
                    </a:lnTo>
                    <a:lnTo>
                      <a:pt x="117" y="232"/>
                    </a:lnTo>
                    <a:lnTo>
                      <a:pt x="116" y="221"/>
                    </a:lnTo>
                    <a:lnTo>
                      <a:pt x="117" y="212"/>
                    </a:lnTo>
                    <a:lnTo>
                      <a:pt x="116" y="201"/>
                    </a:lnTo>
                    <a:lnTo>
                      <a:pt x="107" y="196"/>
                    </a:lnTo>
                    <a:lnTo>
                      <a:pt x="99" y="194"/>
                    </a:lnTo>
                    <a:lnTo>
                      <a:pt x="90" y="189"/>
                    </a:lnTo>
                    <a:lnTo>
                      <a:pt x="88" y="183"/>
                    </a:lnTo>
                    <a:lnTo>
                      <a:pt x="85" y="183"/>
                    </a:lnTo>
                    <a:lnTo>
                      <a:pt x="79" y="177"/>
                    </a:lnTo>
                    <a:lnTo>
                      <a:pt x="64" y="178"/>
                    </a:lnTo>
                    <a:lnTo>
                      <a:pt x="52" y="181"/>
                    </a:lnTo>
                    <a:lnTo>
                      <a:pt x="37" y="191"/>
                    </a:lnTo>
                    <a:lnTo>
                      <a:pt x="17" y="197"/>
                    </a:lnTo>
                    <a:lnTo>
                      <a:pt x="0" y="188"/>
                    </a:lnTo>
                    <a:lnTo>
                      <a:pt x="0" y="187"/>
                    </a:lnTo>
                    <a:lnTo>
                      <a:pt x="3" y="185"/>
                    </a:lnTo>
                    <a:lnTo>
                      <a:pt x="10" y="185"/>
                    </a:lnTo>
                    <a:lnTo>
                      <a:pt x="21" y="191"/>
                    </a:lnTo>
                    <a:lnTo>
                      <a:pt x="30" y="186"/>
                    </a:lnTo>
                    <a:lnTo>
                      <a:pt x="38" y="186"/>
                    </a:lnTo>
                    <a:lnTo>
                      <a:pt x="42" y="182"/>
                    </a:lnTo>
                    <a:lnTo>
                      <a:pt x="35" y="181"/>
                    </a:lnTo>
                    <a:lnTo>
                      <a:pt x="25" y="182"/>
                    </a:lnTo>
                    <a:lnTo>
                      <a:pt x="20" y="181"/>
                    </a:lnTo>
                    <a:lnTo>
                      <a:pt x="24" y="172"/>
                    </a:lnTo>
                    <a:lnTo>
                      <a:pt x="43" y="169"/>
                    </a:lnTo>
                    <a:lnTo>
                      <a:pt x="54" y="162"/>
                    </a:lnTo>
                    <a:lnTo>
                      <a:pt x="72" y="159"/>
                    </a:lnTo>
                    <a:lnTo>
                      <a:pt x="78" y="155"/>
                    </a:lnTo>
                    <a:lnTo>
                      <a:pt x="73" y="151"/>
                    </a:lnTo>
                    <a:lnTo>
                      <a:pt x="62" y="156"/>
                    </a:lnTo>
                    <a:lnTo>
                      <a:pt x="52" y="155"/>
                    </a:lnTo>
                    <a:lnTo>
                      <a:pt x="45" y="153"/>
                    </a:lnTo>
                    <a:lnTo>
                      <a:pt x="38" y="146"/>
                    </a:lnTo>
                    <a:lnTo>
                      <a:pt x="38" y="138"/>
                    </a:lnTo>
                    <a:lnTo>
                      <a:pt x="40" y="133"/>
                    </a:lnTo>
                    <a:lnTo>
                      <a:pt x="62" y="106"/>
                    </a:lnTo>
                    <a:lnTo>
                      <a:pt x="68" y="69"/>
                    </a:lnTo>
                    <a:lnTo>
                      <a:pt x="74" y="52"/>
                    </a:lnTo>
                    <a:lnTo>
                      <a:pt x="84" y="48"/>
                    </a:lnTo>
                    <a:lnTo>
                      <a:pt x="88" y="57"/>
                    </a:lnTo>
                    <a:lnTo>
                      <a:pt x="94" y="62"/>
                    </a:lnTo>
                    <a:lnTo>
                      <a:pt x="94" y="65"/>
                    </a:lnTo>
                    <a:lnTo>
                      <a:pt x="94" y="67"/>
                    </a:lnTo>
                    <a:lnTo>
                      <a:pt x="85" y="69"/>
                    </a:lnTo>
                    <a:lnTo>
                      <a:pt x="84" y="73"/>
                    </a:lnTo>
                    <a:lnTo>
                      <a:pt x="83" y="79"/>
                    </a:lnTo>
                    <a:lnTo>
                      <a:pt x="84" y="90"/>
                    </a:lnTo>
                    <a:lnTo>
                      <a:pt x="84" y="94"/>
                    </a:lnTo>
                    <a:lnTo>
                      <a:pt x="89" y="100"/>
                    </a:lnTo>
                    <a:lnTo>
                      <a:pt x="100" y="103"/>
                    </a:lnTo>
                    <a:lnTo>
                      <a:pt x="105" y="103"/>
                    </a:lnTo>
                    <a:lnTo>
                      <a:pt x="106" y="101"/>
                    </a:lnTo>
                    <a:lnTo>
                      <a:pt x="105" y="94"/>
                    </a:lnTo>
                    <a:lnTo>
                      <a:pt x="101" y="88"/>
                    </a:lnTo>
                    <a:lnTo>
                      <a:pt x="100" y="83"/>
                    </a:lnTo>
                    <a:lnTo>
                      <a:pt x="103" y="81"/>
                    </a:lnTo>
                    <a:lnTo>
                      <a:pt x="110" y="76"/>
                    </a:lnTo>
                    <a:lnTo>
                      <a:pt x="111" y="65"/>
                    </a:lnTo>
                    <a:lnTo>
                      <a:pt x="116" y="53"/>
                    </a:lnTo>
                    <a:lnTo>
                      <a:pt x="112" y="51"/>
                    </a:lnTo>
                    <a:lnTo>
                      <a:pt x="106" y="51"/>
                    </a:lnTo>
                    <a:lnTo>
                      <a:pt x="105" y="48"/>
                    </a:lnTo>
                    <a:lnTo>
                      <a:pt x="102" y="31"/>
                    </a:lnTo>
                    <a:lnTo>
                      <a:pt x="103" y="26"/>
                    </a:lnTo>
                    <a:lnTo>
                      <a:pt x="108" y="19"/>
                    </a:lnTo>
                    <a:lnTo>
                      <a:pt x="117" y="11"/>
                    </a:lnTo>
                    <a:lnTo>
                      <a:pt x="128" y="6"/>
                    </a:lnTo>
                    <a:lnTo>
                      <a:pt x="138" y="4"/>
                    </a:lnTo>
                    <a:lnTo>
                      <a:pt x="151" y="6"/>
                    </a:lnTo>
                    <a:lnTo>
                      <a:pt x="161" y="2"/>
                    </a:lnTo>
                    <a:lnTo>
                      <a:pt x="173" y="0"/>
                    </a:lnTo>
                    <a:lnTo>
                      <a:pt x="182" y="3"/>
                    </a:lnTo>
                    <a:lnTo>
                      <a:pt x="191" y="10"/>
                    </a:lnTo>
                    <a:lnTo>
                      <a:pt x="196" y="16"/>
                    </a:lnTo>
                    <a:lnTo>
                      <a:pt x="186" y="62"/>
                    </a:lnTo>
                    <a:lnTo>
                      <a:pt x="170" y="73"/>
                    </a:lnTo>
                    <a:lnTo>
                      <a:pt x="172" y="81"/>
                    </a:lnTo>
                    <a:lnTo>
                      <a:pt x="191" y="90"/>
                    </a:lnTo>
                    <a:lnTo>
                      <a:pt x="189" y="101"/>
                    </a:lnTo>
                    <a:lnTo>
                      <a:pt x="182" y="111"/>
                    </a:lnTo>
                    <a:lnTo>
                      <a:pt x="172" y="118"/>
                    </a:lnTo>
                    <a:lnTo>
                      <a:pt x="171" y="129"/>
                    </a:lnTo>
                    <a:lnTo>
                      <a:pt x="166" y="140"/>
                    </a:lnTo>
                    <a:lnTo>
                      <a:pt x="158" y="142"/>
                    </a:lnTo>
                    <a:lnTo>
                      <a:pt x="145" y="137"/>
                    </a:lnTo>
                    <a:lnTo>
                      <a:pt x="135" y="137"/>
                    </a:lnTo>
                    <a:lnTo>
                      <a:pt x="134" y="145"/>
                    </a:lnTo>
                    <a:lnTo>
                      <a:pt x="138" y="160"/>
                    </a:lnTo>
                    <a:lnTo>
                      <a:pt x="139" y="170"/>
                    </a:lnTo>
                    <a:lnTo>
                      <a:pt x="138" y="182"/>
                    </a:lnTo>
                    <a:lnTo>
                      <a:pt x="138" y="201"/>
                    </a:lnTo>
                    <a:lnTo>
                      <a:pt x="132" y="208"/>
                    </a:lnTo>
                    <a:lnTo>
                      <a:pt x="132" y="215"/>
                    </a:lnTo>
                    <a:lnTo>
                      <a:pt x="137" y="232"/>
                    </a:lnTo>
                    <a:lnTo>
                      <a:pt x="137" y="23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80" name="Google Shape;2380;p5">
                <a:extLst>
                  <a:ext uri="{FF2B5EF4-FFF2-40B4-BE49-F238E27FC236}">
                    <a16:creationId xmlns:a16="http://schemas.microsoft.com/office/drawing/2014/main" id="{03DD43A0-2E85-4028-3BD9-7EC6716DD31C}"/>
                  </a:ext>
                </a:extLst>
              </p:cNvPr>
              <p:cNvSpPr/>
              <p:nvPr/>
            </p:nvSpPr>
            <p:spPr>
              <a:xfrm>
                <a:off x="4598194" y="2888010"/>
                <a:ext cx="55563" cy="112713"/>
              </a:xfrm>
              <a:custGeom>
                <a:avLst/>
                <a:gdLst/>
                <a:ahLst/>
                <a:cxnLst/>
                <a:rect l="l" t="t" r="r" b="b"/>
                <a:pathLst>
                  <a:path w="177" h="356" extrusionOk="0">
                    <a:moveTo>
                      <a:pt x="113" y="345"/>
                    </a:moveTo>
                    <a:lnTo>
                      <a:pt x="109" y="328"/>
                    </a:lnTo>
                    <a:lnTo>
                      <a:pt x="108" y="317"/>
                    </a:lnTo>
                    <a:lnTo>
                      <a:pt x="115" y="307"/>
                    </a:lnTo>
                    <a:lnTo>
                      <a:pt x="130" y="296"/>
                    </a:lnTo>
                    <a:lnTo>
                      <a:pt x="136" y="287"/>
                    </a:lnTo>
                    <a:lnTo>
                      <a:pt x="134" y="275"/>
                    </a:lnTo>
                    <a:lnTo>
                      <a:pt x="124" y="265"/>
                    </a:lnTo>
                    <a:lnTo>
                      <a:pt x="120" y="253"/>
                    </a:lnTo>
                    <a:lnTo>
                      <a:pt x="121" y="238"/>
                    </a:lnTo>
                    <a:lnTo>
                      <a:pt x="129" y="226"/>
                    </a:lnTo>
                    <a:lnTo>
                      <a:pt x="132" y="217"/>
                    </a:lnTo>
                    <a:lnTo>
                      <a:pt x="130" y="212"/>
                    </a:lnTo>
                    <a:lnTo>
                      <a:pt x="118" y="194"/>
                    </a:lnTo>
                    <a:lnTo>
                      <a:pt x="114" y="178"/>
                    </a:lnTo>
                    <a:lnTo>
                      <a:pt x="122" y="172"/>
                    </a:lnTo>
                    <a:lnTo>
                      <a:pt x="134" y="168"/>
                    </a:lnTo>
                    <a:lnTo>
                      <a:pt x="143" y="157"/>
                    </a:lnTo>
                    <a:lnTo>
                      <a:pt x="145" y="147"/>
                    </a:lnTo>
                    <a:lnTo>
                      <a:pt x="137" y="137"/>
                    </a:lnTo>
                    <a:lnTo>
                      <a:pt x="137" y="130"/>
                    </a:lnTo>
                    <a:lnTo>
                      <a:pt x="143" y="115"/>
                    </a:lnTo>
                    <a:lnTo>
                      <a:pt x="146" y="101"/>
                    </a:lnTo>
                    <a:lnTo>
                      <a:pt x="146" y="87"/>
                    </a:lnTo>
                    <a:lnTo>
                      <a:pt x="147" y="77"/>
                    </a:lnTo>
                    <a:lnTo>
                      <a:pt x="169" y="55"/>
                    </a:lnTo>
                    <a:lnTo>
                      <a:pt x="177" y="42"/>
                    </a:lnTo>
                    <a:lnTo>
                      <a:pt x="177" y="33"/>
                    </a:lnTo>
                    <a:lnTo>
                      <a:pt x="169" y="24"/>
                    </a:lnTo>
                    <a:lnTo>
                      <a:pt x="163" y="15"/>
                    </a:lnTo>
                    <a:lnTo>
                      <a:pt x="148" y="11"/>
                    </a:lnTo>
                    <a:lnTo>
                      <a:pt x="131" y="11"/>
                    </a:lnTo>
                    <a:lnTo>
                      <a:pt x="118" y="17"/>
                    </a:lnTo>
                    <a:lnTo>
                      <a:pt x="94" y="15"/>
                    </a:lnTo>
                    <a:lnTo>
                      <a:pt x="81" y="17"/>
                    </a:lnTo>
                    <a:lnTo>
                      <a:pt x="73" y="12"/>
                    </a:lnTo>
                    <a:lnTo>
                      <a:pt x="72" y="0"/>
                    </a:lnTo>
                    <a:lnTo>
                      <a:pt x="59" y="2"/>
                    </a:lnTo>
                    <a:lnTo>
                      <a:pt x="44" y="8"/>
                    </a:lnTo>
                    <a:lnTo>
                      <a:pt x="35" y="18"/>
                    </a:lnTo>
                    <a:lnTo>
                      <a:pt x="44" y="63"/>
                    </a:lnTo>
                    <a:lnTo>
                      <a:pt x="45" y="74"/>
                    </a:lnTo>
                    <a:lnTo>
                      <a:pt x="41" y="81"/>
                    </a:lnTo>
                    <a:lnTo>
                      <a:pt x="38" y="104"/>
                    </a:lnTo>
                    <a:lnTo>
                      <a:pt x="35" y="113"/>
                    </a:lnTo>
                    <a:lnTo>
                      <a:pt x="32" y="129"/>
                    </a:lnTo>
                    <a:lnTo>
                      <a:pt x="30" y="144"/>
                    </a:lnTo>
                    <a:lnTo>
                      <a:pt x="28" y="155"/>
                    </a:lnTo>
                    <a:lnTo>
                      <a:pt x="22" y="173"/>
                    </a:lnTo>
                    <a:lnTo>
                      <a:pt x="16" y="184"/>
                    </a:lnTo>
                    <a:lnTo>
                      <a:pt x="3" y="203"/>
                    </a:lnTo>
                    <a:lnTo>
                      <a:pt x="3" y="220"/>
                    </a:lnTo>
                    <a:lnTo>
                      <a:pt x="0" y="235"/>
                    </a:lnTo>
                    <a:lnTo>
                      <a:pt x="1" y="238"/>
                    </a:lnTo>
                    <a:lnTo>
                      <a:pt x="8" y="243"/>
                    </a:lnTo>
                    <a:lnTo>
                      <a:pt x="18" y="259"/>
                    </a:lnTo>
                    <a:lnTo>
                      <a:pt x="25" y="255"/>
                    </a:lnTo>
                    <a:lnTo>
                      <a:pt x="40" y="253"/>
                    </a:lnTo>
                    <a:lnTo>
                      <a:pt x="39" y="258"/>
                    </a:lnTo>
                    <a:lnTo>
                      <a:pt x="36" y="262"/>
                    </a:lnTo>
                    <a:lnTo>
                      <a:pt x="38" y="277"/>
                    </a:lnTo>
                    <a:lnTo>
                      <a:pt x="35" y="290"/>
                    </a:lnTo>
                    <a:lnTo>
                      <a:pt x="36" y="296"/>
                    </a:lnTo>
                    <a:lnTo>
                      <a:pt x="36" y="319"/>
                    </a:lnTo>
                    <a:lnTo>
                      <a:pt x="35" y="328"/>
                    </a:lnTo>
                    <a:lnTo>
                      <a:pt x="29" y="340"/>
                    </a:lnTo>
                    <a:lnTo>
                      <a:pt x="29" y="351"/>
                    </a:lnTo>
                    <a:lnTo>
                      <a:pt x="32" y="355"/>
                    </a:lnTo>
                    <a:lnTo>
                      <a:pt x="43" y="352"/>
                    </a:lnTo>
                    <a:lnTo>
                      <a:pt x="55" y="352"/>
                    </a:lnTo>
                    <a:lnTo>
                      <a:pt x="67" y="352"/>
                    </a:lnTo>
                    <a:lnTo>
                      <a:pt x="76" y="356"/>
                    </a:lnTo>
                    <a:lnTo>
                      <a:pt x="87" y="356"/>
                    </a:lnTo>
                    <a:lnTo>
                      <a:pt x="97" y="352"/>
                    </a:lnTo>
                    <a:lnTo>
                      <a:pt x="104" y="348"/>
                    </a:lnTo>
                    <a:lnTo>
                      <a:pt x="113" y="34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81" name="Google Shape;2381;p5">
                <a:extLst>
                  <a:ext uri="{FF2B5EF4-FFF2-40B4-BE49-F238E27FC236}">
                    <a16:creationId xmlns:a16="http://schemas.microsoft.com/office/drawing/2014/main" id="{CF948E46-76E1-51F2-7774-4417316E210F}"/>
                  </a:ext>
                </a:extLst>
              </p:cNvPr>
              <p:cNvSpPr/>
              <p:nvPr/>
            </p:nvSpPr>
            <p:spPr>
              <a:xfrm>
                <a:off x="4863306" y="2549872"/>
                <a:ext cx="155575" cy="207963"/>
              </a:xfrm>
              <a:custGeom>
                <a:avLst/>
                <a:gdLst/>
                <a:ahLst/>
                <a:cxnLst/>
                <a:rect l="l" t="t" r="r" b="b"/>
                <a:pathLst>
                  <a:path w="490" h="659" extrusionOk="0">
                    <a:moveTo>
                      <a:pt x="261" y="88"/>
                    </a:moveTo>
                    <a:lnTo>
                      <a:pt x="260" y="83"/>
                    </a:lnTo>
                    <a:lnTo>
                      <a:pt x="264" y="73"/>
                    </a:lnTo>
                    <a:lnTo>
                      <a:pt x="271" y="68"/>
                    </a:lnTo>
                    <a:lnTo>
                      <a:pt x="276" y="62"/>
                    </a:lnTo>
                    <a:lnTo>
                      <a:pt x="276" y="52"/>
                    </a:lnTo>
                    <a:lnTo>
                      <a:pt x="272" y="49"/>
                    </a:lnTo>
                    <a:lnTo>
                      <a:pt x="255" y="55"/>
                    </a:lnTo>
                    <a:lnTo>
                      <a:pt x="249" y="55"/>
                    </a:lnTo>
                    <a:lnTo>
                      <a:pt x="244" y="49"/>
                    </a:lnTo>
                    <a:lnTo>
                      <a:pt x="233" y="44"/>
                    </a:lnTo>
                    <a:lnTo>
                      <a:pt x="228" y="50"/>
                    </a:lnTo>
                    <a:lnTo>
                      <a:pt x="223" y="50"/>
                    </a:lnTo>
                    <a:lnTo>
                      <a:pt x="222" y="42"/>
                    </a:lnTo>
                    <a:lnTo>
                      <a:pt x="215" y="42"/>
                    </a:lnTo>
                    <a:lnTo>
                      <a:pt x="211" y="39"/>
                    </a:lnTo>
                    <a:lnTo>
                      <a:pt x="217" y="31"/>
                    </a:lnTo>
                    <a:lnTo>
                      <a:pt x="217" y="22"/>
                    </a:lnTo>
                    <a:lnTo>
                      <a:pt x="212" y="11"/>
                    </a:lnTo>
                    <a:lnTo>
                      <a:pt x="196" y="6"/>
                    </a:lnTo>
                    <a:lnTo>
                      <a:pt x="189" y="7"/>
                    </a:lnTo>
                    <a:lnTo>
                      <a:pt x="190" y="2"/>
                    </a:lnTo>
                    <a:lnTo>
                      <a:pt x="182" y="6"/>
                    </a:lnTo>
                    <a:lnTo>
                      <a:pt x="158" y="0"/>
                    </a:lnTo>
                    <a:lnTo>
                      <a:pt x="150" y="1"/>
                    </a:lnTo>
                    <a:lnTo>
                      <a:pt x="150" y="11"/>
                    </a:lnTo>
                    <a:lnTo>
                      <a:pt x="158" y="25"/>
                    </a:lnTo>
                    <a:lnTo>
                      <a:pt x="164" y="31"/>
                    </a:lnTo>
                    <a:lnTo>
                      <a:pt x="167" y="38"/>
                    </a:lnTo>
                    <a:lnTo>
                      <a:pt x="153" y="46"/>
                    </a:lnTo>
                    <a:lnTo>
                      <a:pt x="152" y="50"/>
                    </a:lnTo>
                    <a:lnTo>
                      <a:pt x="148" y="55"/>
                    </a:lnTo>
                    <a:lnTo>
                      <a:pt x="155" y="55"/>
                    </a:lnTo>
                    <a:lnTo>
                      <a:pt x="159" y="58"/>
                    </a:lnTo>
                    <a:lnTo>
                      <a:pt x="157" y="65"/>
                    </a:lnTo>
                    <a:lnTo>
                      <a:pt x="161" y="71"/>
                    </a:lnTo>
                    <a:lnTo>
                      <a:pt x="166" y="74"/>
                    </a:lnTo>
                    <a:lnTo>
                      <a:pt x="164" y="78"/>
                    </a:lnTo>
                    <a:lnTo>
                      <a:pt x="159" y="79"/>
                    </a:lnTo>
                    <a:lnTo>
                      <a:pt x="159" y="87"/>
                    </a:lnTo>
                    <a:lnTo>
                      <a:pt x="172" y="97"/>
                    </a:lnTo>
                    <a:lnTo>
                      <a:pt x="170" y="99"/>
                    </a:lnTo>
                    <a:lnTo>
                      <a:pt x="148" y="99"/>
                    </a:lnTo>
                    <a:lnTo>
                      <a:pt x="145" y="106"/>
                    </a:lnTo>
                    <a:lnTo>
                      <a:pt x="142" y="110"/>
                    </a:lnTo>
                    <a:lnTo>
                      <a:pt x="142" y="128"/>
                    </a:lnTo>
                    <a:lnTo>
                      <a:pt x="148" y="148"/>
                    </a:lnTo>
                    <a:lnTo>
                      <a:pt x="142" y="142"/>
                    </a:lnTo>
                    <a:lnTo>
                      <a:pt x="137" y="128"/>
                    </a:lnTo>
                    <a:lnTo>
                      <a:pt x="130" y="126"/>
                    </a:lnTo>
                    <a:lnTo>
                      <a:pt x="129" y="137"/>
                    </a:lnTo>
                    <a:lnTo>
                      <a:pt x="123" y="137"/>
                    </a:lnTo>
                    <a:lnTo>
                      <a:pt x="120" y="125"/>
                    </a:lnTo>
                    <a:lnTo>
                      <a:pt x="115" y="115"/>
                    </a:lnTo>
                    <a:lnTo>
                      <a:pt x="99" y="113"/>
                    </a:lnTo>
                    <a:lnTo>
                      <a:pt x="72" y="117"/>
                    </a:lnTo>
                    <a:lnTo>
                      <a:pt x="69" y="126"/>
                    </a:lnTo>
                    <a:lnTo>
                      <a:pt x="65" y="130"/>
                    </a:lnTo>
                    <a:lnTo>
                      <a:pt x="61" y="137"/>
                    </a:lnTo>
                    <a:lnTo>
                      <a:pt x="62" y="140"/>
                    </a:lnTo>
                    <a:lnTo>
                      <a:pt x="73" y="142"/>
                    </a:lnTo>
                    <a:lnTo>
                      <a:pt x="78" y="146"/>
                    </a:lnTo>
                    <a:lnTo>
                      <a:pt x="83" y="152"/>
                    </a:lnTo>
                    <a:lnTo>
                      <a:pt x="86" y="160"/>
                    </a:lnTo>
                    <a:lnTo>
                      <a:pt x="83" y="159"/>
                    </a:lnTo>
                    <a:lnTo>
                      <a:pt x="78" y="151"/>
                    </a:lnTo>
                    <a:lnTo>
                      <a:pt x="64" y="154"/>
                    </a:lnTo>
                    <a:lnTo>
                      <a:pt x="54" y="200"/>
                    </a:lnTo>
                    <a:lnTo>
                      <a:pt x="38" y="211"/>
                    </a:lnTo>
                    <a:lnTo>
                      <a:pt x="40" y="219"/>
                    </a:lnTo>
                    <a:lnTo>
                      <a:pt x="59" y="228"/>
                    </a:lnTo>
                    <a:lnTo>
                      <a:pt x="57" y="239"/>
                    </a:lnTo>
                    <a:lnTo>
                      <a:pt x="50" y="249"/>
                    </a:lnTo>
                    <a:lnTo>
                      <a:pt x="40" y="256"/>
                    </a:lnTo>
                    <a:lnTo>
                      <a:pt x="39" y="267"/>
                    </a:lnTo>
                    <a:lnTo>
                      <a:pt x="34" y="278"/>
                    </a:lnTo>
                    <a:lnTo>
                      <a:pt x="26" y="280"/>
                    </a:lnTo>
                    <a:lnTo>
                      <a:pt x="13" y="275"/>
                    </a:lnTo>
                    <a:lnTo>
                      <a:pt x="3" y="275"/>
                    </a:lnTo>
                    <a:lnTo>
                      <a:pt x="2" y="283"/>
                    </a:lnTo>
                    <a:lnTo>
                      <a:pt x="6" y="298"/>
                    </a:lnTo>
                    <a:lnTo>
                      <a:pt x="7" y="308"/>
                    </a:lnTo>
                    <a:lnTo>
                      <a:pt x="6" y="320"/>
                    </a:lnTo>
                    <a:lnTo>
                      <a:pt x="6" y="339"/>
                    </a:lnTo>
                    <a:lnTo>
                      <a:pt x="0" y="346"/>
                    </a:lnTo>
                    <a:lnTo>
                      <a:pt x="0" y="353"/>
                    </a:lnTo>
                    <a:lnTo>
                      <a:pt x="5" y="370"/>
                    </a:lnTo>
                    <a:lnTo>
                      <a:pt x="5" y="377"/>
                    </a:lnTo>
                    <a:lnTo>
                      <a:pt x="10" y="383"/>
                    </a:lnTo>
                    <a:lnTo>
                      <a:pt x="11" y="394"/>
                    </a:lnTo>
                    <a:lnTo>
                      <a:pt x="17" y="402"/>
                    </a:lnTo>
                    <a:lnTo>
                      <a:pt x="17" y="410"/>
                    </a:lnTo>
                    <a:lnTo>
                      <a:pt x="6" y="427"/>
                    </a:lnTo>
                    <a:lnTo>
                      <a:pt x="14" y="431"/>
                    </a:lnTo>
                    <a:lnTo>
                      <a:pt x="12" y="438"/>
                    </a:lnTo>
                    <a:lnTo>
                      <a:pt x="12" y="445"/>
                    </a:lnTo>
                    <a:lnTo>
                      <a:pt x="17" y="453"/>
                    </a:lnTo>
                    <a:lnTo>
                      <a:pt x="21" y="460"/>
                    </a:lnTo>
                    <a:lnTo>
                      <a:pt x="22" y="472"/>
                    </a:lnTo>
                    <a:lnTo>
                      <a:pt x="17" y="479"/>
                    </a:lnTo>
                    <a:lnTo>
                      <a:pt x="29" y="490"/>
                    </a:lnTo>
                    <a:lnTo>
                      <a:pt x="37" y="496"/>
                    </a:lnTo>
                    <a:lnTo>
                      <a:pt x="43" y="507"/>
                    </a:lnTo>
                    <a:lnTo>
                      <a:pt x="61" y="508"/>
                    </a:lnTo>
                    <a:lnTo>
                      <a:pt x="102" y="520"/>
                    </a:lnTo>
                    <a:lnTo>
                      <a:pt x="115" y="526"/>
                    </a:lnTo>
                    <a:lnTo>
                      <a:pt x="113" y="538"/>
                    </a:lnTo>
                    <a:lnTo>
                      <a:pt x="96" y="561"/>
                    </a:lnTo>
                    <a:lnTo>
                      <a:pt x="93" y="573"/>
                    </a:lnTo>
                    <a:lnTo>
                      <a:pt x="86" y="598"/>
                    </a:lnTo>
                    <a:lnTo>
                      <a:pt x="84" y="626"/>
                    </a:lnTo>
                    <a:lnTo>
                      <a:pt x="86" y="636"/>
                    </a:lnTo>
                    <a:lnTo>
                      <a:pt x="88" y="638"/>
                    </a:lnTo>
                    <a:lnTo>
                      <a:pt x="94" y="644"/>
                    </a:lnTo>
                    <a:lnTo>
                      <a:pt x="130" y="639"/>
                    </a:lnTo>
                    <a:lnTo>
                      <a:pt x="156" y="635"/>
                    </a:lnTo>
                    <a:lnTo>
                      <a:pt x="175" y="639"/>
                    </a:lnTo>
                    <a:lnTo>
                      <a:pt x="193" y="648"/>
                    </a:lnTo>
                    <a:lnTo>
                      <a:pt x="204" y="644"/>
                    </a:lnTo>
                    <a:lnTo>
                      <a:pt x="212" y="644"/>
                    </a:lnTo>
                    <a:lnTo>
                      <a:pt x="221" y="646"/>
                    </a:lnTo>
                    <a:lnTo>
                      <a:pt x="227" y="654"/>
                    </a:lnTo>
                    <a:lnTo>
                      <a:pt x="237" y="659"/>
                    </a:lnTo>
                    <a:lnTo>
                      <a:pt x="242" y="657"/>
                    </a:lnTo>
                    <a:lnTo>
                      <a:pt x="244" y="649"/>
                    </a:lnTo>
                    <a:lnTo>
                      <a:pt x="252" y="643"/>
                    </a:lnTo>
                    <a:lnTo>
                      <a:pt x="263" y="644"/>
                    </a:lnTo>
                    <a:lnTo>
                      <a:pt x="276" y="652"/>
                    </a:lnTo>
                    <a:lnTo>
                      <a:pt x="290" y="652"/>
                    </a:lnTo>
                    <a:lnTo>
                      <a:pt x="309" y="639"/>
                    </a:lnTo>
                    <a:lnTo>
                      <a:pt x="342" y="636"/>
                    </a:lnTo>
                    <a:lnTo>
                      <a:pt x="346" y="631"/>
                    </a:lnTo>
                    <a:lnTo>
                      <a:pt x="357" y="635"/>
                    </a:lnTo>
                    <a:lnTo>
                      <a:pt x="372" y="635"/>
                    </a:lnTo>
                    <a:lnTo>
                      <a:pt x="377" y="642"/>
                    </a:lnTo>
                    <a:lnTo>
                      <a:pt x="384" y="638"/>
                    </a:lnTo>
                    <a:lnTo>
                      <a:pt x="384" y="631"/>
                    </a:lnTo>
                    <a:lnTo>
                      <a:pt x="377" y="615"/>
                    </a:lnTo>
                    <a:lnTo>
                      <a:pt x="376" y="599"/>
                    </a:lnTo>
                    <a:lnTo>
                      <a:pt x="381" y="587"/>
                    </a:lnTo>
                    <a:lnTo>
                      <a:pt x="403" y="578"/>
                    </a:lnTo>
                    <a:lnTo>
                      <a:pt x="406" y="568"/>
                    </a:lnTo>
                    <a:lnTo>
                      <a:pt x="410" y="560"/>
                    </a:lnTo>
                    <a:lnTo>
                      <a:pt x="427" y="552"/>
                    </a:lnTo>
                    <a:lnTo>
                      <a:pt x="428" y="545"/>
                    </a:lnTo>
                    <a:lnTo>
                      <a:pt x="425" y="539"/>
                    </a:lnTo>
                    <a:lnTo>
                      <a:pt x="399" y="519"/>
                    </a:lnTo>
                    <a:lnTo>
                      <a:pt x="389" y="506"/>
                    </a:lnTo>
                    <a:lnTo>
                      <a:pt x="361" y="483"/>
                    </a:lnTo>
                    <a:lnTo>
                      <a:pt x="351" y="470"/>
                    </a:lnTo>
                    <a:lnTo>
                      <a:pt x="351" y="453"/>
                    </a:lnTo>
                    <a:lnTo>
                      <a:pt x="349" y="440"/>
                    </a:lnTo>
                    <a:lnTo>
                      <a:pt x="336" y="434"/>
                    </a:lnTo>
                    <a:lnTo>
                      <a:pt x="328" y="425"/>
                    </a:lnTo>
                    <a:lnTo>
                      <a:pt x="328" y="416"/>
                    </a:lnTo>
                    <a:lnTo>
                      <a:pt x="329" y="411"/>
                    </a:lnTo>
                    <a:lnTo>
                      <a:pt x="345" y="426"/>
                    </a:lnTo>
                    <a:lnTo>
                      <a:pt x="347" y="426"/>
                    </a:lnTo>
                    <a:lnTo>
                      <a:pt x="352" y="412"/>
                    </a:lnTo>
                    <a:lnTo>
                      <a:pt x="368" y="405"/>
                    </a:lnTo>
                    <a:lnTo>
                      <a:pt x="385" y="399"/>
                    </a:lnTo>
                    <a:lnTo>
                      <a:pt x="403" y="391"/>
                    </a:lnTo>
                    <a:lnTo>
                      <a:pt x="409" y="379"/>
                    </a:lnTo>
                    <a:lnTo>
                      <a:pt x="447" y="366"/>
                    </a:lnTo>
                    <a:lnTo>
                      <a:pt x="451" y="343"/>
                    </a:lnTo>
                    <a:lnTo>
                      <a:pt x="460" y="346"/>
                    </a:lnTo>
                    <a:lnTo>
                      <a:pt x="468" y="358"/>
                    </a:lnTo>
                    <a:lnTo>
                      <a:pt x="474" y="367"/>
                    </a:lnTo>
                    <a:lnTo>
                      <a:pt x="481" y="367"/>
                    </a:lnTo>
                    <a:lnTo>
                      <a:pt x="485" y="358"/>
                    </a:lnTo>
                    <a:lnTo>
                      <a:pt x="489" y="341"/>
                    </a:lnTo>
                    <a:lnTo>
                      <a:pt x="490" y="320"/>
                    </a:lnTo>
                    <a:lnTo>
                      <a:pt x="489" y="316"/>
                    </a:lnTo>
                    <a:lnTo>
                      <a:pt x="473" y="297"/>
                    </a:lnTo>
                    <a:lnTo>
                      <a:pt x="470" y="273"/>
                    </a:lnTo>
                    <a:lnTo>
                      <a:pt x="470" y="262"/>
                    </a:lnTo>
                    <a:lnTo>
                      <a:pt x="469" y="246"/>
                    </a:lnTo>
                    <a:lnTo>
                      <a:pt x="467" y="237"/>
                    </a:lnTo>
                    <a:lnTo>
                      <a:pt x="464" y="213"/>
                    </a:lnTo>
                    <a:lnTo>
                      <a:pt x="463" y="205"/>
                    </a:lnTo>
                    <a:lnTo>
                      <a:pt x="448" y="194"/>
                    </a:lnTo>
                    <a:lnTo>
                      <a:pt x="447" y="186"/>
                    </a:lnTo>
                    <a:lnTo>
                      <a:pt x="452" y="174"/>
                    </a:lnTo>
                    <a:lnTo>
                      <a:pt x="458" y="162"/>
                    </a:lnTo>
                    <a:lnTo>
                      <a:pt x="459" y="149"/>
                    </a:lnTo>
                    <a:lnTo>
                      <a:pt x="459" y="132"/>
                    </a:lnTo>
                    <a:lnTo>
                      <a:pt x="451" y="115"/>
                    </a:lnTo>
                    <a:lnTo>
                      <a:pt x="448" y="106"/>
                    </a:lnTo>
                    <a:lnTo>
                      <a:pt x="426" y="99"/>
                    </a:lnTo>
                    <a:lnTo>
                      <a:pt x="424" y="85"/>
                    </a:lnTo>
                    <a:lnTo>
                      <a:pt x="415" y="72"/>
                    </a:lnTo>
                    <a:lnTo>
                      <a:pt x="405" y="73"/>
                    </a:lnTo>
                    <a:lnTo>
                      <a:pt x="399" y="68"/>
                    </a:lnTo>
                    <a:lnTo>
                      <a:pt x="397" y="67"/>
                    </a:lnTo>
                    <a:lnTo>
                      <a:pt x="394" y="60"/>
                    </a:lnTo>
                    <a:lnTo>
                      <a:pt x="387" y="55"/>
                    </a:lnTo>
                    <a:lnTo>
                      <a:pt x="381" y="49"/>
                    </a:lnTo>
                    <a:lnTo>
                      <a:pt x="365" y="51"/>
                    </a:lnTo>
                    <a:lnTo>
                      <a:pt x="357" y="55"/>
                    </a:lnTo>
                    <a:lnTo>
                      <a:pt x="351" y="60"/>
                    </a:lnTo>
                    <a:lnTo>
                      <a:pt x="352" y="54"/>
                    </a:lnTo>
                    <a:lnTo>
                      <a:pt x="358" y="49"/>
                    </a:lnTo>
                    <a:lnTo>
                      <a:pt x="368" y="42"/>
                    </a:lnTo>
                    <a:lnTo>
                      <a:pt x="361" y="41"/>
                    </a:lnTo>
                    <a:lnTo>
                      <a:pt x="352" y="42"/>
                    </a:lnTo>
                    <a:lnTo>
                      <a:pt x="339" y="60"/>
                    </a:lnTo>
                    <a:lnTo>
                      <a:pt x="335" y="70"/>
                    </a:lnTo>
                    <a:lnTo>
                      <a:pt x="330" y="72"/>
                    </a:lnTo>
                    <a:lnTo>
                      <a:pt x="330" y="66"/>
                    </a:lnTo>
                    <a:lnTo>
                      <a:pt x="312" y="71"/>
                    </a:lnTo>
                    <a:lnTo>
                      <a:pt x="296" y="83"/>
                    </a:lnTo>
                    <a:lnTo>
                      <a:pt x="299" y="88"/>
                    </a:lnTo>
                    <a:lnTo>
                      <a:pt x="290" y="88"/>
                    </a:lnTo>
                    <a:lnTo>
                      <a:pt x="277" y="84"/>
                    </a:lnTo>
                    <a:lnTo>
                      <a:pt x="264" y="94"/>
                    </a:lnTo>
                    <a:lnTo>
                      <a:pt x="261" y="8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382" name="Google Shape;2382;p5">
                <a:extLst>
                  <a:ext uri="{FF2B5EF4-FFF2-40B4-BE49-F238E27FC236}">
                    <a16:creationId xmlns:a16="http://schemas.microsoft.com/office/drawing/2014/main" id="{7E2C515B-82E6-B82B-F6C5-FF2D3025A7B3}"/>
                  </a:ext>
                </a:extLst>
              </p:cNvPr>
              <p:cNvGrpSpPr/>
              <p:nvPr/>
            </p:nvGrpSpPr>
            <p:grpSpPr>
              <a:xfrm>
                <a:off x="4679266" y="2659410"/>
                <a:ext cx="247657" cy="244475"/>
                <a:chOff x="2465" y="1836"/>
                <a:chExt cx="156" cy="154"/>
              </a:xfrm>
              <a:grpFill/>
            </p:grpSpPr>
            <p:sp>
              <p:nvSpPr>
                <p:cNvPr id="2383" name="Google Shape;2383;p5">
                  <a:extLst>
                    <a:ext uri="{FF2B5EF4-FFF2-40B4-BE49-F238E27FC236}">
                      <a16:creationId xmlns:a16="http://schemas.microsoft.com/office/drawing/2014/main" id="{0F56A9B4-D208-CBBC-CE4C-9C71BE959BF4}"/>
                    </a:ext>
                  </a:extLst>
                </p:cNvPr>
                <p:cNvSpPr/>
                <p:nvPr/>
              </p:nvSpPr>
              <p:spPr>
                <a:xfrm>
                  <a:off x="2610" y="1966"/>
                  <a:ext cx="11" cy="24"/>
                </a:xfrm>
                <a:custGeom>
                  <a:avLst/>
                  <a:gdLst/>
                  <a:ahLst/>
                  <a:cxnLst/>
                  <a:rect l="l" t="t" r="r" b="b"/>
                  <a:pathLst>
                    <a:path w="52" h="121" extrusionOk="0">
                      <a:moveTo>
                        <a:pt x="41" y="0"/>
                      </a:moveTo>
                      <a:lnTo>
                        <a:pt x="46" y="2"/>
                      </a:lnTo>
                      <a:lnTo>
                        <a:pt x="47" y="32"/>
                      </a:lnTo>
                      <a:lnTo>
                        <a:pt x="52" y="59"/>
                      </a:lnTo>
                      <a:lnTo>
                        <a:pt x="51" y="70"/>
                      </a:lnTo>
                      <a:lnTo>
                        <a:pt x="47" y="79"/>
                      </a:lnTo>
                      <a:lnTo>
                        <a:pt x="44" y="89"/>
                      </a:lnTo>
                      <a:lnTo>
                        <a:pt x="41" y="103"/>
                      </a:lnTo>
                      <a:lnTo>
                        <a:pt x="33" y="115"/>
                      </a:lnTo>
                      <a:lnTo>
                        <a:pt x="33" y="121"/>
                      </a:lnTo>
                      <a:lnTo>
                        <a:pt x="28" y="114"/>
                      </a:lnTo>
                      <a:lnTo>
                        <a:pt x="22" y="113"/>
                      </a:lnTo>
                      <a:lnTo>
                        <a:pt x="16" y="109"/>
                      </a:lnTo>
                      <a:lnTo>
                        <a:pt x="14" y="103"/>
                      </a:lnTo>
                      <a:lnTo>
                        <a:pt x="14" y="95"/>
                      </a:lnTo>
                      <a:lnTo>
                        <a:pt x="8" y="93"/>
                      </a:lnTo>
                      <a:lnTo>
                        <a:pt x="5" y="87"/>
                      </a:lnTo>
                      <a:lnTo>
                        <a:pt x="4" y="65"/>
                      </a:lnTo>
                      <a:lnTo>
                        <a:pt x="0" y="60"/>
                      </a:lnTo>
                      <a:lnTo>
                        <a:pt x="0" y="44"/>
                      </a:lnTo>
                      <a:lnTo>
                        <a:pt x="5" y="30"/>
                      </a:lnTo>
                      <a:lnTo>
                        <a:pt x="10" y="32"/>
                      </a:lnTo>
                      <a:lnTo>
                        <a:pt x="16" y="29"/>
                      </a:lnTo>
                      <a:lnTo>
                        <a:pt x="27" y="22"/>
                      </a:lnTo>
                      <a:lnTo>
                        <a:pt x="36" y="18"/>
                      </a:lnTo>
                      <a:lnTo>
                        <a:pt x="38" y="14"/>
                      </a:lnTo>
                      <a:lnTo>
                        <a:pt x="41"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84" name="Google Shape;2384;p5">
                  <a:extLst>
                    <a:ext uri="{FF2B5EF4-FFF2-40B4-BE49-F238E27FC236}">
                      <a16:creationId xmlns:a16="http://schemas.microsoft.com/office/drawing/2014/main" id="{F1998A64-C4AF-2D77-B94B-B92668DF1A50}"/>
                    </a:ext>
                  </a:extLst>
                </p:cNvPr>
                <p:cNvSpPr/>
                <p:nvPr/>
              </p:nvSpPr>
              <p:spPr>
                <a:xfrm>
                  <a:off x="2465" y="1836"/>
                  <a:ext cx="139" cy="140"/>
                </a:xfrm>
                <a:custGeom>
                  <a:avLst/>
                  <a:gdLst/>
                  <a:ahLst/>
                  <a:cxnLst/>
                  <a:rect l="l" t="t" r="r" b="b"/>
                  <a:pathLst>
                    <a:path w="694" h="700" extrusionOk="0">
                      <a:moveTo>
                        <a:pt x="408" y="0"/>
                      </a:moveTo>
                      <a:lnTo>
                        <a:pt x="403" y="4"/>
                      </a:lnTo>
                      <a:lnTo>
                        <a:pt x="381" y="7"/>
                      </a:lnTo>
                      <a:lnTo>
                        <a:pt x="355" y="17"/>
                      </a:lnTo>
                      <a:lnTo>
                        <a:pt x="349" y="36"/>
                      </a:lnTo>
                      <a:lnTo>
                        <a:pt x="345" y="66"/>
                      </a:lnTo>
                      <a:lnTo>
                        <a:pt x="349" y="70"/>
                      </a:lnTo>
                      <a:lnTo>
                        <a:pt x="348" y="76"/>
                      </a:lnTo>
                      <a:lnTo>
                        <a:pt x="336" y="90"/>
                      </a:lnTo>
                      <a:lnTo>
                        <a:pt x="322" y="100"/>
                      </a:lnTo>
                      <a:lnTo>
                        <a:pt x="290" y="109"/>
                      </a:lnTo>
                      <a:lnTo>
                        <a:pt x="275" y="119"/>
                      </a:lnTo>
                      <a:lnTo>
                        <a:pt x="268" y="132"/>
                      </a:lnTo>
                      <a:lnTo>
                        <a:pt x="269" y="138"/>
                      </a:lnTo>
                      <a:lnTo>
                        <a:pt x="284" y="138"/>
                      </a:lnTo>
                      <a:lnTo>
                        <a:pt x="289" y="139"/>
                      </a:lnTo>
                      <a:lnTo>
                        <a:pt x="288" y="143"/>
                      </a:lnTo>
                      <a:lnTo>
                        <a:pt x="267" y="145"/>
                      </a:lnTo>
                      <a:lnTo>
                        <a:pt x="257" y="152"/>
                      </a:lnTo>
                      <a:lnTo>
                        <a:pt x="248" y="154"/>
                      </a:lnTo>
                      <a:lnTo>
                        <a:pt x="237" y="154"/>
                      </a:lnTo>
                      <a:lnTo>
                        <a:pt x="224" y="150"/>
                      </a:lnTo>
                      <a:lnTo>
                        <a:pt x="208" y="148"/>
                      </a:lnTo>
                      <a:lnTo>
                        <a:pt x="203" y="149"/>
                      </a:lnTo>
                      <a:lnTo>
                        <a:pt x="191" y="133"/>
                      </a:lnTo>
                      <a:lnTo>
                        <a:pt x="192" y="124"/>
                      </a:lnTo>
                      <a:lnTo>
                        <a:pt x="188" y="122"/>
                      </a:lnTo>
                      <a:lnTo>
                        <a:pt x="167" y="123"/>
                      </a:lnTo>
                      <a:lnTo>
                        <a:pt x="157" y="120"/>
                      </a:lnTo>
                      <a:lnTo>
                        <a:pt x="159" y="140"/>
                      </a:lnTo>
                      <a:lnTo>
                        <a:pt x="162" y="149"/>
                      </a:lnTo>
                      <a:lnTo>
                        <a:pt x="168" y="154"/>
                      </a:lnTo>
                      <a:lnTo>
                        <a:pt x="175" y="177"/>
                      </a:lnTo>
                      <a:lnTo>
                        <a:pt x="175" y="189"/>
                      </a:lnTo>
                      <a:lnTo>
                        <a:pt x="177" y="202"/>
                      </a:lnTo>
                      <a:lnTo>
                        <a:pt x="183" y="206"/>
                      </a:lnTo>
                      <a:lnTo>
                        <a:pt x="179" y="210"/>
                      </a:lnTo>
                      <a:lnTo>
                        <a:pt x="168" y="211"/>
                      </a:lnTo>
                      <a:lnTo>
                        <a:pt x="165" y="208"/>
                      </a:lnTo>
                      <a:lnTo>
                        <a:pt x="160" y="205"/>
                      </a:lnTo>
                      <a:lnTo>
                        <a:pt x="152" y="208"/>
                      </a:lnTo>
                      <a:lnTo>
                        <a:pt x="145" y="210"/>
                      </a:lnTo>
                      <a:lnTo>
                        <a:pt x="136" y="209"/>
                      </a:lnTo>
                      <a:lnTo>
                        <a:pt x="118" y="215"/>
                      </a:lnTo>
                      <a:lnTo>
                        <a:pt x="93" y="194"/>
                      </a:lnTo>
                      <a:lnTo>
                        <a:pt x="76" y="195"/>
                      </a:lnTo>
                      <a:lnTo>
                        <a:pt x="71" y="193"/>
                      </a:lnTo>
                      <a:lnTo>
                        <a:pt x="66" y="197"/>
                      </a:lnTo>
                      <a:lnTo>
                        <a:pt x="65" y="202"/>
                      </a:lnTo>
                      <a:lnTo>
                        <a:pt x="51" y="206"/>
                      </a:lnTo>
                      <a:lnTo>
                        <a:pt x="42" y="206"/>
                      </a:lnTo>
                      <a:lnTo>
                        <a:pt x="26" y="209"/>
                      </a:lnTo>
                      <a:lnTo>
                        <a:pt x="4" y="219"/>
                      </a:lnTo>
                      <a:lnTo>
                        <a:pt x="0" y="229"/>
                      </a:lnTo>
                      <a:lnTo>
                        <a:pt x="0" y="235"/>
                      </a:lnTo>
                      <a:lnTo>
                        <a:pt x="20" y="232"/>
                      </a:lnTo>
                      <a:lnTo>
                        <a:pt x="19" y="237"/>
                      </a:lnTo>
                      <a:lnTo>
                        <a:pt x="14" y="237"/>
                      </a:lnTo>
                      <a:lnTo>
                        <a:pt x="9" y="243"/>
                      </a:lnTo>
                      <a:lnTo>
                        <a:pt x="11" y="248"/>
                      </a:lnTo>
                      <a:lnTo>
                        <a:pt x="19" y="247"/>
                      </a:lnTo>
                      <a:lnTo>
                        <a:pt x="28" y="247"/>
                      </a:lnTo>
                      <a:lnTo>
                        <a:pt x="26" y="254"/>
                      </a:lnTo>
                      <a:lnTo>
                        <a:pt x="5" y="258"/>
                      </a:lnTo>
                      <a:lnTo>
                        <a:pt x="10" y="263"/>
                      </a:lnTo>
                      <a:lnTo>
                        <a:pt x="23" y="268"/>
                      </a:lnTo>
                      <a:lnTo>
                        <a:pt x="23" y="279"/>
                      </a:lnTo>
                      <a:lnTo>
                        <a:pt x="35" y="280"/>
                      </a:lnTo>
                      <a:lnTo>
                        <a:pt x="35" y="274"/>
                      </a:lnTo>
                      <a:lnTo>
                        <a:pt x="43" y="273"/>
                      </a:lnTo>
                      <a:lnTo>
                        <a:pt x="74" y="284"/>
                      </a:lnTo>
                      <a:lnTo>
                        <a:pt x="84" y="291"/>
                      </a:lnTo>
                      <a:lnTo>
                        <a:pt x="86" y="296"/>
                      </a:lnTo>
                      <a:lnTo>
                        <a:pt x="91" y="299"/>
                      </a:lnTo>
                      <a:lnTo>
                        <a:pt x="103" y="294"/>
                      </a:lnTo>
                      <a:lnTo>
                        <a:pt x="111" y="296"/>
                      </a:lnTo>
                      <a:lnTo>
                        <a:pt x="106" y="300"/>
                      </a:lnTo>
                      <a:lnTo>
                        <a:pt x="118" y="305"/>
                      </a:lnTo>
                      <a:lnTo>
                        <a:pt x="124" y="300"/>
                      </a:lnTo>
                      <a:lnTo>
                        <a:pt x="128" y="302"/>
                      </a:lnTo>
                      <a:lnTo>
                        <a:pt x="125" y="318"/>
                      </a:lnTo>
                      <a:lnTo>
                        <a:pt x="140" y="322"/>
                      </a:lnTo>
                      <a:lnTo>
                        <a:pt x="155" y="318"/>
                      </a:lnTo>
                      <a:lnTo>
                        <a:pt x="165" y="323"/>
                      </a:lnTo>
                      <a:lnTo>
                        <a:pt x="148" y="328"/>
                      </a:lnTo>
                      <a:lnTo>
                        <a:pt x="148" y="334"/>
                      </a:lnTo>
                      <a:lnTo>
                        <a:pt x="155" y="342"/>
                      </a:lnTo>
                      <a:lnTo>
                        <a:pt x="150" y="349"/>
                      </a:lnTo>
                      <a:lnTo>
                        <a:pt x="144" y="344"/>
                      </a:lnTo>
                      <a:lnTo>
                        <a:pt x="144" y="351"/>
                      </a:lnTo>
                      <a:lnTo>
                        <a:pt x="155" y="364"/>
                      </a:lnTo>
                      <a:lnTo>
                        <a:pt x="161" y="374"/>
                      </a:lnTo>
                      <a:lnTo>
                        <a:pt x="164" y="381"/>
                      </a:lnTo>
                      <a:lnTo>
                        <a:pt x="176" y="389"/>
                      </a:lnTo>
                      <a:lnTo>
                        <a:pt x="188" y="397"/>
                      </a:lnTo>
                      <a:lnTo>
                        <a:pt x="203" y="401"/>
                      </a:lnTo>
                      <a:lnTo>
                        <a:pt x="200" y="408"/>
                      </a:lnTo>
                      <a:lnTo>
                        <a:pt x="204" y="417"/>
                      </a:lnTo>
                      <a:lnTo>
                        <a:pt x="204" y="429"/>
                      </a:lnTo>
                      <a:lnTo>
                        <a:pt x="199" y="440"/>
                      </a:lnTo>
                      <a:lnTo>
                        <a:pt x="203" y="450"/>
                      </a:lnTo>
                      <a:lnTo>
                        <a:pt x="213" y="457"/>
                      </a:lnTo>
                      <a:lnTo>
                        <a:pt x="220" y="467"/>
                      </a:lnTo>
                      <a:lnTo>
                        <a:pt x="224" y="480"/>
                      </a:lnTo>
                      <a:lnTo>
                        <a:pt x="220" y="475"/>
                      </a:lnTo>
                      <a:lnTo>
                        <a:pt x="207" y="460"/>
                      </a:lnTo>
                      <a:lnTo>
                        <a:pt x="203" y="467"/>
                      </a:lnTo>
                      <a:lnTo>
                        <a:pt x="203" y="484"/>
                      </a:lnTo>
                      <a:lnTo>
                        <a:pt x="198" y="517"/>
                      </a:lnTo>
                      <a:lnTo>
                        <a:pt x="197" y="527"/>
                      </a:lnTo>
                      <a:lnTo>
                        <a:pt x="203" y="518"/>
                      </a:lnTo>
                      <a:lnTo>
                        <a:pt x="207" y="526"/>
                      </a:lnTo>
                      <a:lnTo>
                        <a:pt x="204" y="530"/>
                      </a:lnTo>
                      <a:lnTo>
                        <a:pt x="197" y="534"/>
                      </a:lnTo>
                      <a:lnTo>
                        <a:pt x="197" y="547"/>
                      </a:lnTo>
                      <a:lnTo>
                        <a:pt x="186" y="607"/>
                      </a:lnTo>
                      <a:lnTo>
                        <a:pt x="181" y="618"/>
                      </a:lnTo>
                      <a:lnTo>
                        <a:pt x="171" y="624"/>
                      </a:lnTo>
                      <a:lnTo>
                        <a:pt x="161" y="624"/>
                      </a:lnTo>
                      <a:lnTo>
                        <a:pt x="162" y="628"/>
                      </a:lnTo>
                      <a:lnTo>
                        <a:pt x="184" y="646"/>
                      </a:lnTo>
                      <a:lnTo>
                        <a:pt x="193" y="650"/>
                      </a:lnTo>
                      <a:lnTo>
                        <a:pt x="204" y="652"/>
                      </a:lnTo>
                      <a:lnTo>
                        <a:pt x="215" y="660"/>
                      </a:lnTo>
                      <a:lnTo>
                        <a:pt x="222" y="666"/>
                      </a:lnTo>
                      <a:lnTo>
                        <a:pt x="268" y="678"/>
                      </a:lnTo>
                      <a:lnTo>
                        <a:pt x="284" y="679"/>
                      </a:lnTo>
                      <a:lnTo>
                        <a:pt x="290" y="678"/>
                      </a:lnTo>
                      <a:lnTo>
                        <a:pt x="300" y="671"/>
                      </a:lnTo>
                      <a:lnTo>
                        <a:pt x="308" y="670"/>
                      </a:lnTo>
                      <a:lnTo>
                        <a:pt x="317" y="672"/>
                      </a:lnTo>
                      <a:lnTo>
                        <a:pt x="332" y="682"/>
                      </a:lnTo>
                      <a:lnTo>
                        <a:pt x="345" y="683"/>
                      </a:lnTo>
                      <a:lnTo>
                        <a:pt x="350" y="689"/>
                      </a:lnTo>
                      <a:lnTo>
                        <a:pt x="361" y="698"/>
                      </a:lnTo>
                      <a:lnTo>
                        <a:pt x="369" y="700"/>
                      </a:lnTo>
                      <a:lnTo>
                        <a:pt x="397" y="698"/>
                      </a:lnTo>
                      <a:lnTo>
                        <a:pt x="410" y="695"/>
                      </a:lnTo>
                      <a:lnTo>
                        <a:pt x="424" y="695"/>
                      </a:lnTo>
                      <a:lnTo>
                        <a:pt x="431" y="697"/>
                      </a:lnTo>
                      <a:lnTo>
                        <a:pt x="429" y="667"/>
                      </a:lnTo>
                      <a:lnTo>
                        <a:pt x="425" y="663"/>
                      </a:lnTo>
                      <a:lnTo>
                        <a:pt x="428" y="649"/>
                      </a:lnTo>
                      <a:lnTo>
                        <a:pt x="434" y="638"/>
                      </a:lnTo>
                      <a:lnTo>
                        <a:pt x="452" y="629"/>
                      </a:lnTo>
                      <a:lnTo>
                        <a:pt x="463" y="622"/>
                      </a:lnTo>
                      <a:lnTo>
                        <a:pt x="469" y="617"/>
                      </a:lnTo>
                      <a:lnTo>
                        <a:pt x="478" y="612"/>
                      </a:lnTo>
                      <a:lnTo>
                        <a:pt x="483" y="612"/>
                      </a:lnTo>
                      <a:lnTo>
                        <a:pt x="487" y="615"/>
                      </a:lnTo>
                      <a:lnTo>
                        <a:pt x="503" y="618"/>
                      </a:lnTo>
                      <a:lnTo>
                        <a:pt x="505" y="619"/>
                      </a:lnTo>
                      <a:lnTo>
                        <a:pt x="507" y="623"/>
                      </a:lnTo>
                      <a:lnTo>
                        <a:pt x="512" y="624"/>
                      </a:lnTo>
                      <a:lnTo>
                        <a:pt x="525" y="625"/>
                      </a:lnTo>
                      <a:lnTo>
                        <a:pt x="526" y="622"/>
                      </a:lnTo>
                      <a:lnTo>
                        <a:pt x="536" y="623"/>
                      </a:lnTo>
                      <a:lnTo>
                        <a:pt x="538" y="625"/>
                      </a:lnTo>
                      <a:lnTo>
                        <a:pt x="546" y="625"/>
                      </a:lnTo>
                      <a:lnTo>
                        <a:pt x="552" y="628"/>
                      </a:lnTo>
                      <a:lnTo>
                        <a:pt x="553" y="633"/>
                      </a:lnTo>
                      <a:lnTo>
                        <a:pt x="557" y="634"/>
                      </a:lnTo>
                      <a:lnTo>
                        <a:pt x="569" y="635"/>
                      </a:lnTo>
                      <a:lnTo>
                        <a:pt x="578" y="644"/>
                      </a:lnTo>
                      <a:lnTo>
                        <a:pt x="593" y="645"/>
                      </a:lnTo>
                      <a:lnTo>
                        <a:pt x="617" y="634"/>
                      </a:lnTo>
                      <a:lnTo>
                        <a:pt x="619" y="631"/>
                      </a:lnTo>
                      <a:lnTo>
                        <a:pt x="620" y="625"/>
                      </a:lnTo>
                      <a:lnTo>
                        <a:pt x="629" y="619"/>
                      </a:lnTo>
                      <a:lnTo>
                        <a:pt x="640" y="608"/>
                      </a:lnTo>
                      <a:lnTo>
                        <a:pt x="646" y="604"/>
                      </a:lnTo>
                      <a:lnTo>
                        <a:pt x="648" y="600"/>
                      </a:lnTo>
                      <a:lnTo>
                        <a:pt x="667" y="590"/>
                      </a:lnTo>
                      <a:lnTo>
                        <a:pt x="668" y="588"/>
                      </a:lnTo>
                      <a:lnTo>
                        <a:pt x="667" y="585"/>
                      </a:lnTo>
                      <a:lnTo>
                        <a:pt x="670" y="579"/>
                      </a:lnTo>
                      <a:lnTo>
                        <a:pt x="670" y="570"/>
                      </a:lnTo>
                      <a:lnTo>
                        <a:pt x="666" y="561"/>
                      </a:lnTo>
                      <a:lnTo>
                        <a:pt x="641" y="559"/>
                      </a:lnTo>
                      <a:lnTo>
                        <a:pt x="635" y="550"/>
                      </a:lnTo>
                      <a:lnTo>
                        <a:pt x="633" y="539"/>
                      </a:lnTo>
                      <a:lnTo>
                        <a:pt x="632" y="528"/>
                      </a:lnTo>
                      <a:lnTo>
                        <a:pt x="634" y="520"/>
                      </a:lnTo>
                      <a:lnTo>
                        <a:pt x="633" y="511"/>
                      </a:lnTo>
                      <a:lnTo>
                        <a:pt x="624" y="509"/>
                      </a:lnTo>
                      <a:lnTo>
                        <a:pt x="623" y="504"/>
                      </a:lnTo>
                      <a:lnTo>
                        <a:pt x="622" y="499"/>
                      </a:lnTo>
                      <a:lnTo>
                        <a:pt x="624" y="490"/>
                      </a:lnTo>
                      <a:lnTo>
                        <a:pt x="629" y="484"/>
                      </a:lnTo>
                      <a:lnTo>
                        <a:pt x="640" y="477"/>
                      </a:lnTo>
                      <a:lnTo>
                        <a:pt x="638" y="467"/>
                      </a:lnTo>
                      <a:lnTo>
                        <a:pt x="627" y="441"/>
                      </a:lnTo>
                      <a:lnTo>
                        <a:pt x="625" y="436"/>
                      </a:lnTo>
                      <a:lnTo>
                        <a:pt x="627" y="431"/>
                      </a:lnTo>
                      <a:lnTo>
                        <a:pt x="636" y="430"/>
                      </a:lnTo>
                      <a:lnTo>
                        <a:pt x="634" y="419"/>
                      </a:lnTo>
                      <a:lnTo>
                        <a:pt x="627" y="418"/>
                      </a:lnTo>
                      <a:lnTo>
                        <a:pt x="624" y="407"/>
                      </a:lnTo>
                      <a:lnTo>
                        <a:pt x="624" y="389"/>
                      </a:lnTo>
                      <a:lnTo>
                        <a:pt x="620" y="388"/>
                      </a:lnTo>
                      <a:lnTo>
                        <a:pt x="603" y="388"/>
                      </a:lnTo>
                      <a:lnTo>
                        <a:pt x="592" y="404"/>
                      </a:lnTo>
                      <a:lnTo>
                        <a:pt x="586" y="409"/>
                      </a:lnTo>
                      <a:lnTo>
                        <a:pt x="582" y="407"/>
                      </a:lnTo>
                      <a:lnTo>
                        <a:pt x="584" y="385"/>
                      </a:lnTo>
                      <a:lnTo>
                        <a:pt x="587" y="372"/>
                      </a:lnTo>
                      <a:lnTo>
                        <a:pt x="591" y="369"/>
                      </a:lnTo>
                      <a:lnTo>
                        <a:pt x="595" y="362"/>
                      </a:lnTo>
                      <a:lnTo>
                        <a:pt x="602" y="358"/>
                      </a:lnTo>
                      <a:lnTo>
                        <a:pt x="603" y="355"/>
                      </a:lnTo>
                      <a:lnTo>
                        <a:pt x="606" y="345"/>
                      </a:lnTo>
                      <a:lnTo>
                        <a:pt x="612" y="337"/>
                      </a:lnTo>
                      <a:lnTo>
                        <a:pt x="635" y="311"/>
                      </a:lnTo>
                      <a:lnTo>
                        <a:pt x="632" y="306"/>
                      </a:lnTo>
                      <a:lnTo>
                        <a:pt x="635" y="299"/>
                      </a:lnTo>
                      <a:lnTo>
                        <a:pt x="652" y="300"/>
                      </a:lnTo>
                      <a:lnTo>
                        <a:pt x="660" y="297"/>
                      </a:lnTo>
                      <a:lnTo>
                        <a:pt x="667" y="291"/>
                      </a:lnTo>
                      <a:lnTo>
                        <a:pt x="665" y="289"/>
                      </a:lnTo>
                      <a:lnTo>
                        <a:pt x="663" y="279"/>
                      </a:lnTo>
                      <a:lnTo>
                        <a:pt x="665" y="251"/>
                      </a:lnTo>
                      <a:lnTo>
                        <a:pt x="672" y="226"/>
                      </a:lnTo>
                      <a:lnTo>
                        <a:pt x="675" y="214"/>
                      </a:lnTo>
                      <a:lnTo>
                        <a:pt x="692" y="191"/>
                      </a:lnTo>
                      <a:lnTo>
                        <a:pt x="694" y="179"/>
                      </a:lnTo>
                      <a:lnTo>
                        <a:pt x="681" y="173"/>
                      </a:lnTo>
                      <a:lnTo>
                        <a:pt x="640" y="161"/>
                      </a:lnTo>
                      <a:lnTo>
                        <a:pt x="622" y="160"/>
                      </a:lnTo>
                      <a:lnTo>
                        <a:pt x="616" y="149"/>
                      </a:lnTo>
                      <a:lnTo>
                        <a:pt x="608" y="143"/>
                      </a:lnTo>
                      <a:lnTo>
                        <a:pt x="596" y="132"/>
                      </a:lnTo>
                      <a:lnTo>
                        <a:pt x="584" y="133"/>
                      </a:lnTo>
                      <a:lnTo>
                        <a:pt x="566" y="128"/>
                      </a:lnTo>
                      <a:lnTo>
                        <a:pt x="558" y="129"/>
                      </a:lnTo>
                      <a:lnTo>
                        <a:pt x="548" y="127"/>
                      </a:lnTo>
                      <a:lnTo>
                        <a:pt x="539" y="119"/>
                      </a:lnTo>
                      <a:lnTo>
                        <a:pt x="528" y="114"/>
                      </a:lnTo>
                      <a:lnTo>
                        <a:pt x="531" y="108"/>
                      </a:lnTo>
                      <a:lnTo>
                        <a:pt x="526" y="106"/>
                      </a:lnTo>
                      <a:lnTo>
                        <a:pt x="526" y="82"/>
                      </a:lnTo>
                      <a:lnTo>
                        <a:pt x="520" y="82"/>
                      </a:lnTo>
                      <a:lnTo>
                        <a:pt x="514" y="90"/>
                      </a:lnTo>
                      <a:lnTo>
                        <a:pt x="509" y="97"/>
                      </a:lnTo>
                      <a:lnTo>
                        <a:pt x="499" y="97"/>
                      </a:lnTo>
                      <a:lnTo>
                        <a:pt x="489" y="93"/>
                      </a:lnTo>
                      <a:lnTo>
                        <a:pt x="487" y="78"/>
                      </a:lnTo>
                      <a:lnTo>
                        <a:pt x="484" y="69"/>
                      </a:lnTo>
                      <a:lnTo>
                        <a:pt x="478" y="64"/>
                      </a:lnTo>
                      <a:lnTo>
                        <a:pt x="466" y="60"/>
                      </a:lnTo>
                      <a:lnTo>
                        <a:pt x="452" y="52"/>
                      </a:lnTo>
                      <a:lnTo>
                        <a:pt x="442" y="48"/>
                      </a:lnTo>
                      <a:lnTo>
                        <a:pt x="433" y="30"/>
                      </a:lnTo>
                      <a:lnTo>
                        <a:pt x="421" y="31"/>
                      </a:lnTo>
                      <a:lnTo>
                        <a:pt x="410" y="26"/>
                      </a:lnTo>
                      <a:lnTo>
                        <a:pt x="408" y="16"/>
                      </a:lnTo>
                      <a:lnTo>
                        <a:pt x="408"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grpSp>
            <p:nvGrpSpPr>
              <p:cNvPr id="2385" name="Google Shape;2385;p5">
                <a:extLst>
                  <a:ext uri="{FF2B5EF4-FFF2-40B4-BE49-F238E27FC236}">
                    <a16:creationId xmlns:a16="http://schemas.microsoft.com/office/drawing/2014/main" id="{DF94A1B8-659A-39DC-0120-1431F1DF06B6}"/>
                  </a:ext>
                </a:extLst>
              </p:cNvPr>
              <p:cNvGrpSpPr/>
              <p:nvPr/>
            </p:nvGrpSpPr>
            <p:grpSpPr>
              <a:xfrm>
                <a:off x="4620419" y="2430810"/>
                <a:ext cx="171450" cy="258763"/>
                <a:chOff x="2428" y="1692"/>
                <a:chExt cx="108" cy="163"/>
              </a:xfrm>
              <a:grpFill/>
            </p:grpSpPr>
            <p:sp>
              <p:nvSpPr>
                <p:cNvPr id="2386" name="Google Shape;2386;p5">
                  <a:extLst>
                    <a:ext uri="{FF2B5EF4-FFF2-40B4-BE49-F238E27FC236}">
                      <a16:creationId xmlns:a16="http://schemas.microsoft.com/office/drawing/2014/main" id="{84B6E3E0-97D5-834F-43E7-507743E05AF3}"/>
                    </a:ext>
                  </a:extLst>
                </p:cNvPr>
                <p:cNvSpPr/>
                <p:nvPr/>
              </p:nvSpPr>
              <p:spPr>
                <a:xfrm>
                  <a:off x="2450" y="1692"/>
                  <a:ext cx="86" cy="163"/>
                </a:xfrm>
                <a:custGeom>
                  <a:avLst/>
                  <a:gdLst/>
                  <a:ahLst/>
                  <a:cxnLst/>
                  <a:rect l="l" t="t" r="r" b="b"/>
                  <a:pathLst>
                    <a:path w="430" h="814" extrusionOk="0">
                      <a:moveTo>
                        <a:pt x="199" y="767"/>
                      </a:moveTo>
                      <a:lnTo>
                        <a:pt x="200" y="768"/>
                      </a:lnTo>
                      <a:lnTo>
                        <a:pt x="203" y="762"/>
                      </a:lnTo>
                      <a:lnTo>
                        <a:pt x="212" y="760"/>
                      </a:lnTo>
                      <a:lnTo>
                        <a:pt x="222" y="764"/>
                      </a:lnTo>
                      <a:lnTo>
                        <a:pt x="227" y="761"/>
                      </a:lnTo>
                      <a:lnTo>
                        <a:pt x="225" y="754"/>
                      </a:lnTo>
                      <a:lnTo>
                        <a:pt x="251" y="754"/>
                      </a:lnTo>
                      <a:lnTo>
                        <a:pt x="253" y="750"/>
                      </a:lnTo>
                      <a:lnTo>
                        <a:pt x="259" y="748"/>
                      </a:lnTo>
                      <a:lnTo>
                        <a:pt x="260" y="743"/>
                      </a:lnTo>
                      <a:lnTo>
                        <a:pt x="260" y="737"/>
                      </a:lnTo>
                      <a:lnTo>
                        <a:pt x="267" y="741"/>
                      </a:lnTo>
                      <a:lnTo>
                        <a:pt x="274" y="744"/>
                      </a:lnTo>
                      <a:lnTo>
                        <a:pt x="283" y="741"/>
                      </a:lnTo>
                      <a:lnTo>
                        <a:pt x="285" y="745"/>
                      </a:lnTo>
                      <a:lnTo>
                        <a:pt x="290" y="750"/>
                      </a:lnTo>
                      <a:lnTo>
                        <a:pt x="328" y="744"/>
                      </a:lnTo>
                      <a:lnTo>
                        <a:pt x="339" y="746"/>
                      </a:lnTo>
                      <a:lnTo>
                        <a:pt x="388" y="733"/>
                      </a:lnTo>
                      <a:lnTo>
                        <a:pt x="389" y="729"/>
                      </a:lnTo>
                      <a:lnTo>
                        <a:pt x="410" y="713"/>
                      </a:lnTo>
                      <a:lnTo>
                        <a:pt x="413" y="702"/>
                      </a:lnTo>
                      <a:lnTo>
                        <a:pt x="410" y="698"/>
                      </a:lnTo>
                      <a:lnTo>
                        <a:pt x="386" y="698"/>
                      </a:lnTo>
                      <a:lnTo>
                        <a:pt x="373" y="697"/>
                      </a:lnTo>
                      <a:lnTo>
                        <a:pt x="373" y="689"/>
                      </a:lnTo>
                      <a:lnTo>
                        <a:pt x="369" y="682"/>
                      </a:lnTo>
                      <a:lnTo>
                        <a:pt x="378" y="679"/>
                      </a:lnTo>
                      <a:lnTo>
                        <a:pt x="381" y="674"/>
                      </a:lnTo>
                      <a:lnTo>
                        <a:pt x="386" y="668"/>
                      </a:lnTo>
                      <a:lnTo>
                        <a:pt x="383" y="665"/>
                      </a:lnTo>
                      <a:lnTo>
                        <a:pt x="377" y="663"/>
                      </a:lnTo>
                      <a:lnTo>
                        <a:pt x="383" y="658"/>
                      </a:lnTo>
                      <a:lnTo>
                        <a:pt x="391" y="655"/>
                      </a:lnTo>
                      <a:lnTo>
                        <a:pt x="394" y="659"/>
                      </a:lnTo>
                      <a:lnTo>
                        <a:pt x="403" y="657"/>
                      </a:lnTo>
                      <a:lnTo>
                        <a:pt x="404" y="651"/>
                      </a:lnTo>
                      <a:lnTo>
                        <a:pt x="403" y="642"/>
                      </a:lnTo>
                      <a:lnTo>
                        <a:pt x="408" y="642"/>
                      </a:lnTo>
                      <a:lnTo>
                        <a:pt x="415" y="638"/>
                      </a:lnTo>
                      <a:lnTo>
                        <a:pt x="423" y="628"/>
                      </a:lnTo>
                      <a:lnTo>
                        <a:pt x="429" y="608"/>
                      </a:lnTo>
                      <a:lnTo>
                        <a:pt x="430" y="593"/>
                      </a:lnTo>
                      <a:lnTo>
                        <a:pt x="426" y="577"/>
                      </a:lnTo>
                      <a:lnTo>
                        <a:pt x="418" y="563"/>
                      </a:lnTo>
                      <a:lnTo>
                        <a:pt x="408" y="557"/>
                      </a:lnTo>
                      <a:lnTo>
                        <a:pt x="399" y="554"/>
                      </a:lnTo>
                      <a:lnTo>
                        <a:pt x="387" y="554"/>
                      </a:lnTo>
                      <a:lnTo>
                        <a:pt x="365" y="557"/>
                      </a:lnTo>
                      <a:lnTo>
                        <a:pt x="355" y="572"/>
                      </a:lnTo>
                      <a:lnTo>
                        <a:pt x="350" y="567"/>
                      </a:lnTo>
                      <a:lnTo>
                        <a:pt x="340" y="566"/>
                      </a:lnTo>
                      <a:lnTo>
                        <a:pt x="337" y="565"/>
                      </a:lnTo>
                      <a:lnTo>
                        <a:pt x="340" y="555"/>
                      </a:lnTo>
                      <a:lnTo>
                        <a:pt x="353" y="540"/>
                      </a:lnTo>
                      <a:lnTo>
                        <a:pt x="355" y="534"/>
                      </a:lnTo>
                      <a:lnTo>
                        <a:pt x="355" y="525"/>
                      </a:lnTo>
                      <a:lnTo>
                        <a:pt x="345" y="512"/>
                      </a:lnTo>
                      <a:lnTo>
                        <a:pt x="339" y="507"/>
                      </a:lnTo>
                      <a:lnTo>
                        <a:pt x="335" y="501"/>
                      </a:lnTo>
                      <a:lnTo>
                        <a:pt x="330" y="498"/>
                      </a:lnTo>
                      <a:lnTo>
                        <a:pt x="317" y="485"/>
                      </a:lnTo>
                      <a:lnTo>
                        <a:pt x="321" y="482"/>
                      </a:lnTo>
                      <a:lnTo>
                        <a:pt x="332" y="492"/>
                      </a:lnTo>
                      <a:lnTo>
                        <a:pt x="344" y="495"/>
                      </a:lnTo>
                      <a:lnTo>
                        <a:pt x="345" y="493"/>
                      </a:lnTo>
                      <a:lnTo>
                        <a:pt x="343" y="477"/>
                      </a:lnTo>
                      <a:lnTo>
                        <a:pt x="335" y="471"/>
                      </a:lnTo>
                      <a:lnTo>
                        <a:pt x="326" y="459"/>
                      </a:lnTo>
                      <a:lnTo>
                        <a:pt x="323" y="444"/>
                      </a:lnTo>
                      <a:lnTo>
                        <a:pt x="316" y="433"/>
                      </a:lnTo>
                      <a:lnTo>
                        <a:pt x="311" y="423"/>
                      </a:lnTo>
                      <a:lnTo>
                        <a:pt x="301" y="410"/>
                      </a:lnTo>
                      <a:lnTo>
                        <a:pt x="290" y="405"/>
                      </a:lnTo>
                      <a:lnTo>
                        <a:pt x="276" y="402"/>
                      </a:lnTo>
                      <a:lnTo>
                        <a:pt x="273" y="399"/>
                      </a:lnTo>
                      <a:lnTo>
                        <a:pt x="268" y="385"/>
                      </a:lnTo>
                      <a:lnTo>
                        <a:pt x="260" y="374"/>
                      </a:lnTo>
                      <a:lnTo>
                        <a:pt x="254" y="361"/>
                      </a:lnTo>
                      <a:lnTo>
                        <a:pt x="252" y="350"/>
                      </a:lnTo>
                      <a:lnTo>
                        <a:pt x="248" y="312"/>
                      </a:lnTo>
                      <a:lnTo>
                        <a:pt x="240" y="305"/>
                      </a:lnTo>
                      <a:lnTo>
                        <a:pt x="228" y="293"/>
                      </a:lnTo>
                      <a:lnTo>
                        <a:pt x="221" y="282"/>
                      </a:lnTo>
                      <a:lnTo>
                        <a:pt x="193" y="266"/>
                      </a:lnTo>
                      <a:lnTo>
                        <a:pt x="188" y="265"/>
                      </a:lnTo>
                      <a:lnTo>
                        <a:pt x="171" y="271"/>
                      </a:lnTo>
                      <a:lnTo>
                        <a:pt x="156" y="267"/>
                      </a:lnTo>
                      <a:lnTo>
                        <a:pt x="155" y="265"/>
                      </a:lnTo>
                      <a:lnTo>
                        <a:pt x="157" y="258"/>
                      </a:lnTo>
                      <a:lnTo>
                        <a:pt x="163" y="251"/>
                      </a:lnTo>
                      <a:lnTo>
                        <a:pt x="172" y="249"/>
                      </a:lnTo>
                      <a:lnTo>
                        <a:pt x="182" y="249"/>
                      </a:lnTo>
                      <a:lnTo>
                        <a:pt x="192" y="244"/>
                      </a:lnTo>
                      <a:lnTo>
                        <a:pt x="181" y="229"/>
                      </a:lnTo>
                      <a:lnTo>
                        <a:pt x="176" y="228"/>
                      </a:lnTo>
                      <a:lnTo>
                        <a:pt x="174" y="222"/>
                      </a:lnTo>
                      <a:lnTo>
                        <a:pt x="183" y="223"/>
                      </a:lnTo>
                      <a:lnTo>
                        <a:pt x="189" y="218"/>
                      </a:lnTo>
                      <a:lnTo>
                        <a:pt x="195" y="210"/>
                      </a:lnTo>
                      <a:lnTo>
                        <a:pt x="198" y="202"/>
                      </a:lnTo>
                      <a:lnTo>
                        <a:pt x="211" y="183"/>
                      </a:lnTo>
                      <a:lnTo>
                        <a:pt x="212" y="173"/>
                      </a:lnTo>
                      <a:lnTo>
                        <a:pt x="216" y="160"/>
                      </a:lnTo>
                      <a:lnTo>
                        <a:pt x="220" y="145"/>
                      </a:lnTo>
                      <a:lnTo>
                        <a:pt x="233" y="129"/>
                      </a:lnTo>
                      <a:lnTo>
                        <a:pt x="233" y="109"/>
                      </a:lnTo>
                      <a:lnTo>
                        <a:pt x="230" y="100"/>
                      </a:lnTo>
                      <a:lnTo>
                        <a:pt x="214" y="99"/>
                      </a:lnTo>
                      <a:lnTo>
                        <a:pt x="200" y="102"/>
                      </a:lnTo>
                      <a:lnTo>
                        <a:pt x="178" y="98"/>
                      </a:lnTo>
                      <a:lnTo>
                        <a:pt x="166" y="100"/>
                      </a:lnTo>
                      <a:lnTo>
                        <a:pt x="154" y="97"/>
                      </a:lnTo>
                      <a:lnTo>
                        <a:pt x="118" y="109"/>
                      </a:lnTo>
                      <a:lnTo>
                        <a:pt x="111" y="116"/>
                      </a:lnTo>
                      <a:lnTo>
                        <a:pt x="106" y="113"/>
                      </a:lnTo>
                      <a:lnTo>
                        <a:pt x="108" y="105"/>
                      </a:lnTo>
                      <a:lnTo>
                        <a:pt x="108" y="102"/>
                      </a:lnTo>
                      <a:lnTo>
                        <a:pt x="99" y="104"/>
                      </a:lnTo>
                      <a:lnTo>
                        <a:pt x="99" y="99"/>
                      </a:lnTo>
                      <a:lnTo>
                        <a:pt x="114" y="95"/>
                      </a:lnTo>
                      <a:lnTo>
                        <a:pt x="124" y="86"/>
                      </a:lnTo>
                      <a:lnTo>
                        <a:pt x="107" y="84"/>
                      </a:lnTo>
                      <a:lnTo>
                        <a:pt x="108" y="77"/>
                      </a:lnTo>
                      <a:lnTo>
                        <a:pt x="109" y="78"/>
                      </a:lnTo>
                      <a:lnTo>
                        <a:pt x="119" y="66"/>
                      </a:lnTo>
                      <a:lnTo>
                        <a:pt x="139" y="54"/>
                      </a:lnTo>
                      <a:lnTo>
                        <a:pt x="147" y="39"/>
                      </a:lnTo>
                      <a:lnTo>
                        <a:pt x="161" y="30"/>
                      </a:lnTo>
                      <a:lnTo>
                        <a:pt x="163" y="4"/>
                      </a:lnTo>
                      <a:lnTo>
                        <a:pt x="151" y="0"/>
                      </a:lnTo>
                      <a:lnTo>
                        <a:pt x="138" y="4"/>
                      </a:lnTo>
                      <a:lnTo>
                        <a:pt x="124" y="8"/>
                      </a:lnTo>
                      <a:lnTo>
                        <a:pt x="112" y="8"/>
                      </a:lnTo>
                      <a:lnTo>
                        <a:pt x="96" y="12"/>
                      </a:lnTo>
                      <a:lnTo>
                        <a:pt x="95" y="11"/>
                      </a:lnTo>
                      <a:lnTo>
                        <a:pt x="75" y="6"/>
                      </a:lnTo>
                      <a:lnTo>
                        <a:pt x="64" y="9"/>
                      </a:lnTo>
                      <a:lnTo>
                        <a:pt x="54" y="27"/>
                      </a:lnTo>
                      <a:lnTo>
                        <a:pt x="54" y="41"/>
                      </a:lnTo>
                      <a:lnTo>
                        <a:pt x="42" y="43"/>
                      </a:lnTo>
                      <a:lnTo>
                        <a:pt x="43" y="57"/>
                      </a:lnTo>
                      <a:lnTo>
                        <a:pt x="37" y="60"/>
                      </a:lnTo>
                      <a:lnTo>
                        <a:pt x="39" y="65"/>
                      </a:lnTo>
                      <a:lnTo>
                        <a:pt x="47" y="73"/>
                      </a:lnTo>
                      <a:lnTo>
                        <a:pt x="20" y="88"/>
                      </a:lnTo>
                      <a:lnTo>
                        <a:pt x="20" y="109"/>
                      </a:lnTo>
                      <a:lnTo>
                        <a:pt x="27" y="113"/>
                      </a:lnTo>
                      <a:lnTo>
                        <a:pt x="25" y="115"/>
                      </a:lnTo>
                      <a:lnTo>
                        <a:pt x="18" y="114"/>
                      </a:lnTo>
                      <a:lnTo>
                        <a:pt x="16" y="115"/>
                      </a:lnTo>
                      <a:lnTo>
                        <a:pt x="16" y="130"/>
                      </a:lnTo>
                      <a:lnTo>
                        <a:pt x="22" y="131"/>
                      </a:lnTo>
                      <a:lnTo>
                        <a:pt x="34" y="129"/>
                      </a:lnTo>
                      <a:lnTo>
                        <a:pt x="33" y="133"/>
                      </a:lnTo>
                      <a:lnTo>
                        <a:pt x="27" y="136"/>
                      </a:lnTo>
                      <a:lnTo>
                        <a:pt x="33" y="138"/>
                      </a:lnTo>
                      <a:lnTo>
                        <a:pt x="28" y="147"/>
                      </a:lnTo>
                      <a:lnTo>
                        <a:pt x="27" y="151"/>
                      </a:lnTo>
                      <a:lnTo>
                        <a:pt x="28" y="157"/>
                      </a:lnTo>
                      <a:lnTo>
                        <a:pt x="26" y="158"/>
                      </a:lnTo>
                      <a:lnTo>
                        <a:pt x="22" y="163"/>
                      </a:lnTo>
                      <a:lnTo>
                        <a:pt x="22" y="167"/>
                      </a:lnTo>
                      <a:lnTo>
                        <a:pt x="18" y="170"/>
                      </a:lnTo>
                      <a:lnTo>
                        <a:pt x="16" y="178"/>
                      </a:lnTo>
                      <a:lnTo>
                        <a:pt x="16" y="192"/>
                      </a:lnTo>
                      <a:lnTo>
                        <a:pt x="5" y="195"/>
                      </a:lnTo>
                      <a:lnTo>
                        <a:pt x="0" y="197"/>
                      </a:lnTo>
                      <a:lnTo>
                        <a:pt x="0" y="201"/>
                      </a:lnTo>
                      <a:lnTo>
                        <a:pt x="10" y="202"/>
                      </a:lnTo>
                      <a:lnTo>
                        <a:pt x="11" y="211"/>
                      </a:lnTo>
                      <a:lnTo>
                        <a:pt x="23" y="222"/>
                      </a:lnTo>
                      <a:lnTo>
                        <a:pt x="33" y="215"/>
                      </a:lnTo>
                      <a:lnTo>
                        <a:pt x="43" y="206"/>
                      </a:lnTo>
                      <a:lnTo>
                        <a:pt x="44" y="205"/>
                      </a:lnTo>
                      <a:lnTo>
                        <a:pt x="45" y="206"/>
                      </a:lnTo>
                      <a:lnTo>
                        <a:pt x="45" y="212"/>
                      </a:lnTo>
                      <a:lnTo>
                        <a:pt x="33" y="243"/>
                      </a:lnTo>
                      <a:lnTo>
                        <a:pt x="31" y="254"/>
                      </a:lnTo>
                      <a:lnTo>
                        <a:pt x="31" y="259"/>
                      </a:lnTo>
                      <a:lnTo>
                        <a:pt x="28" y="264"/>
                      </a:lnTo>
                      <a:lnTo>
                        <a:pt x="26" y="275"/>
                      </a:lnTo>
                      <a:lnTo>
                        <a:pt x="26" y="283"/>
                      </a:lnTo>
                      <a:lnTo>
                        <a:pt x="32" y="282"/>
                      </a:lnTo>
                      <a:lnTo>
                        <a:pt x="34" y="286"/>
                      </a:lnTo>
                      <a:lnTo>
                        <a:pt x="33" y="292"/>
                      </a:lnTo>
                      <a:lnTo>
                        <a:pt x="25" y="307"/>
                      </a:lnTo>
                      <a:lnTo>
                        <a:pt x="20" y="331"/>
                      </a:lnTo>
                      <a:lnTo>
                        <a:pt x="20" y="334"/>
                      </a:lnTo>
                      <a:lnTo>
                        <a:pt x="26" y="334"/>
                      </a:lnTo>
                      <a:lnTo>
                        <a:pt x="28" y="330"/>
                      </a:lnTo>
                      <a:lnTo>
                        <a:pt x="32" y="318"/>
                      </a:lnTo>
                      <a:lnTo>
                        <a:pt x="43" y="291"/>
                      </a:lnTo>
                      <a:lnTo>
                        <a:pt x="42" y="277"/>
                      </a:lnTo>
                      <a:lnTo>
                        <a:pt x="39" y="270"/>
                      </a:lnTo>
                      <a:lnTo>
                        <a:pt x="38" y="266"/>
                      </a:lnTo>
                      <a:lnTo>
                        <a:pt x="54" y="248"/>
                      </a:lnTo>
                      <a:lnTo>
                        <a:pt x="54" y="254"/>
                      </a:lnTo>
                      <a:lnTo>
                        <a:pt x="47" y="271"/>
                      </a:lnTo>
                      <a:lnTo>
                        <a:pt x="47" y="282"/>
                      </a:lnTo>
                      <a:lnTo>
                        <a:pt x="49" y="278"/>
                      </a:lnTo>
                      <a:lnTo>
                        <a:pt x="52" y="277"/>
                      </a:lnTo>
                      <a:lnTo>
                        <a:pt x="53" y="273"/>
                      </a:lnTo>
                      <a:lnTo>
                        <a:pt x="55" y="271"/>
                      </a:lnTo>
                      <a:lnTo>
                        <a:pt x="61" y="276"/>
                      </a:lnTo>
                      <a:lnTo>
                        <a:pt x="64" y="275"/>
                      </a:lnTo>
                      <a:lnTo>
                        <a:pt x="64" y="261"/>
                      </a:lnTo>
                      <a:lnTo>
                        <a:pt x="72" y="266"/>
                      </a:lnTo>
                      <a:lnTo>
                        <a:pt x="79" y="272"/>
                      </a:lnTo>
                      <a:lnTo>
                        <a:pt x="74" y="273"/>
                      </a:lnTo>
                      <a:lnTo>
                        <a:pt x="71" y="278"/>
                      </a:lnTo>
                      <a:lnTo>
                        <a:pt x="69" y="283"/>
                      </a:lnTo>
                      <a:lnTo>
                        <a:pt x="68" y="298"/>
                      </a:lnTo>
                      <a:lnTo>
                        <a:pt x="71" y="303"/>
                      </a:lnTo>
                      <a:lnTo>
                        <a:pt x="77" y="308"/>
                      </a:lnTo>
                      <a:lnTo>
                        <a:pt x="79" y="319"/>
                      </a:lnTo>
                      <a:lnTo>
                        <a:pt x="74" y="328"/>
                      </a:lnTo>
                      <a:lnTo>
                        <a:pt x="69" y="341"/>
                      </a:lnTo>
                      <a:lnTo>
                        <a:pt x="61" y="355"/>
                      </a:lnTo>
                      <a:lnTo>
                        <a:pt x="59" y="363"/>
                      </a:lnTo>
                      <a:lnTo>
                        <a:pt x="60" y="372"/>
                      </a:lnTo>
                      <a:lnTo>
                        <a:pt x="54" y="367"/>
                      </a:lnTo>
                      <a:lnTo>
                        <a:pt x="52" y="372"/>
                      </a:lnTo>
                      <a:lnTo>
                        <a:pt x="59" y="395"/>
                      </a:lnTo>
                      <a:lnTo>
                        <a:pt x="64" y="399"/>
                      </a:lnTo>
                      <a:lnTo>
                        <a:pt x="66" y="398"/>
                      </a:lnTo>
                      <a:lnTo>
                        <a:pt x="65" y="384"/>
                      </a:lnTo>
                      <a:lnTo>
                        <a:pt x="66" y="380"/>
                      </a:lnTo>
                      <a:lnTo>
                        <a:pt x="70" y="379"/>
                      </a:lnTo>
                      <a:lnTo>
                        <a:pt x="87" y="391"/>
                      </a:lnTo>
                      <a:lnTo>
                        <a:pt x="92" y="394"/>
                      </a:lnTo>
                      <a:lnTo>
                        <a:pt x="95" y="388"/>
                      </a:lnTo>
                      <a:lnTo>
                        <a:pt x="95" y="380"/>
                      </a:lnTo>
                      <a:lnTo>
                        <a:pt x="119" y="383"/>
                      </a:lnTo>
                      <a:lnTo>
                        <a:pt x="135" y="374"/>
                      </a:lnTo>
                      <a:lnTo>
                        <a:pt x="136" y="372"/>
                      </a:lnTo>
                      <a:lnTo>
                        <a:pt x="144" y="368"/>
                      </a:lnTo>
                      <a:lnTo>
                        <a:pt x="165" y="371"/>
                      </a:lnTo>
                      <a:lnTo>
                        <a:pt x="162" y="373"/>
                      </a:lnTo>
                      <a:lnTo>
                        <a:pt x="158" y="373"/>
                      </a:lnTo>
                      <a:lnTo>
                        <a:pt x="150" y="380"/>
                      </a:lnTo>
                      <a:lnTo>
                        <a:pt x="138" y="406"/>
                      </a:lnTo>
                      <a:lnTo>
                        <a:pt x="135" y="413"/>
                      </a:lnTo>
                      <a:lnTo>
                        <a:pt x="138" y="421"/>
                      </a:lnTo>
                      <a:lnTo>
                        <a:pt x="145" y="431"/>
                      </a:lnTo>
                      <a:lnTo>
                        <a:pt x="149" y="438"/>
                      </a:lnTo>
                      <a:lnTo>
                        <a:pt x="150" y="439"/>
                      </a:lnTo>
                      <a:lnTo>
                        <a:pt x="151" y="437"/>
                      </a:lnTo>
                      <a:lnTo>
                        <a:pt x="158" y="449"/>
                      </a:lnTo>
                      <a:lnTo>
                        <a:pt x="172" y="444"/>
                      </a:lnTo>
                      <a:lnTo>
                        <a:pt x="181" y="437"/>
                      </a:lnTo>
                      <a:lnTo>
                        <a:pt x="184" y="438"/>
                      </a:lnTo>
                      <a:lnTo>
                        <a:pt x="181" y="444"/>
                      </a:lnTo>
                      <a:lnTo>
                        <a:pt x="179" y="461"/>
                      </a:lnTo>
                      <a:lnTo>
                        <a:pt x="174" y="468"/>
                      </a:lnTo>
                      <a:lnTo>
                        <a:pt x="169" y="479"/>
                      </a:lnTo>
                      <a:lnTo>
                        <a:pt x="179" y="481"/>
                      </a:lnTo>
                      <a:lnTo>
                        <a:pt x="174" y="490"/>
                      </a:lnTo>
                      <a:lnTo>
                        <a:pt x="168" y="506"/>
                      </a:lnTo>
                      <a:lnTo>
                        <a:pt x="172" y="509"/>
                      </a:lnTo>
                      <a:lnTo>
                        <a:pt x="177" y="513"/>
                      </a:lnTo>
                      <a:lnTo>
                        <a:pt x="173" y="514"/>
                      </a:lnTo>
                      <a:lnTo>
                        <a:pt x="168" y="523"/>
                      </a:lnTo>
                      <a:lnTo>
                        <a:pt x="128" y="522"/>
                      </a:lnTo>
                      <a:lnTo>
                        <a:pt x="115" y="529"/>
                      </a:lnTo>
                      <a:lnTo>
                        <a:pt x="102" y="540"/>
                      </a:lnTo>
                      <a:lnTo>
                        <a:pt x="79" y="565"/>
                      </a:lnTo>
                      <a:lnTo>
                        <a:pt x="84" y="568"/>
                      </a:lnTo>
                      <a:lnTo>
                        <a:pt x="98" y="558"/>
                      </a:lnTo>
                      <a:lnTo>
                        <a:pt x="109" y="556"/>
                      </a:lnTo>
                      <a:lnTo>
                        <a:pt x="111" y="565"/>
                      </a:lnTo>
                      <a:lnTo>
                        <a:pt x="112" y="585"/>
                      </a:lnTo>
                      <a:lnTo>
                        <a:pt x="113" y="589"/>
                      </a:lnTo>
                      <a:lnTo>
                        <a:pt x="119" y="593"/>
                      </a:lnTo>
                      <a:lnTo>
                        <a:pt x="108" y="615"/>
                      </a:lnTo>
                      <a:lnTo>
                        <a:pt x="79" y="636"/>
                      </a:lnTo>
                      <a:lnTo>
                        <a:pt x="48" y="652"/>
                      </a:lnTo>
                      <a:lnTo>
                        <a:pt x="50" y="654"/>
                      </a:lnTo>
                      <a:lnTo>
                        <a:pt x="52" y="660"/>
                      </a:lnTo>
                      <a:lnTo>
                        <a:pt x="56" y="671"/>
                      </a:lnTo>
                      <a:lnTo>
                        <a:pt x="59" y="674"/>
                      </a:lnTo>
                      <a:lnTo>
                        <a:pt x="65" y="675"/>
                      </a:lnTo>
                      <a:lnTo>
                        <a:pt x="72" y="671"/>
                      </a:lnTo>
                      <a:lnTo>
                        <a:pt x="82" y="663"/>
                      </a:lnTo>
                      <a:lnTo>
                        <a:pt x="91" y="659"/>
                      </a:lnTo>
                      <a:lnTo>
                        <a:pt x="95" y="660"/>
                      </a:lnTo>
                      <a:lnTo>
                        <a:pt x="97" y="674"/>
                      </a:lnTo>
                      <a:lnTo>
                        <a:pt x="101" y="678"/>
                      </a:lnTo>
                      <a:lnTo>
                        <a:pt x="113" y="678"/>
                      </a:lnTo>
                      <a:lnTo>
                        <a:pt x="120" y="671"/>
                      </a:lnTo>
                      <a:lnTo>
                        <a:pt x="123" y="670"/>
                      </a:lnTo>
                      <a:lnTo>
                        <a:pt x="127" y="673"/>
                      </a:lnTo>
                      <a:lnTo>
                        <a:pt x="141" y="692"/>
                      </a:lnTo>
                      <a:lnTo>
                        <a:pt x="147" y="694"/>
                      </a:lnTo>
                      <a:lnTo>
                        <a:pt x="156" y="694"/>
                      </a:lnTo>
                      <a:lnTo>
                        <a:pt x="162" y="689"/>
                      </a:lnTo>
                      <a:lnTo>
                        <a:pt x="166" y="682"/>
                      </a:lnTo>
                      <a:lnTo>
                        <a:pt x="179" y="675"/>
                      </a:lnTo>
                      <a:lnTo>
                        <a:pt x="194" y="663"/>
                      </a:lnTo>
                      <a:lnTo>
                        <a:pt x="195" y="670"/>
                      </a:lnTo>
                      <a:lnTo>
                        <a:pt x="190" y="678"/>
                      </a:lnTo>
                      <a:lnTo>
                        <a:pt x="174" y="697"/>
                      </a:lnTo>
                      <a:lnTo>
                        <a:pt x="172" y="705"/>
                      </a:lnTo>
                      <a:lnTo>
                        <a:pt x="168" y="708"/>
                      </a:lnTo>
                      <a:lnTo>
                        <a:pt x="156" y="711"/>
                      </a:lnTo>
                      <a:lnTo>
                        <a:pt x="124" y="711"/>
                      </a:lnTo>
                      <a:lnTo>
                        <a:pt x="109" y="713"/>
                      </a:lnTo>
                      <a:lnTo>
                        <a:pt x="104" y="724"/>
                      </a:lnTo>
                      <a:lnTo>
                        <a:pt x="95" y="730"/>
                      </a:lnTo>
                      <a:lnTo>
                        <a:pt x="88" y="745"/>
                      </a:lnTo>
                      <a:lnTo>
                        <a:pt x="47" y="791"/>
                      </a:lnTo>
                      <a:lnTo>
                        <a:pt x="31" y="800"/>
                      </a:lnTo>
                      <a:lnTo>
                        <a:pt x="28" y="809"/>
                      </a:lnTo>
                      <a:lnTo>
                        <a:pt x="28" y="813"/>
                      </a:lnTo>
                      <a:lnTo>
                        <a:pt x="31" y="807"/>
                      </a:lnTo>
                      <a:lnTo>
                        <a:pt x="34" y="804"/>
                      </a:lnTo>
                      <a:lnTo>
                        <a:pt x="45" y="810"/>
                      </a:lnTo>
                      <a:lnTo>
                        <a:pt x="50" y="809"/>
                      </a:lnTo>
                      <a:lnTo>
                        <a:pt x="54" y="814"/>
                      </a:lnTo>
                      <a:lnTo>
                        <a:pt x="58" y="809"/>
                      </a:lnTo>
                      <a:lnTo>
                        <a:pt x="60" y="800"/>
                      </a:lnTo>
                      <a:lnTo>
                        <a:pt x="71" y="796"/>
                      </a:lnTo>
                      <a:lnTo>
                        <a:pt x="77" y="784"/>
                      </a:lnTo>
                      <a:lnTo>
                        <a:pt x="107" y="783"/>
                      </a:lnTo>
                      <a:lnTo>
                        <a:pt x="127" y="791"/>
                      </a:lnTo>
                      <a:lnTo>
                        <a:pt x="134" y="791"/>
                      </a:lnTo>
                      <a:lnTo>
                        <a:pt x="141" y="782"/>
                      </a:lnTo>
                      <a:lnTo>
                        <a:pt x="145" y="760"/>
                      </a:lnTo>
                      <a:lnTo>
                        <a:pt x="149" y="759"/>
                      </a:lnTo>
                      <a:lnTo>
                        <a:pt x="156" y="759"/>
                      </a:lnTo>
                      <a:lnTo>
                        <a:pt x="166" y="754"/>
                      </a:lnTo>
                      <a:lnTo>
                        <a:pt x="182" y="750"/>
                      </a:lnTo>
                      <a:lnTo>
                        <a:pt x="199" y="76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87" name="Google Shape;2387;p5">
                  <a:extLst>
                    <a:ext uri="{FF2B5EF4-FFF2-40B4-BE49-F238E27FC236}">
                      <a16:creationId xmlns:a16="http://schemas.microsoft.com/office/drawing/2014/main" id="{0BBF067B-3C18-3B3F-A9E6-B8CD9049E66F}"/>
                    </a:ext>
                  </a:extLst>
                </p:cNvPr>
                <p:cNvSpPr/>
                <p:nvPr/>
              </p:nvSpPr>
              <p:spPr>
                <a:xfrm>
                  <a:off x="2428" y="1759"/>
                  <a:ext cx="28" cy="25"/>
                </a:xfrm>
                <a:custGeom>
                  <a:avLst/>
                  <a:gdLst/>
                  <a:ahLst/>
                  <a:cxnLst/>
                  <a:rect l="l" t="t" r="r" b="b"/>
                  <a:pathLst>
                    <a:path w="140" h="126" extrusionOk="0">
                      <a:moveTo>
                        <a:pt x="28" y="36"/>
                      </a:moveTo>
                      <a:lnTo>
                        <a:pt x="27" y="48"/>
                      </a:lnTo>
                      <a:lnTo>
                        <a:pt x="21" y="58"/>
                      </a:lnTo>
                      <a:lnTo>
                        <a:pt x="11" y="59"/>
                      </a:lnTo>
                      <a:lnTo>
                        <a:pt x="11" y="72"/>
                      </a:lnTo>
                      <a:lnTo>
                        <a:pt x="0" y="80"/>
                      </a:lnTo>
                      <a:lnTo>
                        <a:pt x="16" y="91"/>
                      </a:lnTo>
                      <a:lnTo>
                        <a:pt x="23" y="110"/>
                      </a:lnTo>
                      <a:lnTo>
                        <a:pt x="34" y="115"/>
                      </a:lnTo>
                      <a:lnTo>
                        <a:pt x="47" y="104"/>
                      </a:lnTo>
                      <a:lnTo>
                        <a:pt x="53" y="93"/>
                      </a:lnTo>
                      <a:lnTo>
                        <a:pt x="82" y="85"/>
                      </a:lnTo>
                      <a:lnTo>
                        <a:pt x="97" y="99"/>
                      </a:lnTo>
                      <a:lnTo>
                        <a:pt x="98" y="106"/>
                      </a:lnTo>
                      <a:lnTo>
                        <a:pt x="98" y="121"/>
                      </a:lnTo>
                      <a:lnTo>
                        <a:pt x="101" y="126"/>
                      </a:lnTo>
                      <a:lnTo>
                        <a:pt x="103" y="126"/>
                      </a:lnTo>
                      <a:lnTo>
                        <a:pt x="117" y="117"/>
                      </a:lnTo>
                      <a:lnTo>
                        <a:pt x="119" y="107"/>
                      </a:lnTo>
                      <a:lnTo>
                        <a:pt x="132" y="105"/>
                      </a:lnTo>
                      <a:lnTo>
                        <a:pt x="138" y="97"/>
                      </a:lnTo>
                      <a:lnTo>
                        <a:pt x="132" y="85"/>
                      </a:lnTo>
                      <a:lnTo>
                        <a:pt x="130" y="78"/>
                      </a:lnTo>
                      <a:lnTo>
                        <a:pt x="138" y="90"/>
                      </a:lnTo>
                      <a:lnTo>
                        <a:pt x="140" y="79"/>
                      </a:lnTo>
                      <a:lnTo>
                        <a:pt x="135" y="68"/>
                      </a:lnTo>
                      <a:lnTo>
                        <a:pt x="130" y="66"/>
                      </a:lnTo>
                      <a:lnTo>
                        <a:pt x="116" y="68"/>
                      </a:lnTo>
                      <a:lnTo>
                        <a:pt x="122" y="57"/>
                      </a:lnTo>
                      <a:lnTo>
                        <a:pt x="120" y="39"/>
                      </a:lnTo>
                      <a:lnTo>
                        <a:pt x="112" y="27"/>
                      </a:lnTo>
                      <a:lnTo>
                        <a:pt x="106" y="16"/>
                      </a:lnTo>
                      <a:lnTo>
                        <a:pt x="89" y="10"/>
                      </a:lnTo>
                      <a:lnTo>
                        <a:pt x="64" y="18"/>
                      </a:lnTo>
                      <a:lnTo>
                        <a:pt x="58" y="24"/>
                      </a:lnTo>
                      <a:lnTo>
                        <a:pt x="50" y="27"/>
                      </a:lnTo>
                      <a:lnTo>
                        <a:pt x="48" y="24"/>
                      </a:lnTo>
                      <a:lnTo>
                        <a:pt x="59" y="10"/>
                      </a:lnTo>
                      <a:lnTo>
                        <a:pt x="57" y="7"/>
                      </a:lnTo>
                      <a:lnTo>
                        <a:pt x="48" y="2"/>
                      </a:lnTo>
                      <a:lnTo>
                        <a:pt x="39" y="0"/>
                      </a:lnTo>
                      <a:lnTo>
                        <a:pt x="38" y="5"/>
                      </a:lnTo>
                      <a:lnTo>
                        <a:pt x="36" y="8"/>
                      </a:lnTo>
                      <a:lnTo>
                        <a:pt x="33" y="14"/>
                      </a:lnTo>
                      <a:lnTo>
                        <a:pt x="34" y="20"/>
                      </a:lnTo>
                      <a:lnTo>
                        <a:pt x="34" y="27"/>
                      </a:lnTo>
                      <a:lnTo>
                        <a:pt x="33" y="34"/>
                      </a:lnTo>
                      <a:lnTo>
                        <a:pt x="28" y="3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388" name="Google Shape;2388;p5">
                <a:extLst>
                  <a:ext uri="{FF2B5EF4-FFF2-40B4-BE49-F238E27FC236}">
                    <a16:creationId xmlns:a16="http://schemas.microsoft.com/office/drawing/2014/main" id="{19B29B27-CD93-C75F-319D-62470D4CE5FC}"/>
                  </a:ext>
                </a:extLst>
              </p:cNvPr>
              <p:cNvSpPr/>
              <p:nvPr/>
            </p:nvSpPr>
            <p:spPr>
              <a:xfrm>
                <a:off x="4580731" y="2540347"/>
                <a:ext cx="74613" cy="109538"/>
              </a:xfrm>
              <a:custGeom>
                <a:avLst/>
                <a:gdLst/>
                <a:ahLst/>
                <a:cxnLst/>
                <a:rect l="l" t="t" r="r" b="b"/>
                <a:pathLst>
                  <a:path w="233" h="345" extrusionOk="0">
                    <a:moveTo>
                      <a:pt x="226" y="117"/>
                    </a:moveTo>
                    <a:lnTo>
                      <a:pt x="223" y="112"/>
                    </a:lnTo>
                    <a:lnTo>
                      <a:pt x="223" y="97"/>
                    </a:lnTo>
                    <a:lnTo>
                      <a:pt x="222" y="90"/>
                    </a:lnTo>
                    <a:lnTo>
                      <a:pt x="207" y="76"/>
                    </a:lnTo>
                    <a:lnTo>
                      <a:pt x="178" y="84"/>
                    </a:lnTo>
                    <a:lnTo>
                      <a:pt x="172" y="95"/>
                    </a:lnTo>
                    <a:lnTo>
                      <a:pt x="159" y="106"/>
                    </a:lnTo>
                    <a:lnTo>
                      <a:pt x="148" y="100"/>
                    </a:lnTo>
                    <a:lnTo>
                      <a:pt x="141" y="82"/>
                    </a:lnTo>
                    <a:lnTo>
                      <a:pt x="125" y="71"/>
                    </a:lnTo>
                    <a:lnTo>
                      <a:pt x="136" y="63"/>
                    </a:lnTo>
                    <a:lnTo>
                      <a:pt x="136" y="50"/>
                    </a:lnTo>
                    <a:lnTo>
                      <a:pt x="146" y="49"/>
                    </a:lnTo>
                    <a:lnTo>
                      <a:pt x="152" y="39"/>
                    </a:lnTo>
                    <a:lnTo>
                      <a:pt x="153" y="27"/>
                    </a:lnTo>
                    <a:lnTo>
                      <a:pt x="155" y="22"/>
                    </a:lnTo>
                    <a:lnTo>
                      <a:pt x="152" y="2"/>
                    </a:lnTo>
                    <a:lnTo>
                      <a:pt x="151" y="0"/>
                    </a:lnTo>
                    <a:lnTo>
                      <a:pt x="145" y="1"/>
                    </a:lnTo>
                    <a:lnTo>
                      <a:pt x="135" y="6"/>
                    </a:lnTo>
                    <a:lnTo>
                      <a:pt x="131" y="4"/>
                    </a:lnTo>
                    <a:lnTo>
                      <a:pt x="121" y="11"/>
                    </a:lnTo>
                    <a:lnTo>
                      <a:pt x="113" y="18"/>
                    </a:lnTo>
                    <a:lnTo>
                      <a:pt x="108" y="20"/>
                    </a:lnTo>
                    <a:lnTo>
                      <a:pt x="105" y="30"/>
                    </a:lnTo>
                    <a:lnTo>
                      <a:pt x="108" y="34"/>
                    </a:lnTo>
                    <a:lnTo>
                      <a:pt x="107" y="37"/>
                    </a:lnTo>
                    <a:lnTo>
                      <a:pt x="99" y="45"/>
                    </a:lnTo>
                    <a:lnTo>
                      <a:pt x="88" y="53"/>
                    </a:lnTo>
                    <a:lnTo>
                      <a:pt x="91" y="59"/>
                    </a:lnTo>
                    <a:lnTo>
                      <a:pt x="99" y="59"/>
                    </a:lnTo>
                    <a:lnTo>
                      <a:pt x="104" y="60"/>
                    </a:lnTo>
                    <a:lnTo>
                      <a:pt x="110" y="59"/>
                    </a:lnTo>
                    <a:lnTo>
                      <a:pt x="119" y="59"/>
                    </a:lnTo>
                    <a:lnTo>
                      <a:pt x="120" y="63"/>
                    </a:lnTo>
                    <a:lnTo>
                      <a:pt x="117" y="71"/>
                    </a:lnTo>
                    <a:lnTo>
                      <a:pt x="98" y="84"/>
                    </a:lnTo>
                    <a:lnTo>
                      <a:pt x="99" y="87"/>
                    </a:lnTo>
                    <a:lnTo>
                      <a:pt x="98" y="95"/>
                    </a:lnTo>
                    <a:lnTo>
                      <a:pt x="83" y="93"/>
                    </a:lnTo>
                    <a:lnTo>
                      <a:pt x="65" y="97"/>
                    </a:lnTo>
                    <a:lnTo>
                      <a:pt x="61" y="90"/>
                    </a:lnTo>
                    <a:lnTo>
                      <a:pt x="37" y="87"/>
                    </a:lnTo>
                    <a:lnTo>
                      <a:pt x="31" y="96"/>
                    </a:lnTo>
                    <a:lnTo>
                      <a:pt x="26" y="104"/>
                    </a:lnTo>
                    <a:lnTo>
                      <a:pt x="29" y="120"/>
                    </a:lnTo>
                    <a:lnTo>
                      <a:pt x="23" y="118"/>
                    </a:lnTo>
                    <a:lnTo>
                      <a:pt x="15" y="119"/>
                    </a:lnTo>
                    <a:lnTo>
                      <a:pt x="21" y="128"/>
                    </a:lnTo>
                    <a:lnTo>
                      <a:pt x="43" y="130"/>
                    </a:lnTo>
                    <a:lnTo>
                      <a:pt x="44" y="136"/>
                    </a:lnTo>
                    <a:lnTo>
                      <a:pt x="28" y="146"/>
                    </a:lnTo>
                    <a:lnTo>
                      <a:pt x="24" y="154"/>
                    </a:lnTo>
                    <a:lnTo>
                      <a:pt x="17" y="158"/>
                    </a:lnTo>
                    <a:lnTo>
                      <a:pt x="17" y="166"/>
                    </a:lnTo>
                    <a:lnTo>
                      <a:pt x="23" y="173"/>
                    </a:lnTo>
                    <a:lnTo>
                      <a:pt x="28" y="174"/>
                    </a:lnTo>
                    <a:lnTo>
                      <a:pt x="28" y="179"/>
                    </a:lnTo>
                    <a:lnTo>
                      <a:pt x="40" y="179"/>
                    </a:lnTo>
                    <a:lnTo>
                      <a:pt x="43" y="186"/>
                    </a:lnTo>
                    <a:lnTo>
                      <a:pt x="75" y="187"/>
                    </a:lnTo>
                    <a:lnTo>
                      <a:pt x="78" y="192"/>
                    </a:lnTo>
                    <a:lnTo>
                      <a:pt x="74" y="197"/>
                    </a:lnTo>
                    <a:lnTo>
                      <a:pt x="61" y="201"/>
                    </a:lnTo>
                    <a:lnTo>
                      <a:pt x="54" y="209"/>
                    </a:lnTo>
                    <a:lnTo>
                      <a:pt x="53" y="224"/>
                    </a:lnTo>
                    <a:lnTo>
                      <a:pt x="48" y="233"/>
                    </a:lnTo>
                    <a:lnTo>
                      <a:pt x="32" y="248"/>
                    </a:lnTo>
                    <a:lnTo>
                      <a:pt x="65" y="243"/>
                    </a:lnTo>
                    <a:lnTo>
                      <a:pt x="81" y="227"/>
                    </a:lnTo>
                    <a:lnTo>
                      <a:pt x="81" y="238"/>
                    </a:lnTo>
                    <a:lnTo>
                      <a:pt x="89" y="240"/>
                    </a:lnTo>
                    <a:lnTo>
                      <a:pt x="91" y="241"/>
                    </a:lnTo>
                    <a:lnTo>
                      <a:pt x="56" y="249"/>
                    </a:lnTo>
                    <a:lnTo>
                      <a:pt x="42" y="251"/>
                    </a:lnTo>
                    <a:lnTo>
                      <a:pt x="31" y="268"/>
                    </a:lnTo>
                    <a:lnTo>
                      <a:pt x="29" y="274"/>
                    </a:lnTo>
                    <a:lnTo>
                      <a:pt x="27" y="278"/>
                    </a:lnTo>
                    <a:lnTo>
                      <a:pt x="21" y="276"/>
                    </a:lnTo>
                    <a:lnTo>
                      <a:pt x="15" y="279"/>
                    </a:lnTo>
                    <a:lnTo>
                      <a:pt x="8" y="278"/>
                    </a:lnTo>
                    <a:lnTo>
                      <a:pt x="2" y="283"/>
                    </a:lnTo>
                    <a:lnTo>
                      <a:pt x="0" y="291"/>
                    </a:lnTo>
                    <a:lnTo>
                      <a:pt x="24" y="289"/>
                    </a:lnTo>
                    <a:lnTo>
                      <a:pt x="26" y="294"/>
                    </a:lnTo>
                    <a:lnTo>
                      <a:pt x="13" y="299"/>
                    </a:lnTo>
                    <a:lnTo>
                      <a:pt x="5" y="308"/>
                    </a:lnTo>
                    <a:lnTo>
                      <a:pt x="3" y="314"/>
                    </a:lnTo>
                    <a:lnTo>
                      <a:pt x="11" y="314"/>
                    </a:lnTo>
                    <a:lnTo>
                      <a:pt x="13" y="319"/>
                    </a:lnTo>
                    <a:lnTo>
                      <a:pt x="16" y="319"/>
                    </a:lnTo>
                    <a:lnTo>
                      <a:pt x="38" y="312"/>
                    </a:lnTo>
                    <a:lnTo>
                      <a:pt x="38" y="318"/>
                    </a:lnTo>
                    <a:lnTo>
                      <a:pt x="29" y="323"/>
                    </a:lnTo>
                    <a:lnTo>
                      <a:pt x="16" y="334"/>
                    </a:lnTo>
                    <a:lnTo>
                      <a:pt x="19" y="334"/>
                    </a:lnTo>
                    <a:lnTo>
                      <a:pt x="45" y="326"/>
                    </a:lnTo>
                    <a:lnTo>
                      <a:pt x="48" y="328"/>
                    </a:lnTo>
                    <a:lnTo>
                      <a:pt x="45" y="334"/>
                    </a:lnTo>
                    <a:lnTo>
                      <a:pt x="39" y="334"/>
                    </a:lnTo>
                    <a:lnTo>
                      <a:pt x="33" y="338"/>
                    </a:lnTo>
                    <a:lnTo>
                      <a:pt x="34" y="340"/>
                    </a:lnTo>
                    <a:lnTo>
                      <a:pt x="34" y="345"/>
                    </a:lnTo>
                    <a:lnTo>
                      <a:pt x="44" y="340"/>
                    </a:lnTo>
                    <a:lnTo>
                      <a:pt x="51" y="339"/>
                    </a:lnTo>
                    <a:lnTo>
                      <a:pt x="55" y="341"/>
                    </a:lnTo>
                    <a:lnTo>
                      <a:pt x="60" y="343"/>
                    </a:lnTo>
                    <a:lnTo>
                      <a:pt x="67" y="338"/>
                    </a:lnTo>
                    <a:lnTo>
                      <a:pt x="74" y="338"/>
                    </a:lnTo>
                    <a:lnTo>
                      <a:pt x="102" y="329"/>
                    </a:lnTo>
                    <a:lnTo>
                      <a:pt x="109" y="323"/>
                    </a:lnTo>
                    <a:lnTo>
                      <a:pt x="110" y="316"/>
                    </a:lnTo>
                    <a:lnTo>
                      <a:pt x="109" y="308"/>
                    </a:lnTo>
                    <a:lnTo>
                      <a:pt x="113" y="310"/>
                    </a:lnTo>
                    <a:lnTo>
                      <a:pt x="115" y="316"/>
                    </a:lnTo>
                    <a:lnTo>
                      <a:pt x="119" y="317"/>
                    </a:lnTo>
                    <a:lnTo>
                      <a:pt x="131" y="311"/>
                    </a:lnTo>
                    <a:lnTo>
                      <a:pt x="135" y="305"/>
                    </a:lnTo>
                    <a:lnTo>
                      <a:pt x="145" y="306"/>
                    </a:lnTo>
                    <a:lnTo>
                      <a:pt x="148" y="301"/>
                    </a:lnTo>
                    <a:lnTo>
                      <a:pt x="151" y="295"/>
                    </a:lnTo>
                    <a:lnTo>
                      <a:pt x="153" y="291"/>
                    </a:lnTo>
                    <a:lnTo>
                      <a:pt x="177" y="286"/>
                    </a:lnTo>
                    <a:lnTo>
                      <a:pt x="189" y="281"/>
                    </a:lnTo>
                    <a:lnTo>
                      <a:pt x="201" y="281"/>
                    </a:lnTo>
                    <a:lnTo>
                      <a:pt x="209" y="285"/>
                    </a:lnTo>
                    <a:lnTo>
                      <a:pt x="216" y="285"/>
                    </a:lnTo>
                    <a:lnTo>
                      <a:pt x="218" y="278"/>
                    </a:lnTo>
                    <a:lnTo>
                      <a:pt x="215" y="269"/>
                    </a:lnTo>
                    <a:lnTo>
                      <a:pt x="222" y="251"/>
                    </a:lnTo>
                    <a:lnTo>
                      <a:pt x="225" y="236"/>
                    </a:lnTo>
                    <a:lnTo>
                      <a:pt x="231" y="225"/>
                    </a:lnTo>
                    <a:lnTo>
                      <a:pt x="233" y="216"/>
                    </a:lnTo>
                    <a:lnTo>
                      <a:pt x="231" y="197"/>
                    </a:lnTo>
                    <a:lnTo>
                      <a:pt x="227" y="178"/>
                    </a:lnTo>
                    <a:lnTo>
                      <a:pt x="231" y="176"/>
                    </a:lnTo>
                    <a:lnTo>
                      <a:pt x="233" y="160"/>
                    </a:lnTo>
                    <a:lnTo>
                      <a:pt x="220" y="128"/>
                    </a:lnTo>
                    <a:lnTo>
                      <a:pt x="220" y="119"/>
                    </a:lnTo>
                    <a:lnTo>
                      <a:pt x="226" y="11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89" name="Google Shape;2389;p5">
                <a:extLst>
                  <a:ext uri="{FF2B5EF4-FFF2-40B4-BE49-F238E27FC236}">
                    <a16:creationId xmlns:a16="http://schemas.microsoft.com/office/drawing/2014/main" id="{DEB05A95-D349-A8C9-1C32-8BD25C7BCEDF}"/>
                  </a:ext>
                </a:extLst>
              </p:cNvPr>
              <p:cNvSpPr/>
              <p:nvPr/>
            </p:nvSpPr>
            <p:spPr>
              <a:xfrm>
                <a:off x="5144294" y="2622897"/>
                <a:ext cx="315913" cy="209550"/>
              </a:xfrm>
              <a:custGeom>
                <a:avLst/>
                <a:gdLst/>
                <a:ahLst/>
                <a:cxnLst/>
                <a:rect l="l" t="t" r="r" b="b"/>
                <a:pathLst>
                  <a:path w="995" h="658" extrusionOk="0">
                    <a:moveTo>
                      <a:pt x="248" y="353"/>
                    </a:moveTo>
                    <a:lnTo>
                      <a:pt x="242" y="352"/>
                    </a:lnTo>
                    <a:lnTo>
                      <a:pt x="208" y="373"/>
                    </a:lnTo>
                    <a:lnTo>
                      <a:pt x="189" y="374"/>
                    </a:lnTo>
                    <a:lnTo>
                      <a:pt x="173" y="378"/>
                    </a:lnTo>
                    <a:lnTo>
                      <a:pt x="157" y="389"/>
                    </a:lnTo>
                    <a:lnTo>
                      <a:pt x="148" y="384"/>
                    </a:lnTo>
                    <a:lnTo>
                      <a:pt x="137" y="374"/>
                    </a:lnTo>
                    <a:lnTo>
                      <a:pt x="121" y="376"/>
                    </a:lnTo>
                    <a:lnTo>
                      <a:pt x="106" y="379"/>
                    </a:lnTo>
                    <a:lnTo>
                      <a:pt x="83" y="377"/>
                    </a:lnTo>
                    <a:lnTo>
                      <a:pt x="64" y="374"/>
                    </a:lnTo>
                    <a:lnTo>
                      <a:pt x="47" y="374"/>
                    </a:lnTo>
                    <a:lnTo>
                      <a:pt x="40" y="377"/>
                    </a:lnTo>
                    <a:lnTo>
                      <a:pt x="36" y="367"/>
                    </a:lnTo>
                    <a:lnTo>
                      <a:pt x="27" y="358"/>
                    </a:lnTo>
                    <a:lnTo>
                      <a:pt x="15" y="348"/>
                    </a:lnTo>
                    <a:lnTo>
                      <a:pt x="0" y="341"/>
                    </a:lnTo>
                    <a:lnTo>
                      <a:pt x="6" y="318"/>
                    </a:lnTo>
                    <a:lnTo>
                      <a:pt x="17" y="288"/>
                    </a:lnTo>
                    <a:lnTo>
                      <a:pt x="19" y="282"/>
                    </a:lnTo>
                    <a:lnTo>
                      <a:pt x="24" y="283"/>
                    </a:lnTo>
                    <a:lnTo>
                      <a:pt x="33" y="281"/>
                    </a:lnTo>
                    <a:lnTo>
                      <a:pt x="31" y="269"/>
                    </a:lnTo>
                    <a:lnTo>
                      <a:pt x="33" y="254"/>
                    </a:lnTo>
                    <a:lnTo>
                      <a:pt x="51" y="216"/>
                    </a:lnTo>
                    <a:lnTo>
                      <a:pt x="65" y="197"/>
                    </a:lnTo>
                    <a:lnTo>
                      <a:pt x="85" y="184"/>
                    </a:lnTo>
                    <a:lnTo>
                      <a:pt x="103" y="169"/>
                    </a:lnTo>
                    <a:lnTo>
                      <a:pt x="108" y="156"/>
                    </a:lnTo>
                    <a:lnTo>
                      <a:pt x="102" y="140"/>
                    </a:lnTo>
                    <a:lnTo>
                      <a:pt x="103" y="129"/>
                    </a:lnTo>
                    <a:lnTo>
                      <a:pt x="92" y="118"/>
                    </a:lnTo>
                    <a:lnTo>
                      <a:pt x="91" y="114"/>
                    </a:lnTo>
                    <a:lnTo>
                      <a:pt x="84" y="95"/>
                    </a:lnTo>
                    <a:lnTo>
                      <a:pt x="83" y="83"/>
                    </a:lnTo>
                    <a:lnTo>
                      <a:pt x="76" y="71"/>
                    </a:lnTo>
                    <a:lnTo>
                      <a:pt x="83" y="65"/>
                    </a:lnTo>
                    <a:lnTo>
                      <a:pt x="91" y="64"/>
                    </a:lnTo>
                    <a:lnTo>
                      <a:pt x="100" y="65"/>
                    </a:lnTo>
                    <a:lnTo>
                      <a:pt x="114" y="57"/>
                    </a:lnTo>
                    <a:lnTo>
                      <a:pt x="121" y="51"/>
                    </a:lnTo>
                    <a:lnTo>
                      <a:pt x="123" y="44"/>
                    </a:lnTo>
                    <a:lnTo>
                      <a:pt x="130" y="40"/>
                    </a:lnTo>
                    <a:lnTo>
                      <a:pt x="172" y="34"/>
                    </a:lnTo>
                    <a:lnTo>
                      <a:pt x="180" y="37"/>
                    </a:lnTo>
                    <a:lnTo>
                      <a:pt x="197" y="38"/>
                    </a:lnTo>
                    <a:lnTo>
                      <a:pt x="205" y="35"/>
                    </a:lnTo>
                    <a:lnTo>
                      <a:pt x="219" y="44"/>
                    </a:lnTo>
                    <a:lnTo>
                      <a:pt x="235" y="49"/>
                    </a:lnTo>
                    <a:lnTo>
                      <a:pt x="243" y="50"/>
                    </a:lnTo>
                    <a:lnTo>
                      <a:pt x="252" y="49"/>
                    </a:lnTo>
                    <a:lnTo>
                      <a:pt x="258" y="52"/>
                    </a:lnTo>
                    <a:lnTo>
                      <a:pt x="267" y="55"/>
                    </a:lnTo>
                    <a:lnTo>
                      <a:pt x="274" y="59"/>
                    </a:lnTo>
                    <a:lnTo>
                      <a:pt x="275" y="67"/>
                    </a:lnTo>
                    <a:lnTo>
                      <a:pt x="282" y="72"/>
                    </a:lnTo>
                    <a:lnTo>
                      <a:pt x="297" y="71"/>
                    </a:lnTo>
                    <a:lnTo>
                      <a:pt x="299" y="79"/>
                    </a:lnTo>
                    <a:lnTo>
                      <a:pt x="306" y="86"/>
                    </a:lnTo>
                    <a:lnTo>
                      <a:pt x="312" y="79"/>
                    </a:lnTo>
                    <a:lnTo>
                      <a:pt x="320" y="77"/>
                    </a:lnTo>
                    <a:lnTo>
                      <a:pt x="328" y="77"/>
                    </a:lnTo>
                    <a:lnTo>
                      <a:pt x="334" y="71"/>
                    </a:lnTo>
                    <a:lnTo>
                      <a:pt x="340" y="76"/>
                    </a:lnTo>
                    <a:lnTo>
                      <a:pt x="349" y="78"/>
                    </a:lnTo>
                    <a:lnTo>
                      <a:pt x="356" y="76"/>
                    </a:lnTo>
                    <a:lnTo>
                      <a:pt x="361" y="83"/>
                    </a:lnTo>
                    <a:lnTo>
                      <a:pt x="369" y="88"/>
                    </a:lnTo>
                    <a:lnTo>
                      <a:pt x="386" y="70"/>
                    </a:lnTo>
                    <a:lnTo>
                      <a:pt x="398" y="79"/>
                    </a:lnTo>
                    <a:lnTo>
                      <a:pt x="402" y="87"/>
                    </a:lnTo>
                    <a:lnTo>
                      <a:pt x="408" y="93"/>
                    </a:lnTo>
                    <a:lnTo>
                      <a:pt x="415" y="88"/>
                    </a:lnTo>
                    <a:lnTo>
                      <a:pt x="424" y="88"/>
                    </a:lnTo>
                    <a:lnTo>
                      <a:pt x="440" y="86"/>
                    </a:lnTo>
                    <a:lnTo>
                      <a:pt x="449" y="86"/>
                    </a:lnTo>
                    <a:lnTo>
                      <a:pt x="456" y="89"/>
                    </a:lnTo>
                    <a:lnTo>
                      <a:pt x="461" y="95"/>
                    </a:lnTo>
                    <a:lnTo>
                      <a:pt x="469" y="93"/>
                    </a:lnTo>
                    <a:lnTo>
                      <a:pt x="473" y="86"/>
                    </a:lnTo>
                    <a:lnTo>
                      <a:pt x="471" y="70"/>
                    </a:lnTo>
                    <a:lnTo>
                      <a:pt x="473" y="61"/>
                    </a:lnTo>
                    <a:lnTo>
                      <a:pt x="473" y="52"/>
                    </a:lnTo>
                    <a:lnTo>
                      <a:pt x="476" y="44"/>
                    </a:lnTo>
                    <a:lnTo>
                      <a:pt x="494" y="27"/>
                    </a:lnTo>
                    <a:lnTo>
                      <a:pt x="501" y="23"/>
                    </a:lnTo>
                    <a:lnTo>
                      <a:pt x="510" y="23"/>
                    </a:lnTo>
                    <a:lnTo>
                      <a:pt x="517" y="18"/>
                    </a:lnTo>
                    <a:lnTo>
                      <a:pt x="537" y="18"/>
                    </a:lnTo>
                    <a:lnTo>
                      <a:pt x="537" y="18"/>
                    </a:lnTo>
                    <a:lnTo>
                      <a:pt x="543" y="23"/>
                    </a:lnTo>
                    <a:lnTo>
                      <a:pt x="551" y="25"/>
                    </a:lnTo>
                    <a:lnTo>
                      <a:pt x="558" y="22"/>
                    </a:lnTo>
                    <a:lnTo>
                      <a:pt x="563" y="16"/>
                    </a:lnTo>
                    <a:lnTo>
                      <a:pt x="565" y="7"/>
                    </a:lnTo>
                    <a:lnTo>
                      <a:pt x="573" y="2"/>
                    </a:lnTo>
                    <a:lnTo>
                      <a:pt x="589" y="6"/>
                    </a:lnTo>
                    <a:lnTo>
                      <a:pt x="597" y="6"/>
                    </a:lnTo>
                    <a:lnTo>
                      <a:pt x="613" y="1"/>
                    </a:lnTo>
                    <a:lnTo>
                      <a:pt x="629" y="3"/>
                    </a:lnTo>
                    <a:lnTo>
                      <a:pt x="645" y="0"/>
                    </a:lnTo>
                    <a:lnTo>
                      <a:pt x="657" y="9"/>
                    </a:lnTo>
                    <a:lnTo>
                      <a:pt x="662" y="17"/>
                    </a:lnTo>
                    <a:lnTo>
                      <a:pt x="662" y="25"/>
                    </a:lnTo>
                    <a:lnTo>
                      <a:pt x="675" y="37"/>
                    </a:lnTo>
                    <a:lnTo>
                      <a:pt x="680" y="43"/>
                    </a:lnTo>
                    <a:lnTo>
                      <a:pt x="680" y="52"/>
                    </a:lnTo>
                    <a:lnTo>
                      <a:pt x="671" y="56"/>
                    </a:lnTo>
                    <a:lnTo>
                      <a:pt x="664" y="57"/>
                    </a:lnTo>
                    <a:lnTo>
                      <a:pt x="667" y="65"/>
                    </a:lnTo>
                    <a:lnTo>
                      <a:pt x="667" y="72"/>
                    </a:lnTo>
                    <a:lnTo>
                      <a:pt x="671" y="88"/>
                    </a:lnTo>
                    <a:lnTo>
                      <a:pt x="678" y="93"/>
                    </a:lnTo>
                    <a:lnTo>
                      <a:pt x="686" y="97"/>
                    </a:lnTo>
                    <a:lnTo>
                      <a:pt x="702" y="100"/>
                    </a:lnTo>
                    <a:lnTo>
                      <a:pt x="709" y="97"/>
                    </a:lnTo>
                    <a:lnTo>
                      <a:pt x="718" y="97"/>
                    </a:lnTo>
                    <a:lnTo>
                      <a:pt x="720" y="105"/>
                    </a:lnTo>
                    <a:lnTo>
                      <a:pt x="731" y="116"/>
                    </a:lnTo>
                    <a:lnTo>
                      <a:pt x="738" y="145"/>
                    </a:lnTo>
                    <a:lnTo>
                      <a:pt x="736" y="152"/>
                    </a:lnTo>
                    <a:lnTo>
                      <a:pt x="738" y="159"/>
                    </a:lnTo>
                    <a:lnTo>
                      <a:pt x="745" y="165"/>
                    </a:lnTo>
                    <a:lnTo>
                      <a:pt x="752" y="169"/>
                    </a:lnTo>
                    <a:lnTo>
                      <a:pt x="759" y="165"/>
                    </a:lnTo>
                    <a:lnTo>
                      <a:pt x="767" y="164"/>
                    </a:lnTo>
                    <a:lnTo>
                      <a:pt x="775" y="165"/>
                    </a:lnTo>
                    <a:lnTo>
                      <a:pt x="786" y="177"/>
                    </a:lnTo>
                    <a:lnTo>
                      <a:pt x="795" y="174"/>
                    </a:lnTo>
                    <a:lnTo>
                      <a:pt x="801" y="178"/>
                    </a:lnTo>
                    <a:lnTo>
                      <a:pt x="827" y="170"/>
                    </a:lnTo>
                    <a:lnTo>
                      <a:pt x="842" y="163"/>
                    </a:lnTo>
                    <a:lnTo>
                      <a:pt x="849" y="165"/>
                    </a:lnTo>
                    <a:lnTo>
                      <a:pt x="854" y="173"/>
                    </a:lnTo>
                    <a:lnTo>
                      <a:pt x="865" y="195"/>
                    </a:lnTo>
                    <a:lnTo>
                      <a:pt x="876" y="206"/>
                    </a:lnTo>
                    <a:lnTo>
                      <a:pt x="883" y="206"/>
                    </a:lnTo>
                    <a:lnTo>
                      <a:pt x="887" y="199"/>
                    </a:lnTo>
                    <a:lnTo>
                      <a:pt x="896" y="199"/>
                    </a:lnTo>
                    <a:lnTo>
                      <a:pt x="901" y="205"/>
                    </a:lnTo>
                    <a:lnTo>
                      <a:pt x="908" y="206"/>
                    </a:lnTo>
                    <a:lnTo>
                      <a:pt x="915" y="210"/>
                    </a:lnTo>
                    <a:lnTo>
                      <a:pt x="922" y="216"/>
                    </a:lnTo>
                    <a:lnTo>
                      <a:pt x="938" y="215"/>
                    </a:lnTo>
                    <a:lnTo>
                      <a:pt x="951" y="224"/>
                    </a:lnTo>
                    <a:lnTo>
                      <a:pt x="958" y="223"/>
                    </a:lnTo>
                    <a:lnTo>
                      <a:pt x="971" y="234"/>
                    </a:lnTo>
                    <a:lnTo>
                      <a:pt x="979" y="235"/>
                    </a:lnTo>
                    <a:lnTo>
                      <a:pt x="988" y="235"/>
                    </a:lnTo>
                    <a:lnTo>
                      <a:pt x="994" y="240"/>
                    </a:lnTo>
                    <a:lnTo>
                      <a:pt x="987" y="244"/>
                    </a:lnTo>
                    <a:lnTo>
                      <a:pt x="995" y="267"/>
                    </a:lnTo>
                    <a:lnTo>
                      <a:pt x="987" y="282"/>
                    </a:lnTo>
                    <a:lnTo>
                      <a:pt x="971" y="286"/>
                    </a:lnTo>
                    <a:lnTo>
                      <a:pt x="976" y="292"/>
                    </a:lnTo>
                    <a:lnTo>
                      <a:pt x="984" y="294"/>
                    </a:lnTo>
                    <a:lnTo>
                      <a:pt x="988" y="301"/>
                    </a:lnTo>
                    <a:lnTo>
                      <a:pt x="972" y="306"/>
                    </a:lnTo>
                    <a:lnTo>
                      <a:pt x="969" y="313"/>
                    </a:lnTo>
                    <a:lnTo>
                      <a:pt x="968" y="320"/>
                    </a:lnTo>
                    <a:lnTo>
                      <a:pt x="973" y="326"/>
                    </a:lnTo>
                    <a:lnTo>
                      <a:pt x="976" y="335"/>
                    </a:lnTo>
                    <a:lnTo>
                      <a:pt x="974" y="342"/>
                    </a:lnTo>
                    <a:lnTo>
                      <a:pt x="980" y="346"/>
                    </a:lnTo>
                    <a:lnTo>
                      <a:pt x="978" y="362"/>
                    </a:lnTo>
                    <a:lnTo>
                      <a:pt x="971" y="385"/>
                    </a:lnTo>
                    <a:lnTo>
                      <a:pt x="963" y="389"/>
                    </a:lnTo>
                    <a:lnTo>
                      <a:pt x="947" y="385"/>
                    </a:lnTo>
                    <a:lnTo>
                      <a:pt x="940" y="387"/>
                    </a:lnTo>
                    <a:lnTo>
                      <a:pt x="925" y="379"/>
                    </a:lnTo>
                    <a:lnTo>
                      <a:pt x="919" y="384"/>
                    </a:lnTo>
                    <a:lnTo>
                      <a:pt x="910" y="398"/>
                    </a:lnTo>
                    <a:lnTo>
                      <a:pt x="896" y="404"/>
                    </a:lnTo>
                    <a:lnTo>
                      <a:pt x="888" y="419"/>
                    </a:lnTo>
                    <a:lnTo>
                      <a:pt x="890" y="427"/>
                    </a:lnTo>
                    <a:lnTo>
                      <a:pt x="890" y="442"/>
                    </a:lnTo>
                    <a:lnTo>
                      <a:pt x="866" y="446"/>
                    </a:lnTo>
                    <a:lnTo>
                      <a:pt x="853" y="448"/>
                    </a:lnTo>
                    <a:lnTo>
                      <a:pt x="843" y="459"/>
                    </a:lnTo>
                    <a:lnTo>
                      <a:pt x="836" y="458"/>
                    </a:lnTo>
                    <a:lnTo>
                      <a:pt x="817" y="465"/>
                    </a:lnTo>
                    <a:lnTo>
                      <a:pt x="813" y="477"/>
                    </a:lnTo>
                    <a:lnTo>
                      <a:pt x="801" y="470"/>
                    </a:lnTo>
                    <a:lnTo>
                      <a:pt x="779" y="481"/>
                    </a:lnTo>
                    <a:lnTo>
                      <a:pt x="777" y="486"/>
                    </a:lnTo>
                    <a:lnTo>
                      <a:pt x="775" y="481"/>
                    </a:lnTo>
                    <a:lnTo>
                      <a:pt x="764" y="485"/>
                    </a:lnTo>
                    <a:lnTo>
                      <a:pt x="757" y="485"/>
                    </a:lnTo>
                    <a:lnTo>
                      <a:pt x="741" y="500"/>
                    </a:lnTo>
                    <a:lnTo>
                      <a:pt x="737" y="501"/>
                    </a:lnTo>
                    <a:lnTo>
                      <a:pt x="731" y="511"/>
                    </a:lnTo>
                    <a:lnTo>
                      <a:pt x="724" y="522"/>
                    </a:lnTo>
                    <a:lnTo>
                      <a:pt x="716" y="525"/>
                    </a:lnTo>
                    <a:lnTo>
                      <a:pt x="719" y="520"/>
                    </a:lnTo>
                    <a:lnTo>
                      <a:pt x="725" y="517"/>
                    </a:lnTo>
                    <a:lnTo>
                      <a:pt x="730" y="512"/>
                    </a:lnTo>
                    <a:lnTo>
                      <a:pt x="725" y="497"/>
                    </a:lnTo>
                    <a:lnTo>
                      <a:pt x="721" y="497"/>
                    </a:lnTo>
                    <a:lnTo>
                      <a:pt x="716" y="512"/>
                    </a:lnTo>
                    <a:lnTo>
                      <a:pt x="707" y="522"/>
                    </a:lnTo>
                    <a:lnTo>
                      <a:pt x="709" y="536"/>
                    </a:lnTo>
                    <a:lnTo>
                      <a:pt x="709" y="545"/>
                    </a:lnTo>
                    <a:lnTo>
                      <a:pt x="704" y="545"/>
                    </a:lnTo>
                    <a:lnTo>
                      <a:pt x="704" y="541"/>
                    </a:lnTo>
                    <a:lnTo>
                      <a:pt x="698" y="530"/>
                    </a:lnTo>
                    <a:lnTo>
                      <a:pt x="699" y="527"/>
                    </a:lnTo>
                    <a:lnTo>
                      <a:pt x="697" y="523"/>
                    </a:lnTo>
                    <a:lnTo>
                      <a:pt x="691" y="528"/>
                    </a:lnTo>
                    <a:lnTo>
                      <a:pt x="687" y="534"/>
                    </a:lnTo>
                    <a:lnTo>
                      <a:pt x="684" y="533"/>
                    </a:lnTo>
                    <a:lnTo>
                      <a:pt x="687" y="525"/>
                    </a:lnTo>
                    <a:lnTo>
                      <a:pt x="684" y="523"/>
                    </a:lnTo>
                    <a:lnTo>
                      <a:pt x="671" y="523"/>
                    </a:lnTo>
                    <a:lnTo>
                      <a:pt x="670" y="520"/>
                    </a:lnTo>
                    <a:lnTo>
                      <a:pt x="670" y="512"/>
                    </a:lnTo>
                    <a:lnTo>
                      <a:pt x="666" y="507"/>
                    </a:lnTo>
                    <a:lnTo>
                      <a:pt x="664" y="520"/>
                    </a:lnTo>
                    <a:lnTo>
                      <a:pt x="661" y="522"/>
                    </a:lnTo>
                    <a:lnTo>
                      <a:pt x="644" y="517"/>
                    </a:lnTo>
                    <a:lnTo>
                      <a:pt x="649" y="520"/>
                    </a:lnTo>
                    <a:lnTo>
                      <a:pt x="653" y="525"/>
                    </a:lnTo>
                    <a:lnTo>
                      <a:pt x="657" y="525"/>
                    </a:lnTo>
                    <a:lnTo>
                      <a:pt x="660" y="527"/>
                    </a:lnTo>
                    <a:lnTo>
                      <a:pt x="662" y="533"/>
                    </a:lnTo>
                    <a:lnTo>
                      <a:pt x="664" y="538"/>
                    </a:lnTo>
                    <a:lnTo>
                      <a:pt x="667" y="543"/>
                    </a:lnTo>
                    <a:lnTo>
                      <a:pt x="670" y="540"/>
                    </a:lnTo>
                    <a:lnTo>
                      <a:pt x="670" y="533"/>
                    </a:lnTo>
                    <a:lnTo>
                      <a:pt x="680" y="535"/>
                    </a:lnTo>
                    <a:lnTo>
                      <a:pt x="684" y="539"/>
                    </a:lnTo>
                    <a:lnTo>
                      <a:pt x="689" y="539"/>
                    </a:lnTo>
                    <a:lnTo>
                      <a:pt x="686" y="551"/>
                    </a:lnTo>
                    <a:lnTo>
                      <a:pt x="688" y="552"/>
                    </a:lnTo>
                    <a:lnTo>
                      <a:pt x="694" y="550"/>
                    </a:lnTo>
                    <a:lnTo>
                      <a:pt x="697" y="551"/>
                    </a:lnTo>
                    <a:lnTo>
                      <a:pt x="694" y="560"/>
                    </a:lnTo>
                    <a:lnTo>
                      <a:pt x="708" y="559"/>
                    </a:lnTo>
                    <a:lnTo>
                      <a:pt x="714" y="567"/>
                    </a:lnTo>
                    <a:lnTo>
                      <a:pt x="714" y="578"/>
                    </a:lnTo>
                    <a:lnTo>
                      <a:pt x="716" y="588"/>
                    </a:lnTo>
                    <a:lnTo>
                      <a:pt x="720" y="583"/>
                    </a:lnTo>
                    <a:lnTo>
                      <a:pt x="737" y="588"/>
                    </a:lnTo>
                    <a:lnTo>
                      <a:pt x="738" y="582"/>
                    </a:lnTo>
                    <a:lnTo>
                      <a:pt x="750" y="590"/>
                    </a:lnTo>
                    <a:lnTo>
                      <a:pt x="762" y="577"/>
                    </a:lnTo>
                    <a:lnTo>
                      <a:pt x="766" y="577"/>
                    </a:lnTo>
                    <a:lnTo>
                      <a:pt x="768" y="582"/>
                    </a:lnTo>
                    <a:lnTo>
                      <a:pt x="775" y="578"/>
                    </a:lnTo>
                    <a:lnTo>
                      <a:pt x="789" y="575"/>
                    </a:lnTo>
                    <a:lnTo>
                      <a:pt x="800" y="576"/>
                    </a:lnTo>
                    <a:lnTo>
                      <a:pt x="799" y="584"/>
                    </a:lnTo>
                    <a:lnTo>
                      <a:pt x="795" y="588"/>
                    </a:lnTo>
                    <a:lnTo>
                      <a:pt x="794" y="597"/>
                    </a:lnTo>
                    <a:lnTo>
                      <a:pt x="794" y="608"/>
                    </a:lnTo>
                    <a:lnTo>
                      <a:pt x="775" y="608"/>
                    </a:lnTo>
                    <a:lnTo>
                      <a:pt x="772" y="611"/>
                    </a:lnTo>
                    <a:lnTo>
                      <a:pt x="740" y="602"/>
                    </a:lnTo>
                    <a:lnTo>
                      <a:pt x="723" y="619"/>
                    </a:lnTo>
                    <a:lnTo>
                      <a:pt x="714" y="629"/>
                    </a:lnTo>
                    <a:lnTo>
                      <a:pt x="702" y="626"/>
                    </a:lnTo>
                    <a:lnTo>
                      <a:pt x="687" y="630"/>
                    </a:lnTo>
                    <a:lnTo>
                      <a:pt x="692" y="633"/>
                    </a:lnTo>
                    <a:lnTo>
                      <a:pt x="686" y="635"/>
                    </a:lnTo>
                    <a:lnTo>
                      <a:pt x="681" y="641"/>
                    </a:lnTo>
                    <a:lnTo>
                      <a:pt x="680" y="646"/>
                    </a:lnTo>
                    <a:lnTo>
                      <a:pt x="677" y="649"/>
                    </a:lnTo>
                    <a:lnTo>
                      <a:pt x="670" y="651"/>
                    </a:lnTo>
                    <a:lnTo>
                      <a:pt x="659" y="658"/>
                    </a:lnTo>
                    <a:lnTo>
                      <a:pt x="643" y="657"/>
                    </a:lnTo>
                    <a:lnTo>
                      <a:pt x="639" y="656"/>
                    </a:lnTo>
                    <a:lnTo>
                      <a:pt x="628" y="646"/>
                    </a:lnTo>
                    <a:lnTo>
                      <a:pt x="632" y="638"/>
                    </a:lnTo>
                    <a:lnTo>
                      <a:pt x="632" y="629"/>
                    </a:lnTo>
                    <a:lnTo>
                      <a:pt x="634" y="620"/>
                    </a:lnTo>
                    <a:lnTo>
                      <a:pt x="633" y="610"/>
                    </a:lnTo>
                    <a:lnTo>
                      <a:pt x="628" y="599"/>
                    </a:lnTo>
                    <a:lnTo>
                      <a:pt x="621" y="598"/>
                    </a:lnTo>
                    <a:lnTo>
                      <a:pt x="614" y="598"/>
                    </a:lnTo>
                    <a:lnTo>
                      <a:pt x="607" y="590"/>
                    </a:lnTo>
                    <a:lnTo>
                      <a:pt x="595" y="583"/>
                    </a:lnTo>
                    <a:lnTo>
                      <a:pt x="579" y="583"/>
                    </a:lnTo>
                    <a:lnTo>
                      <a:pt x="579" y="581"/>
                    </a:lnTo>
                    <a:lnTo>
                      <a:pt x="581" y="575"/>
                    </a:lnTo>
                    <a:lnTo>
                      <a:pt x="591" y="570"/>
                    </a:lnTo>
                    <a:lnTo>
                      <a:pt x="605" y="556"/>
                    </a:lnTo>
                    <a:lnTo>
                      <a:pt x="613" y="550"/>
                    </a:lnTo>
                    <a:lnTo>
                      <a:pt x="641" y="541"/>
                    </a:lnTo>
                    <a:lnTo>
                      <a:pt x="645" y="539"/>
                    </a:lnTo>
                    <a:lnTo>
                      <a:pt x="641" y="536"/>
                    </a:lnTo>
                    <a:lnTo>
                      <a:pt x="640" y="529"/>
                    </a:lnTo>
                    <a:lnTo>
                      <a:pt x="634" y="523"/>
                    </a:lnTo>
                    <a:lnTo>
                      <a:pt x="628" y="529"/>
                    </a:lnTo>
                    <a:lnTo>
                      <a:pt x="618" y="524"/>
                    </a:lnTo>
                    <a:lnTo>
                      <a:pt x="618" y="519"/>
                    </a:lnTo>
                    <a:lnTo>
                      <a:pt x="610" y="522"/>
                    </a:lnTo>
                    <a:lnTo>
                      <a:pt x="608" y="525"/>
                    </a:lnTo>
                    <a:lnTo>
                      <a:pt x="601" y="525"/>
                    </a:lnTo>
                    <a:lnTo>
                      <a:pt x="579" y="530"/>
                    </a:lnTo>
                    <a:lnTo>
                      <a:pt x="563" y="524"/>
                    </a:lnTo>
                    <a:lnTo>
                      <a:pt x="557" y="518"/>
                    </a:lnTo>
                    <a:lnTo>
                      <a:pt x="551" y="516"/>
                    </a:lnTo>
                    <a:lnTo>
                      <a:pt x="539" y="517"/>
                    </a:lnTo>
                    <a:lnTo>
                      <a:pt x="538" y="513"/>
                    </a:lnTo>
                    <a:lnTo>
                      <a:pt x="551" y="503"/>
                    </a:lnTo>
                    <a:lnTo>
                      <a:pt x="549" y="501"/>
                    </a:lnTo>
                    <a:lnTo>
                      <a:pt x="533" y="498"/>
                    </a:lnTo>
                    <a:lnTo>
                      <a:pt x="528" y="496"/>
                    </a:lnTo>
                    <a:lnTo>
                      <a:pt x="536" y="492"/>
                    </a:lnTo>
                    <a:lnTo>
                      <a:pt x="560" y="496"/>
                    </a:lnTo>
                    <a:lnTo>
                      <a:pt x="563" y="495"/>
                    </a:lnTo>
                    <a:lnTo>
                      <a:pt x="560" y="491"/>
                    </a:lnTo>
                    <a:lnTo>
                      <a:pt x="554" y="490"/>
                    </a:lnTo>
                    <a:lnTo>
                      <a:pt x="548" y="481"/>
                    </a:lnTo>
                    <a:lnTo>
                      <a:pt x="543" y="471"/>
                    </a:lnTo>
                    <a:lnTo>
                      <a:pt x="541" y="479"/>
                    </a:lnTo>
                    <a:lnTo>
                      <a:pt x="533" y="482"/>
                    </a:lnTo>
                    <a:lnTo>
                      <a:pt x="524" y="485"/>
                    </a:lnTo>
                    <a:lnTo>
                      <a:pt x="526" y="475"/>
                    </a:lnTo>
                    <a:lnTo>
                      <a:pt x="520" y="480"/>
                    </a:lnTo>
                    <a:lnTo>
                      <a:pt x="508" y="486"/>
                    </a:lnTo>
                    <a:lnTo>
                      <a:pt x="492" y="489"/>
                    </a:lnTo>
                    <a:lnTo>
                      <a:pt x="485" y="492"/>
                    </a:lnTo>
                    <a:lnTo>
                      <a:pt x="478" y="495"/>
                    </a:lnTo>
                    <a:lnTo>
                      <a:pt x="477" y="502"/>
                    </a:lnTo>
                    <a:lnTo>
                      <a:pt x="466" y="520"/>
                    </a:lnTo>
                    <a:lnTo>
                      <a:pt x="461" y="519"/>
                    </a:lnTo>
                    <a:lnTo>
                      <a:pt x="457" y="511"/>
                    </a:lnTo>
                    <a:lnTo>
                      <a:pt x="450" y="509"/>
                    </a:lnTo>
                    <a:lnTo>
                      <a:pt x="446" y="504"/>
                    </a:lnTo>
                    <a:lnTo>
                      <a:pt x="449" y="512"/>
                    </a:lnTo>
                    <a:lnTo>
                      <a:pt x="457" y="519"/>
                    </a:lnTo>
                    <a:lnTo>
                      <a:pt x="458" y="530"/>
                    </a:lnTo>
                    <a:lnTo>
                      <a:pt x="453" y="541"/>
                    </a:lnTo>
                    <a:lnTo>
                      <a:pt x="449" y="546"/>
                    </a:lnTo>
                    <a:lnTo>
                      <a:pt x="434" y="547"/>
                    </a:lnTo>
                    <a:lnTo>
                      <a:pt x="431" y="552"/>
                    </a:lnTo>
                    <a:lnTo>
                      <a:pt x="426" y="555"/>
                    </a:lnTo>
                    <a:lnTo>
                      <a:pt x="425" y="562"/>
                    </a:lnTo>
                    <a:lnTo>
                      <a:pt x="420" y="560"/>
                    </a:lnTo>
                    <a:lnTo>
                      <a:pt x="419" y="550"/>
                    </a:lnTo>
                    <a:lnTo>
                      <a:pt x="418" y="546"/>
                    </a:lnTo>
                    <a:lnTo>
                      <a:pt x="418" y="566"/>
                    </a:lnTo>
                    <a:lnTo>
                      <a:pt x="419" y="581"/>
                    </a:lnTo>
                    <a:lnTo>
                      <a:pt x="417" y="582"/>
                    </a:lnTo>
                    <a:lnTo>
                      <a:pt x="411" y="578"/>
                    </a:lnTo>
                    <a:lnTo>
                      <a:pt x="402" y="578"/>
                    </a:lnTo>
                    <a:lnTo>
                      <a:pt x="393" y="582"/>
                    </a:lnTo>
                    <a:lnTo>
                      <a:pt x="379" y="584"/>
                    </a:lnTo>
                    <a:lnTo>
                      <a:pt x="368" y="592"/>
                    </a:lnTo>
                    <a:lnTo>
                      <a:pt x="356" y="593"/>
                    </a:lnTo>
                    <a:lnTo>
                      <a:pt x="344" y="576"/>
                    </a:lnTo>
                    <a:lnTo>
                      <a:pt x="336" y="577"/>
                    </a:lnTo>
                    <a:lnTo>
                      <a:pt x="336" y="573"/>
                    </a:lnTo>
                    <a:lnTo>
                      <a:pt x="345" y="573"/>
                    </a:lnTo>
                    <a:lnTo>
                      <a:pt x="350" y="567"/>
                    </a:lnTo>
                    <a:lnTo>
                      <a:pt x="352" y="560"/>
                    </a:lnTo>
                    <a:lnTo>
                      <a:pt x="354" y="552"/>
                    </a:lnTo>
                    <a:lnTo>
                      <a:pt x="363" y="547"/>
                    </a:lnTo>
                    <a:lnTo>
                      <a:pt x="364" y="539"/>
                    </a:lnTo>
                    <a:lnTo>
                      <a:pt x="369" y="534"/>
                    </a:lnTo>
                    <a:lnTo>
                      <a:pt x="376" y="530"/>
                    </a:lnTo>
                    <a:lnTo>
                      <a:pt x="379" y="506"/>
                    </a:lnTo>
                    <a:lnTo>
                      <a:pt x="382" y="498"/>
                    </a:lnTo>
                    <a:lnTo>
                      <a:pt x="391" y="495"/>
                    </a:lnTo>
                    <a:lnTo>
                      <a:pt x="395" y="501"/>
                    </a:lnTo>
                    <a:lnTo>
                      <a:pt x="402" y="497"/>
                    </a:lnTo>
                    <a:lnTo>
                      <a:pt x="425" y="503"/>
                    </a:lnTo>
                    <a:lnTo>
                      <a:pt x="431" y="498"/>
                    </a:lnTo>
                    <a:lnTo>
                      <a:pt x="435" y="491"/>
                    </a:lnTo>
                    <a:lnTo>
                      <a:pt x="431" y="484"/>
                    </a:lnTo>
                    <a:lnTo>
                      <a:pt x="434" y="476"/>
                    </a:lnTo>
                    <a:lnTo>
                      <a:pt x="433" y="468"/>
                    </a:lnTo>
                    <a:lnTo>
                      <a:pt x="428" y="460"/>
                    </a:lnTo>
                    <a:lnTo>
                      <a:pt x="413" y="453"/>
                    </a:lnTo>
                    <a:lnTo>
                      <a:pt x="407" y="439"/>
                    </a:lnTo>
                    <a:lnTo>
                      <a:pt x="408" y="431"/>
                    </a:lnTo>
                    <a:lnTo>
                      <a:pt x="406" y="423"/>
                    </a:lnTo>
                    <a:lnTo>
                      <a:pt x="398" y="422"/>
                    </a:lnTo>
                    <a:lnTo>
                      <a:pt x="395" y="415"/>
                    </a:lnTo>
                    <a:lnTo>
                      <a:pt x="387" y="409"/>
                    </a:lnTo>
                    <a:lnTo>
                      <a:pt x="391" y="393"/>
                    </a:lnTo>
                    <a:lnTo>
                      <a:pt x="391" y="385"/>
                    </a:lnTo>
                    <a:lnTo>
                      <a:pt x="391" y="377"/>
                    </a:lnTo>
                    <a:lnTo>
                      <a:pt x="387" y="369"/>
                    </a:lnTo>
                    <a:lnTo>
                      <a:pt x="379" y="372"/>
                    </a:lnTo>
                    <a:lnTo>
                      <a:pt x="368" y="360"/>
                    </a:lnTo>
                    <a:lnTo>
                      <a:pt x="359" y="358"/>
                    </a:lnTo>
                    <a:lnTo>
                      <a:pt x="343" y="361"/>
                    </a:lnTo>
                    <a:lnTo>
                      <a:pt x="336" y="358"/>
                    </a:lnTo>
                    <a:lnTo>
                      <a:pt x="317" y="342"/>
                    </a:lnTo>
                    <a:lnTo>
                      <a:pt x="310" y="339"/>
                    </a:lnTo>
                    <a:lnTo>
                      <a:pt x="294" y="334"/>
                    </a:lnTo>
                    <a:lnTo>
                      <a:pt x="278" y="339"/>
                    </a:lnTo>
                    <a:lnTo>
                      <a:pt x="269" y="340"/>
                    </a:lnTo>
                    <a:lnTo>
                      <a:pt x="261" y="339"/>
                    </a:lnTo>
                    <a:lnTo>
                      <a:pt x="254" y="342"/>
                    </a:lnTo>
                    <a:lnTo>
                      <a:pt x="248" y="35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90" name="Google Shape;2390;p5">
                <a:extLst>
                  <a:ext uri="{FF2B5EF4-FFF2-40B4-BE49-F238E27FC236}">
                    <a16:creationId xmlns:a16="http://schemas.microsoft.com/office/drawing/2014/main" id="{787148C0-163F-872F-27DC-5B42B62D2482}"/>
                  </a:ext>
                </a:extLst>
              </p:cNvPr>
              <p:cNvSpPr/>
              <p:nvPr/>
            </p:nvSpPr>
            <p:spPr>
              <a:xfrm>
                <a:off x="5222081" y="2729260"/>
                <a:ext cx="60325" cy="76200"/>
              </a:xfrm>
              <a:custGeom>
                <a:avLst/>
                <a:gdLst/>
                <a:ahLst/>
                <a:cxnLst/>
                <a:rect l="l" t="t" r="r" b="b"/>
                <a:pathLst>
                  <a:path w="187" h="239" extrusionOk="0">
                    <a:moveTo>
                      <a:pt x="88" y="239"/>
                    </a:moveTo>
                    <a:lnTo>
                      <a:pt x="88" y="225"/>
                    </a:lnTo>
                    <a:lnTo>
                      <a:pt x="86" y="212"/>
                    </a:lnTo>
                    <a:lnTo>
                      <a:pt x="84" y="200"/>
                    </a:lnTo>
                    <a:lnTo>
                      <a:pt x="86" y="184"/>
                    </a:lnTo>
                    <a:lnTo>
                      <a:pt x="86" y="164"/>
                    </a:lnTo>
                    <a:lnTo>
                      <a:pt x="81" y="135"/>
                    </a:lnTo>
                    <a:lnTo>
                      <a:pt x="70" y="115"/>
                    </a:lnTo>
                    <a:lnTo>
                      <a:pt x="57" y="94"/>
                    </a:lnTo>
                    <a:lnTo>
                      <a:pt x="45" y="73"/>
                    </a:lnTo>
                    <a:lnTo>
                      <a:pt x="42" y="56"/>
                    </a:lnTo>
                    <a:lnTo>
                      <a:pt x="34" y="43"/>
                    </a:lnTo>
                    <a:lnTo>
                      <a:pt x="20" y="29"/>
                    </a:lnTo>
                    <a:lnTo>
                      <a:pt x="8" y="19"/>
                    </a:lnTo>
                    <a:lnTo>
                      <a:pt x="0" y="19"/>
                    </a:lnTo>
                    <a:lnTo>
                      <a:pt x="6" y="8"/>
                    </a:lnTo>
                    <a:lnTo>
                      <a:pt x="13" y="3"/>
                    </a:lnTo>
                    <a:lnTo>
                      <a:pt x="21" y="6"/>
                    </a:lnTo>
                    <a:lnTo>
                      <a:pt x="30" y="5"/>
                    </a:lnTo>
                    <a:lnTo>
                      <a:pt x="46" y="0"/>
                    </a:lnTo>
                    <a:lnTo>
                      <a:pt x="62" y="5"/>
                    </a:lnTo>
                    <a:lnTo>
                      <a:pt x="69" y="8"/>
                    </a:lnTo>
                    <a:lnTo>
                      <a:pt x="88" y="24"/>
                    </a:lnTo>
                    <a:lnTo>
                      <a:pt x="95" y="27"/>
                    </a:lnTo>
                    <a:lnTo>
                      <a:pt x="111" y="24"/>
                    </a:lnTo>
                    <a:lnTo>
                      <a:pt x="120" y="26"/>
                    </a:lnTo>
                    <a:lnTo>
                      <a:pt x="131" y="38"/>
                    </a:lnTo>
                    <a:lnTo>
                      <a:pt x="139" y="35"/>
                    </a:lnTo>
                    <a:lnTo>
                      <a:pt x="143" y="43"/>
                    </a:lnTo>
                    <a:lnTo>
                      <a:pt x="143" y="51"/>
                    </a:lnTo>
                    <a:lnTo>
                      <a:pt x="143" y="59"/>
                    </a:lnTo>
                    <a:lnTo>
                      <a:pt x="139" y="75"/>
                    </a:lnTo>
                    <a:lnTo>
                      <a:pt x="147" y="81"/>
                    </a:lnTo>
                    <a:lnTo>
                      <a:pt x="150" y="87"/>
                    </a:lnTo>
                    <a:lnTo>
                      <a:pt x="158" y="89"/>
                    </a:lnTo>
                    <a:lnTo>
                      <a:pt x="160" y="97"/>
                    </a:lnTo>
                    <a:lnTo>
                      <a:pt x="159" y="104"/>
                    </a:lnTo>
                    <a:lnTo>
                      <a:pt x="165" y="119"/>
                    </a:lnTo>
                    <a:lnTo>
                      <a:pt x="180" y="126"/>
                    </a:lnTo>
                    <a:lnTo>
                      <a:pt x="185" y="134"/>
                    </a:lnTo>
                    <a:lnTo>
                      <a:pt x="186" y="141"/>
                    </a:lnTo>
                    <a:lnTo>
                      <a:pt x="183" y="150"/>
                    </a:lnTo>
                    <a:lnTo>
                      <a:pt x="187" y="157"/>
                    </a:lnTo>
                    <a:lnTo>
                      <a:pt x="183" y="164"/>
                    </a:lnTo>
                    <a:lnTo>
                      <a:pt x="177" y="169"/>
                    </a:lnTo>
                    <a:lnTo>
                      <a:pt x="154" y="163"/>
                    </a:lnTo>
                    <a:lnTo>
                      <a:pt x="147" y="167"/>
                    </a:lnTo>
                    <a:lnTo>
                      <a:pt x="143" y="161"/>
                    </a:lnTo>
                    <a:lnTo>
                      <a:pt x="134" y="164"/>
                    </a:lnTo>
                    <a:lnTo>
                      <a:pt x="131" y="172"/>
                    </a:lnTo>
                    <a:lnTo>
                      <a:pt x="128" y="196"/>
                    </a:lnTo>
                    <a:lnTo>
                      <a:pt x="121" y="200"/>
                    </a:lnTo>
                    <a:lnTo>
                      <a:pt x="116" y="205"/>
                    </a:lnTo>
                    <a:lnTo>
                      <a:pt x="115" y="213"/>
                    </a:lnTo>
                    <a:lnTo>
                      <a:pt x="107" y="218"/>
                    </a:lnTo>
                    <a:lnTo>
                      <a:pt x="104" y="226"/>
                    </a:lnTo>
                    <a:lnTo>
                      <a:pt x="104" y="233"/>
                    </a:lnTo>
                    <a:lnTo>
                      <a:pt x="97" y="239"/>
                    </a:lnTo>
                    <a:lnTo>
                      <a:pt x="88" y="23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91" name="Google Shape;2391;p5">
                <a:extLst>
                  <a:ext uri="{FF2B5EF4-FFF2-40B4-BE49-F238E27FC236}">
                    <a16:creationId xmlns:a16="http://schemas.microsoft.com/office/drawing/2014/main" id="{9F4B199F-A715-9F6C-DCBD-ECC979B4AF15}"/>
                  </a:ext>
                </a:extLst>
              </p:cNvPr>
              <p:cNvSpPr/>
              <p:nvPr/>
            </p:nvSpPr>
            <p:spPr>
              <a:xfrm>
                <a:off x="5161756" y="2510185"/>
                <a:ext cx="169863" cy="142875"/>
              </a:xfrm>
              <a:custGeom>
                <a:avLst/>
                <a:gdLst/>
                <a:ahLst/>
                <a:cxnLst/>
                <a:rect l="l" t="t" r="r" b="b"/>
                <a:pathLst>
                  <a:path w="532" h="452" extrusionOk="0">
                    <a:moveTo>
                      <a:pt x="17" y="428"/>
                    </a:moveTo>
                    <a:lnTo>
                      <a:pt x="21" y="387"/>
                    </a:lnTo>
                    <a:lnTo>
                      <a:pt x="6" y="374"/>
                    </a:lnTo>
                    <a:lnTo>
                      <a:pt x="0" y="363"/>
                    </a:lnTo>
                    <a:lnTo>
                      <a:pt x="11" y="351"/>
                    </a:lnTo>
                    <a:lnTo>
                      <a:pt x="26" y="342"/>
                    </a:lnTo>
                    <a:lnTo>
                      <a:pt x="37" y="325"/>
                    </a:lnTo>
                    <a:lnTo>
                      <a:pt x="38" y="308"/>
                    </a:lnTo>
                    <a:lnTo>
                      <a:pt x="38" y="292"/>
                    </a:lnTo>
                    <a:lnTo>
                      <a:pt x="20" y="220"/>
                    </a:lnTo>
                    <a:lnTo>
                      <a:pt x="19" y="210"/>
                    </a:lnTo>
                    <a:lnTo>
                      <a:pt x="33" y="214"/>
                    </a:lnTo>
                    <a:lnTo>
                      <a:pt x="49" y="210"/>
                    </a:lnTo>
                    <a:lnTo>
                      <a:pt x="65" y="213"/>
                    </a:lnTo>
                    <a:lnTo>
                      <a:pt x="73" y="210"/>
                    </a:lnTo>
                    <a:lnTo>
                      <a:pt x="79" y="204"/>
                    </a:lnTo>
                    <a:lnTo>
                      <a:pt x="86" y="208"/>
                    </a:lnTo>
                    <a:lnTo>
                      <a:pt x="94" y="207"/>
                    </a:lnTo>
                    <a:lnTo>
                      <a:pt x="91" y="193"/>
                    </a:lnTo>
                    <a:lnTo>
                      <a:pt x="97" y="190"/>
                    </a:lnTo>
                    <a:lnTo>
                      <a:pt x="106" y="190"/>
                    </a:lnTo>
                    <a:lnTo>
                      <a:pt x="111" y="183"/>
                    </a:lnTo>
                    <a:lnTo>
                      <a:pt x="118" y="179"/>
                    </a:lnTo>
                    <a:lnTo>
                      <a:pt x="125" y="182"/>
                    </a:lnTo>
                    <a:lnTo>
                      <a:pt x="130" y="188"/>
                    </a:lnTo>
                    <a:lnTo>
                      <a:pt x="138" y="192"/>
                    </a:lnTo>
                    <a:lnTo>
                      <a:pt x="145" y="190"/>
                    </a:lnTo>
                    <a:lnTo>
                      <a:pt x="144" y="181"/>
                    </a:lnTo>
                    <a:lnTo>
                      <a:pt x="139" y="175"/>
                    </a:lnTo>
                    <a:lnTo>
                      <a:pt x="135" y="167"/>
                    </a:lnTo>
                    <a:lnTo>
                      <a:pt x="137" y="160"/>
                    </a:lnTo>
                    <a:lnTo>
                      <a:pt x="145" y="147"/>
                    </a:lnTo>
                    <a:lnTo>
                      <a:pt x="145" y="138"/>
                    </a:lnTo>
                    <a:lnTo>
                      <a:pt x="148" y="129"/>
                    </a:lnTo>
                    <a:lnTo>
                      <a:pt x="148" y="122"/>
                    </a:lnTo>
                    <a:lnTo>
                      <a:pt x="149" y="113"/>
                    </a:lnTo>
                    <a:lnTo>
                      <a:pt x="156" y="110"/>
                    </a:lnTo>
                    <a:lnTo>
                      <a:pt x="165" y="107"/>
                    </a:lnTo>
                    <a:lnTo>
                      <a:pt x="170" y="102"/>
                    </a:lnTo>
                    <a:lnTo>
                      <a:pt x="177" y="99"/>
                    </a:lnTo>
                    <a:lnTo>
                      <a:pt x="191" y="99"/>
                    </a:lnTo>
                    <a:lnTo>
                      <a:pt x="199" y="80"/>
                    </a:lnTo>
                    <a:lnTo>
                      <a:pt x="192" y="77"/>
                    </a:lnTo>
                    <a:lnTo>
                      <a:pt x="183" y="77"/>
                    </a:lnTo>
                    <a:lnTo>
                      <a:pt x="183" y="69"/>
                    </a:lnTo>
                    <a:lnTo>
                      <a:pt x="183" y="61"/>
                    </a:lnTo>
                    <a:lnTo>
                      <a:pt x="191" y="57"/>
                    </a:lnTo>
                    <a:lnTo>
                      <a:pt x="197" y="51"/>
                    </a:lnTo>
                    <a:lnTo>
                      <a:pt x="195" y="50"/>
                    </a:lnTo>
                    <a:lnTo>
                      <a:pt x="195" y="48"/>
                    </a:lnTo>
                    <a:lnTo>
                      <a:pt x="204" y="50"/>
                    </a:lnTo>
                    <a:lnTo>
                      <a:pt x="210" y="46"/>
                    </a:lnTo>
                    <a:lnTo>
                      <a:pt x="213" y="37"/>
                    </a:lnTo>
                    <a:lnTo>
                      <a:pt x="219" y="32"/>
                    </a:lnTo>
                    <a:lnTo>
                      <a:pt x="235" y="39"/>
                    </a:lnTo>
                    <a:lnTo>
                      <a:pt x="242" y="37"/>
                    </a:lnTo>
                    <a:lnTo>
                      <a:pt x="253" y="25"/>
                    </a:lnTo>
                    <a:lnTo>
                      <a:pt x="254" y="16"/>
                    </a:lnTo>
                    <a:lnTo>
                      <a:pt x="267" y="5"/>
                    </a:lnTo>
                    <a:lnTo>
                      <a:pt x="273" y="0"/>
                    </a:lnTo>
                    <a:lnTo>
                      <a:pt x="284" y="0"/>
                    </a:lnTo>
                    <a:lnTo>
                      <a:pt x="286" y="8"/>
                    </a:lnTo>
                    <a:lnTo>
                      <a:pt x="302" y="5"/>
                    </a:lnTo>
                    <a:lnTo>
                      <a:pt x="310" y="8"/>
                    </a:lnTo>
                    <a:lnTo>
                      <a:pt x="313" y="15"/>
                    </a:lnTo>
                    <a:lnTo>
                      <a:pt x="329" y="13"/>
                    </a:lnTo>
                    <a:lnTo>
                      <a:pt x="338" y="14"/>
                    </a:lnTo>
                    <a:lnTo>
                      <a:pt x="350" y="24"/>
                    </a:lnTo>
                    <a:lnTo>
                      <a:pt x="348" y="43"/>
                    </a:lnTo>
                    <a:lnTo>
                      <a:pt x="363" y="35"/>
                    </a:lnTo>
                    <a:lnTo>
                      <a:pt x="370" y="34"/>
                    </a:lnTo>
                    <a:lnTo>
                      <a:pt x="376" y="29"/>
                    </a:lnTo>
                    <a:lnTo>
                      <a:pt x="392" y="27"/>
                    </a:lnTo>
                    <a:lnTo>
                      <a:pt x="399" y="29"/>
                    </a:lnTo>
                    <a:lnTo>
                      <a:pt x="407" y="34"/>
                    </a:lnTo>
                    <a:lnTo>
                      <a:pt x="413" y="39"/>
                    </a:lnTo>
                    <a:lnTo>
                      <a:pt x="422" y="52"/>
                    </a:lnTo>
                    <a:lnTo>
                      <a:pt x="430" y="53"/>
                    </a:lnTo>
                    <a:lnTo>
                      <a:pt x="431" y="64"/>
                    </a:lnTo>
                    <a:lnTo>
                      <a:pt x="429" y="73"/>
                    </a:lnTo>
                    <a:lnTo>
                      <a:pt x="429" y="80"/>
                    </a:lnTo>
                    <a:lnTo>
                      <a:pt x="434" y="88"/>
                    </a:lnTo>
                    <a:lnTo>
                      <a:pt x="436" y="95"/>
                    </a:lnTo>
                    <a:lnTo>
                      <a:pt x="435" y="102"/>
                    </a:lnTo>
                    <a:lnTo>
                      <a:pt x="433" y="110"/>
                    </a:lnTo>
                    <a:lnTo>
                      <a:pt x="426" y="116"/>
                    </a:lnTo>
                    <a:lnTo>
                      <a:pt x="424" y="123"/>
                    </a:lnTo>
                    <a:lnTo>
                      <a:pt x="426" y="131"/>
                    </a:lnTo>
                    <a:lnTo>
                      <a:pt x="437" y="143"/>
                    </a:lnTo>
                    <a:lnTo>
                      <a:pt x="442" y="158"/>
                    </a:lnTo>
                    <a:lnTo>
                      <a:pt x="453" y="180"/>
                    </a:lnTo>
                    <a:lnTo>
                      <a:pt x="458" y="186"/>
                    </a:lnTo>
                    <a:lnTo>
                      <a:pt x="473" y="195"/>
                    </a:lnTo>
                    <a:lnTo>
                      <a:pt x="478" y="201"/>
                    </a:lnTo>
                    <a:lnTo>
                      <a:pt x="479" y="209"/>
                    </a:lnTo>
                    <a:lnTo>
                      <a:pt x="478" y="217"/>
                    </a:lnTo>
                    <a:lnTo>
                      <a:pt x="482" y="224"/>
                    </a:lnTo>
                    <a:lnTo>
                      <a:pt x="505" y="222"/>
                    </a:lnTo>
                    <a:lnTo>
                      <a:pt x="511" y="226"/>
                    </a:lnTo>
                    <a:lnTo>
                      <a:pt x="519" y="229"/>
                    </a:lnTo>
                    <a:lnTo>
                      <a:pt x="516" y="236"/>
                    </a:lnTo>
                    <a:lnTo>
                      <a:pt x="521" y="242"/>
                    </a:lnTo>
                    <a:lnTo>
                      <a:pt x="531" y="244"/>
                    </a:lnTo>
                    <a:lnTo>
                      <a:pt x="532" y="257"/>
                    </a:lnTo>
                    <a:lnTo>
                      <a:pt x="525" y="263"/>
                    </a:lnTo>
                    <a:lnTo>
                      <a:pt x="521" y="269"/>
                    </a:lnTo>
                    <a:lnTo>
                      <a:pt x="509" y="279"/>
                    </a:lnTo>
                    <a:lnTo>
                      <a:pt x="501" y="284"/>
                    </a:lnTo>
                    <a:lnTo>
                      <a:pt x="484" y="282"/>
                    </a:lnTo>
                    <a:lnTo>
                      <a:pt x="472" y="272"/>
                    </a:lnTo>
                    <a:lnTo>
                      <a:pt x="465" y="271"/>
                    </a:lnTo>
                    <a:lnTo>
                      <a:pt x="457" y="274"/>
                    </a:lnTo>
                    <a:lnTo>
                      <a:pt x="456" y="282"/>
                    </a:lnTo>
                    <a:lnTo>
                      <a:pt x="449" y="285"/>
                    </a:lnTo>
                    <a:lnTo>
                      <a:pt x="450" y="294"/>
                    </a:lnTo>
                    <a:lnTo>
                      <a:pt x="461" y="304"/>
                    </a:lnTo>
                    <a:lnTo>
                      <a:pt x="463" y="311"/>
                    </a:lnTo>
                    <a:lnTo>
                      <a:pt x="461" y="320"/>
                    </a:lnTo>
                    <a:lnTo>
                      <a:pt x="466" y="325"/>
                    </a:lnTo>
                    <a:lnTo>
                      <a:pt x="465" y="333"/>
                    </a:lnTo>
                    <a:lnTo>
                      <a:pt x="472" y="337"/>
                    </a:lnTo>
                    <a:lnTo>
                      <a:pt x="474" y="344"/>
                    </a:lnTo>
                    <a:lnTo>
                      <a:pt x="473" y="353"/>
                    </a:lnTo>
                    <a:lnTo>
                      <a:pt x="478" y="375"/>
                    </a:lnTo>
                    <a:lnTo>
                      <a:pt x="458" y="375"/>
                    </a:lnTo>
                    <a:lnTo>
                      <a:pt x="451" y="380"/>
                    </a:lnTo>
                    <a:lnTo>
                      <a:pt x="442" y="380"/>
                    </a:lnTo>
                    <a:lnTo>
                      <a:pt x="435" y="384"/>
                    </a:lnTo>
                    <a:lnTo>
                      <a:pt x="417" y="401"/>
                    </a:lnTo>
                    <a:lnTo>
                      <a:pt x="414" y="409"/>
                    </a:lnTo>
                    <a:lnTo>
                      <a:pt x="414" y="418"/>
                    </a:lnTo>
                    <a:lnTo>
                      <a:pt x="412" y="427"/>
                    </a:lnTo>
                    <a:lnTo>
                      <a:pt x="414" y="443"/>
                    </a:lnTo>
                    <a:lnTo>
                      <a:pt x="410" y="450"/>
                    </a:lnTo>
                    <a:lnTo>
                      <a:pt x="402" y="452"/>
                    </a:lnTo>
                    <a:lnTo>
                      <a:pt x="397" y="446"/>
                    </a:lnTo>
                    <a:lnTo>
                      <a:pt x="390" y="443"/>
                    </a:lnTo>
                    <a:lnTo>
                      <a:pt x="381" y="443"/>
                    </a:lnTo>
                    <a:lnTo>
                      <a:pt x="365" y="445"/>
                    </a:lnTo>
                    <a:lnTo>
                      <a:pt x="356" y="445"/>
                    </a:lnTo>
                    <a:lnTo>
                      <a:pt x="349" y="450"/>
                    </a:lnTo>
                    <a:lnTo>
                      <a:pt x="343" y="444"/>
                    </a:lnTo>
                    <a:lnTo>
                      <a:pt x="339" y="436"/>
                    </a:lnTo>
                    <a:lnTo>
                      <a:pt x="327" y="427"/>
                    </a:lnTo>
                    <a:lnTo>
                      <a:pt x="310" y="445"/>
                    </a:lnTo>
                    <a:lnTo>
                      <a:pt x="302" y="440"/>
                    </a:lnTo>
                    <a:lnTo>
                      <a:pt x="297" y="433"/>
                    </a:lnTo>
                    <a:lnTo>
                      <a:pt x="290" y="435"/>
                    </a:lnTo>
                    <a:lnTo>
                      <a:pt x="281" y="433"/>
                    </a:lnTo>
                    <a:lnTo>
                      <a:pt x="275" y="428"/>
                    </a:lnTo>
                    <a:lnTo>
                      <a:pt x="269" y="434"/>
                    </a:lnTo>
                    <a:lnTo>
                      <a:pt x="261" y="434"/>
                    </a:lnTo>
                    <a:lnTo>
                      <a:pt x="253" y="436"/>
                    </a:lnTo>
                    <a:lnTo>
                      <a:pt x="247" y="443"/>
                    </a:lnTo>
                    <a:lnTo>
                      <a:pt x="240" y="436"/>
                    </a:lnTo>
                    <a:lnTo>
                      <a:pt x="238" y="428"/>
                    </a:lnTo>
                    <a:lnTo>
                      <a:pt x="223" y="429"/>
                    </a:lnTo>
                    <a:lnTo>
                      <a:pt x="216" y="424"/>
                    </a:lnTo>
                    <a:lnTo>
                      <a:pt x="215" y="416"/>
                    </a:lnTo>
                    <a:lnTo>
                      <a:pt x="208" y="412"/>
                    </a:lnTo>
                    <a:lnTo>
                      <a:pt x="199" y="409"/>
                    </a:lnTo>
                    <a:lnTo>
                      <a:pt x="193" y="406"/>
                    </a:lnTo>
                    <a:lnTo>
                      <a:pt x="184" y="407"/>
                    </a:lnTo>
                    <a:lnTo>
                      <a:pt x="176" y="406"/>
                    </a:lnTo>
                    <a:lnTo>
                      <a:pt x="160" y="401"/>
                    </a:lnTo>
                    <a:lnTo>
                      <a:pt x="146" y="392"/>
                    </a:lnTo>
                    <a:lnTo>
                      <a:pt x="138" y="395"/>
                    </a:lnTo>
                    <a:lnTo>
                      <a:pt x="121" y="394"/>
                    </a:lnTo>
                    <a:lnTo>
                      <a:pt x="113" y="391"/>
                    </a:lnTo>
                    <a:lnTo>
                      <a:pt x="71" y="397"/>
                    </a:lnTo>
                    <a:lnTo>
                      <a:pt x="64" y="401"/>
                    </a:lnTo>
                    <a:lnTo>
                      <a:pt x="62" y="408"/>
                    </a:lnTo>
                    <a:lnTo>
                      <a:pt x="55" y="414"/>
                    </a:lnTo>
                    <a:lnTo>
                      <a:pt x="41" y="422"/>
                    </a:lnTo>
                    <a:lnTo>
                      <a:pt x="32" y="421"/>
                    </a:lnTo>
                    <a:lnTo>
                      <a:pt x="24" y="422"/>
                    </a:lnTo>
                    <a:lnTo>
                      <a:pt x="17" y="42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392" name="Google Shape;2392;p5">
                <a:extLst>
                  <a:ext uri="{FF2B5EF4-FFF2-40B4-BE49-F238E27FC236}">
                    <a16:creationId xmlns:a16="http://schemas.microsoft.com/office/drawing/2014/main" id="{4CE4C499-3E75-DCED-AA97-48585C3F2156}"/>
                  </a:ext>
                </a:extLst>
              </p:cNvPr>
              <p:cNvGrpSpPr/>
              <p:nvPr/>
            </p:nvGrpSpPr>
            <p:grpSpPr>
              <a:xfrm>
                <a:off x="5033169" y="2808635"/>
                <a:ext cx="68263" cy="68263"/>
                <a:chOff x="2688" y="1930"/>
                <a:chExt cx="43" cy="43"/>
              </a:xfrm>
              <a:grpFill/>
            </p:grpSpPr>
            <p:sp>
              <p:nvSpPr>
                <p:cNvPr id="2393" name="Google Shape;2393;p5">
                  <a:extLst>
                    <a:ext uri="{FF2B5EF4-FFF2-40B4-BE49-F238E27FC236}">
                      <a16:creationId xmlns:a16="http://schemas.microsoft.com/office/drawing/2014/main" id="{04E6D8F7-267B-60E5-B791-65133FC72887}"/>
                    </a:ext>
                  </a:extLst>
                </p:cNvPr>
                <p:cNvSpPr/>
                <p:nvPr/>
              </p:nvSpPr>
              <p:spPr>
                <a:xfrm>
                  <a:off x="2688" y="1930"/>
                  <a:ext cx="43" cy="43"/>
                </a:xfrm>
                <a:custGeom>
                  <a:avLst/>
                  <a:gdLst/>
                  <a:ahLst/>
                  <a:cxnLst/>
                  <a:rect l="l" t="t" r="r" b="b"/>
                  <a:pathLst>
                    <a:path w="215" h="216" extrusionOk="0">
                      <a:moveTo>
                        <a:pt x="149" y="216"/>
                      </a:moveTo>
                      <a:lnTo>
                        <a:pt x="149" y="208"/>
                      </a:lnTo>
                      <a:lnTo>
                        <a:pt x="145" y="208"/>
                      </a:lnTo>
                      <a:lnTo>
                        <a:pt x="146" y="203"/>
                      </a:lnTo>
                      <a:lnTo>
                        <a:pt x="137" y="202"/>
                      </a:lnTo>
                      <a:lnTo>
                        <a:pt x="129" y="192"/>
                      </a:lnTo>
                      <a:lnTo>
                        <a:pt x="122" y="191"/>
                      </a:lnTo>
                      <a:lnTo>
                        <a:pt x="114" y="185"/>
                      </a:lnTo>
                      <a:lnTo>
                        <a:pt x="114" y="180"/>
                      </a:lnTo>
                      <a:lnTo>
                        <a:pt x="106" y="179"/>
                      </a:lnTo>
                      <a:lnTo>
                        <a:pt x="99" y="184"/>
                      </a:lnTo>
                      <a:lnTo>
                        <a:pt x="98" y="179"/>
                      </a:lnTo>
                      <a:lnTo>
                        <a:pt x="105" y="175"/>
                      </a:lnTo>
                      <a:lnTo>
                        <a:pt x="83" y="151"/>
                      </a:lnTo>
                      <a:lnTo>
                        <a:pt x="82" y="140"/>
                      </a:lnTo>
                      <a:lnTo>
                        <a:pt x="77" y="136"/>
                      </a:lnTo>
                      <a:lnTo>
                        <a:pt x="72" y="133"/>
                      </a:lnTo>
                      <a:lnTo>
                        <a:pt x="52" y="114"/>
                      </a:lnTo>
                      <a:lnTo>
                        <a:pt x="51" y="109"/>
                      </a:lnTo>
                      <a:lnTo>
                        <a:pt x="41" y="95"/>
                      </a:lnTo>
                      <a:lnTo>
                        <a:pt x="35" y="93"/>
                      </a:lnTo>
                      <a:lnTo>
                        <a:pt x="27" y="81"/>
                      </a:lnTo>
                      <a:lnTo>
                        <a:pt x="22" y="79"/>
                      </a:lnTo>
                      <a:lnTo>
                        <a:pt x="23" y="73"/>
                      </a:lnTo>
                      <a:lnTo>
                        <a:pt x="25" y="71"/>
                      </a:lnTo>
                      <a:lnTo>
                        <a:pt x="22" y="65"/>
                      </a:lnTo>
                      <a:lnTo>
                        <a:pt x="22" y="60"/>
                      </a:lnTo>
                      <a:lnTo>
                        <a:pt x="16" y="54"/>
                      </a:lnTo>
                      <a:lnTo>
                        <a:pt x="12" y="41"/>
                      </a:lnTo>
                      <a:lnTo>
                        <a:pt x="7" y="40"/>
                      </a:lnTo>
                      <a:lnTo>
                        <a:pt x="0" y="34"/>
                      </a:lnTo>
                      <a:lnTo>
                        <a:pt x="0" y="31"/>
                      </a:lnTo>
                      <a:lnTo>
                        <a:pt x="3" y="29"/>
                      </a:lnTo>
                      <a:lnTo>
                        <a:pt x="2" y="25"/>
                      </a:lnTo>
                      <a:lnTo>
                        <a:pt x="2" y="6"/>
                      </a:lnTo>
                      <a:lnTo>
                        <a:pt x="8" y="0"/>
                      </a:lnTo>
                      <a:lnTo>
                        <a:pt x="17" y="2"/>
                      </a:lnTo>
                      <a:lnTo>
                        <a:pt x="17" y="4"/>
                      </a:lnTo>
                      <a:lnTo>
                        <a:pt x="30" y="19"/>
                      </a:lnTo>
                      <a:lnTo>
                        <a:pt x="34" y="19"/>
                      </a:lnTo>
                      <a:lnTo>
                        <a:pt x="43" y="2"/>
                      </a:lnTo>
                      <a:lnTo>
                        <a:pt x="61" y="4"/>
                      </a:lnTo>
                      <a:lnTo>
                        <a:pt x="65" y="0"/>
                      </a:lnTo>
                      <a:lnTo>
                        <a:pt x="67" y="0"/>
                      </a:lnTo>
                      <a:lnTo>
                        <a:pt x="79" y="8"/>
                      </a:lnTo>
                      <a:lnTo>
                        <a:pt x="83" y="8"/>
                      </a:lnTo>
                      <a:lnTo>
                        <a:pt x="86" y="6"/>
                      </a:lnTo>
                      <a:lnTo>
                        <a:pt x="89" y="9"/>
                      </a:lnTo>
                      <a:lnTo>
                        <a:pt x="104" y="12"/>
                      </a:lnTo>
                      <a:lnTo>
                        <a:pt x="105" y="9"/>
                      </a:lnTo>
                      <a:lnTo>
                        <a:pt x="108" y="9"/>
                      </a:lnTo>
                      <a:lnTo>
                        <a:pt x="116" y="17"/>
                      </a:lnTo>
                      <a:lnTo>
                        <a:pt x="119" y="17"/>
                      </a:lnTo>
                      <a:lnTo>
                        <a:pt x="125" y="9"/>
                      </a:lnTo>
                      <a:lnTo>
                        <a:pt x="129" y="9"/>
                      </a:lnTo>
                      <a:lnTo>
                        <a:pt x="132" y="14"/>
                      </a:lnTo>
                      <a:lnTo>
                        <a:pt x="135" y="16"/>
                      </a:lnTo>
                      <a:lnTo>
                        <a:pt x="137" y="11"/>
                      </a:lnTo>
                      <a:lnTo>
                        <a:pt x="148" y="12"/>
                      </a:lnTo>
                      <a:lnTo>
                        <a:pt x="152" y="18"/>
                      </a:lnTo>
                      <a:lnTo>
                        <a:pt x="154" y="17"/>
                      </a:lnTo>
                      <a:lnTo>
                        <a:pt x="154" y="14"/>
                      </a:lnTo>
                      <a:lnTo>
                        <a:pt x="162" y="14"/>
                      </a:lnTo>
                      <a:lnTo>
                        <a:pt x="168" y="22"/>
                      </a:lnTo>
                      <a:lnTo>
                        <a:pt x="167" y="27"/>
                      </a:lnTo>
                      <a:lnTo>
                        <a:pt x="167" y="28"/>
                      </a:lnTo>
                      <a:lnTo>
                        <a:pt x="173" y="33"/>
                      </a:lnTo>
                      <a:lnTo>
                        <a:pt x="180" y="33"/>
                      </a:lnTo>
                      <a:lnTo>
                        <a:pt x="186" y="28"/>
                      </a:lnTo>
                      <a:lnTo>
                        <a:pt x="199" y="28"/>
                      </a:lnTo>
                      <a:lnTo>
                        <a:pt x="201" y="31"/>
                      </a:lnTo>
                      <a:lnTo>
                        <a:pt x="200" y="35"/>
                      </a:lnTo>
                      <a:lnTo>
                        <a:pt x="200" y="39"/>
                      </a:lnTo>
                      <a:lnTo>
                        <a:pt x="195" y="46"/>
                      </a:lnTo>
                      <a:lnTo>
                        <a:pt x="190" y="57"/>
                      </a:lnTo>
                      <a:lnTo>
                        <a:pt x="188" y="59"/>
                      </a:lnTo>
                      <a:lnTo>
                        <a:pt x="188" y="61"/>
                      </a:lnTo>
                      <a:lnTo>
                        <a:pt x="189" y="63"/>
                      </a:lnTo>
                      <a:lnTo>
                        <a:pt x="185" y="68"/>
                      </a:lnTo>
                      <a:lnTo>
                        <a:pt x="188" y="76"/>
                      </a:lnTo>
                      <a:lnTo>
                        <a:pt x="191" y="76"/>
                      </a:lnTo>
                      <a:lnTo>
                        <a:pt x="194" y="78"/>
                      </a:lnTo>
                      <a:lnTo>
                        <a:pt x="197" y="77"/>
                      </a:lnTo>
                      <a:lnTo>
                        <a:pt x="199" y="79"/>
                      </a:lnTo>
                      <a:lnTo>
                        <a:pt x="200" y="83"/>
                      </a:lnTo>
                      <a:lnTo>
                        <a:pt x="203" y="87"/>
                      </a:lnTo>
                      <a:lnTo>
                        <a:pt x="207" y="87"/>
                      </a:lnTo>
                      <a:lnTo>
                        <a:pt x="207" y="88"/>
                      </a:lnTo>
                      <a:lnTo>
                        <a:pt x="207" y="90"/>
                      </a:lnTo>
                      <a:lnTo>
                        <a:pt x="212" y="93"/>
                      </a:lnTo>
                      <a:lnTo>
                        <a:pt x="215" y="94"/>
                      </a:lnTo>
                      <a:lnTo>
                        <a:pt x="215" y="97"/>
                      </a:lnTo>
                      <a:lnTo>
                        <a:pt x="211" y="102"/>
                      </a:lnTo>
                      <a:lnTo>
                        <a:pt x="202" y="102"/>
                      </a:lnTo>
                      <a:lnTo>
                        <a:pt x="197" y="98"/>
                      </a:lnTo>
                      <a:lnTo>
                        <a:pt x="195" y="98"/>
                      </a:lnTo>
                      <a:lnTo>
                        <a:pt x="194" y="100"/>
                      </a:lnTo>
                      <a:lnTo>
                        <a:pt x="195" y="102"/>
                      </a:lnTo>
                      <a:lnTo>
                        <a:pt x="201" y="109"/>
                      </a:lnTo>
                      <a:lnTo>
                        <a:pt x="207" y="117"/>
                      </a:lnTo>
                      <a:lnTo>
                        <a:pt x="210" y="119"/>
                      </a:lnTo>
                      <a:lnTo>
                        <a:pt x="208" y="126"/>
                      </a:lnTo>
                      <a:lnTo>
                        <a:pt x="207" y="129"/>
                      </a:lnTo>
                      <a:lnTo>
                        <a:pt x="205" y="130"/>
                      </a:lnTo>
                      <a:lnTo>
                        <a:pt x="202" y="129"/>
                      </a:lnTo>
                      <a:lnTo>
                        <a:pt x="200" y="129"/>
                      </a:lnTo>
                      <a:lnTo>
                        <a:pt x="197" y="132"/>
                      </a:lnTo>
                      <a:lnTo>
                        <a:pt x="192" y="135"/>
                      </a:lnTo>
                      <a:lnTo>
                        <a:pt x="189" y="135"/>
                      </a:lnTo>
                      <a:lnTo>
                        <a:pt x="186" y="136"/>
                      </a:lnTo>
                      <a:lnTo>
                        <a:pt x="184" y="136"/>
                      </a:lnTo>
                      <a:lnTo>
                        <a:pt x="183" y="133"/>
                      </a:lnTo>
                      <a:lnTo>
                        <a:pt x="180" y="133"/>
                      </a:lnTo>
                      <a:lnTo>
                        <a:pt x="176" y="137"/>
                      </a:lnTo>
                      <a:lnTo>
                        <a:pt x="178" y="140"/>
                      </a:lnTo>
                      <a:lnTo>
                        <a:pt x="181" y="141"/>
                      </a:lnTo>
                      <a:lnTo>
                        <a:pt x="183" y="146"/>
                      </a:lnTo>
                      <a:lnTo>
                        <a:pt x="184" y="149"/>
                      </a:lnTo>
                      <a:lnTo>
                        <a:pt x="184" y="154"/>
                      </a:lnTo>
                      <a:lnTo>
                        <a:pt x="183" y="157"/>
                      </a:lnTo>
                      <a:lnTo>
                        <a:pt x="180" y="157"/>
                      </a:lnTo>
                      <a:lnTo>
                        <a:pt x="179" y="154"/>
                      </a:lnTo>
                      <a:lnTo>
                        <a:pt x="178" y="149"/>
                      </a:lnTo>
                      <a:lnTo>
                        <a:pt x="175" y="148"/>
                      </a:lnTo>
                      <a:lnTo>
                        <a:pt x="172" y="148"/>
                      </a:lnTo>
                      <a:lnTo>
                        <a:pt x="163" y="156"/>
                      </a:lnTo>
                      <a:lnTo>
                        <a:pt x="162" y="160"/>
                      </a:lnTo>
                      <a:lnTo>
                        <a:pt x="160" y="163"/>
                      </a:lnTo>
                      <a:lnTo>
                        <a:pt x="160" y="170"/>
                      </a:lnTo>
                      <a:lnTo>
                        <a:pt x="158" y="173"/>
                      </a:lnTo>
                      <a:lnTo>
                        <a:pt x="153" y="173"/>
                      </a:lnTo>
                      <a:lnTo>
                        <a:pt x="151" y="175"/>
                      </a:lnTo>
                      <a:lnTo>
                        <a:pt x="151" y="184"/>
                      </a:lnTo>
                      <a:lnTo>
                        <a:pt x="149" y="185"/>
                      </a:lnTo>
                      <a:lnTo>
                        <a:pt x="149" y="189"/>
                      </a:lnTo>
                      <a:lnTo>
                        <a:pt x="152" y="194"/>
                      </a:lnTo>
                      <a:lnTo>
                        <a:pt x="154" y="196"/>
                      </a:lnTo>
                      <a:lnTo>
                        <a:pt x="154" y="201"/>
                      </a:lnTo>
                      <a:lnTo>
                        <a:pt x="149" y="208"/>
                      </a:lnTo>
                      <a:lnTo>
                        <a:pt x="149" y="21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94" name="Google Shape;2394;p5">
                  <a:extLst>
                    <a:ext uri="{FF2B5EF4-FFF2-40B4-BE49-F238E27FC236}">
                      <a16:creationId xmlns:a16="http://schemas.microsoft.com/office/drawing/2014/main" id="{8D30A680-7ACC-DD31-8D5F-AE5665C8C9FC}"/>
                    </a:ext>
                  </a:extLst>
                </p:cNvPr>
                <p:cNvSpPr/>
                <p:nvPr/>
              </p:nvSpPr>
              <p:spPr>
                <a:xfrm>
                  <a:off x="2703" y="1965"/>
                  <a:ext cx="15" cy="8"/>
                </a:xfrm>
                <a:custGeom>
                  <a:avLst/>
                  <a:gdLst/>
                  <a:ahLst/>
                  <a:cxnLst/>
                  <a:rect l="l" t="t" r="r" b="b"/>
                  <a:pathLst>
                    <a:path w="75" h="42" extrusionOk="0">
                      <a:moveTo>
                        <a:pt x="75" y="42"/>
                      </a:moveTo>
                      <a:lnTo>
                        <a:pt x="45" y="20"/>
                      </a:lnTo>
                      <a:lnTo>
                        <a:pt x="29" y="17"/>
                      </a:lnTo>
                      <a:lnTo>
                        <a:pt x="13" y="7"/>
                      </a:lnTo>
                      <a:lnTo>
                        <a:pt x="0" y="5"/>
                      </a:lnTo>
                      <a:lnTo>
                        <a:pt x="4" y="0"/>
                      </a:lnTo>
                      <a:lnTo>
                        <a:pt x="15" y="2"/>
                      </a:lnTo>
                      <a:lnTo>
                        <a:pt x="20" y="10"/>
                      </a:lnTo>
                      <a:lnTo>
                        <a:pt x="25" y="10"/>
                      </a:lnTo>
                      <a:lnTo>
                        <a:pt x="32" y="5"/>
                      </a:lnTo>
                      <a:lnTo>
                        <a:pt x="40" y="6"/>
                      </a:lnTo>
                      <a:lnTo>
                        <a:pt x="40" y="11"/>
                      </a:lnTo>
                      <a:lnTo>
                        <a:pt x="48" y="17"/>
                      </a:lnTo>
                      <a:lnTo>
                        <a:pt x="55" y="18"/>
                      </a:lnTo>
                      <a:lnTo>
                        <a:pt x="63" y="28"/>
                      </a:lnTo>
                      <a:lnTo>
                        <a:pt x="72" y="29"/>
                      </a:lnTo>
                      <a:lnTo>
                        <a:pt x="71" y="34"/>
                      </a:lnTo>
                      <a:lnTo>
                        <a:pt x="75" y="34"/>
                      </a:lnTo>
                      <a:lnTo>
                        <a:pt x="75" y="4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395" name="Google Shape;2395;p5">
                <a:extLst>
                  <a:ext uri="{FF2B5EF4-FFF2-40B4-BE49-F238E27FC236}">
                    <a16:creationId xmlns:a16="http://schemas.microsoft.com/office/drawing/2014/main" id="{F2A19573-0832-0F0F-FA74-E6EB23C3C2E9}"/>
                  </a:ext>
                </a:extLst>
              </p:cNvPr>
              <p:cNvSpPr/>
              <p:nvPr/>
            </p:nvSpPr>
            <p:spPr>
              <a:xfrm>
                <a:off x="5128419" y="2973735"/>
                <a:ext cx="39688" cy="41275"/>
              </a:xfrm>
              <a:custGeom>
                <a:avLst/>
                <a:gdLst/>
                <a:ahLst/>
                <a:cxnLst/>
                <a:rect l="l" t="t" r="r" b="b"/>
                <a:pathLst>
                  <a:path w="128" h="131" extrusionOk="0">
                    <a:moveTo>
                      <a:pt x="49" y="0"/>
                    </a:moveTo>
                    <a:lnTo>
                      <a:pt x="35" y="2"/>
                    </a:lnTo>
                    <a:lnTo>
                      <a:pt x="21" y="12"/>
                    </a:lnTo>
                    <a:lnTo>
                      <a:pt x="13" y="8"/>
                    </a:lnTo>
                    <a:lnTo>
                      <a:pt x="2" y="28"/>
                    </a:lnTo>
                    <a:lnTo>
                      <a:pt x="0" y="37"/>
                    </a:lnTo>
                    <a:lnTo>
                      <a:pt x="6" y="50"/>
                    </a:lnTo>
                    <a:lnTo>
                      <a:pt x="21" y="58"/>
                    </a:lnTo>
                    <a:lnTo>
                      <a:pt x="28" y="70"/>
                    </a:lnTo>
                    <a:lnTo>
                      <a:pt x="23" y="86"/>
                    </a:lnTo>
                    <a:lnTo>
                      <a:pt x="26" y="99"/>
                    </a:lnTo>
                    <a:lnTo>
                      <a:pt x="32" y="106"/>
                    </a:lnTo>
                    <a:lnTo>
                      <a:pt x="39" y="108"/>
                    </a:lnTo>
                    <a:lnTo>
                      <a:pt x="42" y="98"/>
                    </a:lnTo>
                    <a:lnTo>
                      <a:pt x="49" y="90"/>
                    </a:lnTo>
                    <a:lnTo>
                      <a:pt x="53" y="96"/>
                    </a:lnTo>
                    <a:lnTo>
                      <a:pt x="60" y="103"/>
                    </a:lnTo>
                    <a:lnTo>
                      <a:pt x="65" y="119"/>
                    </a:lnTo>
                    <a:lnTo>
                      <a:pt x="66" y="130"/>
                    </a:lnTo>
                    <a:lnTo>
                      <a:pt x="71" y="131"/>
                    </a:lnTo>
                    <a:lnTo>
                      <a:pt x="76" y="110"/>
                    </a:lnTo>
                    <a:lnTo>
                      <a:pt x="85" y="107"/>
                    </a:lnTo>
                    <a:lnTo>
                      <a:pt x="91" y="117"/>
                    </a:lnTo>
                    <a:lnTo>
                      <a:pt x="98" y="124"/>
                    </a:lnTo>
                    <a:lnTo>
                      <a:pt x="107" y="129"/>
                    </a:lnTo>
                    <a:lnTo>
                      <a:pt x="105" y="107"/>
                    </a:lnTo>
                    <a:lnTo>
                      <a:pt x="98" y="77"/>
                    </a:lnTo>
                    <a:lnTo>
                      <a:pt x="91" y="66"/>
                    </a:lnTo>
                    <a:lnTo>
                      <a:pt x="88" y="54"/>
                    </a:lnTo>
                    <a:lnTo>
                      <a:pt x="105" y="66"/>
                    </a:lnTo>
                    <a:lnTo>
                      <a:pt x="108" y="71"/>
                    </a:lnTo>
                    <a:lnTo>
                      <a:pt x="113" y="71"/>
                    </a:lnTo>
                    <a:lnTo>
                      <a:pt x="119" y="65"/>
                    </a:lnTo>
                    <a:lnTo>
                      <a:pt x="128" y="64"/>
                    </a:lnTo>
                    <a:lnTo>
                      <a:pt x="126" y="56"/>
                    </a:lnTo>
                    <a:lnTo>
                      <a:pt x="114" y="48"/>
                    </a:lnTo>
                    <a:lnTo>
                      <a:pt x="107" y="33"/>
                    </a:lnTo>
                    <a:lnTo>
                      <a:pt x="107" y="26"/>
                    </a:lnTo>
                    <a:lnTo>
                      <a:pt x="98" y="21"/>
                    </a:lnTo>
                    <a:lnTo>
                      <a:pt x="74" y="12"/>
                    </a:lnTo>
                    <a:lnTo>
                      <a:pt x="61" y="8"/>
                    </a:lnTo>
                    <a:lnTo>
                      <a:pt x="55" y="8"/>
                    </a:lnTo>
                    <a:lnTo>
                      <a:pt x="49"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96" name="Google Shape;2396;p5">
                <a:extLst>
                  <a:ext uri="{FF2B5EF4-FFF2-40B4-BE49-F238E27FC236}">
                    <a16:creationId xmlns:a16="http://schemas.microsoft.com/office/drawing/2014/main" id="{07D81BC1-4DDD-264B-AB0B-6B45856A3C18}"/>
                  </a:ext>
                </a:extLst>
              </p:cNvPr>
              <p:cNvSpPr/>
              <p:nvPr/>
            </p:nvSpPr>
            <p:spPr>
              <a:xfrm>
                <a:off x="5110956" y="2894360"/>
                <a:ext cx="111125" cy="93663"/>
              </a:xfrm>
              <a:custGeom>
                <a:avLst/>
                <a:gdLst/>
                <a:ahLst/>
                <a:cxnLst/>
                <a:rect l="l" t="t" r="r" b="b"/>
                <a:pathLst>
                  <a:path w="352" h="293" extrusionOk="0">
                    <a:moveTo>
                      <a:pt x="324" y="78"/>
                    </a:moveTo>
                    <a:lnTo>
                      <a:pt x="314" y="70"/>
                    </a:lnTo>
                    <a:lnTo>
                      <a:pt x="268" y="57"/>
                    </a:lnTo>
                    <a:lnTo>
                      <a:pt x="258" y="65"/>
                    </a:lnTo>
                    <a:lnTo>
                      <a:pt x="253" y="66"/>
                    </a:lnTo>
                    <a:lnTo>
                      <a:pt x="245" y="66"/>
                    </a:lnTo>
                    <a:lnTo>
                      <a:pt x="234" y="62"/>
                    </a:lnTo>
                    <a:lnTo>
                      <a:pt x="223" y="73"/>
                    </a:lnTo>
                    <a:lnTo>
                      <a:pt x="207" y="76"/>
                    </a:lnTo>
                    <a:lnTo>
                      <a:pt x="193" y="86"/>
                    </a:lnTo>
                    <a:lnTo>
                      <a:pt x="201" y="94"/>
                    </a:lnTo>
                    <a:lnTo>
                      <a:pt x="216" y="100"/>
                    </a:lnTo>
                    <a:lnTo>
                      <a:pt x="225" y="110"/>
                    </a:lnTo>
                    <a:lnTo>
                      <a:pt x="227" y="116"/>
                    </a:lnTo>
                    <a:lnTo>
                      <a:pt x="217" y="106"/>
                    </a:lnTo>
                    <a:lnTo>
                      <a:pt x="201" y="103"/>
                    </a:lnTo>
                    <a:lnTo>
                      <a:pt x="196" y="113"/>
                    </a:lnTo>
                    <a:lnTo>
                      <a:pt x="207" y="120"/>
                    </a:lnTo>
                    <a:lnTo>
                      <a:pt x="209" y="133"/>
                    </a:lnTo>
                    <a:lnTo>
                      <a:pt x="201" y="125"/>
                    </a:lnTo>
                    <a:lnTo>
                      <a:pt x="195" y="115"/>
                    </a:lnTo>
                    <a:lnTo>
                      <a:pt x="185" y="111"/>
                    </a:lnTo>
                    <a:lnTo>
                      <a:pt x="182" y="113"/>
                    </a:lnTo>
                    <a:lnTo>
                      <a:pt x="184" y="124"/>
                    </a:lnTo>
                    <a:lnTo>
                      <a:pt x="193" y="131"/>
                    </a:lnTo>
                    <a:lnTo>
                      <a:pt x="188" y="135"/>
                    </a:lnTo>
                    <a:lnTo>
                      <a:pt x="177" y="125"/>
                    </a:lnTo>
                    <a:lnTo>
                      <a:pt x="172" y="111"/>
                    </a:lnTo>
                    <a:lnTo>
                      <a:pt x="148" y="97"/>
                    </a:lnTo>
                    <a:lnTo>
                      <a:pt x="148" y="93"/>
                    </a:lnTo>
                    <a:lnTo>
                      <a:pt x="151" y="86"/>
                    </a:lnTo>
                    <a:lnTo>
                      <a:pt x="137" y="90"/>
                    </a:lnTo>
                    <a:lnTo>
                      <a:pt x="135" y="105"/>
                    </a:lnTo>
                    <a:lnTo>
                      <a:pt x="135" y="120"/>
                    </a:lnTo>
                    <a:lnTo>
                      <a:pt x="136" y="132"/>
                    </a:lnTo>
                    <a:lnTo>
                      <a:pt x="144" y="140"/>
                    </a:lnTo>
                    <a:lnTo>
                      <a:pt x="147" y="154"/>
                    </a:lnTo>
                    <a:lnTo>
                      <a:pt x="164" y="172"/>
                    </a:lnTo>
                    <a:lnTo>
                      <a:pt x="169" y="181"/>
                    </a:lnTo>
                    <a:lnTo>
                      <a:pt x="172" y="190"/>
                    </a:lnTo>
                    <a:lnTo>
                      <a:pt x="167" y="192"/>
                    </a:lnTo>
                    <a:lnTo>
                      <a:pt x="163" y="191"/>
                    </a:lnTo>
                    <a:lnTo>
                      <a:pt x="164" y="185"/>
                    </a:lnTo>
                    <a:lnTo>
                      <a:pt x="161" y="179"/>
                    </a:lnTo>
                    <a:lnTo>
                      <a:pt x="151" y="178"/>
                    </a:lnTo>
                    <a:lnTo>
                      <a:pt x="150" y="186"/>
                    </a:lnTo>
                    <a:lnTo>
                      <a:pt x="155" y="200"/>
                    </a:lnTo>
                    <a:lnTo>
                      <a:pt x="151" y="203"/>
                    </a:lnTo>
                    <a:lnTo>
                      <a:pt x="147" y="203"/>
                    </a:lnTo>
                    <a:lnTo>
                      <a:pt x="141" y="203"/>
                    </a:lnTo>
                    <a:lnTo>
                      <a:pt x="131" y="206"/>
                    </a:lnTo>
                    <a:lnTo>
                      <a:pt x="135" y="212"/>
                    </a:lnTo>
                    <a:lnTo>
                      <a:pt x="147" y="217"/>
                    </a:lnTo>
                    <a:lnTo>
                      <a:pt x="156" y="219"/>
                    </a:lnTo>
                    <a:lnTo>
                      <a:pt x="163" y="224"/>
                    </a:lnTo>
                    <a:lnTo>
                      <a:pt x="172" y="224"/>
                    </a:lnTo>
                    <a:lnTo>
                      <a:pt x="177" y="237"/>
                    </a:lnTo>
                    <a:lnTo>
                      <a:pt x="184" y="237"/>
                    </a:lnTo>
                    <a:lnTo>
                      <a:pt x="190" y="244"/>
                    </a:lnTo>
                    <a:lnTo>
                      <a:pt x="199" y="250"/>
                    </a:lnTo>
                    <a:lnTo>
                      <a:pt x="204" y="250"/>
                    </a:lnTo>
                    <a:lnTo>
                      <a:pt x="211" y="255"/>
                    </a:lnTo>
                    <a:lnTo>
                      <a:pt x="212" y="293"/>
                    </a:lnTo>
                    <a:lnTo>
                      <a:pt x="199" y="285"/>
                    </a:lnTo>
                    <a:lnTo>
                      <a:pt x="189" y="272"/>
                    </a:lnTo>
                    <a:lnTo>
                      <a:pt x="175" y="275"/>
                    </a:lnTo>
                    <a:lnTo>
                      <a:pt x="161" y="275"/>
                    </a:lnTo>
                    <a:lnTo>
                      <a:pt x="152" y="270"/>
                    </a:lnTo>
                    <a:lnTo>
                      <a:pt x="162" y="266"/>
                    </a:lnTo>
                    <a:lnTo>
                      <a:pt x="164" y="259"/>
                    </a:lnTo>
                    <a:lnTo>
                      <a:pt x="152" y="256"/>
                    </a:lnTo>
                    <a:lnTo>
                      <a:pt x="139" y="243"/>
                    </a:lnTo>
                    <a:lnTo>
                      <a:pt x="132" y="249"/>
                    </a:lnTo>
                    <a:lnTo>
                      <a:pt x="123" y="245"/>
                    </a:lnTo>
                    <a:lnTo>
                      <a:pt x="110" y="248"/>
                    </a:lnTo>
                    <a:lnTo>
                      <a:pt x="98" y="245"/>
                    </a:lnTo>
                    <a:lnTo>
                      <a:pt x="81" y="248"/>
                    </a:lnTo>
                    <a:lnTo>
                      <a:pt x="67" y="242"/>
                    </a:lnTo>
                    <a:lnTo>
                      <a:pt x="64" y="242"/>
                    </a:lnTo>
                    <a:lnTo>
                      <a:pt x="61" y="245"/>
                    </a:lnTo>
                    <a:lnTo>
                      <a:pt x="55" y="248"/>
                    </a:lnTo>
                    <a:lnTo>
                      <a:pt x="51" y="240"/>
                    </a:lnTo>
                    <a:lnTo>
                      <a:pt x="45" y="228"/>
                    </a:lnTo>
                    <a:lnTo>
                      <a:pt x="33" y="208"/>
                    </a:lnTo>
                    <a:lnTo>
                      <a:pt x="43" y="210"/>
                    </a:lnTo>
                    <a:lnTo>
                      <a:pt x="53" y="208"/>
                    </a:lnTo>
                    <a:lnTo>
                      <a:pt x="49" y="200"/>
                    </a:lnTo>
                    <a:lnTo>
                      <a:pt x="35" y="194"/>
                    </a:lnTo>
                    <a:lnTo>
                      <a:pt x="33" y="203"/>
                    </a:lnTo>
                    <a:lnTo>
                      <a:pt x="17" y="178"/>
                    </a:lnTo>
                    <a:lnTo>
                      <a:pt x="7" y="170"/>
                    </a:lnTo>
                    <a:lnTo>
                      <a:pt x="3" y="154"/>
                    </a:lnTo>
                    <a:lnTo>
                      <a:pt x="1" y="152"/>
                    </a:lnTo>
                    <a:lnTo>
                      <a:pt x="0" y="152"/>
                    </a:lnTo>
                    <a:lnTo>
                      <a:pt x="1" y="152"/>
                    </a:lnTo>
                    <a:lnTo>
                      <a:pt x="10" y="146"/>
                    </a:lnTo>
                    <a:lnTo>
                      <a:pt x="15" y="140"/>
                    </a:lnTo>
                    <a:lnTo>
                      <a:pt x="17" y="127"/>
                    </a:lnTo>
                    <a:lnTo>
                      <a:pt x="27" y="120"/>
                    </a:lnTo>
                    <a:lnTo>
                      <a:pt x="35" y="103"/>
                    </a:lnTo>
                    <a:lnTo>
                      <a:pt x="49" y="92"/>
                    </a:lnTo>
                    <a:lnTo>
                      <a:pt x="49" y="77"/>
                    </a:lnTo>
                    <a:lnTo>
                      <a:pt x="46" y="67"/>
                    </a:lnTo>
                    <a:lnTo>
                      <a:pt x="82" y="62"/>
                    </a:lnTo>
                    <a:lnTo>
                      <a:pt x="93" y="52"/>
                    </a:lnTo>
                    <a:lnTo>
                      <a:pt x="112" y="45"/>
                    </a:lnTo>
                    <a:lnTo>
                      <a:pt x="132" y="45"/>
                    </a:lnTo>
                    <a:lnTo>
                      <a:pt x="147" y="31"/>
                    </a:lnTo>
                    <a:lnTo>
                      <a:pt x="153" y="29"/>
                    </a:lnTo>
                    <a:lnTo>
                      <a:pt x="166" y="29"/>
                    </a:lnTo>
                    <a:lnTo>
                      <a:pt x="183" y="25"/>
                    </a:lnTo>
                    <a:lnTo>
                      <a:pt x="205" y="25"/>
                    </a:lnTo>
                    <a:lnTo>
                      <a:pt x="236" y="16"/>
                    </a:lnTo>
                    <a:lnTo>
                      <a:pt x="248" y="16"/>
                    </a:lnTo>
                    <a:lnTo>
                      <a:pt x="258" y="24"/>
                    </a:lnTo>
                    <a:lnTo>
                      <a:pt x="293" y="36"/>
                    </a:lnTo>
                    <a:lnTo>
                      <a:pt x="313" y="33"/>
                    </a:lnTo>
                    <a:lnTo>
                      <a:pt x="327" y="20"/>
                    </a:lnTo>
                    <a:lnTo>
                      <a:pt x="329" y="1"/>
                    </a:lnTo>
                    <a:lnTo>
                      <a:pt x="340" y="0"/>
                    </a:lnTo>
                    <a:lnTo>
                      <a:pt x="343" y="6"/>
                    </a:lnTo>
                    <a:lnTo>
                      <a:pt x="352" y="13"/>
                    </a:lnTo>
                    <a:lnTo>
                      <a:pt x="351" y="24"/>
                    </a:lnTo>
                    <a:lnTo>
                      <a:pt x="340" y="33"/>
                    </a:lnTo>
                    <a:lnTo>
                      <a:pt x="338" y="49"/>
                    </a:lnTo>
                    <a:lnTo>
                      <a:pt x="334" y="63"/>
                    </a:lnTo>
                    <a:lnTo>
                      <a:pt x="324" y="7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97" name="Google Shape;2397;p5">
                <a:extLst>
                  <a:ext uri="{FF2B5EF4-FFF2-40B4-BE49-F238E27FC236}">
                    <a16:creationId xmlns:a16="http://schemas.microsoft.com/office/drawing/2014/main" id="{495EB08B-94D6-49B9-BAF0-8EB14463D21C}"/>
                  </a:ext>
                </a:extLst>
              </p:cNvPr>
              <p:cNvSpPr/>
              <p:nvPr/>
            </p:nvSpPr>
            <p:spPr>
              <a:xfrm>
                <a:off x="5039519" y="2727672"/>
                <a:ext cx="117475" cy="69850"/>
              </a:xfrm>
              <a:custGeom>
                <a:avLst/>
                <a:gdLst/>
                <a:ahLst/>
                <a:cxnLst/>
                <a:rect l="l" t="t" r="r" b="b"/>
                <a:pathLst>
                  <a:path w="369" h="223" extrusionOk="0">
                    <a:moveTo>
                      <a:pt x="58" y="39"/>
                    </a:moveTo>
                    <a:lnTo>
                      <a:pt x="71" y="47"/>
                    </a:lnTo>
                    <a:lnTo>
                      <a:pt x="95" y="65"/>
                    </a:lnTo>
                    <a:lnTo>
                      <a:pt x="128" y="64"/>
                    </a:lnTo>
                    <a:lnTo>
                      <a:pt x="134" y="64"/>
                    </a:lnTo>
                    <a:lnTo>
                      <a:pt x="147" y="44"/>
                    </a:lnTo>
                    <a:lnTo>
                      <a:pt x="178" y="35"/>
                    </a:lnTo>
                    <a:lnTo>
                      <a:pt x="194" y="26"/>
                    </a:lnTo>
                    <a:lnTo>
                      <a:pt x="211" y="32"/>
                    </a:lnTo>
                    <a:lnTo>
                      <a:pt x="225" y="24"/>
                    </a:lnTo>
                    <a:lnTo>
                      <a:pt x="235" y="22"/>
                    </a:lnTo>
                    <a:lnTo>
                      <a:pt x="240" y="10"/>
                    </a:lnTo>
                    <a:lnTo>
                      <a:pt x="255" y="1"/>
                    </a:lnTo>
                    <a:lnTo>
                      <a:pt x="273" y="2"/>
                    </a:lnTo>
                    <a:lnTo>
                      <a:pt x="285" y="0"/>
                    </a:lnTo>
                    <a:lnTo>
                      <a:pt x="300" y="5"/>
                    </a:lnTo>
                    <a:lnTo>
                      <a:pt x="317" y="15"/>
                    </a:lnTo>
                    <a:lnTo>
                      <a:pt x="329" y="12"/>
                    </a:lnTo>
                    <a:lnTo>
                      <a:pt x="344" y="19"/>
                    </a:lnTo>
                    <a:lnTo>
                      <a:pt x="356" y="29"/>
                    </a:lnTo>
                    <a:lnTo>
                      <a:pt x="365" y="38"/>
                    </a:lnTo>
                    <a:lnTo>
                      <a:pt x="369" y="48"/>
                    </a:lnTo>
                    <a:lnTo>
                      <a:pt x="365" y="55"/>
                    </a:lnTo>
                    <a:lnTo>
                      <a:pt x="357" y="62"/>
                    </a:lnTo>
                    <a:lnTo>
                      <a:pt x="350" y="62"/>
                    </a:lnTo>
                    <a:lnTo>
                      <a:pt x="335" y="69"/>
                    </a:lnTo>
                    <a:lnTo>
                      <a:pt x="326" y="78"/>
                    </a:lnTo>
                    <a:lnTo>
                      <a:pt x="324" y="86"/>
                    </a:lnTo>
                    <a:lnTo>
                      <a:pt x="318" y="97"/>
                    </a:lnTo>
                    <a:lnTo>
                      <a:pt x="316" y="108"/>
                    </a:lnTo>
                    <a:lnTo>
                      <a:pt x="303" y="121"/>
                    </a:lnTo>
                    <a:lnTo>
                      <a:pt x="298" y="135"/>
                    </a:lnTo>
                    <a:lnTo>
                      <a:pt x="291" y="151"/>
                    </a:lnTo>
                    <a:lnTo>
                      <a:pt x="284" y="161"/>
                    </a:lnTo>
                    <a:lnTo>
                      <a:pt x="276" y="178"/>
                    </a:lnTo>
                    <a:lnTo>
                      <a:pt x="260" y="185"/>
                    </a:lnTo>
                    <a:lnTo>
                      <a:pt x="228" y="195"/>
                    </a:lnTo>
                    <a:lnTo>
                      <a:pt x="225" y="195"/>
                    </a:lnTo>
                    <a:lnTo>
                      <a:pt x="221" y="188"/>
                    </a:lnTo>
                    <a:lnTo>
                      <a:pt x="209" y="193"/>
                    </a:lnTo>
                    <a:lnTo>
                      <a:pt x="197" y="193"/>
                    </a:lnTo>
                    <a:lnTo>
                      <a:pt x="181" y="204"/>
                    </a:lnTo>
                    <a:lnTo>
                      <a:pt x="166" y="204"/>
                    </a:lnTo>
                    <a:lnTo>
                      <a:pt x="160" y="209"/>
                    </a:lnTo>
                    <a:lnTo>
                      <a:pt x="145" y="210"/>
                    </a:lnTo>
                    <a:lnTo>
                      <a:pt x="133" y="218"/>
                    </a:lnTo>
                    <a:lnTo>
                      <a:pt x="119" y="222"/>
                    </a:lnTo>
                    <a:lnTo>
                      <a:pt x="102" y="223"/>
                    </a:lnTo>
                    <a:lnTo>
                      <a:pt x="87" y="214"/>
                    </a:lnTo>
                    <a:lnTo>
                      <a:pt x="76" y="210"/>
                    </a:lnTo>
                    <a:lnTo>
                      <a:pt x="65" y="195"/>
                    </a:lnTo>
                    <a:lnTo>
                      <a:pt x="50" y="188"/>
                    </a:lnTo>
                    <a:lnTo>
                      <a:pt x="41" y="172"/>
                    </a:lnTo>
                    <a:lnTo>
                      <a:pt x="28" y="167"/>
                    </a:lnTo>
                    <a:lnTo>
                      <a:pt x="20" y="153"/>
                    </a:lnTo>
                    <a:lnTo>
                      <a:pt x="15" y="140"/>
                    </a:lnTo>
                    <a:lnTo>
                      <a:pt x="7" y="136"/>
                    </a:lnTo>
                    <a:lnTo>
                      <a:pt x="0" y="136"/>
                    </a:lnTo>
                    <a:lnTo>
                      <a:pt x="10" y="125"/>
                    </a:lnTo>
                    <a:lnTo>
                      <a:pt x="21" y="123"/>
                    </a:lnTo>
                    <a:lnTo>
                      <a:pt x="20" y="112"/>
                    </a:lnTo>
                    <a:lnTo>
                      <a:pt x="20" y="102"/>
                    </a:lnTo>
                    <a:lnTo>
                      <a:pt x="28" y="83"/>
                    </a:lnTo>
                    <a:lnTo>
                      <a:pt x="22" y="75"/>
                    </a:lnTo>
                    <a:lnTo>
                      <a:pt x="26" y="67"/>
                    </a:lnTo>
                    <a:lnTo>
                      <a:pt x="53" y="67"/>
                    </a:lnTo>
                    <a:lnTo>
                      <a:pt x="58" y="59"/>
                    </a:lnTo>
                    <a:lnTo>
                      <a:pt x="58" y="3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98" name="Google Shape;2398;p5">
                <a:extLst>
                  <a:ext uri="{FF2B5EF4-FFF2-40B4-BE49-F238E27FC236}">
                    <a16:creationId xmlns:a16="http://schemas.microsoft.com/office/drawing/2014/main" id="{55C77A58-6253-93B3-0DE3-FE237132626B}"/>
                  </a:ext>
                </a:extLst>
              </p:cNvPr>
              <p:cNvSpPr/>
              <p:nvPr/>
            </p:nvSpPr>
            <p:spPr>
              <a:xfrm>
                <a:off x="5004594" y="2549872"/>
                <a:ext cx="173038" cy="163513"/>
              </a:xfrm>
              <a:custGeom>
                <a:avLst/>
                <a:gdLst/>
                <a:ahLst/>
                <a:cxnLst/>
                <a:rect l="l" t="t" r="r" b="b"/>
                <a:pathLst>
                  <a:path w="545" h="511" extrusionOk="0">
                    <a:moveTo>
                      <a:pt x="513" y="298"/>
                    </a:moveTo>
                    <a:lnTo>
                      <a:pt x="520" y="311"/>
                    </a:lnTo>
                    <a:lnTo>
                      <a:pt x="521" y="323"/>
                    </a:lnTo>
                    <a:lnTo>
                      <a:pt x="528" y="342"/>
                    </a:lnTo>
                    <a:lnTo>
                      <a:pt x="529" y="346"/>
                    </a:lnTo>
                    <a:lnTo>
                      <a:pt x="540" y="357"/>
                    </a:lnTo>
                    <a:lnTo>
                      <a:pt x="539" y="368"/>
                    </a:lnTo>
                    <a:lnTo>
                      <a:pt x="545" y="382"/>
                    </a:lnTo>
                    <a:lnTo>
                      <a:pt x="540" y="397"/>
                    </a:lnTo>
                    <a:lnTo>
                      <a:pt x="522" y="412"/>
                    </a:lnTo>
                    <a:lnTo>
                      <a:pt x="502" y="425"/>
                    </a:lnTo>
                    <a:lnTo>
                      <a:pt x="488" y="444"/>
                    </a:lnTo>
                    <a:lnTo>
                      <a:pt x="470" y="482"/>
                    </a:lnTo>
                    <a:lnTo>
                      <a:pt x="468" y="497"/>
                    </a:lnTo>
                    <a:lnTo>
                      <a:pt x="470" y="509"/>
                    </a:lnTo>
                    <a:lnTo>
                      <a:pt x="461" y="511"/>
                    </a:lnTo>
                    <a:lnTo>
                      <a:pt x="456" y="510"/>
                    </a:lnTo>
                    <a:lnTo>
                      <a:pt x="446" y="506"/>
                    </a:lnTo>
                    <a:lnTo>
                      <a:pt x="435" y="498"/>
                    </a:lnTo>
                    <a:lnTo>
                      <a:pt x="426" y="491"/>
                    </a:lnTo>
                    <a:lnTo>
                      <a:pt x="416" y="483"/>
                    </a:lnTo>
                    <a:lnTo>
                      <a:pt x="403" y="482"/>
                    </a:lnTo>
                    <a:lnTo>
                      <a:pt x="391" y="483"/>
                    </a:lnTo>
                    <a:lnTo>
                      <a:pt x="379" y="488"/>
                    </a:lnTo>
                    <a:lnTo>
                      <a:pt x="372" y="494"/>
                    </a:lnTo>
                    <a:lnTo>
                      <a:pt x="362" y="487"/>
                    </a:lnTo>
                    <a:lnTo>
                      <a:pt x="343" y="487"/>
                    </a:lnTo>
                    <a:lnTo>
                      <a:pt x="334" y="495"/>
                    </a:lnTo>
                    <a:lnTo>
                      <a:pt x="324" y="500"/>
                    </a:lnTo>
                    <a:lnTo>
                      <a:pt x="317" y="498"/>
                    </a:lnTo>
                    <a:lnTo>
                      <a:pt x="309" y="489"/>
                    </a:lnTo>
                    <a:lnTo>
                      <a:pt x="300" y="479"/>
                    </a:lnTo>
                    <a:lnTo>
                      <a:pt x="291" y="473"/>
                    </a:lnTo>
                    <a:lnTo>
                      <a:pt x="281" y="478"/>
                    </a:lnTo>
                    <a:lnTo>
                      <a:pt x="270" y="481"/>
                    </a:lnTo>
                    <a:lnTo>
                      <a:pt x="259" y="475"/>
                    </a:lnTo>
                    <a:lnTo>
                      <a:pt x="241" y="466"/>
                    </a:lnTo>
                    <a:lnTo>
                      <a:pt x="221" y="438"/>
                    </a:lnTo>
                    <a:lnTo>
                      <a:pt x="212" y="433"/>
                    </a:lnTo>
                    <a:lnTo>
                      <a:pt x="207" y="435"/>
                    </a:lnTo>
                    <a:lnTo>
                      <a:pt x="198" y="428"/>
                    </a:lnTo>
                    <a:lnTo>
                      <a:pt x="198" y="412"/>
                    </a:lnTo>
                    <a:lnTo>
                      <a:pt x="178" y="409"/>
                    </a:lnTo>
                    <a:lnTo>
                      <a:pt x="153" y="401"/>
                    </a:lnTo>
                    <a:lnTo>
                      <a:pt x="152" y="407"/>
                    </a:lnTo>
                    <a:lnTo>
                      <a:pt x="155" y="413"/>
                    </a:lnTo>
                    <a:lnTo>
                      <a:pt x="144" y="421"/>
                    </a:lnTo>
                    <a:lnTo>
                      <a:pt x="136" y="418"/>
                    </a:lnTo>
                    <a:lnTo>
                      <a:pt x="117" y="400"/>
                    </a:lnTo>
                    <a:lnTo>
                      <a:pt x="121" y="389"/>
                    </a:lnTo>
                    <a:lnTo>
                      <a:pt x="121" y="386"/>
                    </a:lnTo>
                    <a:lnTo>
                      <a:pt x="120" y="384"/>
                    </a:lnTo>
                    <a:lnTo>
                      <a:pt x="109" y="382"/>
                    </a:lnTo>
                    <a:lnTo>
                      <a:pt x="99" y="370"/>
                    </a:lnTo>
                    <a:lnTo>
                      <a:pt x="79" y="365"/>
                    </a:lnTo>
                    <a:lnTo>
                      <a:pt x="71" y="366"/>
                    </a:lnTo>
                    <a:lnTo>
                      <a:pt x="65" y="357"/>
                    </a:lnTo>
                    <a:lnTo>
                      <a:pt x="55" y="352"/>
                    </a:lnTo>
                    <a:lnTo>
                      <a:pt x="40" y="366"/>
                    </a:lnTo>
                    <a:lnTo>
                      <a:pt x="34" y="363"/>
                    </a:lnTo>
                    <a:lnTo>
                      <a:pt x="38" y="354"/>
                    </a:lnTo>
                    <a:lnTo>
                      <a:pt x="42" y="337"/>
                    </a:lnTo>
                    <a:lnTo>
                      <a:pt x="43" y="316"/>
                    </a:lnTo>
                    <a:lnTo>
                      <a:pt x="42" y="312"/>
                    </a:lnTo>
                    <a:lnTo>
                      <a:pt x="26" y="293"/>
                    </a:lnTo>
                    <a:lnTo>
                      <a:pt x="23" y="269"/>
                    </a:lnTo>
                    <a:lnTo>
                      <a:pt x="23" y="258"/>
                    </a:lnTo>
                    <a:lnTo>
                      <a:pt x="22" y="242"/>
                    </a:lnTo>
                    <a:lnTo>
                      <a:pt x="20" y="233"/>
                    </a:lnTo>
                    <a:lnTo>
                      <a:pt x="17" y="209"/>
                    </a:lnTo>
                    <a:lnTo>
                      <a:pt x="16" y="201"/>
                    </a:lnTo>
                    <a:lnTo>
                      <a:pt x="1" y="190"/>
                    </a:lnTo>
                    <a:lnTo>
                      <a:pt x="0" y="182"/>
                    </a:lnTo>
                    <a:lnTo>
                      <a:pt x="5" y="170"/>
                    </a:lnTo>
                    <a:lnTo>
                      <a:pt x="11" y="158"/>
                    </a:lnTo>
                    <a:lnTo>
                      <a:pt x="12" y="145"/>
                    </a:lnTo>
                    <a:lnTo>
                      <a:pt x="12" y="128"/>
                    </a:lnTo>
                    <a:lnTo>
                      <a:pt x="4" y="111"/>
                    </a:lnTo>
                    <a:lnTo>
                      <a:pt x="1" y="102"/>
                    </a:lnTo>
                    <a:lnTo>
                      <a:pt x="18" y="110"/>
                    </a:lnTo>
                    <a:lnTo>
                      <a:pt x="21" y="105"/>
                    </a:lnTo>
                    <a:lnTo>
                      <a:pt x="21" y="96"/>
                    </a:lnTo>
                    <a:lnTo>
                      <a:pt x="7" y="93"/>
                    </a:lnTo>
                    <a:lnTo>
                      <a:pt x="16" y="86"/>
                    </a:lnTo>
                    <a:lnTo>
                      <a:pt x="26" y="83"/>
                    </a:lnTo>
                    <a:lnTo>
                      <a:pt x="27" y="86"/>
                    </a:lnTo>
                    <a:lnTo>
                      <a:pt x="38" y="74"/>
                    </a:lnTo>
                    <a:lnTo>
                      <a:pt x="51" y="67"/>
                    </a:lnTo>
                    <a:lnTo>
                      <a:pt x="70" y="63"/>
                    </a:lnTo>
                    <a:lnTo>
                      <a:pt x="102" y="53"/>
                    </a:lnTo>
                    <a:lnTo>
                      <a:pt x="134" y="26"/>
                    </a:lnTo>
                    <a:lnTo>
                      <a:pt x="149" y="21"/>
                    </a:lnTo>
                    <a:lnTo>
                      <a:pt x="172" y="9"/>
                    </a:lnTo>
                    <a:lnTo>
                      <a:pt x="215" y="0"/>
                    </a:lnTo>
                    <a:lnTo>
                      <a:pt x="228" y="0"/>
                    </a:lnTo>
                    <a:lnTo>
                      <a:pt x="239" y="3"/>
                    </a:lnTo>
                    <a:lnTo>
                      <a:pt x="248" y="7"/>
                    </a:lnTo>
                    <a:lnTo>
                      <a:pt x="255" y="15"/>
                    </a:lnTo>
                    <a:lnTo>
                      <a:pt x="254" y="21"/>
                    </a:lnTo>
                    <a:lnTo>
                      <a:pt x="236" y="10"/>
                    </a:lnTo>
                    <a:lnTo>
                      <a:pt x="237" y="16"/>
                    </a:lnTo>
                    <a:lnTo>
                      <a:pt x="250" y="50"/>
                    </a:lnTo>
                    <a:lnTo>
                      <a:pt x="257" y="52"/>
                    </a:lnTo>
                    <a:lnTo>
                      <a:pt x="258" y="48"/>
                    </a:lnTo>
                    <a:lnTo>
                      <a:pt x="262" y="45"/>
                    </a:lnTo>
                    <a:lnTo>
                      <a:pt x="266" y="48"/>
                    </a:lnTo>
                    <a:lnTo>
                      <a:pt x="276" y="45"/>
                    </a:lnTo>
                    <a:lnTo>
                      <a:pt x="290" y="42"/>
                    </a:lnTo>
                    <a:lnTo>
                      <a:pt x="300" y="36"/>
                    </a:lnTo>
                    <a:lnTo>
                      <a:pt x="314" y="41"/>
                    </a:lnTo>
                    <a:lnTo>
                      <a:pt x="378" y="52"/>
                    </a:lnTo>
                    <a:lnTo>
                      <a:pt x="426" y="51"/>
                    </a:lnTo>
                    <a:lnTo>
                      <a:pt x="453" y="45"/>
                    </a:lnTo>
                    <a:lnTo>
                      <a:pt x="477" y="42"/>
                    </a:lnTo>
                    <a:lnTo>
                      <a:pt x="491" y="50"/>
                    </a:lnTo>
                    <a:lnTo>
                      <a:pt x="510" y="63"/>
                    </a:lnTo>
                    <a:lnTo>
                      <a:pt x="515" y="74"/>
                    </a:lnTo>
                    <a:lnTo>
                      <a:pt x="515" y="81"/>
                    </a:lnTo>
                    <a:lnTo>
                      <a:pt x="516" y="91"/>
                    </a:lnTo>
                    <a:lnTo>
                      <a:pt x="534" y="163"/>
                    </a:lnTo>
                    <a:lnTo>
                      <a:pt x="534" y="179"/>
                    </a:lnTo>
                    <a:lnTo>
                      <a:pt x="533" y="196"/>
                    </a:lnTo>
                    <a:lnTo>
                      <a:pt x="522" y="212"/>
                    </a:lnTo>
                    <a:lnTo>
                      <a:pt x="507" y="220"/>
                    </a:lnTo>
                    <a:lnTo>
                      <a:pt x="496" y="234"/>
                    </a:lnTo>
                    <a:lnTo>
                      <a:pt x="502" y="245"/>
                    </a:lnTo>
                    <a:lnTo>
                      <a:pt x="517" y="257"/>
                    </a:lnTo>
                    <a:lnTo>
                      <a:pt x="513" y="29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399" name="Google Shape;2399;p5">
                <a:extLst>
                  <a:ext uri="{FF2B5EF4-FFF2-40B4-BE49-F238E27FC236}">
                    <a16:creationId xmlns:a16="http://schemas.microsoft.com/office/drawing/2014/main" id="{75C8FB6B-FCF1-1489-3F04-8CD8EA64592E}"/>
                  </a:ext>
                </a:extLst>
              </p:cNvPr>
              <p:cNvSpPr/>
              <p:nvPr/>
            </p:nvSpPr>
            <p:spPr>
              <a:xfrm>
                <a:off x="5123656" y="2449860"/>
                <a:ext cx="128588" cy="76200"/>
              </a:xfrm>
              <a:custGeom>
                <a:avLst/>
                <a:gdLst/>
                <a:ahLst/>
                <a:cxnLst/>
                <a:rect l="l" t="t" r="r" b="b"/>
                <a:pathLst>
                  <a:path w="406" h="240" extrusionOk="0">
                    <a:moveTo>
                      <a:pt x="3" y="195"/>
                    </a:moveTo>
                    <a:lnTo>
                      <a:pt x="0" y="184"/>
                    </a:lnTo>
                    <a:lnTo>
                      <a:pt x="4" y="134"/>
                    </a:lnTo>
                    <a:lnTo>
                      <a:pt x="12" y="118"/>
                    </a:lnTo>
                    <a:lnTo>
                      <a:pt x="20" y="107"/>
                    </a:lnTo>
                    <a:lnTo>
                      <a:pt x="24" y="93"/>
                    </a:lnTo>
                    <a:lnTo>
                      <a:pt x="27" y="77"/>
                    </a:lnTo>
                    <a:lnTo>
                      <a:pt x="33" y="64"/>
                    </a:lnTo>
                    <a:lnTo>
                      <a:pt x="43" y="52"/>
                    </a:lnTo>
                    <a:lnTo>
                      <a:pt x="51" y="44"/>
                    </a:lnTo>
                    <a:lnTo>
                      <a:pt x="63" y="42"/>
                    </a:lnTo>
                    <a:lnTo>
                      <a:pt x="86" y="33"/>
                    </a:lnTo>
                    <a:lnTo>
                      <a:pt x="94" y="47"/>
                    </a:lnTo>
                    <a:lnTo>
                      <a:pt x="113" y="68"/>
                    </a:lnTo>
                    <a:lnTo>
                      <a:pt x="115" y="79"/>
                    </a:lnTo>
                    <a:lnTo>
                      <a:pt x="119" y="86"/>
                    </a:lnTo>
                    <a:lnTo>
                      <a:pt x="120" y="75"/>
                    </a:lnTo>
                    <a:lnTo>
                      <a:pt x="125" y="92"/>
                    </a:lnTo>
                    <a:lnTo>
                      <a:pt x="131" y="100"/>
                    </a:lnTo>
                    <a:lnTo>
                      <a:pt x="147" y="108"/>
                    </a:lnTo>
                    <a:lnTo>
                      <a:pt x="153" y="108"/>
                    </a:lnTo>
                    <a:lnTo>
                      <a:pt x="169" y="102"/>
                    </a:lnTo>
                    <a:lnTo>
                      <a:pt x="169" y="107"/>
                    </a:lnTo>
                    <a:lnTo>
                      <a:pt x="174" y="113"/>
                    </a:lnTo>
                    <a:lnTo>
                      <a:pt x="175" y="98"/>
                    </a:lnTo>
                    <a:lnTo>
                      <a:pt x="181" y="92"/>
                    </a:lnTo>
                    <a:lnTo>
                      <a:pt x="185" y="85"/>
                    </a:lnTo>
                    <a:lnTo>
                      <a:pt x="185" y="21"/>
                    </a:lnTo>
                    <a:lnTo>
                      <a:pt x="191" y="15"/>
                    </a:lnTo>
                    <a:lnTo>
                      <a:pt x="200" y="14"/>
                    </a:lnTo>
                    <a:lnTo>
                      <a:pt x="213" y="4"/>
                    </a:lnTo>
                    <a:lnTo>
                      <a:pt x="239" y="0"/>
                    </a:lnTo>
                    <a:lnTo>
                      <a:pt x="255" y="4"/>
                    </a:lnTo>
                    <a:lnTo>
                      <a:pt x="269" y="15"/>
                    </a:lnTo>
                    <a:lnTo>
                      <a:pt x="283" y="20"/>
                    </a:lnTo>
                    <a:lnTo>
                      <a:pt x="288" y="30"/>
                    </a:lnTo>
                    <a:lnTo>
                      <a:pt x="310" y="49"/>
                    </a:lnTo>
                    <a:lnTo>
                      <a:pt x="318" y="49"/>
                    </a:lnTo>
                    <a:lnTo>
                      <a:pt x="326" y="46"/>
                    </a:lnTo>
                    <a:lnTo>
                      <a:pt x="341" y="44"/>
                    </a:lnTo>
                    <a:lnTo>
                      <a:pt x="358" y="48"/>
                    </a:lnTo>
                    <a:lnTo>
                      <a:pt x="359" y="49"/>
                    </a:lnTo>
                    <a:lnTo>
                      <a:pt x="364" y="55"/>
                    </a:lnTo>
                    <a:lnTo>
                      <a:pt x="368" y="63"/>
                    </a:lnTo>
                    <a:lnTo>
                      <a:pt x="375" y="66"/>
                    </a:lnTo>
                    <a:lnTo>
                      <a:pt x="379" y="74"/>
                    </a:lnTo>
                    <a:lnTo>
                      <a:pt x="380" y="82"/>
                    </a:lnTo>
                    <a:lnTo>
                      <a:pt x="375" y="106"/>
                    </a:lnTo>
                    <a:lnTo>
                      <a:pt x="372" y="113"/>
                    </a:lnTo>
                    <a:lnTo>
                      <a:pt x="380" y="116"/>
                    </a:lnTo>
                    <a:lnTo>
                      <a:pt x="387" y="120"/>
                    </a:lnTo>
                    <a:lnTo>
                      <a:pt x="387" y="128"/>
                    </a:lnTo>
                    <a:lnTo>
                      <a:pt x="400" y="150"/>
                    </a:lnTo>
                    <a:lnTo>
                      <a:pt x="402" y="159"/>
                    </a:lnTo>
                    <a:lnTo>
                      <a:pt x="406" y="166"/>
                    </a:lnTo>
                    <a:lnTo>
                      <a:pt x="406" y="182"/>
                    </a:lnTo>
                    <a:lnTo>
                      <a:pt x="405" y="189"/>
                    </a:lnTo>
                    <a:lnTo>
                      <a:pt x="395" y="190"/>
                    </a:lnTo>
                    <a:lnTo>
                      <a:pt x="388" y="194"/>
                    </a:lnTo>
                    <a:lnTo>
                      <a:pt x="375" y="206"/>
                    </a:lnTo>
                    <a:lnTo>
                      <a:pt x="374" y="214"/>
                    </a:lnTo>
                    <a:lnTo>
                      <a:pt x="363" y="227"/>
                    </a:lnTo>
                    <a:lnTo>
                      <a:pt x="356" y="229"/>
                    </a:lnTo>
                    <a:lnTo>
                      <a:pt x="340" y="222"/>
                    </a:lnTo>
                    <a:lnTo>
                      <a:pt x="334" y="227"/>
                    </a:lnTo>
                    <a:lnTo>
                      <a:pt x="331" y="236"/>
                    </a:lnTo>
                    <a:lnTo>
                      <a:pt x="325" y="240"/>
                    </a:lnTo>
                    <a:lnTo>
                      <a:pt x="316" y="238"/>
                    </a:lnTo>
                    <a:lnTo>
                      <a:pt x="310" y="233"/>
                    </a:lnTo>
                    <a:lnTo>
                      <a:pt x="303" y="231"/>
                    </a:lnTo>
                    <a:lnTo>
                      <a:pt x="285" y="208"/>
                    </a:lnTo>
                    <a:lnTo>
                      <a:pt x="258" y="189"/>
                    </a:lnTo>
                    <a:lnTo>
                      <a:pt x="242" y="190"/>
                    </a:lnTo>
                    <a:lnTo>
                      <a:pt x="234" y="188"/>
                    </a:lnTo>
                    <a:lnTo>
                      <a:pt x="224" y="165"/>
                    </a:lnTo>
                    <a:lnTo>
                      <a:pt x="218" y="160"/>
                    </a:lnTo>
                    <a:lnTo>
                      <a:pt x="211" y="162"/>
                    </a:lnTo>
                    <a:lnTo>
                      <a:pt x="200" y="173"/>
                    </a:lnTo>
                    <a:lnTo>
                      <a:pt x="184" y="177"/>
                    </a:lnTo>
                    <a:lnTo>
                      <a:pt x="153" y="166"/>
                    </a:lnTo>
                    <a:lnTo>
                      <a:pt x="146" y="166"/>
                    </a:lnTo>
                    <a:lnTo>
                      <a:pt x="129" y="163"/>
                    </a:lnTo>
                    <a:lnTo>
                      <a:pt x="121" y="166"/>
                    </a:lnTo>
                    <a:lnTo>
                      <a:pt x="114" y="163"/>
                    </a:lnTo>
                    <a:lnTo>
                      <a:pt x="106" y="167"/>
                    </a:lnTo>
                    <a:lnTo>
                      <a:pt x="98" y="167"/>
                    </a:lnTo>
                    <a:lnTo>
                      <a:pt x="92" y="163"/>
                    </a:lnTo>
                    <a:lnTo>
                      <a:pt x="83" y="162"/>
                    </a:lnTo>
                    <a:lnTo>
                      <a:pt x="67" y="163"/>
                    </a:lnTo>
                    <a:lnTo>
                      <a:pt x="44" y="171"/>
                    </a:lnTo>
                    <a:lnTo>
                      <a:pt x="29" y="179"/>
                    </a:lnTo>
                    <a:lnTo>
                      <a:pt x="20" y="193"/>
                    </a:lnTo>
                    <a:lnTo>
                      <a:pt x="13" y="198"/>
                    </a:lnTo>
                    <a:lnTo>
                      <a:pt x="3" y="19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00" name="Google Shape;2400;p5">
                <a:extLst>
                  <a:ext uri="{FF2B5EF4-FFF2-40B4-BE49-F238E27FC236}">
                    <a16:creationId xmlns:a16="http://schemas.microsoft.com/office/drawing/2014/main" id="{9D8732E0-D206-05D9-093A-70924DEFD6FD}"/>
                  </a:ext>
                </a:extLst>
              </p:cNvPr>
              <p:cNvSpPr/>
              <p:nvPr/>
            </p:nvSpPr>
            <p:spPr>
              <a:xfrm>
                <a:off x="4966494" y="2657822"/>
                <a:ext cx="120650" cy="71438"/>
              </a:xfrm>
              <a:custGeom>
                <a:avLst/>
                <a:gdLst/>
                <a:ahLst/>
                <a:cxnLst/>
                <a:rect l="l" t="t" r="r" b="b"/>
                <a:pathLst>
                  <a:path w="378" h="222" extrusionOk="0">
                    <a:moveTo>
                      <a:pt x="378" y="136"/>
                    </a:moveTo>
                    <a:lnTo>
                      <a:pt x="371" y="143"/>
                    </a:lnTo>
                    <a:lnTo>
                      <a:pt x="360" y="142"/>
                    </a:lnTo>
                    <a:lnTo>
                      <a:pt x="355" y="149"/>
                    </a:lnTo>
                    <a:lnTo>
                      <a:pt x="350" y="156"/>
                    </a:lnTo>
                    <a:lnTo>
                      <a:pt x="341" y="159"/>
                    </a:lnTo>
                    <a:lnTo>
                      <a:pt x="339" y="164"/>
                    </a:lnTo>
                    <a:lnTo>
                      <a:pt x="338" y="176"/>
                    </a:lnTo>
                    <a:lnTo>
                      <a:pt x="333" y="185"/>
                    </a:lnTo>
                    <a:lnTo>
                      <a:pt x="324" y="187"/>
                    </a:lnTo>
                    <a:lnTo>
                      <a:pt x="324" y="193"/>
                    </a:lnTo>
                    <a:lnTo>
                      <a:pt x="311" y="203"/>
                    </a:lnTo>
                    <a:lnTo>
                      <a:pt x="296" y="206"/>
                    </a:lnTo>
                    <a:lnTo>
                      <a:pt x="291" y="201"/>
                    </a:lnTo>
                    <a:lnTo>
                      <a:pt x="283" y="201"/>
                    </a:lnTo>
                    <a:lnTo>
                      <a:pt x="276" y="210"/>
                    </a:lnTo>
                    <a:lnTo>
                      <a:pt x="271" y="222"/>
                    </a:lnTo>
                    <a:lnTo>
                      <a:pt x="271" y="208"/>
                    </a:lnTo>
                    <a:lnTo>
                      <a:pt x="263" y="197"/>
                    </a:lnTo>
                    <a:lnTo>
                      <a:pt x="227" y="201"/>
                    </a:lnTo>
                    <a:lnTo>
                      <a:pt x="213" y="188"/>
                    </a:lnTo>
                    <a:lnTo>
                      <a:pt x="205" y="183"/>
                    </a:lnTo>
                    <a:lnTo>
                      <a:pt x="172" y="182"/>
                    </a:lnTo>
                    <a:lnTo>
                      <a:pt x="166" y="192"/>
                    </a:lnTo>
                    <a:lnTo>
                      <a:pt x="162" y="201"/>
                    </a:lnTo>
                    <a:lnTo>
                      <a:pt x="152" y="209"/>
                    </a:lnTo>
                    <a:lnTo>
                      <a:pt x="143" y="213"/>
                    </a:lnTo>
                    <a:lnTo>
                      <a:pt x="132" y="214"/>
                    </a:lnTo>
                    <a:lnTo>
                      <a:pt x="121" y="213"/>
                    </a:lnTo>
                    <a:lnTo>
                      <a:pt x="114" y="207"/>
                    </a:lnTo>
                    <a:lnTo>
                      <a:pt x="100" y="202"/>
                    </a:lnTo>
                    <a:lnTo>
                      <a:pt x="97" y="196"/>
                    </a:lnTo>
                    <a:lnTo>
                      <a:pt x="71" y="176"/>
                    </a:lnTo>
                    <a:lnTo>
                      <a:pt x="61" y="164"/>
                    </a:lnTo>
                    <a:lnTo>
                      <a:pt x="33" y="140"/>
                    </a:lnTo>
                    <a:lnTo>
                      <a:pt x="23" y="127"/>
                    </a:lnTo>
                    <a:lnTo>
                      <a:pt x="23" y="110"/>
                    </a:lnTo>
                    <a:lnTo>
                      <a:pt x="21" y="97"/>
                    </a:lnTo>
                    <a:lnTo>
                      <a:pt x="8" y="91"/>
                    </a:lnTo>
                    <a:lnTo>
                      <a:pt x="0" y="82"/>
                    </a:lnTo>
                    <a:lnTo>
                      <a:pt x="0" y="73"/>
                    </a:lnTo>
                    <a:lnTo>
                      <a:pt x="1" y="68"/>
                    </a:lnTo>
                    <a:lnTo>
                      <a:pt x="17" y="83"/>
                    </a:lnTo>
                    <a:lnTo>
                      <a:pt x="19" y="83"/>
                    </a:lnTo>
                    <a:lnTo>
                      <a:pt x="24" y="69"/>
                    </a:lnTo>
                    <a:lnTo>
                      <a:pt x="40" y="62"/>
                    </a:lnTo>
                    <a:lnTo>
                      <a:pt x="57" y="57"/>
                    </a:lnTo>
                    <a:lnTo>
                      <a:pt x="75" y="48"/>
                    </a:lnTo>
                    <a:lnTo>
                      <a:pt x="81" y="36"/>
                    </a:lnTo>
                    <a:lnTo>
                      <a:pt x="119" y="23"/>
                    </a:lnTo>
                    <a:lnTo>
                      <a:pt x="123" y="0"/>
                    </a:lnTo>
                    <a:lnTo>
                      <a:pt x="132" y="3"/>
                    </a:lnTo>
                    <a:lnTo>
                      <a:pt x="140" y="15"/>
                    </a:lnTo>
                    <a:lnTo>
                      <a:pt x="146" y="24"/>
                    </a:lnTo>
                    <a:lnTo>
                      <a:pt x="153" y="24"/>
                    </a:lnTo>
                    <a:lnTo>
                      <a:pt x="159" y="27"/>
                    </a:lnTo>
                    <a:lnTo>
                      <a:pt x="174" y="13"/>
                    </a:lnTo>
                    <a:lnTo>
                      <a:pt x="184" y="18"/>
                    </a:lnTo>
                    <a:lnTo>
                      <a:pt x="190" y="27"/>
                    </a:lnTo>
                    <a:lnTo>
                      <a:pt x="198" y="27"/>
                    </a:lnTo>
                    <a:lnTo>
                      <a:pt x="218" y="31"/>
                    </a:lnTo>
                    <a:lnTo>
                      <a:pt x="228" y="43"/>
                    </a:lnTo>
                    <a:lnTo>
                      <a:pt x="239" y="45"/>
                    </a:lnTo>
                    <a:lnTo>
                      <a:pt x="240" y="47"/>
                    </a:lnTo>
                    <a:lnTo>
                      <a:pt x="240" y="50"/>
                    </a:lnTo>
                    <a:lnTo>
                      <a:pt x="236" y="61"/>
                    </a:lnTo>
                    <a:lnTo>
                      <a:pt x="255" y="79"/>
                    </a:lnTo>
                    <a:lnTo>
                      <a:pt x="263" y="82"/>
                    </a:lnTo>
                    <a:lnTo>
                      <a:pt x="274" y="74"/>
                    </a:lnTo>
                    <a:lnTo>
                      <a:pt x="271" y="68"/>
                    </a:lnTo>
                    <a:lnTo>
                      <a:pt x="272" y="62"/>
                    </a:lnTo>
                    <a:lnTo>
                      <a:pt x="297" y="70"/>
                    </a:lnTo>
                    <a:lnTo>
                      <a:pt x="317" y="73"/>
                    </a:lnTo>
                    <a:lnTo>
                      <a:pt x="317" y="89"/>
                    </a:lnTo>
                    <a:lnTo>
                      <a:pt x="326" y="96"/>
                    </a:lnTo>
                    <a:lnTo>
                      <a:pt x="331" y="94"/>
                    </a:lnTo>
                    <a:lnTo>
                      <a:pt x="340" y="99"/>
                    </a:lnTo>
                    <a:lnTo>
                      <a:pt x="360" y="127"/>
                    </a:lnTo>
                    <a:lnTo>
                      <a:pt x="378" y="13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01" name="Google Shape;2401;p5">
                <a:extLst>
                  <a:ext uri="{FF2B5EF4-FFF2-40B4-BE49-F238E27FC236}">
                    <a16:creationId xmlns:a16="http://schemas.microsoft.com/office/drawing/2014/main" id="{35A4417E-D113-0EFC-9188-8035BF3C62A9}"/>
                  </a:ext>
                </a:extLst>
              </p:cNvPr>
              <p:cNvSpPr/>
              <p:nvPr/>
            </p:nvSpPr>
            <p:spPr>
              <a:xfrm>
                <a:off x="5149056" y="2837210"/>
                <a:ext cx="109538" cy="68263"/>
              </a:xfrm>
              <a:custGeom>
                <a:avLst/>
                <a:gdLst/>
                <a:ahLst/>
                <a:cxnLst/>
                <a:rect l="l" t="t" r="r" b="b"/>
                <a:pathLst>
                  <a:path w="346" h="215" extrusionOk="0">
                    <a:moveTo>
                      <a:pt x="32" y="208"/>
                    </a:moveTo>
                    <a:lnTo>
                      <a:pt x="31" y="192"/>
                    </a:lnTo>
                    <a:lnTo>
                      <a:pt x="26" y="163"/>
                    </a:lnTo>
                    <a:lnTo>
                      <a:pt x="3" y="143"/>
                    </a:lnTo>
                    <a:lnTo>
                      <a:pt x="3" y="118"/>
                    </a:lnTo>
                    <a:lnTo>
                      <a:pt x="15" y="94"/>
                    </a:lnTo>
                    <a:lnTo>
                      <a:pt x="26" y="82"/>
                    </a:lnTo>
                    <a:lnTo>
                      <a:pt x="11" y="66"/>
                    </a:lnTo>
                    <a:lnTo>
                      <a:pt x="3" y="51"/>
                    </a:lnTo>
                    <a:lnTo>
                      <a:pt x="0" y="29"/>
                    </a:lnTo>
                    <a:lnTo>
                      <a:pt x="3" y="8"/>
                    </a:lnTo>
                    <a:lnTo>
                      <a:pt x="20" y="0"/>
                    </a:lnTo>
                    <a:lnTo>
                      <a:pt x="32" y="4"/>
                    </a:lnTo>
                    <a:lnTo>
                      <a:pt x="26" y="19"/>
                    </a:lnTo>
                    <a:lnTo>
                      <a:pt x="37" y="27"/>
                    </a:lnTo>
                    <a:lnTo>
                      <a:pt x="51" y="27"/>
                    </a:lnTo>
                    <a:lnTo>
                      <a:pt x="85" y="31"/>
                    </a:lnTo>
                    <a:lnTo>
                      <a:pt x="126" y="32"/>
                    </a:lnTo>
                    <a:lnTo>
                      <a:pt x="170" y="40"/>
                    </a:lnTo>
                    <a:lnTo>
                      <a:pt x="187" y="35"/>
                    </a:lnTo>
                    <a:lnTo>
                      <a:pt x="206" y="23"/>
                    </a:lnTo>
                    <a:lnTo>
                      <a:pt x="226" y="13"/>
                    </a:lnTo>
                    <a:lnTo>
                      <a:pt x="252" y="4"/>
                    </a:lnTo>
                    <a:lnTo>
                      <a:pt x="272" y="5"/>
                    </a:lnTo>
                    <a:lnTo>
                      <a:pt x="278" y="10"/>
                    </a:lnTo>
                    <a:lnTo>
                      <a:pt x="308" y="19"/>
                    </a:lnTo>
                    <a:lnTo>
                      <a:pt x="328" y="32"/>
                    </a:lnTo>
                    <a:lnTo>
                      <a:pt x="346" y="31"/>
                    </a:lnTo>
                    <a:lnTo>
                      <a:pt x="343" y="47"/>
                    </a:lnTo>
                    <a:lnTo>
                      <a:pt x="338" y="58"/>
                    </a:lnTo>
                    <a:lnTo>
                      <a:pt x="319" y="63"/>
                    </a:lnTo>
                    <a:lnTo>
                      <a:pt x="306" y="78"/>
                    </a:lnTo>
                    <a:lnTo>
                      <a:pt x="306" y="107"/>
                    </a:lnTo>
                    <a:lnTo>
                      <a:pt x="298" y="110"/>
                    </a:lnTo>
                    <a:lnTo>
                      <a:pt x="295" y="116"/>
                    </a:lnTo>
                    <a:lnTo>
                      <a:pt x="284" y="126"/>
                    </a:lnTo>
                    <a:lnTo>
                      <a:pt x="287" y="129"/>
                    </a:lnTo>
                    <a:lnTo>
                      <a:pt x="292" y="131"/>
                    </a:lnTo>
                    <a:lnTo>
                      <a:pt x="296" y="138"/>
                    </a:lnTo>
                    <a:lnTo>
                      <a:pt x="299" y="148"/>
                    </a:lnTo>
                    <a:lnTo>
                      <a:pt x="310" y="163"/>
                    </a:lnTo>
                    <a:lnTo>
                      <a:pt x="311" y="169"/>
                    </a:lnTo>
                    <a:lnTo>
                      <a:pt x="303" y="167"/>
                    </a:lnTo>
                    <a:lnTo>
                      <a:pt x="280" y="171"/>
                    </a:lnTo>
                    <a:lnTo>
                      <a:pt x="262" y="161"/>
                    </a:lnTo>
                    <a:lnTo>
                      <a:pt x="242" y="169"/>
                    </a:lnTo>
                    <a:lnTo>
                      <a:pt x="228" y="171"/>
                    </a:lnTo>
                    <a:lnTo>
                      <a:pt x="219" y="179"/>
                    </a:lnTo>
                    <a:lnTo>
                      <a:pt x="208" y="180"/>
                    </a:lnTo>
                    <a:lnTo>
                      <a:pt x="206" y="199"/>
                    </a:lnTo>
                    <a:lnTo>
                      <a:pt x="192" y="212"/>
                    </a:lnTo>
                    <a:lnTo>
                      <a:pt x="172" y="215"/>
                    </a:lnTo>
                    <a:lnTo>
                      <a:pt x="137" y="203"/>
                    </a:lnTo>
                    <a:lnTo>
                      <a:pt x="127" y="195"/>
                    </a:lnTo>
                    <a:lnTo>
                      <a:pt x="115" y="195"/>
                    </a:lnTo>
                    <a:lnTo>
                      <a:pt x="84" y="204"/>
                    </a:lnTo>
                    <a:lnTo>
                      <a:pt x="62" y="204"/>
                    </a:lnTo>
                    <a:lnTo>
                      <a:pt x="45" y="208"/>
                    </a:lnTo>
                    <a:lnTo>
                      <a:pt x="32" y="20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02" name="Google Shape;2402;p5">
                <a:extLst>
                  <a:ext uri="{FF2B5EF4-FFF2-40B4-BE49-F238E27FC236}">
                    <a16:creationId xmlns:a16="http://schemas.microsoft.com/office/drawing/2014/main" id="{26EDEDE9-3A8C-9997-3569-A1B9920B5FEE}"/>
                  </a:ext>
                </a:extLst>
              </p:cNvPr>
              <p:cNvSpPr/>
              <p:nvPr/>
            </p:nvSpPr>
            <p:spPr>
              <a:xfrm>
                <a:off x="4995069" y="2778472"/>
                <a:ext cx="101600" cy="87313"/>
              </a:xfrm>
              <a:custGeom>
                <a:avLst/>
                <a:gdLst/>
                <a:ahLst/>
                <a:cxnLst/>
                <a:rect l="l" t="t" r="r" b="b"/>
                <a:pathLst>
                  <a:path w="322" h="276" extrusionOk="0">
                    <a:moveTo>
                      <a:pt x="284" y="50"/>
                    </a:moveTo>
                    <a:lnTo>
                      <a:pt x="272" y="58"/>
                    </a:lnTo>
                    <a:lnTo>
                      <a:pt x="258" y="62"/>
                    </a:lnTo>
                    <a:lnTo>
                      <a:pt x="241" y="63"/>
                    </a:lnTo>
                    <a:lnTo>
                      <a:pt x="226" y="54"/>
                    </a:lnTo>
                    <a:lnTo>
                      <a:pt x="215" y="50"/>
                    </a:lnTo>
                    <a:lnTo>
                      <a:pt x="204" y="35"/>
                    </a:lnTo>
                    <a:lnTo>
                      <a:pt x="189" y="28"/>
                    </a:lnTo>
                    <a:lnTo>
                      <a:pt x="180" y="12"/>
                    </a:lnTo>
                    <a:lnTo>
                      <a:pt x="167" y="7"/>
                    </a:lnTo>
                    <a:lnTo>
                      <a:pt x="167" y="4"/>
                    </a:lnTo>
                    <a:lnTo>
                      <a:pt x="164" y="7"/>
                    </a:lnTo>
                    <a:lnTo>
                      <a:pt x="155" y="1"/>
                    </a:lnTo>
                    <a:lnTo>
                      <a:pt x="151" y="0"/>
                    </a:lnTo>
                    <a:lnTo>
                      <a:pt x="148" y="3"/>
                    </a:lnTo>
                    <a:lnTo>
                      <a:pt x="148" y="8"/>
                    </a:lnTo>
                    <a:lnTo>
                      <a:pt x="149" y="14"/>
                    </a:lnTo>
                    <a:lnTo>
                      <a:pt x="149" y="15"/>
                    </a:lnTo>
                    <a:lnTo>
                      <a:pt x="145" y="14"/>
                    </a:lnTo>
                    <a:lnTo>
                      <a:pt x="138" y="14"/>
                    </a:lnTo>
                    <a:lnTo>
                      <a:pt x="138" y="19"/>
                    </a:lnTo>
                    <a:lnTo>
                      <a:pt x="134" y="22"/>
                    </a:lnTo>
                    <a:lnTo>
                      <a:pt x="114" y="29"/>
                    </a:lnTo>
                    <a:lnTo>
                      <a:pt x="111" y="34"/>
                    </a:lnTo>
                    <a:lnTo>
                      <a:pt x="112" y="38"/>
                    </a:lnTo>
                    <a:lnTo>
                      <a:pt x="118" y="45"/>
                    </a:lnTo>
                    <a:lnTo>
                      <a:pt x="118" y="56"/>
                    </a:lnTo>
                    <a:lnTo>
                      <a:pt x="113" y="63"/>
                    </a:lnTo>
                    <a:lnTo>
                      <a:pt x="105" y="65"/>
                    </a:lnTo>
                    <a:lnTo>
                      <a:pt x="94" y="73"/>
                    </a:lnTo>
                    <a:lnTo>
                      <a:pt x="97" y="78"/>
                    </a:lnTo>
                    <a:lnTo>
                      <a:pt x="94" y="83"/>
                    </a:lnTo>
                    <a:lnTo>
                      <a:pt x="95" y="95"/>
                    </a:lnTo>
                    <a:lnTo>
                      <a:pt x="90" y="99"/>
                    </a:lnTo>
                    <a:lnTo>
                      <a:pt x="86" y="99"/>
                    </a:lnTo>
                    <a:lnTo>
                      <a:pt x="81" y="93"/>
                    </a:lnTo>
                    <a:lnTo>
                      <a:pt x="78" y="93"/>
                    </a:lnTo>
                    <a:lnTo>
                      <a:pt x="75" y="90"/>
                    </a:lnTo>
                    <a:lnTo>
                      <a:pt x="73" y="90"/>
                    </a:lnTo>
                    <a:lnTo>
                      <a:pt x="73" y="94"/>
                    </a:lnTo>
                    <a:lnTo>
                      <a:pt x="68" y="95"/>
                    </a:lnTo>
                    <a:lnTo>
                      <a:pt x="57" y="76"/>
                    </a:lnTo>
                    <a:lnTo>
                      <a:pt x="54" y="76"/>
                    </a:lnTo>
                    <a:lnTo>
                      <a:pt x="47" y="92"/>
                    </a:lnTo>
                    <a:lnTo>
                      <a:pt x="30" y="92"/>
                    </a:lnTo>
                    <a:lnTo>
                      <a:pt x="24" y="87"/>
                    </a:lnTo>
                    <a:lnTo>
                      <a:pt x="21" y="92"/>
                    </a:lnTo>
                    <a:lnTo>
                      <a:pt x="8" y="93"/>
                    </a:lnTo>
                    <a:lnTo>
                      <a:pt x="0" y="87"/>
                    </a:lnTo>
                    <a:lnTo>
                      <a:pt x="4" y="108"/>
                    </a:lnTo>
                    <a:lnTo>
                      <a:pt x="16" y="135"/>
                    </a:lnTo>
                    <a:lnTo>
                      <a:pt x="21" y="138"/>
                    </a:lnTo>
                    <a:lnTo>
                      <a:pt x="27" y="137"/>
                    </a:lnTo>
                    <a:lnTo>
                      <a:pt x="38" y="116"/>
                    </a:lnTo>
                    <a:lnTo>
                      <a:pt x="44" y="99"/>
                    </a:lnTo>
                    <a:lnTo>
                      <a:pt x="57" y="103"/>
                    </a:lnTo>
                    <a:lnTo>
                      <a:pt x="65" y="113"/>
                    </a:lnTo>
                    <a:lnTo>
                      <a:pt x="68" y="113"/>
                    </a:lnTo>
                    <a:lnTo>
                      <a:pt x="73" y="119"/>
                    </a:lnTo>
                    <a:lnTo>
                      <a:pt x="75" y="128"/>
                    </a:lnTo>
                    <a:lnTo>
                      <a:pt x="75" y="143"/>
                    </a:lnTo>
                    <a:lnTo>
                      <a:pt x="84" y="159"/>
                    </a:lnTo>
                    <a:lnTo>
                      <a:pt x="103" y="175"/>
                    </a:lnTo>
                    <a:lnTo>
                      <a:pt x="94" y="178"/>
                    </a:lnTo>
                    <a:lnTo>
                      <a:pt x="90" y="183"/>
                    </a:lnTo>
                    <a:lnTo>
                      <a:pt x="91" y="187"/>
                    </a:lnTo>
                    <a:lnTo>
                      <a:pt x="102" y="202"/>
                    </a:lnTo>
                    <a:lnTo>
                      <a:pt x="112" y="210"/>
                    </a:lnTo>
                    <a:lnTo>
                      <a:pt x="119" y="216"/>
                    </a:lnTo>
                    <a:lnTo>
                      <a:pt x="129" y="221"/>
                    </a:lnTo>
                    <a:lnTo>
                      <a:pt x="134" y="230"/>
                    </a:lnTo>
                    <a:lnTo>
                      <a:pt x="135" y="238"/>
                    </a:lnTo>
                    <a:lnTo>
                      <a:pt x="154" y="237"/>
                    </a:lnTo>
                    <a:lnTo>
                      <a:pt x="166" y="238"/>
                    </a:lnTo>
                    <a:lnTo>
                      <a:pt x="183" y="245"/>
                    </a:lnTo>
                    <a:lnTo>
                      <a:pt x="198" y="256"/>
                    </a:lnTo>
                    <a:lnTo>
                      <a:pt x="211" y="270"/>
                    </a:lnTo>
                    <a:lnTo>
                      <a:pt x="219" y="276"/>
                    </a:lnTo>
                    <a:lnTo>
                      <a:pt x="226" y="272"/>
                    </a:lnTo>
                    <a:lnTo>
                      <a:pt x="204" y="248"/>
                    </a:lnTo>
                    <a:lnTo>
                      <a:pt x="203" y="237"/>
                    </a:lnTo>
                    <a:lnTo>
                      <a:pt x="198" y="233"/>
                    </a:lnTo>
                    <a:lnTo>
                      <a:pt x="193" y="230"/>
                    </a:lnTo>
                    <a:lnTo>
                      <a:pt x="173" y="211"/>
                    </a:lnTo>
                    <a:lnTo>
                      <a:pt x="172" y="206"/>
                    </a:lnTo>
                    <a:lnTo>
                      <a:pt x="162" y="192"/>
                    </a:lnTo>
                    <a:lnTo>
                      <a:pt x="156" y="190"/>
                    </a:lnTo>
                    <a:lnTo>
                      <a:pt x="148" y="178"/>
                    </a:lnTo>
                    <a:lnTo>
                      <a:pt x="143" y="176"/>
                    </a:lnTo>
                    <a:lnTo>
                      <a:pt x="144" y="170"/>
                    </a:lnTo>
                    <a:lnTo>
                      <a:pt x="146" y="168"/>
                    </a:lnTo>
                    <a:lnTo>
                      <a:pt x="143" y="162"/>
                    </a:lnTo>
                    <a:lnTo>
                      <a:pt x="143" y="157"/>
                    </a:lnTo>
                    <a:lnTo>
                      <a:pt x="137" y="151"/>
                    </a:lnTo>
                    <a:lnTo>
                      <a:pt x="133" y="138"/>
                    </a:lnTo>
                    <a:lnTo>
                      <a:pt x="128" y="137"/>
                    </a:lnTo>
                    <a:lnTo>
                      <a:pt x="121" y="131"/>
                    </a:lnTo>
                    <a:lnTo>
                      <a:pt x="121" y="128"/>
                    </a:lnTo>
                    <a:lnTo>
                      <a:pt x="124" y="126"/>
                    </a:lnTo>
                    <a:lnTo>
                      <a:pt x="123" y="122"/>
                    </a:lnTo>
                    <a:lnTo>
                      <a:pt x="123" y="103"/>
                    </a:lnTo>
                    <a:lnTo>
                      <a:pt x="129" y="97"/>
                    </a:lnTo>
                    <a:lnTo>
                      <a:pt x="138" y="99"/>
                    </a:lnTo>
                    <a:lnTo>
                      <a:pt x="138" y="101"/>
                    </a:lnTo>
                    <a:lnTo>
                      <a:pt x="151" y="116"/>
                    </a:lnTo>
                    <a:lnTo>
                      <a:pt x="155" y="116"/>
                    </a:lnTo>
                    <a:lnTo>
                      <a:pt x="164" y="99"/>
                    </a:lnTo>
                    <a:lnTo>
                      <a:pt x="182" y="101"/>
                    </a:lnTo>
                    <a:lnTo>
                      <a:pt x="186" y="97"/>
                    </a:lnTo>
                    <a:lnTo>
                      <a:pt x="188" y="97"/>
                    </a:lnTo>
                    <a:lnTo>
                      <a:pt x="200" y="105"/>
                    </a:lnTo>
                    <a:lnTo>
                      <a:pt x="204" y="105"/>
                    </a:lnTo>
                    <a:lnTo>
                      <a:pt x="207" y="103"/>
                    </a:lnTo>
                    <a:lnTo>
                      <a:pt x="210" y="106"/>
                    </a:lnTo>
                    <a:lnTo>
                      <a:pt x="225" y="109"/>
                    </a:lnTo>
                    <a:lnTo>
                      <a:pt x="226" y="106"/>
                    </a:lnTo>
                    <a:lnTo>
                      <a:pt x="229" y="106"/>
                    </a:lnTo>
                    <a:lnTo>
                      <a:pt x="237" y="114"/>
                    </a:lnTo>
                    <a:lnTo>
                      <a:pt x="240" y="114"/>
                    </a:lnTo>
                    <a:lnTo>
                      <a:pt x="246" y="106"/>
                    </a:lnTo>
                    <a:lnTo>
                      <a:pt x="250" y="106"/>
                    </a:lnTo>
                    <a:lnTo>
                      <a:pt x="253" y="111"/>
                    </a:lnTo>
                    <a:lnTo>
                      <a:pt x="256" y="113"/>
                    </a:lnTo>
                    <a:lnTo>
                      <a:pt x="258" y="108"/>
                    </a:lnTo>
                    <a:lnTo>
                      <a:pt x="269" y="109"/>
                    </a:lnTo>
                    <a:lnTo>
                      <a:pt x="273" y="115"/>
                    </a:lnTo>
                    <a:lnTo>
                      <a:pt x="275" y="114"/>
                    </a:lnTo>
                    <a:lnTo>
                      <a:pt x="275" y="111"/>
                    </a:lnTo>
                    <a:lnTo>
                      <a:pt x="283" y="111"/>
                    </a:lnTo>
                    <a:lnTo>
                      <a:pt x="289" y="119"/>
                    </a:lnTo>
                    <a:lnTo>
                      <a:pt x="288" y="124"/>
                    </a:lnTo>
                    <a:lnTo>
                      <a:pt x="288" y="125"/>
                    </a:lnTo>
                    <a:lnTo>
                      <a:pt x="294" y="130"/>
                    </a:lnTo>
                    <a:lnTo>
                      <a:pt x="301" y="130"/>
                    </a:lnTo>
                    <a:lnTo>
                      <a:pt x="307" y="125"/>
                    </a:lnTo>
                    <a:lnTo>
                      <a:pt x="309" y="120"/>
                    </a:lnTo>
                    <a:lnTo>
                      <a:pt x="307" y="119"/>
                    </a:lnTo>
                    <a:lnTo>
                      <a:pt x="305" y="109"/>
                    </a:lnTo>
                    <a:lnTo>
                      <a:pt x="307" y="106"/>
                    </a:lnTo>
                    <a:lnTo>
                      <a:pt x="309" y="101"/>
                    </a:lnTo>
                    <a:lnTo>
                      <a:pt x="311" y="100"/>
                    </a:lnTo>
                    <a:lnTo>
                      <a:pt x="315" y="101"/>
                    </a:lnTo>
                    <a:lnTo>
                      <a:pt x="318" y="103"/>
                    </a:lnTo>
                    <a:lnTo>
                      <a:pt x="322" y="100"/>
                    </a:lnTo>
                    <a:lnTo>
                      <a:pt x="322" y="98"/>
                    </a:lnTo>
                    <a:lnTo>
                      <a:pt x="320" y="97"/>
                    </a:lnTo>
                    <a:lnTo>
                      <a:pt x="316" y="98"/>
                    </a:lnTo>
                    <a:lnTo>
                      <a:pt x="312" y="95"/>
                    </a:lnTo>
                    <a:lnTo>
                      <a:pt x="307" y="95"/>
                    </a:lnTo>
                    <a:lnTo>
                      <a:pt x="304" y="93"/>
                    </a:lnTo>
                    <a:lnTo>
                      <a:pt x="302" y="92"/>
                    </a:lnTo>
                    <a:lnTo>
                      <a:pt x="299" y="92"/>
                    </a:lnTo>
                    <a:lnTo>
                      <a:pt x="297" y="89"/>
                    </a:lnTo>
                    <a:lnTo>
                      <a:pt x="297" y="88"/>
                    </a:lnTo>
                    <a:lnTo>
                      <a:pt x="299" y="84"/>
                    </a:lnTo>
                    <a:lnTo>
                      <a:pt x="297" y="83"/>
                    </a:lnTo>
                    <a:lnTo>
                      <a:pt x="299" y="81"/>
                    </a:lnTo>
                    <a:lnTo>
                      <a:pt x="300" y="81"/>
                    </a:lnTo>
                    <a:lnTo>
                      <a:pt x="302" y="79"/>
                    </a:lnTo>
                    <a:lnTo>
                      <a:pt x="302" y="77"/>
                    </a:lnTo>
                    <a:lnTo>
                      <a:pt x="299" y="74"/>
                    </a:lnTo>
                    <a:lnTo>
                      <a:pt x="297" y="74"/>
                    </a:lnTo>
                    <a:lnTo>
                      <a:pt x="295" y="77"/>
                    </a:lnTo>
                    <a:lnTo>
                      <a:pt x="291" y="76"/>
                    </a:lnTo>
                    <a:lnTo>
                      <a:pt x="291" y="73"/>
                    </a:lnTo>
                    <a:lnTo>
                      <a:pt x="294" y="70"/>
                    </a:lnTo>
                    <a:lnTo>
                      <a:pt x="294" y="66"/>
                    </a:lnTo>
                    <a:lnTo>
                      <a:pt x="291" y="63"/>
                    </a:lnTo>
                    <a:lnTo>
                      <a:pt x="293" y="61"/>
                    </a:lnTo>
                    <a:lnTo>
                      <a:pt x="293" y="57"/>
                    </a:lnTo>
                    <a:lnTo>
                      <a:pt x="284" y="5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03" name="Google Shape;2403;p5">
                <a:extLst>
                  <a:ext uri="{FF2B5EF4-FFF2-40B4-BE49-F238E27FC236}">
                    <a16:creationId xmlns:a16="http://schemas.microsoft.com/office/drawing/2014/main" id="{CEBD0984-6189-F401-CBCA-30B4072569B0}"/>
                  </a:ext>
                </a:extLst>
              </p:cNvPr>
              <p:cNvSpPr/>
              <p:nvPr/>
            </p:nvSpPr>
            <p:spPr>
              <a:xfrm>
                <a:off x="5095081" y="2873722"/>
                <a:ext cx="31750" cy="68263"/>
              </a:xfrm>
              <a:custGeom>
                <a:avLst/>
                <a:gdLst/>
                <a:ahLst/>
                <a:cxnLst/>
                <a:rect l="l" t="t" r="r" b="b"/>
                <a:pathLst>
                  <a:path w="97" h="215" extrusionOk="0">
                    <a:moveTo>
                      <a:pt x="48" y="215"/>
                    </a:moveTo>
                    <a:lnTo>
                      <a:pt x="39" y="210"/>
                    </a:lnTo>
                    <a:lnTo>
                      <a:pt x="38" y="200"/>
                    </a:lnTo>
                    <a:lnTo>
                      <a:pt x="31" y="190"/>
                    </a:lnTo>
                    <a:lnTo>
                      <a:pt x="13" y="183"/>
                    </a:lnTo>
                    <a:lnTo>
                      <a:pt x="4" y="168"/>
                    </a:lnTo>
                    <a:lnTo>
                      <a:pt x="0" y="160"/>
                    </a:lnTo>
                    <a:lnTo>
                      <a:pt x="7" y="161"/>
                    </a:lnTo>
                    <a:lnTo>
                      <a:pt x="7" y="152"/>
                    </a:lnTo>
                    <a:lnTo>
                      <a:pt x="4" y="139"/>
                    </a:lnTo>
                    <a:lnTo>
                      <a:pt x="7" y="125"/>
                    </a:lnTo>
                    <a:lnTo>
                      <a:pt x="8" y="123"/>
                    </a:lnTo>
                    <a:lnTo>
                      <a:pt x="8" y="114"/>
                    </a:lnTo>
                    <a:lnTo>
                      <a:pt x="10" y="106"/>
                    </a:lnTo>
                    <a:lnTo>
                      <a:pt x="6" y="94"/>
                    </a:lnTo>
                    <a:lnTo>
                      <a:pt x="15" y="64"/>
                    </a:lnTo>
                    <a:lnTo>
                      <a:pt x="10" y="58"/>
                    </a:lnTo>
                    <a:lnTo>
                      <a:pt x="2" y="56"/>
                    </a:lnTo>
                    <a:lnTo>
                      <a:pt x="7" y="40"/>
                    </a:lnTo>
                    <a:lnTo>
                      <a:pt x="5" y="29"/>
                    </a:lnTo>
                    <a:lnTo>
                      <a:pt x="10" y="15"/>
                    </a:lnTo>
                    <a:lnTo>
                      <a:pt x="17" y="10"/>
                    </a:lnTo>
                    <a:lnTo>
                      <a:pt x="23" y="0"/>
                    </a:lnTo>
                    <a:lnTo>
                      <a:pt x="31" y="7"/>
                    </a:lnTo>
                    <a:lnTo>
                      <a:pt x="45" y="9"/>
                    </a:lnTo>
                    <a:lnTo>
                      <a:pt x="51" y="20"/>
                    </a:lnTo>
                    <a:lnTo>
                      <a:pt x="61" y="24"/>
                    </a:lnTo>
                    <a:lnTo>
                      <a:pt x="74" y="40"/>
                    </a:lnTo>
                    <a:lnTo>
                      <a:pt x="69" y="76"/>
                    </a:lnTo>
                    <a:lnTo>
                      <a:pt x="69" y="93"/>
                    </a:lnTo>
                    <a:lnTo>
                      <a:pt x="77" y="113"/>
                    </a:lnTo>
                    <a:lnTo>
                      <a:pt x="94" y="130"/>
                    </a:lnTo>
                    <a:lnTo>
                      <a:pt x="97" y="140"/>
                    </a:lnTo>
                    <a:lnTo>
                      <a:pt x="97" y="155"/>
                    </a:lnTo>
                    <a:lnTo>
                      <a:pt x="83" y="166"/>
                    </a:lnTo>
                    <a:lnTo>
                      <a:pt x="75" y="183"/>
                    </a:lnTo>
                    <a:lnTo>
                      <a:pt x="65" y="190"/>
                    </a:lnTo>
                    <a:lnTo>
                      <a:pt x="63" y="203"/>
                    </a:lnTo>
                    <a:lnTo>
                      <a:pt x="58" y="209"/>
                    </a:lnTo>
                    <a:lnTo>
                      <a:pt x="49" y="215"/>
                    </a:lnTo>
                    <a:lnTo>
                      <a:pt x="48" y="21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04" name="Google Shape;2404;p5">
                <a:extLst>
                  <a:ext uri="{FF2B5EF4-FFF2-40B4-BE49-F238E27FC236}">
                    <a16:creationId xmlns:a16="http://schemas.microsoft.com/office/drawing/2014/main" id="{325FE3D1-69CA-0501-4EC7-0A4ED816D8A3}"/>
                  </a:ext>
                </a:extLst>
              </p:cNvPr>
              <p:cNvSpPr/>
              <p:nvPr/>
            </p:nvSpPr>
            <p:spPr>
              <a:xfrm>
                <a:off x="5125244" y="2500660"/>
                <a:ext cx="100013" cy="76200"/>
              </a:xfrm>
              <a:custGeom>
                <a:avLst/>
                <a:gdLst/>
                <a:ahLst/>
                <a:cxnLst/>
                <a:rect l="l" t="t" r="r" b="b"/>
                <a:pathLst>
                  <a:path w="317" h="244" extrusionOk="0">
                    <a:moveTo>
                      <a:pt x="0" y="35"/>
                    </a:moveTo>
                    <a:lnTo>
                      <a:pt x="3" y="57"/>
                    </a:lnTo>
                    <a:lnTo>
                      <a:pt x="3" y="71"/>
                    </a:lnTo>
                    <a:lnTo>
                      <a:pt x="5" y="78"/>
                    </a:lnTo>
                    <a:lnTo>
                      <a:pt x="3" y="54"/>
                    </a:lnTo>
                    <a:lnTo>
                      <a:pt x="4" y="64"/>
                    </a:lnTo>
                    <a:lnTo>
                      <a:pt x="6" y="72"/>
                    </a:lnTo>
                    <a:lnTo>
                      <a:pt x="11" y="94"/>
                    </a:lnTo>
                    <a:lnTo>
                      <a:pt x="13" y="102"/>
                    </a:lnTo>
                    <a:lnTo>
                      <a:pt x="11" y="110"/>
                    </a:lnTo>
                    <a:lnTo>
                      <a:pt x="14" y="110"/>
                    </a:lnTo>
                    <a:lnTo>
                      <a:pt x="15" y="118"/>
                    </a:lnTo>
                    <a:lnTo>
                      <a:pt x="25" y="115"/>
                    </a:lnTo>
                    <a:lnTo>
                      <a:pt x="31" y="120"/>
                    </a:lnTo>
                    <a:lnTo>
                      <a:pt x="38" y="123"/>
                    </a:lnTo>
                    <a:lnTo>
                      <a:pt x="44" y="127"/>
                    </a:lnTo>
                    <a:lnTo>
                      <a:pt x="52" y="131"/>
                    </a:lnTo>
                    <a:lnTo>
                      <a:pt x="69" y="134"/>
                    </a:lnTo>
                    <a:lnTo>
                      <a:pt x="85" y="132"/>
                    </a:lnTo>
                    <a:lnTo>
                      <a:pt x="91" y="136"/>
                    </a:lnTo>
                    <a:lnTo>
                      <a:pt x="102" y="159"/>
                    </a:lnTo>
                    <a:lnTo>
                      <a:pt x="96" y="174"/>
                    </a:lnTo>
                    <a:lnTo>
                      <a:pt x="96" y="191"/>
                    </a:lnTo>
                    <a:lnTo>
                      <a:pt x="99" y="201"/>
                    </a:lnTo>
                    <a:lnTo>
                      <a:pt x="113" y="209"/>
                    </a:lnTo>
                    <a:lnTo>
                      <a:pt x="132" y="222"/>
                    </a:lnTo>
                    <a:lnTo>
                      <a:pt x="137" y="233"/>
                    </a:lnTo>
                    <a:lnTo>
                      <a:pt x="137" y="240"/>
                    </a:lnTo>
                    <a:lnTo>
                      <a:pt x="151" y="244"/>
                    </a:lnTo>
                    <a:lnTo>
                      <a:pt x="167" y="240"/>
                    </a:lnTo>
                    <a:lnTo>
                      <a:pt x="183" y="243"/>
                    </a:lnTo>
                    <a:lnTo>
                      <a:pt x="191" y="239"/>
                    </a:lnTo>
                    <a:lnTo>
                      <a:pt x="197" y="234"/>
                    </a:lnTo>
                    <a:lnTo>
                      <a:pt x="204" y="238"/>
                    </a:lnTo>
                    <a:lnTo>
                      <a:pt x="212" y="237"/>
                    </a:lnTo>
                    <a:lnTo>
                      <a:pt x="209" y="222"/>
                    </a:lnTo>
                    <a:lnTo>
                      <a:pt x="215" y="220"/>
                    </a:lnTo>
                    <a:lnTo>
                      <a:pt x="224" y="220"/>
                    </a:lnTo>
                    <a:lnTo>
                      <a:pt x="229" y="213"/>
                    </a:lnTo>
                    <a:lnTo>
                      <a:pt x="236" y="209"/>
                    </a:lnTo>
                    <a:lnTo>
                      <a:pt x="245" y="211"/>
                    </a:lnTo>
                    <a:lnTo>
                      <a:pt x="248" y="218"/>
                    </a:lnTo>
                    <a:lnTo>
                      <a:pt x="256" y="222"/>
                    </a:lnTo>
                    <a:lnTo>
                      <a:pt x="263" y="220"/>
                    </a:lnTo>
                    <a:lnTo>
                      <a:pt x="262" y="211"/>
                    </a:lnTo>
                    <a:lnTo>
                      <a:pt x="257" y="205"/>
                    </a:lnTo>
                    <a:lnTo>
                      <a:pt x="253" y="197"/>
                    </a:lnTo>
                    <a:lnTo>
                      <a:pt x="255" y="190"/>
                    </a:lnTo>
                    <a:lnTo>
                      <a:pt x="263" y="175"/>
                    </a:lnTo>
                    <a:lnTo>
                      <a:pt x="263" y="168"/>
                    </a:lnTo>
                    <a:lnTo>
                      <a:pt x="266" y="159"/>
                    </a:lnTo>
                    <a:lnTo>
                      <a:pt x="266" y="151"/>
                    </a:lnTo>
                    <a:lnTo>
                      <a:pt x="267" y="143"/>
                    </a:lnTo>
                    <a:lnTo>
                      <a:pt x="274" y="140"/>
                    </a:lnTo>
                    <a:lnTo>
                      <a:pt x="283" y="137"/>
                    </a:lnTo>
                    <a:lnTo>
                      <a:pt x="288" y="132"/>
                    </a:lnTo>
                    <a:lnTo>
                      <a:pt x="295" y="129"/>
                    </a:lnTo>
                    <a:lnTo>
                      <a:pt x="309" y="129"/>
                    </a:lnTo>
                    <a:lnTo>
                      <a:pt x="317" y="110"/>
                    </a:lnTo>
                    <a:lnTo>
                      <a:pt x="310" y="107"/>
                    </a:lnTo>
                    <a:lnTo>
                      <a:pt x="301" y="107"/>
                    </a:lnTo>
                    <a:lnTo>
                      <a:pt x="301" y="99"/>
                    </a:lnTo>
                    <a:lnTo>
                      <a:pt x="301" y="91"/>
                    </a:lnTo>
                    <a:lnTo>
                      <a:pt x="309" y="87"/>
                    </a:lnTo>
                    <a:lnTo>
                      <a:pt x="315" y="81"/>
                    </a:lnTo>
                    <a:lnTo>
                      <a:pt x="313" y="80"/>
                    </a:lnTo>
                    <a:lnTo>
                      <a:pt x="313" y="78"/>
                    </a:lnTo>
                    <a:lnTo>
                      <a:pt x="307" y="73"/>
                    </a:lnTo>
                    <a:lnTo>
                      <a:pt x="300" y="71"/>
                    </a:lnTo>
                    <a:lnTo>
                      <a:pt x="282" y="48"/>
                    </a:lnTo>
                    <a:lnTo>
                      <a:pt x="255" y="29"/>
                    </a:lnTo>
                    <a:lnTo>
                      <a:pt x="239" y="30"/>
                    </a:lnTo>
                    <a:lnTo>
                      <a:pt x="231" y="28"/>
                    </a:lnTo>
                    <a:lnTo>
                      <a:pt x="221" y="5"/>
                    </a:lnTo>
                    <a:lnTo>
                      <a:pt x="215" y="0"/>
                    </a:lnTo>
                    <a:lnTo>
                      <a:pt x="208" y="2"/>
                    </a:lnTo>
                    <a:lnTo>
                      <a:pt x="197" y="13"/>
                    </a:lnTo>
                    <a:lnTo>
                      <a:pt x="181" y="17"/>
                    </a:lnTo>
                    <a:lnTo>
                      <a:pt x="150" y="6"/>
                    </a:lnTo>
                    <a:lnTo>
                      <a:pt x="143" y="6"/>
                    </a:lnTo>
                    <a:lnTo>
                      <a:pt x="126" y="3"/>
                    </a:lnTo>
                    <a:lnTo>
                      <a:pt x="118" y="6"/>
                    </a:lnTo>
                    <a:lnTo>
                      <a:pt x="111" y="3"/>
                    </a:lnTo>
                    <a:lnTo>
                      <a:pt x="103" y="7"/>
                    </a:lnTo>
                    <a:lnTo>
                      <a:pt x="95" y="7"/>
                    </a:lnTo>
                    <a:lnTo>
                      <a:pt x="89" y="3"/>
                    </a:lnTo>
                    <a:lnTo>
                      <a:pt x="80" y="2"/>
                    </a:lnTo>
                    <a:lnTo>
                      <a:pt x="64" y="3"/>
                    </a:lnTo>
                    <a:lnTo>
                      <a:pt x="41" y="11"/>
                    </a:lnTo>
                    <a:lnTo>
                      <a:pt x="26" y="19"/>
                    </a:lnTo>
                    <a:lnTo>
                      <a:pt x="17" y="33"/>
                    </a:lnTo>
                    <a:lnTo>
                      <a:pt x="10" y="38"/>
                    </a:lnTo>
                    <a:lnTo>
                      <a:pt x="0" y="3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05" name="Google Shape;2405;p5">
                <a:extLst>
                  <a:ext uri="{FF2B5EF4-FFF2-40B4-BE49-F238E27FC236}">
                    <a16:creationId xmlns:a16="http://schemas.microsoft.com/office/drawing/2014/main" id="{D543E49D-53F9-0C26-EDC3-B2365A145F69}"/>
                  </a:ext>
                </a:extLst>
              </p:cNvPr>
              <p:cNvSpPr/>
              <p:nvPr/>
            </p:nvSpPr>
            <p:spPr>
              <a:xfrm>
                <a:off x="5053806" y="2700685"/>
                <a:ext cx="95250" cy="47625"/>
              </a:xfrm>
              <a:custGeom>
                <a:avLst/>
                <a:gdLst/>
                <a:ahLst/>
                <a:cxnLst/>
                <a:rect l="l" t="t" r="r" b="b"/>
                <a:pathLst>
                  <a:path w="304" h="149" extrusionOk="0">
                    <a:moveTo>
                      <a:pt x="285" y="96"/>
                    </a:moveTo>
                    <a:lnTo>
                      <a:pt x="273" y="100"/>
                    </a:lnTo>
                    <a:lnTo>
                      <a:pt x="256" y="89"/>
                    </a:lnTo>
                    <a:lnTo>
                      <a:pt x="241" y="84"/>
                    </a:lnTo>
                    <a:lnTo>
                      <a:pt x="229" y="88"/>
                    </a:lnTo>
                    <a:lnTo>
                      <a:pt x="211" y="85"/>
                    </a:lnTo>
                    <a:lnTo>
                      <a:pt x="196" y="94"/>
                    </a:lnTo>
                    <a:lnTo>
                      <a:pt x="191" y="106"/>
                    </a:lnTo>
                    <a:lnTo>
                      <a:pt x="181" y="108"/>
                    </a:lnTo>
                    <a:lnTo>
                      <a:pt x="167" y="116"/>
                    </a:lnTo>
                    <a:lnTo>
                      <a:pt x="150" y="110"/>
                    </a:lnTo>
                    <a:lnTo>
                      <a:pt x="134" y="119"/>
                    </a:lnTo>
                    <a:lnTo>
                      <a:pt x="103" y="128"/>
                    </a:lnTo>
                    <a:lnTo>
                      <a:pt x="90" y="148"/>
                    </a:lnTo>
                    <a:lnTo>
                      <a:pt x="84" y="148"/>
                    </a:lnTo>
                    <a:lnTo>
                      <a:pt x="51" y="149"/>
                    </a:lnTo>
                    <a:lnTo>
                      <a:pt x="27" y="131"/>
                    </a:lnTo>
                    <a:lnTo>
                      <a:pt x="12" y="123"/>
                    </a:lnTo>
                    <a:lnTo>
                      <a:pt x="6" y="110"/>
                    </a:lnTo>
                    <a:lnTo>
                      <a:pt x="0" y="88"/>
                    </a:lnTo>
                    <a:lnTo>
                      <a:pt x="5" y="76"/>
                    </a:lnTo>
                    <a:lnTo>
                      <a:pt x="12" y="67"/>
                    </a:lnTo>
                    <a:lnTo>
                      <a:pt x="20" y="67"/>
                    </a:lnTo>
                    <a:lnTo>
                      <a:pt x="25" y="72"/>
                    </a:lnTo>
                    <a:lnTo>
                      <a:pt x="40" y="69"/>
                    </a:lnTo>
                    <a:lnTo>
                      <a:pt x="53" y="59"/>
                    </a:lnTo>
                    <a:lnTo>
                      <a:pt x="53" y="53"/>
                    </a:lnTo>
                    <a:lnTo>
                      <a:pt x="62" y="51"/>
                    </a:lnTo>
                    <a:lnTo>
                      <a:pt x="67" y="42"/>
                    </a:lnTo>
                    <a:lnTo>
                      <a:pt x="68" y="30"/>
                    </a:lnTo>
                    <a:lnTo>
                      <a:pt x="70" y="25"/>
                    </a:lnTo>
                    <a:lnTo>
                      <a:pt x="79" y="22"/>
                    </a:lnTo>
                    <a:lnTo>
                      <a:pt x="84" y="15"/>
                    </a:lnTo>
                    <a:lnTo>
                      <a:pt x="89" y="8"/>
                    </a:lnTo>
                    <a:lnTo>
                      <a:pt x="100" y="9"/>
                    </a:lnTo>
                    <a:lnTo>
                      <a:pt x="107" y="2"/>
                    </a:lnTo>
                    <a:lnTo>
                      <a:pt x="118" y="8"/>
                    </a:lnTo>
                    <a:lnTo>
                      <a:pt x="129" y="5"/>
                    </a:lnTo>
                    <a:lnTo>
                      <a:pt x="139" y="0"/>
                    </a:lnTo>
                    <a:lnTo>
                      <a:pt x="148" y="6"/>
                    </a:lnTo>
                    <a:lnTo>
                      <a:pt x="157" y="16"/>
                    </a:lnTo>
                    <a:lnTo>
                      <a:pt x="165" y="25"/>
                    </a:lnTo>
                    <a:lnTo>
                      <a:pt x="172" y="27"/>
                    </a:lnTo>
                    <a:lnTo>
                      <a:pt x="182" y="22"/>
                    </a:lnTo>
                    <a:lnTo>
                      <a:pt x="191" y="14"/>
                    </a:lnTo>
                    <a:lnTo>
                      <a:pt x="210" y="14"/>
                    </a:lnTo>
                    <a:lnTo>
                      <a:pt x="220" y="21"/>
                    </a:lnTo>
                    <a:lnTo>
                      <a:pt x="227" y="15"/>
                    </a:lnTo>
                    <a:lnTo>
                      <a:pt x="239" y="10"/>
                    </a:lnTo>
                    <a:lnTo>
                      <a:pt x="251" y="9"/>
                    </a:lnTo>
                    <a:lnTo>
                      <a:pt x="264" y="10"/>
                    </a:lnTo>
                    <a:lnTo>
                      <a:pt x="274" y="18"/>
                    </a:lnTo>
                    <a:lnTo>
                      <a:pt x="283" y="25"/>
                    </a:lnTo>
                    <a:lnTo>
                      <a:pt x="294" y="33"/>
                    </a:lnTo>
                    <a:lnTo>
                      <a:pt x="304" y="37"/>
                    </a:lnTo>
                    <a:lnTo>
                      <a:pt x="302" y="43"/>
                    </a:lnTo>
                    <a:lnTo>
                      <a:pt x="291" y="73"/>
                    </a:lnTo>
                    <a:lnTo>
                      <a:pt x="285" y="9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06" name="Google Shape;2406;p5">
                <a:extLst>
                  <a:ext uri="{FF2B5EF4-FFF2-40B4-BE49-F238E27FC236}">
                    <a16:creationId xmlns:a16="http://schemas.microsoft.com/office/drawing/2014/main" id="{D52D896F-E3B5-279B-546E-25D70DC83A61}"/>
                  </a:ext>
                </a:extLst>
              </p:cNvPr>
              <p:cNvSpPr/>
              <p:nvPr/>
            </p:nvSpPr>
            <p:spPr>
              <a:xfrm>
                <a:off x="4993481" y="2770535"/>
                <a:ext cx="53975" cy="39688"/>
              </a:xfrm>
              <a:custGeom>
                <a:avLst/>
                <a:gdLst/>
                <a:ahLst/>
                <a:cxnLst/>
                <a:rect l="l" t="t" r="r" b="b"/>
                <a:pathLst>
                  <a:path w="173" h="123" extrusionOk="0">
                    <a:moveTo>
                      <a:pt x="145" y="0"/>
                    </a:moveTo>
                    <a:lnTo>
                      <a:pt x="136" y="4"/>
                    </a:lnTo>
                    <a:lnTo>
                      <a:pt x="134" y="12"/>
                    </a:lnTo>
                    <a:lnTo>
                      <a:pt x="117" y="10"/>
                    </a:lnTo>
                    <a:lnTo>
                      <a:pt x="113" y="10"/>
                    </a:lnTo>
                    <a:lnTo>
                      <a:pt x="108" y="19"/>
                    </a:lnTo>
                    <a:lnTo>
                      <a:pt x="88" y="15"/>
                    </a:lnTo>
                    <a:lnTo>
                      <a:pt x="75" y="17"/>
                    </a:lnTo>
                    <a:lnTo>
                      <a:pt x="66" y="28"/>
                    </a:lnTo>
                    <a:lnTo>
                      <a:pt x="58" y="33"/>
                    </a:lnTo>
                    <a:lnTo>
                      <a:pt x="30" y="31"/>
                    </a:lnTo>
                    <a:lnTo>
                      <a:pt x="14" y="31"/>
                    </a:lnTo>
                    <a:lnTo>
                      <a:pt x="2" y="41"/>
                    </a:lnTo>
                    <a:lnTo>
                      <a:pt x="0" y="48"/>
                    </a:lnTo>
                    <a:lnTo>
                      <a:pt x="0" y="53"/>
                    </a:lnTo>
                    <a:lnTo>
                      <a:pt x="2" y="54"/>
                    </a:lnTo>
                    <a:lnTo>
                      <a:pt x="7" y="53"/>
                    </a:lnTo>
                    <a:lnTo>
                      <a:pt x="5" y="60"/>
                    </a:lnTo>
                    <a:lnTo>
                      <a:pt x="4" y="68"/>
                    </a:lnTo>
                    <a:lnTo>
                      <a:pt x="9" y="74"/>
                    </a:lnTo>
                    <a:lnTo>
                      <a:pt x="9" y="82"/>
                    </a:lnTo>
                    <a:lnTo>
                      <a:pt x="11" y="85"/>
                    </a:lnTo>
                    <a:lnTo>
                      <a:pt x="18" y="89"/>
                    </a:lnTo>
                    <a:lnTo>
                      <a:pt x="21" y="94"/>
                    </a:lnTo>
                    <a:lnTo>
                      <a:pt x="25" y="95"/>
                    </a:lnTo>
                    <a:lnTo>
                      <a:pt x="27" y="98"/>
                    </a:lnTo>
                    <a:lnTo>
                      <a:pt x="26" y="103"/>
                    </a:lnTo>
                    <a:lnTo>
                      <a:pt x="22" y="106"/>
                    </a:lnTo>
                    <a:lnTo>
                      <a:pt x="17" y="107"/>
                    </a:lnTo>
                    <a:lnTo>
                      <a:pt x="12" y="106"/>
                    </a:lnTo>
                    <a:lnTo>
                      <a:pt x="6" y="111"/>
                    </a:lnTo>
                    <a:lnTo>
                      <a:pt x="14" y="117"/>
                    </a:lnTo>
                    <a:lnTo>
                      <a:pt x="27" y="116"/>
                    </a:lnTo>
                    <a:lnTo>
                      <a:pt x="30" y="111"/>
                    </a:lnTo>
                    <a:lnTo>
                      <a:pt x="36" y="116"/>
                    </a:lnTo>
                    <a:lnTo>
                      <a:pt x="53" y="116"/>
                    </a:lnTo>
                    <a:lnTo>
                      <a:pt x="60" y="100"/>
                    </a:lnTo>
                    <a:lnTo>
                      <a:pt x="63" y="100"/>
                    </a:lnTo>
                    <a:lnTo>
                      <a:pt x="74" y="119"/>
                    </a:lnTo>
                    <a:lnTo>
                      <a:pt x="79" y="118"/>
                    </a:lnTo>
                    <a:lnTo>
                      <a:pt x="79" y="114"/>
                    </a:lnTo>
                    <a:lnTo>
                      <a:pt x="81" y="114"/>
                    </a:lnTo>
                    <a:lnTo>
                      <a:pt x="84" y="117"/>
                    </a:lnTo>
                    <a:lnTo>
                      <a:pt x="87" y="117"/>
                    </a:lnTo>
                    <a:lnTo>
                      <a:pt x="92" y="123"/>
                    </a:lnTo>
                    <a:lnTo>
                      <a:pt x="96" y="123"/>
                    </a:lnTo>
                    <a:lnTo>
                      <a:pt x="101" y="119"/>
                    </a:lnTo>
                    <a:lnTo>
                      <a:pt x="100" y="107"/>
                    </a:lnTo>
                    <a:lnTo>
                      <a:pt x="103" y="102"/>
                    </a:lnTo>
                    <a:lnTo>
                      <a:pt x="100" y="97"/>
                    </a:lnTo>
                    <a:lnTo>
                      <a:pt x="111" y="89"/>
                    </a:lnTo>
                    <a:lnTo>
                      <a:pt x="119" y="87"/>
                    </a:lnTo>
                    <a:lnTo>
                      <a:pt x="124" y="80"/>
                    </a:lnTo>
                    <a:lnTo>
                      <a:pt x="124" y="69"/>
                    </a:lnTo>
                    <a:lnTo>
                      <a:pt x="118" y="62"/>
                    </a:lnTo>
                    <a:lnTo>
                      <a:pt x="117" y="58"/>
                    </a:lnTo>
                    <a:lnTo>
                      <a:pt x="120" y="53"/>
                    </a:lnTo>
                    <a:lnTo>
                      <a:pt x="140" y="46"/>
                    </a:lnTo>
                    <a:lnTo>
                      <a:pt x="144" y="43"/>
                    </a:lnTo>
                    <a:lnTo>
                      <a:pt x="144" y="38"/>
                    </a:lnTo>
                    <a:lnTo>
                      <a:pt x="151" y="38"/>
                    </a:lnTo>
                    <a:lnTo>
                      <a:pt x="155" y="39"/>
                    </a:lnTo>
                    <a:lnTo>
                      <a:pt x="155" y="38"/>
                    </a:lnTo>
                    <a:lnTo>
                      <a:pt x="154" y="32"/>
                    </a:lnTo>
                    <a:lnTo>
                      <a:pt x="154" y="27"/>
                    </a:lnTo>
                    <a:lnTo>
                      <a:pt x="157" y="24"/>
                    </a:lnTo>
                    <a:lnTo>
                      <a:pt x="161" y="25"/>
                    </a:lnTo>
                    <a:lnTo>
                      <a:pt x="170" y="31"/>
                    </a:lnTo>
                    <a:lnTo>
                      <a:pt x="173" y="28"/>
                    </a:lnTo>
                    <a:lnTo>
                      <a:pt x="173" y="31"/>
                    </a:lnTo>
                    <a:lnTo>
                      <a:pt x="165" y="17"/>
                    </a:lnTo>
                    <a:lnTo>
                      <a:pt x="160" y="4"/>
                    </a:lnTo>
                    <a:lnTo>
                      <a:pt x="152" y="0"/>
                    </a:lnTo>
                    <a:lnTo>
                      <a:pt x="145"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07" name="Google Shape;2407;p5">
                <a:extLst>
                  <a:ext uri="{FF2B5EF4-FFF2-40B4-BE49-F238E27FC236}">
                    <a16:creationId xmlns:a16="http://schemas.microsoft.com/office/drawing/2014/main" id="{8F13052F-332C-57AF-EC6B-0C8028854F95}"/>
                  </a:ext>
                </a:extLst>
              </p:cNvPr>
              <p:cNvSpPr/>
              <p:nvPr/>
            </p:nvSpPr>
            <p:spPr>
              <a:xfrm>
                <a:off x="5117306" y="2881660"/>
                <a:ext cx="41275" cy="33338"/>
              </a:xfrm>
              <a:custGeom>
                <a:avLst/>
                <a:gdLst/>
                <a:ahLst/>
                <a:cxnLst/>
                <a:rect l="l" t="t" r="r" b="b"/>
                <a:pathLst>
                  <a:path w="132" h="107" extrusionOk="0">
                    <a:moveTo>
                      <a:pt x="25" y="107"/>
                    </a:moveTo>
                    <a:lnTo>
                      <a:pt x="8" y="90"/>
                    </a:lnTo>
                    <a:lnTo>
                      <a:pt x="0" y="70"/>
                    </a:lnTo>
                    <a:lnTo>
                      <a:pt x="0" y="53"/>
                    </a:lnTo>
                    <a:lnTo>
                      <a:pt x="5" y="17"/>
                    </a:lnTo>
                    <a:lnTo>
                      <a:pt x="6" y="19"/>
                    </a:lnTo>
                    <a:lnTo>
                      <a:pt x="11" y="19"/>
                    </a:lnTo>
                    <a:lnTo>
                      <a:pt x="14" y="16"/>
                    </a:lnTo>
                    <a:lnTo>
                      <a:pt x="14" y="8"/>
                    </a:lnTo>
                    <a:lnTo>
                      <a:pt x="32" y="1"/>
                    </a:lnTo>
                    <a:lnTo>
                      <a:pt x="35" y="3"/>
                    </a:lnTo>
                    <a:lnTo>
                      <a:pt x="41" y="10"/>
                    </a:lnTo>
                    <a:lnTo>
                      <a:pt x="44" y="10"/>
                    </a:lnTo>
                    <a:lnTo>
                      <a:pt x="44" y="5"/>
                    </a:lnTo>
                    <a:lnTo>
                      <a:pt x="51" y="0"/>
                    </a:lnTo>
                    <a:lnTo>
                      <a:pt x="67" y="4"/>
                    </a:lnTo>
                    <a:lnTo>
                      <a:pt x="71" y="0"/>
                    </a:lnTo>
                    <a:lnTo>
                      <a:pt x="86" y="3"/>
                    </a:lnTo>
                    <a:lnTo>
                      <a:pt x="97" y="1"/>
                    </a:lnTo>
                    <a:lnTo>
                      <a:pt x="103" y="4"/>
                    </a:lnTo>
                    <a:lnTo>
                      <a:pt x="126" y="24"/>
                    </a:lnTo>
                    <a:lnTo>
                      <a:pt x="131" y="53"/>
                    </a:lnTo>
                    <a:lnTo>
                      <a:pt x="132" y="69"/>
                    </a:lnTo>
                    <a:lnTo>
                      <a:pt x="126" y="71"/>
                    </a:lnTo>
                    <a:lnTo>
                      <a:pt x="111" y="85"/>
                    </a:lnTo>
                    <a:lnTo>
                      <a:pt x="91" y="85"/>
                    </a:lnTo>
                    <a:lnTo>
                      <a:pt x="72" y="92"/>
                    </a:lnTo>
                    <a:lnTo>
                      <a:pt x="61" y="102"/>
                    </a:lnTo>
                    <a:lnTo>
                      <a:pt x="25" y="10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08" name="Google Shape;2408;p5">
                <a:extLst>
                  <a:ext uri="{FF2B5EF4-FFF2-40B4-BE49-F238E27FC236}">
                    <a16:creationId xmlns:a16="http://schemas.microsoft.com/office/drawing/2014/main" id="{A6D17B88-B63B-42CF-37CF-80C0A7B19D5B}"/>
                  </a:ext>
                </a:extLst>
              </p:cNvPr>
              <p:cNvSpPr/>
              <p:nvPr/>
            </p:nvSpPr>
            <p:spPr>
              <a:xfrm>
                <a:off x="5110956" y="2734022"/>
                <a:ext cx="165100" cy="115888"/>
              </a:xfrm>
              <a:custGeom>
                <a:avLst/>
                <a:gdLst/>
                <a:ahLst/>
                <a:cxnLst/>
                <a:rect l="l" t="t" r="r" b="b"/>
                <a:pathLst>
                  <a:path w="523" h="364" extrusionOk="0">
                    <a:moveTo>
                      <a:pt x="467" y="355"/>
                    </a:moveTo>
                    <a:lnTo>
                      <a:pt x="449" y="356"/>
                    </a:lnTo>
                    <a:lnTo>
                      <a:pt x="429" y="343"/>
                    </a:lnTo>
                    <a:lnTo>
                      <a:pt x="399" y="334"/>
                    </a:lnTo>
                    <a:lnTo>
                      <a:pt x="393" y="329"/>
                    </a:lnTo>
                    <a:lnTo>
                      <a:pt x="373" y="328"/>
                    </a:lnTo>
                    <a:lnTo>
                      <a:pt x="347" y="337"/>
                    </a:lnTo>
                    <a:lnTo>
                      <a:pt x="327" y="347"/>
                    </a:lnTo>
                    <a:lnTo>
                      <a:pt x="308" y="359"/>
                    </a:lnTo>
                    <a:lnTo>
                      <a:pt x="291" y="364"/>
                    </a:lnTo>
                    <a:lnTo>
                      <a:pt x="247" y="356"/>
                    </a:lnTo>
                    <a:lnTo>
                      <a:pt x="206" y="355"/>
                    </a:lnTo>
                    <a:lnTo>
                      <a:pt x="172" y="351"/>
                    </a:lnTo>
                    <a:lnTo>
                      <a:pt x="158" y="351"/>
                    </a:lnTo>
                    <a:lnTo>
                      <a:pt x="147" y="343"/>
                    </a:lnTo>
                    <a:lnTo>
                      <a:pt x="153" y="328"/>
                    </a:lnTo>
                    <a:lnTo>
                      <a:pt x="141" y="324"/>
                    </a:lnTo>
                    <a:lnTo>
                      <a:pt x="131" y="322"/>
                    </a:lnTo>
                    <a:lnTo>
                      <a:pt x="124" y="306"/>
                    </a:lnTo>
                    <a:lnTo>
                      <a:pt x="134" y="295"/>
                    </a:lnTo>
                    <a:lnTo>
                      <a:pt x="126" y="284"/>
                    </a:lnTo>
                    <a:lnTo>
                      <a:pt x="115" y="293"/>
                    </a:lnTo>
                    <a:lnTo>
                      <a:pt x="87" y="283"/>
                    </a:lnTo>
                    <a:lnTo>
                      <a:pt x="72" y="270"/>
                    </a:lnTo>
                    <a:lnTo>
                      <a:pt x="71" y="256"/>
                    </a:lnTo>
                    <a:lnTo>
                      <a:pt x="69" y="246"/>
                    </a:lnTo>
                    <a:lnTo>
                      <a:pt x="60" y="241"/>
                    </a:lnTo>
                    <a:lnTo>
                      <a:pt x="49" y="238"/>
                    </a:lnTo>
                    <a:lnTo>
                      <a:pt x="40" y="225"/>
                    </a:lnTo>
                    <a:lnTo>
                      <a:pt x="35" y="207"/>
                    </a:lnTo>
                    <a:lnTo>
                      <a:pt x="30" y="194"/>
                    </a:lnTo>
                    <a:lnTo>
                      <a:pt x="19" y="182"/>
                    </a:lnTo>
                    <a:lnTo>
                      <a:pt x="5" y="176"/>
                    </a:lnTo>
                    <a:lnTo>
                      <a:pt x="0" y="172"/>
                    </a:lnTo>
                    <a:lnTo>
                      <a:pt x="3" y="172"/>
                    </a:lnTo>
                    <a:lnTo>
                      <a:pt x="35" y="162"/>
                    </a:lnTo>
                    <a:lnTo>
                      <a:pt x="51" y="155"/>
                    </a:lnTo>
                    <a:lnTo>
                      <a:pt x="59" y="138"/>
                    </a:lnTo>
                    <a:lnTo>
                      <a:pt x="66" y="128"/>
                    </a:lnTo>
                    <a:lnTo>
                      <a:pt x="73" y="112"/>
                    </a:lnTo>
                    <a:lnTo>
                      <a:pt x="78" y="98"/>
                    </a:lnTo>
                    <a:lnTo>
                      <a:pt x="91" y="85"/>
                    </a:lnTo>
                    <a:lnTo>
                      <a:pt x="93" y="74"/>
                    </a:lnTo>
                    <a:lnTo>
                      <a:pt x="99" y="63"/>
                    </a:lnTo>
                    <a:lnTo>
                      <a:pt x="101" y="55"/>
                    </a:lnTo>
                    <a:lnTo>
                      <a:pt x="110" y="46"/>
                    </a:lnTo>
                    <a:lnTo>
                      <a:pt x="125" y="39"/>
                    </a:lnTo>
                    <a:lnTo>
                      <a:pt x="132" y="39"/>
                    </a:lnTo>
                    <a:lnTo>
                      <a:pt x="140" y="32"/>
                    </a:lnTo>
                    <a:lnTo>
                      <a:pt x="144" y="25"/>
                    </a:lnTo>
                    <a:lnTo>
                      <a:pt x="151" y="22"/>
                    </a:lnTo>
                    <a:lnTo>
                      <a:pt x="168" y="22"/>
                    </a:lnTo>
                    <a:lnTo>
                      <a:pt x="187" y="25"/>
                    </a:lnTo>
                    <a:lnTo>
                      <a:pt x="210" y="27"/>
                    </a:lnTo>
                    <a:lnTo>
                      <a:pt x="225" y="24"/>
                    </a:lnTo>
                    <a:lnTo>
                      <a:pt x="241" y="22"/>
                    </a:lnTo>
                    <a:lnTo>
                      <a:pt x="252" y="32"/>
                    </a:lnTo>
                    <a:lnTo>
                      <a:pt x="261" y="37"/>
                    </a:lnTo>
                    <a:lnTo>
                      <a:pt x="277" y="26"/>
                    </a:lnTo>
                    <a:lnTo>
                      <a:pt x="295" y="21"/>
                    </a:lnTo>
                    <a:lnTo>
                      <a:pt x="312" y="21"/>
                    </a:lnTo>
                    <a:lnTo>
                      <a:pt x="346" y="0"/>
                    </a:lnTo>
                    <a:lnTo>
                      <a:pt x="352" y="1"/>
                    </a:lnTo>
                    <a:lnTo>
                      <a:pt x="360" y="1"/>
                    </a:lnTo>
                    <a:lnTo>
                      <a:pt x="372" y="11"/>
                    </a:lnTo>
                    <a:lnTo>
                      <a:pt x="386" y="25"/>
                    </a:lnTo>
                    <a:lnTo>
                      <a:pt x="394" y="38"/>
                    </a:lnTo>
                    <a:lnTo>
                      <a:pt x="397" y="55"/>
                    </a:lnTo>
                    <a:lnTo>
                      <a:pt x="409" y="76"/>
                    </a:lnTo>
                    <a:lnTo>
                      <a:pt x="422" y="97"/>
                    </a:lnTo>
                    <a:lnTo>
                      <a:pt x="433" y="117"/>
                    </a:lnTo>
                    <a:lnTo>
                      <a:pt x="438" y="146"/>
                    </a:lnTo>
                    <a:lnTo>
                      <a:pt x="438" y="166"/>
                    </a:lnTo>
                    <a:lnTo>
                      <a:pt x="436" y="182"/>
                    </a:lnTo>
                    <a:lnTo>
                      <a:pt x="438" y="194"/>
                    </a:lnTo>
                    <a:lnTo>
                      <a:pt x="440" y="207"/>
                    </a:lnTo>
                    <a:lnTo>
                      <a:pt x="440" y="221"/>
                    </a:lnTo>
                    <a:lnTo>
                      <a:pt x="440" y="225"/>
                    </a:lnTo>
                    <a:lnTo>
                      <a:pt x="448" y="224"/>
                    </a:lnTo>
                    <a:lnTo>
                      <a:pt x="462" y="241"/>
                    </a:lnTo>
                    <a:lnTo>
                      <a:pt x="472" y="240"/>
                    </a:lnTo>
                    <a:lnTo>
                      <a:pt x="483" y="232"/>
                    </a:lnTo>
                    <a:lnTo>
                      <a:pt x="497" y="230"/>
                    </a:lnTo>
                    <a:lnTo>
                      <a:pt x="506" y="226"/>
                    </a:lnTo>
                    <a:lnTo>
                      <a:pt x="515" y="226"/>
                    </a:lnTo>
                    <a:lnTo>
                      <a:pt x="521" y="230"/>
                    </a:lnTo>
                    <a:lnTo>
                      <a:pt x="523" y="237"/>
                    </a:lnTo>
                    <a:lnTo>
                      <a:pt x="523" y="254"/>
                    </a:lnTo>
                    <a:lnTo>
                      <a:pt x="521" y="265"/>
                    </a:lnTo>
                    <a:lnTo>
                      <a:pt x="518" y="270"/>
                    </a:lnTo>
                    <a:lnTo>
                      <a:pt x="513" y="277"/>
                    </a:lnTo>
                    <a:lnTo>
                      <a:pt x="502" y="279"/>
                    </a:lnTo>
                    <a:lnTo>
                      <a:pt x="492" y="286"/>
                    </a:lnTo>
                    <a:lnTo>
                      <a:pt x="485" y="296"/>
                    </a:lnTo>
                    <a:lnTo>
                      <a:pt x="478" y="302"/>
                    </a:lnTo>
                    <a:lnTo>
                      <a:pt x="475" y="296"/>
                    </a:lnTo>
                    <a:lnTo>
                      <a:pt x="481" y="289"/>
                    </a:lnTo>
                    <a:lnTo>
                      <a:pt x="487" y="277"/>
                    </a:lnTo>
                    <a:lnTo>
                      <a:pt x="487" y="263"/>
                    </a:lnTo>
                    <a:lnTo>
                      <a:pt x="480" y="263"/>
                    </a:lnTo>
                    <a:lnTo>
                      <a:pt x="476" y="286"/>
                    </a:lnTo>
                    <a:lnTo>
                      <a:pt x="472" y="299"/>
                    </a:lnTo>
                    <a:lnTo>
                      <a:pt x="469" y="310"/>
                    </a:lnTo>
                    <a:lnTo>
                      <a:pt x="467" y="317"/>
                    </a:lnTo>
                    <a:lnTo>
                      <a:pt x="467" y="336"/>
                    </a:lnTo>
                    <a:lnTo>
                      <a:pt x="465" y="344"/>
                    </a:lnTo>
                    <a:lnTo>
                      <a:pt x="467" y="35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09" name="Google Shape;2409;p5">
                <a:extLst>
                  <a:ext uri="{FF2B5EF4-FFF2-40B4-BE49-F238E27FC236}">
                    <a16:creationId xmlns:a16="http://schemas.microsoft.com/office/drawing/2014/main" id="{9C84E95C-2081-D86D-A787-22911A273FB1}"/>
                  </a:ext>
                </a:extLst>
              </p:cNvPr>
              <p:cNvSpPr/>
              <p:nvPr/>
            </p:nvSpPr>
            <p:spPr>
              <a:xfrm>
                <a:off x="5166519" y="2397472"/>
                <a:ext cx="85725" cy="69850"/>
              </a:xfrm>
              <a:custGeom>
                <a:avLst/>
                <a:gdLst/>
                <a:ahLst/>
                <a:cxnLst/>
                <a:rect l="l" t="t" r="r" b="b"/>
                <a:pathLst>
                  <a:path w="267" h="220" extrusionOk="0">
                    <a:moveTo>
                      <a:pt x="121" y="5"/>
                    </a:moveTo>
                    <a:lnTo>
                      <a:pt x="124" y="0"/>
                    </a:lnTo>
                    <a:lnTo>
                      <a:pt x="131" y="9"/>
                    </a:lnTo>
                    <a:lnTo>
                      <a:pt x="140" y="5"/>
                    </a:lnTo>
                    <a:lnTo>
                      <a:pt x="147" y="6"/>
                    </a:lnTo>
                    <a:lnTo>
                      <a:pt x="159" y="13"/>
                    </a:lnTo>
                    <a:lnTo>
                      <a:pt x="179" y="15"/>
                    </a:lnTo>
                    <a:lnTo>
                      <a:pt x="184" y="21"/>
                    </a:lnTo>
                    <a:lnTo>
                      <a:pt x="196" y="25"/>
                    </a:lnTo>
                    <a:lnTo>
                      <a:pt x="239" y="26"/>
                    </a:lnTo>
                    <a:lnTo>
                      <a:pt x="250" y="22"/>
                    </a:lnTo>
                    <a:lnTo>
                      <a:pt x="253" y="15"/>
                    </a:lnTo>
                    <a:lnTo>
                      <a:pt x="260" y="16"/>
                    </a:lnTo>
                    <a:lnTo>
                      <a:pt x="265" y="22"/>
                    </a:lnTo>
                    <a:lnTo>
                      <a:pt x="267" y="30"/>
                    </a:lnTo>
                    <a:lnTo>
                      <a:pt x="264" y="38"/>
                    </a:lnTo>
                    <a:lnTo>
                      <a:pt x="253" y="49"/>
                    </a:lnTo>
                    <a:lnTo>
                      <a:pt x="244" y="64"/>
                    </a:lnTo>
                    <a:lnTo>
                      <a:pt x="238" y="78"/>
                    </a:lnTo>
                    <a:lnTo>
                      <a:pt x="242" y="91"/>
                    </a:lnTo>
                    <a:lnTo>
                      <a:pt x="239" y="110"/>
                    </a:lnTo>
                    <a:lnTo>
                      <a:pt x="240" y="116"/>
                    </a:lnTo>
                    <a:lnTo>
                      <a:pt x="243" y="121"/>
                    </a:lnTo>
                    <a:lnTo>
                      <a:pt x="243" y="127"/>
                    </a:lnTo>
                    <a:lnTo>
                      <a:pt x="240" y="134"/>
                    </a:lnTo>
                    <a:lnTo>
                      <a:pt x="232" y="143"/>
                    </a:lnTo>
                    <a:lnTo>
                      <a:pt x="227" y="146"/>
                    </a:lnTo>
                    <a:lnTo>
                      <a:pt x="224" y="154"/>
                    </a:lnTo>
                    <a:lnTo>
                      <a:pt x="228" y="161"/>
                    </a:lnTo>
                    <a:lnTo>
                      <a:pt x="237" y="162"/>
                    </a:lnTo>
                    <a:lnTo>
                      <a:pt x="250" y="161"/>
                    </a:lnTo>
                    <a:lnTo>
                      <a:pt x="261" y="178"/>
                    </a:lnTo>
                    <a:lnTo>
                      <a:pt x="260" y="194"/>
                    </a:lnTo>
                    <a:lnTo>
                      <a:pt x="250" y="194"/>
                    </a:lnTo>
                    <a:lnTo>
                      <a:pt x="242" y="183"/>
                    </a:lnTo>
                    <a:lnTo>
                      <a:pt x="233" y="176"/>
                    </a:lnTo>
                    <a:lnTo>
                      <a:pt x="233" y="191"/>
                    </a:lnTo>
                    <a:lnTo>
                      <a:pt x="229" y="198"/>
                    </a:lnTo>
                    <a:lnTo>
                      <a:pt x="223" y="213"/>
                    </a:lnTo>
                    <a:lnTo>
                      <a:pt x="224" y="220"/>
                    </a:lnTo>
                    <a:lnTo>
                      <a:pt x="223" y="219"/>
                    </a:lnTo>
                    <a:lnTo>
                      <a:pt x="206" y="215"/>
                    </a:lnTo>
                    <a:lnTo>
                      <a:pt x="191" y="217"/>
                    </a:lnTo>
                    <a:lnTo>
                      <a:pt x="183" y="220"/>
                    </a:lnTo>
                    <a:lnTo>
                      <a:pt x="175" y="220"/>
                    </a:lnTo>
                    <a:lnTo>
                      <a:pt x="153" y="201"/>
                    </a:lnTo>
                    <a:lnTo>
                      <a:pt x="148" y="191"/>
                    </a:lnTo>
                    <a:lnTo>
                      <a:pt x="134" y="186"/>
                    </a:lnTo>
                    <a:lnTo>
                      <a:pt x="120" y="175"/>
                    </a:lnTo>
                    <a:lnTo>
                      <a:pt x="104" y="171"/>
                    </a:lnTo>
                    <a:lnTo>
                      <a:pt x="78" y="175"/>
                    </a:lnTo>
                    <a:lnTo>
                      <a:pt x="65" y="185"/>
                    </a:lnTo>
                    <a:lnTo>
                      <a:pt x="56" y="186"/>
                    </a:lnTo>
                    <a:lnTo>
                      <a:pt x="50" y="192"/>
                    </a:lnTo>
                    <a:lnTo>
                      <a:pt x="54" y="180"/>
                    </a:lnTo>
                    <a:lnTo>
                      <a:pt x="56" y="155"/>
                    </a:lnTo>
                    <a:lnTo>
                      <a:pt x="60" y="144"/>
                    </a:lnTo>
                    <a:lnTo>
                      <a:pt x="60" y="139"/>
                    </a:lnTo>
                    <a:lnTo>
                      <a:pt x="45" y="137"/>
                    </a:lnTo>
                    <a:lnTo>
                      <a:pt x="43" y="144"/>
                    </a:lnTo>
                    <a:lnTo>
                      <a:pt x="34" y="149"/>
                    </a:lnTo>
                    <a:lnTo>
                      <a:pt x="28" y="140"/>
                    </a:lnTo>
                    <a:lnTo>
                      <a:pt x="22" y="142"/>
                    </a:lnTo>
                    <a:lnTo>
                      <a:pt x="14" y="139"/>
                    </a:lnTo>
                    <a:lnTo>
                      <a:pt x="11" y="128"/>
                    </a:lnTo>
                    <a:lnTo>
                      <a:pt x="5" y="119"/>
                    </a:lnTo>
                    <a:lnTo>
                      <a:pt x="3" y="110"/>
                    </a:lnTo>
                    <a:lnTo>
                      <a:pt x="7" y="100"/>
                    </a:lnTo>
                    <a:lnTo>
                      <a:pt x="18" y="97"/>
                    </a:lnTo>
                    <a:lnTo>
                      <a:pt x="16" y="94"/>
                    </a:lnTo>
                    <a:lnTo>
                      <a:pt x="2" y="92"/>
                    </a:lnTo>
                    <a:lnTo>
                      <a:pt x="3" y="79"/>
                    </a:lnTo>
                    <a:lnTo>
                      <a:pt x="6" y="75"/>
                    </a:lnTo>
                    <a:lnTo>
                      <a:pt x="5" y="72"/>
                    </a:lnTo>
                    <a:lnTo>
                      <a:pt x="0" y="70"/>
                    </a:lnTo>
                    <a:lnTo>
                      <a:pt x="3" y="49"/>
                    </a:lnTo>
                    <a:lnTo>
                      <a:pt x="8" y="46"/>
                    </a:lnTo>
                    <a:lnTo>
                      <a:pt x="35" y="38"/>
                    </a:lnTo>
                    <a:lnTo>
                      <a:pt x="35" y="33"/>
                    </a:lnTo>
                    <a:lnTo>
                      <a:pt x="39" y="30"/>
                    </a:lnTo>
                    <a:lnTo>
                      <a:pt x="48" y="27"/>
                    </a:lnTo>
                    <a:lnTo>
                      <a:pt x="54" y="21"/>
                    </a:lnTo>
                    <a:lnTo>
                      <a:pt x="75" y="22"/>
                    </a:lnTo>
                    <a:lnTo>
                      <a:pt x="77" y="13"/>
                    </a:lnTo>
                    <a:lnTo>
                      <a:pt x="87" y="19"/>
                    </a:lnTo>
                    <a:lnTo>
                      <a:pt x="108" y="16"/>
                    </a:lnTo>
                    <a:lnTo>
                      <a:pt x="113" y="13"/>
                    </a:lnTo>
                    <a:lnTo>
                      <a:pt x="111" y="5"/>
                    </a:lnTo>
                    <a:lnTo>
                      <a:pt x="121" y="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10" name="Google Shape;2410;p5">
                <a:extLst>
                  <a:ext uri="{FF2B5EF4-FFF2-40B4-BE49-F238E27FC236}">
                    <a16:creationId xmlns:a16="http://schemas.microsoft.com/office/drawing/2014/main" id="{CA2DE5F9-496E-EE97-7EE7-D0C592CEE518}"/>
                  </a:ext>
                </a:extLst>
              </p:cNvPr>
              <p:cNvSpPr/>
              <p:nvPr/>
            </p:nvSpPr>
            <p:spPr>
              <a:xfrm>
                <a:off x="5117306" y="1964085"/>
                <a:ext cx="188913" cy="425450"/>
              </a:xfrm>
              <a:custGeom>
                <a:avLst/>
                <a:gdLst/>
                <a:ahLst/>
                <a:cxnLst/>
                <a:rect l="l" t="t" r="r" b="b"/>
                <a:pathLst>
                  <a:path w="593" h="1339" extrusionOk="0">
                    <a:moveTo>
                      <a:pt x="0" y="156"/>
                    </a:moveTo>
                    <a:lnTo>
                      <a:pt x="3" y="156"/>
                    </a:lnTo>
                    <a:lnTo>
                      <a:pt x="5" y="161"/>
                    </a:lnTo>
                    <a:lnTo>
                      <a:pt x="46" y="207"/>
                    </a:lnTo>
                    <a:lnTo>
                      <a:pt x="76" y="237"/>
                    </a:lnTo>
                    <a:lnTo>
                      <a:pt x="112" y="248"/>
                    </a:lnTo>
                    <a:lnTo>
                      <a:pt x="130" y="266"/>
                    </a:lnTo>
                    <a:lnTo>
                      <a:pt x="162" y="322"/>
                    </a:lnTo>
                    <a:lnTo>
                      <a:pt x="165" y="329"/>
                    </a:lnTo>
                    <a:lnTo>
                      <a:pt x="160" y="342"/>
                    </a:lnTo>
                    <a:lnTo>
                      <a:pt x="159" y="358"/>
                    </a:lnTo>
                    <a:lnTo>
                      <a:pt x="159" y="379"/>
                    </a:lnTo>
                    <a:lnTo>
                      <a:pt x="160" y="393"/>
                    </a:lnTo>
                    <a:lnTo>
                      <a:pt x="165" y="399"/>
                    </a:lnTo>
                    <a:lnTo>
                      <a:pt x="167" y="414"/>
                    </a:lnTo>
                    <a:lnTo>
                      <a:pt x="161" y="435"/>
                    </a:lnTo>
                    <a:lnTo>
                      <a:pt x="164" y="452"/>
                    </a:lnTo>
                    <a:lnTo>
                      <a:pt x="184" y="498"/>
                    </a:lnTo>
                    <a:lnTo>
                      <a:pt x="184" y="510"/>
                    </a:lnTo>
                    <a:lnTo>
                      <a:pt x="183" y="520"/>
                    </a:lnTo>
                    <a:lnTo>
                      <a:pt x="175" y="533"/>
                    </a:lnTo>
                    <a:lnTo>
                      <a:pt x="171" y="551"/>
                    </a:lnTo>
                    <a:lnTo>
                      <a:pt x="175" y="571"/>
                    </a:lnTo>
                    <a:lnTo>
                      <a:pt x="189" y="605"/>
                    </a:lnTo>
                    <a:lnTo>
                      <a:pt x="197" y="613"/>
                    </a:lnTo>
                    <a:lnTo>
                      <a:pt x="202" y="614"/>
                    </a:lnTo>
                    <a:lnTo>
                      <a:pt x="205" y="622"/>
                    </a:lnTo>
                    <a:lnTo>
                      <a:pt x="211" y="625"/>
                    </a:lnTo>
                    <a:lnTo>
                      <a:pt x="216" y="619"/>
                    </a:lnTo>
                    <a:lnTo>
                      <a:pt x="220" y="623"/>
                    </a:lnTo>
                    <a:lnTo>
                      <a:pt x="224" y="637"/>
                    </a:lnTo>
                    <a:lnTo>
                      <a:pt x="240" y="648"/>
                    </a:lnTo>
                    <a:lnTo>
                      <a:pt x="257" y="671"/>
                    </a:lnTo>
                    <a:lnTo>
                      <a:pt x="262" y="684"/>
                    </a:lnTo>
                    <a:lnTo>
                      <a:pt x="259" y="714"/>
                    </a:lnTo>
                    <a:lnTo>
                      <a:pt x="270" y="734"/>
                    </a:lnTo>
                    <a:lnTo>
                      <a:pt x="262" y="732"/>
                    </a:lnTo>
                    <a:lnTo>
                      <a:pt x="258" y="740"/>
                    </a:lnTo>
                    <a:lnTo>
                      <a:pt x="262" y="750"/>
                    </a:lnTo>
                    <a:lnTo>
                      <a:pt x="251" y="743"/>
                    </a:lnTo>
                    <a:lnTo>
                      <a:pt x="241" y="745"/>
                    </a:lnTo>
                    <a:lnTo>
                      <a:pt x="222" y="752"/>
                    </a:lnTo>
                    <a:lnTo>
                      <a:pt x="214" y="788"/>
                    </a:lnTo>
                    <a:lnTo>
                      <a:pt x="200" y="801"/>
                    </a:lnTo>
                    <a:lnTo>
                      <a:pt x="181" y="828"/>
                    </a:lnTo>
                    <a:lnTo>
                      <a:pt x="156" y="855"/>
                    </a:lnTo>
                    <a:lnTo>
                      <a:pt x="140" y="879"/>
                    </a:lnTo>
                    <a:lnTo>
                      <a:pt x="118" y="918"/>
                    </a:lnTo>
                    <a:lnTo>
                      <a:pt x="108" y="925"/>
                    </a:lnTo>
                    <a:lnTo>
                      <a:pt x="102" y="935"/>
                    </a:lnTo>
                    <a:lnTo>
                      <a:pt x="97" y="940"/>
                    </a:lnTo>
                    <a:lnTo>
                      <a:pt x="90" y="949"/>
                    </a:lnTo>
                    <a:lnTo>
                      <a:pt x="70" y="952"/>
                    </a:lnTo>
                    <a:lnTo>
                      <a:pt x="62" y="949"/>
                    </a:lnTo>
                    <a:lnTo>
                      <a:pt x="55" y="962"/>
                    </a:lnTo>
                    <a:lnTo>
                      <a:pt x="63" y="972"/>
                    </a:lnTo>
                    <a:lnTo>
                      <a:pt x="59" y="974"/>
                    </a:lnTo>
                    <a:lnTo>
                      <a:pt x="42" y="976"/>
                    </a:lnTo>
                    <a:lnTo>
                      <a:pt x="43" y="982"/>
                    </a:lnTo>
                    <a:lnTo>
                      <a:pt x="39" y="990"/>
                    </a:lnTo>
                    <a:lnTo>
                      <a:pt x="33" y="990"/>
                    </a:lnTo>
                    <a:lnTo>
                      <a:pt x="30" y="993"/>
                    </a:lnTo>
                    <a:lnTo>
                      <a:pt x="26" y="1000"/>
                    </a:lnTo>
                    <a:lnTo>
                      <a:pt x="21" y="1019"/>
                    </a:lnTo>
                    <a:lnTo>
                      <a:pt x="23" y="1039"/>
                    </a:lnTo>
                    <a:lnTo>
                      <a:pt x="26" y="1047"/>
                    </a:lnTo>
                    <a:lnTo>
                      <a:pt x="30" y="1053"/>
                    </a:lnTo>
                    <a:lnTo>
                      <a:pt x="33" y="1065"/>
                    </a:lnTo>
                    <a:lnTo>
                      <a:pt x="30" y="1091"/>
                    </a:lnTo>
                    <a:lnTo>
                      <a:pt x="35" y="1101"/>
                    </a:lnTo>
                    <a:lnTo>
                      <a:pt x="42" y="1109"/>
                    </a:lnTo>
                    <a:lnTo>
                      <a:pt x="43" y="1120"/>
                    </a:lnTo>
                    <a:lnTo>
                      <a:pt x="47" y="1135"/>
                    </a:lnTo>
                    <a:lnTo>
                      <a:pt x="50" y="1144"/>
                    </a:lnTo>
                    <a:lnTo>
                      <a:pt x="55" y="1150"/>
                    </a:lnTo>
                    <a:lnTo>
                      <a:pt x="57" y="1152"/>
                    </a:lnTo>
                    <a:lnTo>
                      <a:pt x="52" y="1148"/>
                    </a:lnTo>
                    <a:lnTo>
                      <a:pt x="47" y="1148"/>
                    </a:lnTo>
                    <a:lnTo>
                      <a:pt x="43" y="1152"/>
                    </a:lnTo>
                    <a:lnTo>
                      <a:pt x="44" y="1159"/>
                    </a:lnTo>
                    <a:lnTo>
                      <a:pt x="43" y="1165"/>
                    </a:lnTo>
                    <a:lnTo>
                      <a:pt x="44" y="1173"/>
                    </a:lnTo>
                    <a:lnTo>
                      <a:pt x="44" y="1188"/>
                    </a:lnTo>
                    <a:lnTo>
                      <a:pt x="39" y="1202"/>
                    </a:lnTo>
                    <a:lnTo>
                      <a:pt x="36" y="1202"/>
                    </a:lnTo>
                    <a:lnTo>
                      <a:pt x="33" y="1211"/>
                    </a:lnTo>
                    <a:lnTo>
                      <a:pt x="37" y="1218"/>
                    </a:lnTo>
                    <a:lnTo>
                      <a:pt x="37" y="1224"/>
                    </a:lnTo>
                    <a:lnTo>
                      <a:pt x="36" y="1229"/>
                    </a:lnTo>
                    <a:lnTo>
                      <a:pt x="37" y="1234"/>
                    </a:lnTo>
                    <a:lnTo>
                      <a:pt x="44" y="1237"/>
                    </a:lnTo>
                    <a:lnTo>
                      <a:pt x="43" y="1241"/>
                    </a:lnTo>
                    <a:lnTo>
                      <a:pt x="38" y="1242"/>
                    </a:lnTo>
                    <a:lnTo>
                      <a:pt x="39" y="1249"/>
                    </a:lnTo>
                    <a:lnTo>
                      <a:pt x="53" y="1249"/>
                    </a:lnTo>
                    <a:lnTo>
                      <a:pt x="64" y="1257"/>
                    </a:lnTo>
                    <a:lnTo>
                      <a:pt x="69" y="1264"/>
                    </a:lnTo>
                    <a:lnTo>
                      <a:pt x="80" y="1269"/>
                    </a:lnTo>
                    <a:lnTo>
                      <a:pt x="97" y="1274"/>
                    </a:lnTo>
                    <a:lnTo>
                      <a:pt x="100" y="1278"/>
                    </a:lnTo>
                    <a:lnTo>
                      <a:pt x="97" y="1285"/>
                    </a:lnTo>
                    <a:lnTo>
                      <a:pt x="106" y="1291"/>
                    </a:lnTo>
                    <a:lnTo>
                      <a:pt x="121" y="1283"/>
                    </a:lnTo>
                    <a:lnTo>
                      <a:pt x="122" y="1288"/>
                    </a:lnTo>
                    <a:lnTo>
                      <a:pt x="122" y="1300"/>
                    </a:lnTo>
                    <a:lnTo>
                      <a:pt x="130" y="1313"/>
                    </a:lnTo>
                    <a:lnTo>
                      <a:pt x="129" y="1321"/>
                    </a:lnTo>
                    <a:lnTo>
                      <a:pt x="136" y="1324"/>
                    </a:lnTo>
                    <a:lnTo>
                      <a:pt x="134" y="1331"/>
                    </a:lnTo>
                    <a:lnTo>
                      <a:pt x="124" y="1338"/>
                    </a:lnTo>
                    <a:lnTo>
                      <a:pt x="129" y="1339"/>
                    </a:lnTo>
                    <a:lnTo>
                      <a:pt x="139" y="1333"/>
                    </a:lnTo>
                    <a:lnTo>
                      <a:pt x="150" y="1313"/>
                    </a:lnTo>
                    <a:lnTo>
                      <a:pt x="152" y="1316"/>
                    </a:lnTo>
                    <a:lnTo>
                      <a:pt x="152" y="1326"/>
                    </a:lnTo>
                    <a:lnTo>
                      <a:pt x="157" y="1327"/>
                    </a:lnTo>
                    <a:lnTo>
                      <a:pt x="181" y="1315"/>
                    </a:lnTo>
                    <a:lnTo>
                      <a:pt x="189" y="1315"/>
                    </a:lnTo>
                    <a:lnTo>
                      <a:pt x="197" y="1311"/>
                    </a:lnTo>
                    <a:lnTo>
                      <a:pt x="200" y="1316"/>
                    </a:lnTo>
                    <a:lnTo>
                      <a:pt x="203" y="1316"/>
                    </a:lnTo>
                    <a:lnTo>
                      <a:pt x="213" y="1306"/>
                    </a:lnTo>
                    <a:lnTo>
                      <a:pt x="221" y="1300"/>
                    </a:lnTo>
                    <a:lnTo>
                      <a:pt x="229" y="1299"/>
                    </a:lnTo>
                    <a:lnTo>
                      <a:pt x="235" y="1301"/>
                    </a:lnTo>
                    <a:lnTo>
                      <a:pt x="251" y="1291"/>
                    </a:lnTo>
                    <a:lnTo>
                      <a:pt x="261" y="1290"/>
                    </a:lnTo>
                    <a:lnTo>
                      <a:pt x="268" y="1276"/>
                    </a:lnTo>
                    <a:lnTo>
                      <a:pt x="273" y="1286"/>
                    </a:lnTo>
                    <a:lnTo>
                      <a:pt x="291" y="1279"/>
                    </a:lnTo>
                    <a:lnTo>
                      <a:pt x="289" y="1269"/>
                    </a:lnTo>
                    <a:lnTo>
                      <a:pt x="290" y="1272"/>
                    </a:lnTo>
                    <a:lnTo>
                      <a:pt x="299" y="1275"/>
                    </a:lnTo>
                    <a:lnTo>
                      <a:pt x="305" y="1275"/>
                    </a:lnTo>
                    <a:lnTo>
                      <a:pt x="311" y="1269"/>
                    </a:lnTo>
                    <a:lnTo>
                      <a:pt x="329" y="1268"/>
                    </a:lnTo>
                    <a:lnTo>
                      <a:pt x="342" y="1263"/>
                    </a:lnTo>
                    <a:lnTo>
                      <a:pt x="351" y="1258"/>
                    </a:lnTo>
                    <a:lnTo>
                      <a:pt x="359" y="1263"/>
                    </a:lnTo>
                    <a:lnTo>
                      <a:pt x="377" y="1265"/>
                    </a:lnTo>
                    <a:lnTo>
                      <a:pt x="382" y="1262"/>
                    </a:lnTo>
                    <a:lnTo>
                      <a:pt x="386" y="1257"/>
                    </a:lnTo>
                    <a:lnTo>
                      <a:pt x="387" y="1258"/>
                    </a:lnTo>
                    <a:lnTo>
                      <a:pt x="423" y="1231"/>
                    </a:lnTo>
                    <a:lnTo>
                      <a:pt x="473" y="1182"/>
                    </a:lnTo>
                    <a:lnTo>
                      <a:pt x="511" y="1139"/>
                    </a:lnTo>
                    <a:lnTo>
                      <a:pt x="563" y="1070"/>
                    </a:lnTo>
                    <a:lnTo>
                      <a:pt x="576" y="1050"/>
                    </a:lnTo>
                    <a:lnTo>
                      <a:pt x="592" y="1012"/>
                    </a:lnTo>
                    <a:lnTo>
                      <a:pt x="593" y="973"/>
                    </a:lnTo>
                    <a:lnTo>
                      <a:pt x="589" y="979"/>
                    </a:lnTo>
                    <a:lnTo>
                      <a:pt x="579" y="962"/>
                    </a:lnTo>
                    <a:lnTo>
                      <a:pt x="574" y="945"/>
                    </a:lnTo>
                    <a:lnTo>
                      <a:pt x="544" y="922"/>
                    </a:lnTo>
                    <a:lnTo>
                      <a:pt x="536" y="909"/>
                    </a:lnTo>
                    <a:lnTo>
                      <a:pt x="530" y="891"/>
                    </a:lnTo>
                    <a:lnTo>
                      <a:pt x="534" y="875"/>
                    </a:lnTo>
                    <a:lnTo>
                      <a:pt x="544" y="860"/>
                    </a:lnTo>
                    <a:lnTo>
                      <a:pt x="550" y="842"/>
                    </a:lnTo>
                    <a:lnTo>
                      <a:pt x="549" y="822"/>
                    </a:lnTo>
                    <a:lnTo>
                      <a:pt x="533" y="807"/>
                    </a:lnTo>
                    <a:lnTo>
                      <a:pt x="526" y="791"/>
                    </a:lnTo>
                    <a:lnTo>
                      <a:pt x="528" y="770"/>
                    </a:lnTo>
                    <a:lnTo>
                      <a:pt x="520" y="753"/>
                    </a:lnTo>
                    <a:lnTo>
                      <a:pt x="504" y="750"/>
                    </a:lnTo>
                    <a:lnTo>
                      <a:pt x="503" y="729"/>
                    </a:lnTo>
                    <a:lnTo>
                      <a:pt x="509" y="718"/>
                    </a:lnTo>
                    <a:lnTo>
                      <a:pt x="507" y="699"/>
                    </a:lnTo>
                    <a:lnTo>
                      <a:pt x="504" y="689"/>
                    </a:lnTo>
                    <a:lnTo>
                      <a:pt x="509" y="673"/>
                    </a:lnTo>
                    <a:lnTo>
                      <a:pt x="511" y="651"/>
                    </a:lnTo>
                    <a:lnTo>
                      <a:pt x="525" y="639"/>
                    </a:lnTo>
                    <a:lnTo>
                      <a:pt x="523" y="624"/>
                    </a:lnTo>
                    <a:lnTo>
                      <a:pt x="521" y="607"/>
                    </a:lnTo>
                    <a:lnTo>
                      <a:pt x="510" y="573"/>
                    </a:lnTo>
                    <a:lnTo>
                      <a:pt x="495" y="546"/>
                    </a:lnTo>
                    <a:lnTo>
                      <a:pt x="493" y="527"/>
                    </a:lnTo>
                    <a:lnTo>
                      <a:pt x="485" y="510"/>
                    </a:lnTo>
                    <a:lnTo>
                      <a:pt x="476" y="490"/>
                    </a:lnTo>
                    <a:lnTo>
                      <a:pt x="474" y="469"/>
                    </a:lnTo>
                    <a:lnTo>
                      <a:pt x="480" y="456"/>
                    </a:lnTo>
                    <a:lnTo>
                      <a:pt x="499" y="413"/>
                    </a:lnTo>
                    <a:lnTo>
                      <a:pt x="517" y="376"/>
                    </a:lnTo>
                    <a:lnTo>
                      <a:pt x="514" y="354"/>
                    </a:lnTo>
                    <a:lnTo>
                      <a:pt x="504" y="339"/>
                    </a:lnTo>
                    <a:lnTo>
                      <a:pt x="484" y="301"/>
                    </a:lnTo>
                    <a:lnTo>
                      <a:pt x="469" y="294"/>
                    </a:lnTo>
                    <a:lnTo>
                      <a:pt x="456" y="291"/>
                    </a:lnTo>
                    <a:lnTo>
                      <a:pt x="446" y="285"/>
                    </a:lnTo>
                    <a:lnTo>
                      <a:pt x="441" y="278"/>
                    </a:lnTo>
                    <a:lnTo>
                      <a:pt x="436" y="258"/>
                    </a:lnTo>
                    <a:lnTo>
                      <a:pt x="434" y="232"/>
                    </a:lnTo>
                    <a:lnTo>
                      <a:pt x="435" y="223"/>
                    </a:lnTo>
                    <a:lnTo>
                      <a:pt x="446" y="194"/>
                    </a:lnTo>
                    <a:lnTo>
                      <a:pt x="446" y="189"/>
                    </a:lnTo>
                    <a:lnTo>
                      <a:pt x="436" y="185"/>
                    </a:lnTo>
                    <a:lnTo>
                      <a:pt x="467" y="158"/>
                    </a:lnTo>
                    <a:lnTo>
                      <a:pt x="457" y="150"/>
                    </a:lnTo>
                    <a:lnTo>
                      <a:pt x="456" y="139"/>
                    </a:lnTo>
                    <a:lnTo>
                      <a:pt x="460" y="126"/>
                    </a:lnTo>
                    <a:lnTo>
                      <a:pt x="479" y="102"/>
                    </a:lnTo>
                    <a:lnTo>
                      <a:pt x="478" y="86"/>
                    </a:lnTo>
                    <a:lnTo>
                      <a:pt x="471" y="58"/>
                    </a:lnTo>
                    <a:lnTo>
                      <a:pt x="453" y="41"/>
                    </a:lnTo>
                    <a:lnTo>
                      <a:pt x="435" y="35"/>
                    </a:lnTo>
                    <a:lnTo>
                      <a:pt x="425" y="26"/>
                    </a:lnTo>
                    <a:lnTo>
                      <a:pt x="415" y="5"/>
                    </a:lnTo>
                    <a:lnTo>
                      <a:pt x="409" y="0"/>
                    </a:lnTo>
                    <a:lnTo>
                      <a:pt x="386" y="5"/>
                    </a:lnTo>
                    <a:lnTo>
                      <a:pt x="348" y="22"/>
                    </a:lnTo>
                    <a:lnTo>
                      <a:pt x="323" y="25"/>
                    </a:lnTo>
                    <a:lnTo>
                      <a:pt x="310" y="32"/>
                    </a:lnTo>
                    <a:lnTo>
                      <a:pt x="300" y="45"/>
                    </a:lnTo>
                    <a:lnTo>
                      <a:pt x="286" y="76"/>
                    </a:lnTo>
                    <a:lnTo>
                      <a:pt x="283" y="118"/>
                    </a:lnTo>
                    <a:lnTo>
                      <a:pt x="283" y="132"/>
                    </a:lnTo>
                    <a:lnTo>
                      <a:pt x="285" y="155"/>
                    </a:lnTo>
                    <a:lnTo>
                      <a:pt x="283" y="167"/>
                    </a:lnTo>
                    <a:lnTo>
                      <a:pt x="257" y="187"/>
                    </a:lnTo>
                    <a:lnTo>
                      <a:pt x="248" y="201"/>
                    </a:lnTo>
                    <a:lnTo>
                      <a:pt x="236" y="210"/>
                    </a:lnTo>
                    <a:lnTo>
                      <a:pt x="220" y="218"/>
                    </a:lnTo>
                    <a:lnTo>
                      <a:pt x="210" y="214"/>
                    </a:lnTo>
                    <a:lnTo>
                      <a:pt x="207" y="205"/>
                    </a:lnTo>
                    <a:lnTo>
                      <a:pt x="198" y="193"/>
                    </a:lnTo>
                    <a:lnTo>
                      <a:pt x="188" y="186"/>
                    </a:lnTo>
                    <a:lnTo>
                      <a:pt x="171" y="205"/>
                    </a:lnTo>
                    <a:lnTo>
                      <a:pt x="156" y="214"/>
                    </a:lnTo>
                    <a:lnTo>
                      <a:pt x="144" y="215"/>
                    </a:lnTo>
                    <a:lnTo>
                      <a:pt x="129" y="208"/>
                    </a:lnTo>
                    <a:lnTo>
                      <a:pt x="103" y="204"/>
                    </a:lnTo>
                    <a:lnTo>
                      <a:pt x="98" y="196"/>
                    </a:lnTo>
                    <a:lnTo>
                      <a:pt x="93" y="177"/>
                    </a:lnTo>
                    <a:lnTo>
                      <a:pt x="63" y="133"/>
                    </a:lnTo>
                    <a:lnTo>
                      <a:pt x="52" y="122"/>
                    </a:lnTo>
                    <a:lnTo>
                      <a:pt x="37" y="116"/>
                    </a:lnTo>
                    <a:lnTo>
                      <a:pt x="25" y="122"/>
                    </a:lnTo>
                    <a:lnTo>
                      <a:pt x="26" y="134"/>
                    </a:lnTo>
                    <a:lnTo>
                      <a:pt x="28" y="146"/>
                    </a:lnTo>
                    <a:lnTo>
                      <a:pt x="20" y="150"/>
                    </a:lnTo>
                    <a:lnTo>
                      <a:pt x="11" y="145"/>
                    </a:lnTo>
                    <a:lnTo>
                      <a:pt x="3" y="149"/>
                    </a:lnTo>
                    <a:lnTo>
                      <a:pt x="0" y="15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11" name="Google Shape;2411;p5">
                <a:extLst>
                  <a:ext uri="{FF2B5EF4-FFF2-40B4-BE49-F238E27FC236}">
                    <a16:creationId xmlns:a16="http://schemas.microsoft.com/office/drawing/2014/main" id="{F8099589-6703-9113-EB27-9C110592B6D6}"/>
                  </a:ext>
                </a:extLst>
              </p:cNvPr>
              <p:cNvSpPr/>
              <p:nvPr/>
            </p:nvSpPr>
            <p:spPr>
              <a:xfrm>
                <a:off x="4899819" y="2460972"/>
                <a:ext cx="49213" cy="90488"/>
              </a:xfrm>
              <a:custGeom>
                <a:avLst/>
                <a:gdLst/>
                <a:ahLst/>
                <a:cxnLst/>
                <a:rect l="l" t="t" r="r" b="b"/>
                <a:pathLst>
                  <a:path w="154" h="284" extrusionOk="0">
                    <a:moveTo>
                      <a:pt x="35" y="279"/>
                    </a:moveTo>
                    <a:lnTo>
                      <a:pt x="43" y="278"/>
                    </a:lnTo>
                    <a:lnTo>
                      <a:pt x="67" y="284"/>
                    </a:lnTo>
                    <a:lnTo>
                      <a:pt x="75" y="280"/>
                    </a:lnTo>
                    <a:lnTo>
                      <a:pt x="79" y="279"/>
                    </a:lnTo>
                    <a:lnTo>
                      <a:pt x="80" y="276"/>
                    </a:lnTo>
                    <a:lnTo>
                      <a:pt x="83" y="276"/>
                    </a:lnTo>
                    <a:lnTo>
                      <a:pt x="84" y="279"/>
                    </a:lnTo>
                    <a:lnTo>
                      <a:pt x="89" y="279"/>
                    </a:lnTo>
                    <a:lnTo>
                      <a:pt x="89" y="275"/>
                    </a:lnTo>
                    <a:lnTo>
                      <a:pt x="86" y="270"/>
                    </a:lnTo>
                    <a:lnTo>
                      <a:pt x="83" y="266"/>
                    </a:lnTo>
                    <a:lnTo>
                      <a:pt x="75" y="266"/>
                    </a:lnTo>
                    <a:lnTo>
                      <a:pt x="75" y="262"/>
                    </a:lnTo>
                    <a:lnTo>
                      <a:pt x="75" y="253"/>
                    </a:lnTo>
                    <a:lnTo>
                      <a:pt x="85" y="247"/>
                    </a:lnTo>
                    <a:lnTo>
                      <a:pt x="85" y="243"/>
                    </a:lnTo>
                    <a:lnTo>
                      <a:pt x="83" y="243"/>
                    </a:lnTo>
                    <a:lnTo>
                      <a:pt x="81" y="235"/>
                    </a:lnTo>
                    <a:lnTo>
                      <a:pt x="84" y="223"/>
                    </a:lnTo>
                    <a:lnTo>
                      <a:pt x="81" y="220"/>
                    </a:lnTo>
                    <a:lnTo>
                      <a:pt x="91" y="210"/>
                    </a:lnTo>
                    <a:lnTo>
                      <a:pt x="90" y="206"/>
                    </a:lnTo>
                    <a:lnTo>
                      <a:pt x="84" y="200"/>
                    </a:lnTo>
                    <a:lnTo>
                      <a:pt x="90" y="198"/>
                    </a:lnTo>
                    <a:lnTo>
                      <a:pt x="102" y="199"/>
                    </a:lnTo>
                    <a:lnTo>
                      <a:pt x="103" y="193"/>
                    </a:lnTo>
                    <a:lnTo>
                      <a:pt x="98" y="185"/>
                    </a:lnTo>
                    <a:lnTo>
                      <a:pt x="102" y="180"/>
                    </a:lnTo>
                    <a:lnTo>
                      <a:pt x="116" y="182"/>
                    </a:lnTo>
                    <a:lnTo>
                      <a:pt x="121" y="176"/>
                    </a:lnTo>
                    <a:lnTo>
                      <a:pt x="118" y="163"/>
                    </a:lnTo>
                    <a:lnTo>
                      <a:pt x="122" y="151"/>
                    </a:lnTo>
                    <a:lnTo>
                      <a:pt x="127" y="149"/>
                    </a:lnTo>
                    <a:lnTo>
                      <a:pt x="127" y="153"/>
                    </a:lnTo>
                    <a:lnTo>
                      <a:pt x="130" y="161"/>
                    </a:lnTo>
                    <a:lnTo>
                      <a:pt x="137" y="152"/>
                    </a:lnTo>
                    <a:lnTo>
                      <a:pt x="138" y="156"/>
                    </a:lnTo>
                    <a:lnTo>
                      <a:pt x="153" y="144"/>
                    </a:lnTo>
                    <a:lnTo>
                      <a:pt x="154" y="133"/>
                    </a:lnTo>
                    <a:lnTo>
                      <a:pt x="151" y="125"/>
                    </a:lnTo>
                    <a:lnTo>
                      <a:pt x="146" y="123"/>
                    </a:lnTo>
                    <a:lnTo>
                      <a:pt x="137" y="124"/>
                    </a:lnTo>
                    <a:lnTo>
                      <a:pt x="129" y="126"/>
                    </a:lnTo>
                    <a:lnTo>
                      <a:pt x="126" y="120"/>
                    </a:lnTo>
                    <a:lnTo>
                      <a:pt x="119" y="120"/>
                    </a:lnTo>
                    <a:lnTo>
                      <a:pt x="114" y="128"/>
                    </a:lnTo>
                    <a:lnTo>
                      <a:pt x="112" y="123"/>
                    </a:lnTo>
                    <a:lnTo>
                      <a:pt x="113" y="117"/>
                    </a:lnTo>
                    <a:lnTo>
                      <a:pt x="119" y="109"/>
                    </a:lnTo>
                    <a:lnTo>
                      <a:pt x="118" y="107"/>
                    </a:lnTo>
                    <a:lnTo>
                      <a:pt x="108" y="109"/>
                    </a:lnTo>
                    <a:lnTo>
                      <a:pt x="108" y="106"/>
                    </a:lnTo>
                    <a:lnTo>
                      <a:pt x="117" y="102"/>
                    </a:lnTo>
                    <a:lnTo>
                      <a:pt x="117" y="93"/>
                    </a:lnTo>
                    <a:lnTo>
                      <a:pt x="118" y="92"/>
                    </a:lnTo>
                    <a:lnTo>
                      <a:pt x="118" y="80"/>
                    </a:lnTo>
                    <a:lnTo>
                      <a:pt x="122" y="66"/>
                    </a:lnTo>
                    <a:lnTo>
                      <a:pt x="132" y="48"/>
                    </a:lnTo>
                    <a:lnTo>
                      <a:pt x="132" y="39"/>
                    </a:lnTo>
                    <a:lnTo>
                      <a:pt x="126" y="20"/>
                    </a:lnTo>
                    <a:lnTo>
                      <a:pt x="128" y="10"/>
                    </a:lnTo>
                    <a:lnTo>
                      <a:pt x="130" y="2"/>
                    </a:lnTo>
                    <a:lnTo>
                      <a:pt x="129" y="0"/>
                    </a:lnTo>
                    <a:lnTo>
                      <a:pt x="123" y="6"/>
                    </a:lnTo>
                    <a:lnTo>
                      <a:pt x="101" y="17"/>
                    </a:lnTo>
                    <a:lnTo>
                      <a:pt x="85" y="34"/>
                    </a:lnTo>
                    <a:lnTo>
                      <a:pt x="83" y="45"/>
                    </a:lnTo>
                    <a:lnTo>
                      <a:pt x="71" y="54"/>
                    </a:lnTo>
                    <a:lnTo>
                      <a:pt x="28" y="63"/>
                    </a:lnTo>
                    <a:lnTo>
                      <a:pt x="20" y="71"/>
                    </a:lnTo>
                    <a:lnTo>
                      <a:pt x="15" y="82"/>
                    </a:lnTo>
                    <a:lnTo>
                      <a:pt x="8" y="107"/>
                    </a:lnTo>
                    <a:lnTo>
                      <a:pt x="6" y="119"/>
                    </a:lnTo>
                    <a:lnTo>
                      <a:pt x="0" y="134"/>
                    </a:lnTo>
                    <a:lnTo>
                      <a:pt x="0" y="146"/>
                    </a:lnTo>
                    <a:lnTo>
                      <a:pt x="3" y="174"/>
                    </a:lnTo>
                    <a:lnTo>
                      <a:pt x="6" y="185"/>
                    </a:lnTo>
                    <a:lnTo>
                      <a:pt x="6" y="199"/>
                    </a:lnTo>
                    <a:lnTo>
                      <a:pt x="4" y="216"/>
                    </a:lnTo>
                    <a:lnTo>
                      <a:pt x="9" y="216"/>
                    </a:lnTo>
                    <a:lnTo>
                      <a:pt x="12" y="214"/>
                    </a:lnTo>
                    <a:lnTo>
                      <a:pt x="21" y="219"/>
                    </a:lnTo>
                    <a:lnTo>
                      <a:pt x="28" y="226"/>
                    </a:lnTo>
                    <a:lnTo>
                      <a:pt x="33" y="236"/>
                    </a:lnTo>
                    <a:lnTo>
                      <a:pt x="33" y="269"/>
                    </a:lnTo>
                    <a:lnTo>
                      <a:pt x="35" y="27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12" name="Google Shape;2412;p5">
                <a:extLst>
                  <a:ext uri="{FF2B5EF4-FFF2-40B4-BE49-F238E27FC236}">
                    <a16:creationId xmlns:a16="http://schemas.microsoft.com/office/drawing/2014/main" id="{57D78B2E-F115-626A-AB44-33938A199018}"/>
                  </a:ext>
                </a:extLst>
              </p:cNvPr>
              <p:cNvSpPr/>
              <p:nvPr/>
            </p:nvSpPr>
            <p:spPr>
              <a:xfrm>
                <a:off x="4847431" y="1911697"/>
                <a:ext cx="452438" cy="539750"/>
              </a:xfrm>
              <a:custGeom>
                <a:avLst/>
                <a:gdLst/>
                <a:ahLst/>
                <a:cxnLst/>
                <a:rect l="l" t="t" r="r" b="b"/>
                <a:pathLst>
                  <a:path w="1427" h="1701" extrusionOk="0">
                    <a:moveTo>
                      <a:pt x="1419" y="216"/>
                    </a:moveTo>
                    <a:lnTo>
                      <a:pt x="1397" y="212"/>
                    </a:lnTo>
                    <a:lnTo>
                      <a:pt x="1395" y="232"/>
                    </a:lnTo>
                    <a:lnTo>
                      <a:pt x="1388" y="232"/>
                    </a:lnTo>
                    <a:lnTo>
                      <a:pt x="1390" y="229"/>
                    </a:lnTo>
                    <a:lnTo>
                      <a:pt x="1380" y="225"/>
                    </a:lnTo>
                    <a:lnTo>
                      <a:pt x="1376" y="219"/>
                    </a:lnTo>
                    <a:lnTo>
                      <a:pt x="1376" y="231"/>
                    </a:lnTo>
                    <a:lnTo>
                      <a:pt x="1375" y="234"/>
                    </a:lnTo>
                    <a:lnTo>
                      <a:pt x="1370" y="224"/>
                    </a:lnTo>
                    <a:lnTo>
                      <a:pt x="1357" y="226"/>
                    </a:lnTo>
                    <a:lnTo>
                      <a:pt x="1347" y="232"/>
                    </a:lnTo>
                    <a:lnTo>
                      <a:pt x="1350" y="220"/>
                    </a:lnTo>
                    <a:lnTo>
                      <a:pt x="1358" y="214"/>
                    </a:lnTo>
                    <a:lnTo>
                      <a:pt x="1365" y="212"/>
                    </a:lnTo>
                    <a:lnTo>
                      <a:pt x="1368" y="205"/>
                    </a:lnTo>
                    <a:lnTo>
                      <a:pt x="1366" y="200"/>
                    </a:lnTo>
                    <a:lnTo>
                      <a:pt x="1361" y="193"/>
                    </a:lnTo>
                    <a:lnTo>
                      <a:pt x="1341" y="196"/>
                    </a:lnTo>
                    <a:lnTo>
                      <a:pt x="1344" y="189"/>
                    </a:lnTo>
                    <a:lnTo>
                      <a:pt x="1338" y="183"/>
                    </a:lnTo>
                    <a:lnTo>
                      <a:pt x="1326" y="177"/>
                    </a:lnTo>
                    <a:lnTo>
                      <a:pt x="1315" y="166"/>
                    </a:lnTo>
                    <a:lnTo>
                      <a:pt x="1301" y="162"/>
                    </a:lnTo>
                    <a:lnTo>
                      <a:pt x="1296" y="156"/>
                    </a:lnTo>
                    <a:lnTo>
                      <a:pt x="1299" y="153"/>
                    </a:lnTo>
                    <a:lnTo>
                      <a:pt x="1299" y="149"/>
                    </a:lnTo>
                    <a:lnTo>
                      <a:pt x="1321" y="157"/>
                    </a:lnTo>
                    <a:lnTo>
                      <a:pt x="1371" y="166"/>
                    </a:lnTo>
                    <a:lnTo>
                      <a:pt x="1407" y="137"/>
                    </a:lnTo>
                    <a:lnTo>
                      <a:pt x="1419" y="132"/>
                    </a:lnTo>
                    <a:lnTo>
                      <a:pt x="1427" y="126"/>
                    </a:lnTo>
                    <a:lnTo>
                      <a:pt x="1424" y="112"/>
                    </a:lnTo>
                    <a:lnTo>
                      <a:pt x="1412" y="106"/>
                    </a:lnTo>
                    <a:lnTo>
                      <a:pt x="1404" y="92"/>
                    </a:lnTo>
                    <a:lnTo>
                      <a:pt x="1388" y="91"/>
                    </a:lnTo>
                    <a:lnTo>
                      <a:pt x="1380" y="87"/>
                    </a:lnTo>
                    <a:lnTo>
                      <a:pt x="1388" y="80"/>
                    </a:lnTo>
                    <a:lnTo>
                      <a:pt x="1374" y="73"/>
                    </a:lnTo>
                    <a:lnTo>
                      <a:pt x="1369" y="63"/>
                    </a:lnTo>
                    <a:lnTo>
                      <a:pt x="1361" y="71"/>
                    </a:lnTo>
                    <a:lnTo>
                      <a:pt x="1355" y="75"/>
                    </a:lnTo>
                    <a:lnTo>
                      <a:pt x="1355" y="68"/>
                    </a:lnTo>
                    <a:lnTo>
                      <a:pt x="1353" y="63"/>
                    </a:lnTo>
                    <a:lnTo>
                      <a:pt x="1333" y="70"/>
                    </a:lnTo>
                    <a:lnTo>
                      <a:pt x="1332" y="68"/>
                    </a:lnTo>
                    <a:lnTo>
                      <a:pt x="1331" y="63"/>
                    </a:lnTo>
                    <a:lnTo>
                      <a:pt x="1332" y="59"/>
                    </a:lnTo>
                    <a:lnTo>
                      <a:pt x="1332" y="49"/>
                    </a:lnTo>
                    <a:lnTo>
                      <a:pt x="1327" y="46"/>
                    </a:lnTo>
                    <a:lnTo>
                      <a:pt x="1325" y="38"/>
                    </a:lnTo>
                    <a:lnTo>
                      <a:pt x="1316" y="42"/>
                    </a:lnTo>
                    <a:lnTo>
                      <a:pt x="1310" y="38"/>
                    </a:lnTo>
                    <a:lnTo>
                      <a:pt x="1301" y="41"/>
                    </a:lnTo>
                    <a:lnTo>
                      <a:pt x="1293" y="56"/>
                    </a:lnTo>
                    <a:lnTo>
                      <a:pt x="1290" y="70"/>
                    </a:lnTo>
                    <a:lnTo>
                      <a:pt x="1290" y="89"/>
                    </a:lnTo>
                    <a:lnTo>
                      <a:pt x="1293" y="103"/>
                    </a:lnTo>
                    <a:lnTo>
                      <a:pt x="1280" y="110"/>
                    </a:lnTo>
                    <a:lnTo>
                      <a:pt x="1271" y="102"/>
                    </a:lnTo>
                    <a:lnTo>
                      <a:pt x="1260" y="105"/>
                    </a:lnTo>
                    <a:lnTo>
                      <a:pt x="1257" y="101"/>
                    </a:lnTo>
                    <a:lnTo>
                      <a:pt x="1267" y="91"/>
                    </a:lnTo>
                    <a:lnTo>
                      <a:pt x="1277" y="76"/>
                    </a:lnTo>
                    <a:lnTo>
                      <a:pt x="1272" y="67"/>
                    </a:lnTo>
                    <a:lnTo>
                      <a:pt x="1257" y="78"/>
                    </a:lnTo>
                    <a:lnTo>
                      <a:pt x="1247" y="78"/>
                    </a:lnTo>
                    <a:lnTo>
                      <a:pt x="1262" y="67"/>
                    </a:lnTo>
                    <a:lnTo>
                      <a:pt x="1253" y="56"/>
                    </a:lnTo>
                    <a:lnTo>
                      <a:pt x="1260" y="47"/>
                    </a:lnTo>
                    <a:lnTo>
                      <a:pt x="1277" y="49"/>
                    </a:lnTo>
                    <a:lnTo>
                      <a:pt x="1284" y="35"/>
                    </a:lnTo>
                    <a:lnTo>
                      <a:pt x="1285" y="19"/>
                    </a:lnTo>
                    <a:lnTo>
                      <a:pt x="1273" y="19"/>
                    </a:lnTo>
                    <a:lnTo>
                      <a:pt x="1275" y="9"/>
                    </a:lnTo>
                    <a:lnTo>
                      <a:pt x="1268" y="3"/>
                    </a:lnTo>
                    <a:lnTo>
                      <a:pt x="1262" y="3"/>
                    </a:lnTo>
                    <a:lnTo>
                      <a:pt x="1250" y="13"/>
                    </a:lnTo>
                    <a:lnTo>
                      <a:pt x="1239" y="0"/>
                    </a:lnTo>
                    <a:lnTo>
                      <a:pt x="1236" y="17"/>
                    </a:lnTo>
                    <a:lnTo>
                      <a:pt x="1231" y="37"/>
                    </a:lnTo>
                    <a:lnTo>
                      <a:pt x="1226" y="49"/>
                    </a:lnTo>
                    <a:lnTo>
                      <a:pt x="1220" y="59"/>
                    </a:lnTo>
                    <a:lnTo>
                      <a:pt x="1218" y="67"/>
                    </a:lnTo>
                    <a:lnTo>
                      <a:pt x="1219" y="78"/>
                    </a:lnTo>
                    <a:lnTo>
                      <a:pt x="1212" y="79"/>
                    </a:lnTo>
                    <a:lnTo>
                      <a:pt x="1208" y="89"/>
                    </a:lnTo>
                    <a:lnTo>
                      <a:pt x="1208" y="103"/>
                    </a:lnTo>
                    <a:lnTo>
                      <a:pt x="1197" y="103"/>
                    </a:lnTo>
                    <a:lnTo>
                      <a:pt x="1182" y="118"/>
                    </a:lnTo>
                    <a:lnTo>
                      <a:pt x="1183" y="102"/>
                    </a:lnTo>
                    <a:lnTo>
                      <a:pt x="1188" y="85"/>
                    </a:lnTo>
                    <a:lnTo>
                      <a:pt x="1178" y="70"/>
                    </a:lnTo>
                    <a:lnTo>
                      <a:pt x="1188" y="62"/>
                    </a:lnTo>
                    <a:lnTo>
                      <a:pt x="1188" y="41"/>
                    </a:lnTo>
                    <a:lnTo>
                      <a:pt x="1187" y="28"/>
                    </a:lnTo>
                    <a:lnTo>
                      <a:pt x="1182" y="27"/>
                    </a:lnTo>
                    <a:lnTo>
                      <a:pt x="1176" y="31"/>
                    </a:lnTo>
                    <a:lnTo>
                      <a:pt x="1142" y="90"/>
                    </a:lnTo>
                    <a:lnTo>
                      <a:pt x="1135" y="96"/>
                    </a:lnTo>
                    <a:lnTo>
                      <a:pt x="1129" y="111"/>
                    </a:lnTo>
                    <a:lnTo>
                      <a:pt x="1121" y="122"/>
                    </a:lnTo>
                    <a:lnTo>
                      <a:pt x="1115" y="140"/>
                    </a:lnTo>
                    <a:lnTo>
                      <a:pt x="1123" y="132"/>
                    </a:lnTo>
                    <a:lnTo>
                      <a:pt x="1101" y="167"/>
                    </a:lnTo>
                    <a:lnTo>
                      <a:pt x="1092" y="172"/>
                    </a:lnTo>
                    <a:lnTo>
                      <a:pt x="1091" y="160"/>
                    </a:lnTo>
                    <a:lnTo>
                      <a:pt x="1092" y="148"/>
                    </a:lnTo>
                    <a:lnTo>
                      <a:pt x="1099" y="139"/>
                    </a:lnTo>
                    <a:lnTo>
                      <a:pt x="1104" y="137"/>
                    </a:lnTo>
                    <a:lnTo>
                      <a:pt x="1104" y="129"/>
                    </a:lnTo>
                    <a:lnTo>
                      <a:pt x="1106" y="112"/>
                    </a:lnTo>
                    <a:lnTo>
                      <a:pt x="1105" y="105"/>
                    </a:lnTo>
                    <a:lnTo>
                      <a:pt x="1111" y="87"/>
                    </a:lnTo>
                    <a:lnTo>
                      <a:pt x="1133" y="58"/>
                    </a:lnTo>
                    <a:lnTo>
                      <a:pt x="1140" y="42"/>
                    </a:lnTo>
                    <a:lnTo>
                      <a:pt x="1131" y="37"/>
                    </a:lnTo>
                    <a:lnTo>
                      <a:pt x="1116" y="48"/>
                    </a:lnTo>
                    <a:lnTo>
                      <a:pt x="1107" y="51"/>
                    </a:lnTo>
                    <a:lnTo>
                      <a:pt x="1106" y="37"/>
                    </a:lnTo>
                    <a:lnTo>
                      <a:pt x="1100" y="33"/>
                    </a:lnTo>
                    <a:lnTo>
                      <a:pt x="1096" y="27"/>
                    </a:lnTo>
                    <a:lnTo>
                      <a:pt x="1095" y="20"/>
                    </a:lnTo>
                    <a:lnTo>
                      <a:pt x="1085" y="32"/>
                    </a:lnTo>
                    <a:lnTo>
                      <a:pt x="1081" y="26"/>
                    </a:lnTo>
                    <a:lnTo>
                      <a:pt x="1074" y="26"/>
                    </a:lnTo>
                    <a:lnTo>
                      <a:pt x="1073" y="51"/>
                    </a:lnTo>
                    <a:lnTo>
                      <a:pt x="1059" y="46"/>
                    </a:lnTo>
                    <a:lnTo>
                      <a:pt x="1065" y="59"/>
                    </a:lnTo>
                    <a:lnTo>
                      <a:pt x="1073" y="67"/>
                    </a:lnTo>
                    <a:lnTo>
                      <a:pt x="1074" y="71"/>
                    </a:lnTo>
                    <a:lnTo>
                      <a:pt x="1061" y="79"/>
                    </a:lnTo>
                    <a:lnTo>
                      <a:pt x="1053" y="91"/>
                    </a:lnTo>
                    <a:lnTo>
                      <a:pt x="1057" y="105"/>
                    </a:lnTo>
                    <a:lnTo>
                      <a:pt x="1032" y="105"/>
                    </a:lnTo>
                    <a:lnTo>
                      <a:pt x="1020" y="118"/>
                    </a:lnTo>
                    <a:lnTo>
                      <a:pt x="1015" y="129"/>
                    </a:lnTo>
                    <a:lnTo>
                      <a:pt x="1002" y="144"/>
                    </a:lnTo>
                    <a:lnTo>
                      <a:pt x="1000" y="150"/>
                    </a:lnTo>
                    <a:lnTo>
                      <a:pt x="1003" y="159"/>
                    </a:lnTo>
                    <a:lnTo>
                      <a:pt x="1000" y="169"/>
                    </a:lnTo>
                    <a:lnTo>
                      <a:pt x="1000" y="183"/>
                    </a:lnTo>
                    <a:lnTo>
                      <a:pt x="992" y="184"/>
                    </a:lnTo>
                    <a:lnTo>
                      <a:pt x="987" y="178"/>
                    </a:lnTo>
                    <a:lnTo>
                      <a:pt x="987" y="170"/>
                    </a:lnTo>
                    <a:lnTo>
                      <a:pt x="992" y="166"/>
                    </a:lnTo>
                    <a:lnTo>
                      <a:pt x="978" y="162"/>
                    </a:lnTo>
                    <a:lnTo>
                      <a:pt x="986" y="151"/>
                    </a:lnTo>
                    <a:lnTo>
                      <a:pt x="984" y="150"/>
                    </a:lnTo>
                    <a:lnTo>
                      <a:pt x="954" y="145"/>
                    </a:lnTo>
                    <a:lnTo>
                      <a:pt x="956" y="159"/>
                    </a:lnTo>
                    <a:lnTo>
                      <a:pt x="952" y="160"/>
                    </a:lnTo>
                    <a:lnTo>
                      <a:pt x="944" y="156"/>
                    </a:lnTo>
                    <a:lnTo>
                      <a:pt x="944" y="150"/>
                    </a:lnTo>
                    <a:lnTo>
                      <a:pt x="941" y="140"/>
                    </a:lnTo>
                    <a:lnTo>
                      <a:pt x="938" y="143"/>
                    </a:lnTo>
                    <a:lnTo>
                      <a:pt x="935" y="133"/>
                    </a:lnTo>
                    <a:lnTo>
                      <a:pt x="929" y="138"/>
                    </a:lnTo>
                    <a:lnTo>
                      <a:pt x="927" y="133"/>
                    </a:lnTo>
                    <a:lnTo>
                      <a:pt x="922" y="138"/>
                    </a:lnTo>
                    <a:lnTo>
                      <a:pt x="920" y="155"/>
                    </a:lnTo>
                    <a:lnTo>
                      <a:pt x="916" y="146"/>
                    </a:lnTo>
                    <a:lnTo>
                      <a:pt x="911" y="135"/>
                    </a:lnTo>
                    <a:lnTo>
                      <a:pt x="907" y="132"/>
                    </a:lnTo>
                    <a:lnTo>
                      <a:pt x="907" y="157"/>
                    </a:lnTo>
                    <a:lnTo>
                      <a:pt x="924" y="167"/>
                    </a:lnTo>
                    <a:lnTo>
                      <a:pt x="930" y="167"/>
                    </a:lnTo>
                    <a:lnTo>
                      <a:pt x="930" y="178"/>
                    </a:lnTo>
                    <a:lnTo>
                      <a:pt x="928" y="188"/>
                    </a:lnTo>
                    <a:lnTo>
                      <a:pt x="928" y="199"/>
                    </a:lnTo>
                    <a:lnTo>
                      <a:pt x="933" y="210"/>
                    </a:lnTo>
                    <a:lnTo>
                      <a:pt x="933" y="225"/>
                    </a:lnTo>
                    <a:lnTo>
                      <a:pt x="925" y="219"/>
                    </a:lnTo>
                    <a:lnTo>
                      <a:pt x="907" y="191"/>
                    </a:lnTo>
                    <a:lnTo>
                      <a:pt x="891" y="175"/>
                    </a:lnTo>
                    <a:lnTo>
                      <a:pt x="895" y="194"/>
                    </a:lnTo>
                    <a:lnTo>
                      <a:pt x="890" y="194"/>
                    </a:lnTo>
                    <a:lnTo>
                      <a:pt x="886" y="205"/>
                    </a:lnTo>
                    <a:lnTo>
                      <a:pt x="881" y="204"/>
                    </a:lnTo>
                    <a:lnTo>
                      <a:pt x="877" y="212"/>
                    </a:lnTo>
                    <a:lnTo>
                      <a:pt x="874" y="208"/>
                    </a:lnTo>
                    <a:lnTo>
                      <a:pt x="874" y="202"/>
                    </a:lnTo>
                    <a:lnTo>
                      <a:pt x="877" y="191"/>
                    </a:lnTo>
                    <a:lnTo>
                      <a:pt x="870" y="194"/>
                    </a:lnTo>
                    <a:lnTo>
                      <a:pt x="863" y="204"/>
                    </a:lnTo>
                    <a:lnTo>
                      <a:pt x="859" y="218"/>
                    </a:lnTo>
                    <a:lnTo>
                      <a:pt x="853" y="220"/>
                    </a:lnTo>
                    <a:lnTo>
                      <a:pt x="855" y="235"/>
                    </a:lnTo>
                    <a:lnTo>
                      <a:pt x="857" y="241"/>
                    </a:lnTo>
                    <a:lnTo>
                      <a:pt x="841" y="256"/>
                    </a:lnTo>
                    <a:lnTo>
                      <a:pt x="834" y="275"/>
                    </a:lnTo>
                    <a:lnTo>
                      <a:pt x="827" y="285"/>
                    </a:lnTo>
                    <a:lnTo>
                      <a:pt x="837" y="264"/>
                    </a:lnTo>
                    <a:lnTo>
                      <a:pt x="838" y="252"/>
                    </a:lnTo>
                    <a:lnTo>
                      <a:pt x="839" y="229"/>
                    </a:lnTo>
                    <a:lnTo>
                      <a:pt x="841" y="212"/>
                    </a:lnTo>
                    <a:lnTo>
                      <a:pt x="838" y="191"/>
                    </a:lnTo>
                    <a:lnTo>
                      <a:pt x="828" y="194"/>
                    </a:lnTo>
                    <a:lnTo>
                      <a:pt x="822" y="208"/>
                    </a:lnTo>
                    <a:lnTo>
                      <a:pt x="812" y="223"/>
                    </a:lnTo>
                    <a:lnTo>
                      <a:pt x="809" y="246"/>
                    </a:lnTo>
                    <a:lnTo>
                      <a:pt x="804" y="266"/>
                    </a:lnTo>
                    <a:lnTo>
                      <a:pt x="803" y="214"/>
                    </a:lnTo>
                    <a:lnTo>
                      <a:pt x="777" y="218"/>
                    </a:lnTo>
                    <a:lnTo>
                      <a:pt x="768" y="235"/>
                    </a:lnTo>
                    <a:lnTo>
                      <a:pt x="767" y="240"/>
                    </a:lnTo>
                    <a:lnTo>
                      <a:pt x="769" y="261"/>
                    </a:lnTo>
                    <a:lnTo>
                      <a:pt x="779" y="274"/>
                    </a:lnTo>
                    <a:lnTo>
                      <a:pt x="788" y="278"/>
                    </a:lnTo>
                    <a:lnTo>
                      <a:pt x="795" y="291"/>
                    </a:lnTo>
                    <a:lnTo>
                      <a:pt x="794" y="301"/>
                    </a:lnTo>
                    <a:lnTo>
                      <a:pt x="785" y="300"/>
                    </a:lnTo>
                    <a:lnTo>
                      <a:pt x="779" y="284"/>
                    </a:lnTo>
                    <a:lnTo>
                      <a:pt x="768" y="277"/>
                    </a:lnTo>
                    <a:lnTo>
                      <a:pt x="760" y="261"/>
                    </a:lnTo>
                    <a:lnTo>
                      <a:pt x="751" y="252"/>
                    </a:lnTo>
                    <a:lnTo>
                      <a:pt x="739" y="254"/>
                    </a:lnTo>
                    <a:lnTo>
                      <a:pt x="746" y="272"/>
                    </a:lnTo>
                    <a:lnTo>
                      <a:pt x="760" y="284"/>
                    </a:lnTo>
                    <a:lnTo>
                      <a:pt x="750" y="294"/>
                    </a:lnTo>
                    <a:lnTo>
                      <a:pt x="741" y="286"/>
                    </a:lnTo>
                    <a:lnTo>
                      <a:pt x="737" y="293"/>
                    </a:lnTo>
                    <a:lnTo>
                      <a:pt x="735" y="280"/>
                    </a:lnTo>
                    <a:lnTo>
                      <a:pt x="726" y="285"/>
                    </a:lnTo>
                    <a:lnTo>
                      <a:pt x="726" y="280"/>
                    </a:lnTo>
                    <a:lnTo>
                      <a:pt x="729" y="267"/>
                    </a:lnTo>
                    <a:lnTo>
                      <a:pt x="724" y="261"/>
                    </a:lnTo>
                    <a:lnTo>
                      <a:pt x="721" y="266"/>
                    </a:lnTo>
                    <a:lnTo>
                      <a:pt x="714" y="290"/>
                    </a:lnTo>
                    <a:lnTo>
                      <a:pt x="715" y="299"/>
                    </a:lnTo>
                    <a:lnTo>
                      <a:pt x="720" y="306"/>
                    </a:lnTo>
                    <a:lnTo>
                      <a:pt x="697" y="318"/>
                    </a:lnTo>
                    <a:lnTo>
                      <a:pt x="691" y="325"/>
                    </a:lnTo>
                    <a:lnTo>
                      <a:pt x="688" y="332"/>
                    </a:lnTo>
                    <a:lnTo>
                      <a:pt x="687" y="343"/>
                    </a:lnTo>
                    <a:lnTo>
                      <a:pt x="690" y="350"/>
                    </a:lnTo>
                    <a:lnTo>
                      <a:pt x="698" y="347"/>
                    </a:lnTo>
                    <a:lnTo>
                      <a:pt x="704" y="355"/>
                    </a:lnTo>
                    <a:lnTo>
                      <a:pt x="692" y="355"/>
                    </a:lnTo>
                    <a:lnTo>
                      <a:pt x="696" y="365"/>
                    </a:lnTo>
                    <a:lnTo>
                      <a:pt x="696" y="372"/>
                    </a:lnTo>
                    <a:lnTo>
                      <a:pt x="683" y="368"/>
                    </a:lnTo>
                    <a:lnTo>
                      <a:pt x="678" y="370"/>
                    </a:lnTo>
                    <a:lnTo>
                      <a:pt x="686" y="377"/>
                    </a:lnTo>
                    <a:lnTo>
                      <a:pt x="681" y="383"/>
                    </a:lnTo>
                    <a:lnTo>
                      <a:pt x="670" y="380"/>
                    </a:lnTo>
                    <a:lnTo>
                      <a:pt x="667" y="386"/>
                    </a:lnTo>
                    <a:lnTo>
                      <a:pt x="659" y="383"/>
                    </a:lnTo>
                    <a:lnTo>
                      <a:pt x="643" y="390"/>
                    </a:lnTo>
                    <a:lnTo>
                      <a:pt x="639" y="399"/>
                    </a:lnTo>
                    <a:lnTo>
                      <a:pt x="633" y="403"/>
                    </a:lnTo>
                    <a:lnTo>
                      <a:pt x="632" y="407"/>
                    </a:lnTo>
                    <a:lnTo>
                      <a:pt x="642" y="414"/>
                    </a:lnTo>
                    <a:lnTo>
                      <a:pt x="651" y="410"/>
                    </a:lnTo>
                    <a:lnTo>
                      <a:pt x="656" y="404"/>
                    </a:lnTo>
                    <a:lnTo>
                      <a:pt x="672" y="414"/>
                    </a:lnTo>
                    <a:lnTo>
                      <a:pt x="685" y="406"/>
                    </a:lnTo>
                    <a:lnTo>
                      <a:pt x="687" y="409"/>
                    </a:lnTo>
                    <a:lnTo>
                      <a:pt x="691" y="418"/>
                    </a:lnTo>
                    <a:lnTo>
                      <a:pt x="681" y="418"/>
                    </a:lnTo>
                    <a:lnTo>
                      <a:pt x="676" y="425"/>
                    </a:lnTo>
                    <a:lnTo>
                      <a:pt x="674" y="439"/>
                    </a:lnTo>
                    <a:lnTo>
                      <a:pt x="659" y="430"/>
                    </a:lnTo>
                    <a:lnTo>
                      <a:pt x="648" y="430"/>
                    </a:lnTo>
                    <a:lnTo>
                      <a:pt x="645" y="424"/>
                    </a:lnTo>
                    <a:lnTo>
                      <a:pt x="633" y="422"/>
                    </a:lnTo>
                    <a:lnTo>
                      <a:pt x="619" y="430"/>
                    </a:lnTo>
                    <a:lnTo>
                      <a:pt x="616" y="438"/>
                    </a:lnTo>
                    <a:lnTo>
                      <a:pt x="626" y="453"/>
                    </a:lnTo>
                    <a:lnTo>
                      <a:pt x="626" y="462"/>
                    </a:lnTo>
                    <a:lnTo>
                      <a:pt x="619" y="461"/>
                    </a:lnTo>
                    <a:lnTo>
                      <a:pt x="624" y="476"/>
                    </a:lnTo>
                    <a:lnTo>
                      <a:pt x="626" y="487"/>
                    </a:lnTo>
                    <a:lnTo>
                      <a:pt x="617" y="483"/>
                    </a:lnTo>
                    <a:lnTo>
                      <a:pt x="617" y="494"/>
                    </a:lnTo>
                    <a:lnTo>
                      <a:pt x="610" y="495"/>
                    </a:lnTo>
                    <a:lnTo>
                      <a:pt x="605" y="457"/>
                    </a:lnTo>
                    <a:lnTo>
                      <a:pt x="597" y="460"/>
                    </a:lnTo>
                    <a:lnTo>
                      <a:pt x="594" y="473"/>
                    </a:lnTo>
                    <a:lnTo>
                      <a:pt x="586" y="471"/>
                    </a:lnTo>
                    <a:lnTo>
                      <a:pt x="583" y="474"/>
                    </a:lnTo>
                    <a:lnTo>
                      <a:pt x="594" y="479"/>
                    </a:lnTo>
                    <a:lnTo>
                      <a:pt x="591" y="483"/>
                    </a:lnTo>
                    <a:lnTo>
                      <a:pt x="583" y="485"/>
                    </a:lnTo>
                    <a:lnTo>
                      <a:pt x="575" y="490"/>
                    </a:lnTo>
                    <a:lnTo>
                      <a:pt x="573" y="499"/>
                    </a:lnTo>
                    <a:lnTo>
                      <a:pt x="574" y="509"/>
                    </a:lnTo>
                    <a:lnTo>
                      <a:pt x="583" y="516"/>
                    </a:lnTo>
                    <a:lnTo>
                      <a:pt x="575" y="520"/>
                    </a:lnTo>
                    <a:lnTo>
                      <a:pt x="580" y="525"/>
                    </a:lnTo>
                    <a:lnTo>
                      <a:pt x="574" y="527"/>
                    </a:lnTo>
                    <a:lnTo>
                      <a:pt x="570" y="539"/>
                    </a:lnTo>
                    <a:lnTo>
                      <a:pt x="567" y="542"/>
                    </a:lnTo>
                    <a:lnTo>
                      <a:pt x="561" y="542"/>
                    </a:lnTo>
                    <a:lnTo>
                      <a:pt x="562" y="546"/>
                    </a:lnTo>
                    <a:lnTo>
                      <a:pt x="572" y="549"/>
                    </a:lnTo>
                    <a:lnTo>
                      <a:pt x="591" y="542"/>
                    </a:lnTo>
                    <a:lnTo>
                      <a:pt x="578" y="558"/>
                    </a:lnTo>
                    <a:lnTo>
                      <a:pt x="572" y="562"/>
                    </a:lnTo>
                    <a:lnTo>
                      <a:pt x="553" y="558"/>
                    </a:lnTo>
                    <a:lnTo>
                      <a:pt x="548" y="553"/>
                    </a:lnTo>
                    <a:lnTo>
                      <a:pt x="547" y="546"/>
                    </a:lnTo>
                    <a:lnTo>
                      <a:pt x="540" y="547"/>
                    </a:lnTo>
                    <a:lnTo>
                      <a:pt x="529" y="557"/>
                    </a:lnTo>
                    <a:lnTo>
                      <a:pt x="524" y="574"/>
                    </a:lnTo>
                    <a:lnTo>
                      <a:pt x="514" y="581"/>
                    </a:lnTo>
                    <a:lnTo>
                      <a:pt x="513" y="591"/>
                    </a:lnTo>
                    <a:lnTo>
                      <a:pt x="520" y="591"/>
                    </a:lnTo>
                    <a:lnTo>
                      <a:pt x="519" y="598"/>
                    </a:lnTo>
                    <a:lnTo>
                      <a:pt x="518" y="603"/>
                    </a:lnTo>
                    <a:lnTo>
                      <a:pt x="509" y="607"/>
                    </a:lnTo>
                    <a:lnTo>
                      <a:pt x="504" y="625"/>
                    </a:lnTo>
                    <a:lnTo>
                      <a:pt x="497" y="624"/>
                    </a:lnTo>
                    <a:lnTo>
                      <a:pt x="491" y="628"/>
                    </a:lnTo>
                    <a:lnTo>
                      <a:pt x="484" y="629"/>
                    </a:lnTo>
                    <a:lnTo>
                      <a:pt x="476" y="640"/>
                    </a:lnTo>
                    <a:lnTo>
                      <a:pt x="482" y="650"/>
                    </a:lnTo>
                    <a:lnTo>
                      <a:pt x="478" y="654"/>
                    </a:lnTo>
                    <a:lnTo>
                      <a:pt x="467" y="656"/>
                    </a:lnTo>
                    <a:lnTo>
                      <a:pt x="467" y="666"/>
                    </a:lnTo>
                    <a:lnTo>
                      <a:pt x="456" y="667"/>
                    </a:lnTo>
                    <a:lnTo>
                      <a:pt x="459" y="673"/>
                    </a:lnTo>
                    <a:lnTo>
                      <a:pt x="454" y="677"/>
                    </a:lnTo>
                    <a:lnTo>
                      <a:pt x="452" y="686"/>
                    </a:lnTo>
                    <a:lnTo>
                      <a:pt x="465" y="688"/>
                    </a:lnTo>
                    <a:lnTo>
                      <a:pt x="462" y="694"/>
                    </a:lnTo>
                    <a:lnTo>
                      <a:pt x="454" y="699"/>
                    </a:lnTo>
                    <a:lnTo>
                      <a:pt x="448" y="694"/>
                    </a:lnTo>
                    <a:lnTo>
                      <a:pt x="448" y="697"/>
                    </a:lnTo>
                    <a:lnTo>
                      <a:pt x="448" y="711"/>
                    </a:lnTo>
                    <a:lnTo>
                      <a:pt x="454" y="720"/>
                    </a:lnTo>
                    <a:lnTo>
                      <a:pt x="459" y="713"/>
                    </a:lnTo>
                    <a:lnTo>
                      <a:pt x="463" y="716"/>
                    </a:lnTo>
                    <a:lnTo>
                      <a:pt x="461" y="726"/>
                    </a:lnTo>
                    <a:lnTo>
                      <a:pt x="440" y="729"/>
                    </a:lnTo>
                    <a:lnTo>
                      <a:pt x="436" y="734"/>
                    </a:lnTo>
                    <a:lnTo>
                      <a:pt x="435" y="748"/>
                    </a:lnTo>
                    <a:lnTo>
                      <a:pt x="427" y="754"/>
                    </a:lnTo>
                    <a:lnTo>
                      <a:pt x="418" y="757"/>
                    </a:lnTo>
                    <a:lnTo>
                      <a:pt x="412" y="772"/>
                    </a:lnTo>
                    <a:lnTo>
                      <a:pt x="420" y="770"/>
                    </a:lnTo>
                    <a:lnTo>
                      <a:pt x="429" y="762"/>
                    </a:lnTo>
                    <a:lnTo>
                      <a:pt x="440" y="757"/>
                    </a:lnTo>
                    <a:lnTo>
                      <a:pt x="440" y="767"/>
                    </a:lnTo>
                    <a:lnTo>
                      <a:pt x="446" y="779"/>
                    </a:lnTo>
                    <a:lnTo>
                      <a:pt x="427" y="773"/>
                    </a:lnTo>
                    <a:lnTo>
                      <a:pt x="425" y="781"/>
                    </a:lnTo>
                    <a:lnTo>
                      <a:pt x="429" y="785"/>
                    </a:lnTo>
                    <a:lnTo>
                      <a:pt x="423" y="790"/>
                    </a:lnTo>
                    <a:lnTo>
                      <a:pt x="420" y="796"/>
                    </a:lnTo>
                    <a:lnTo>
                      <a:pt x="423" y="806"/>
                    </a:lnTo>
                    <a:lnTo>
                      <a:pt x="419" y="808"/>
                    </a:lnTo>
                    <a:lnTo>
                      <a:pt x="413" y="805"/>
                    </a:lnTo>
                    <a:lnTo>
                      <a:pt x="409" y="811"/>
                    </a:lnTo>
                    <a:lnTo>
                      <a:pt x="412" y="821"/>
                    </a:lnTo>
                    <a:lnTo>
                      <a:pt x="418" y="826"/>
                    </a:lnTo>
                    <a:lnTo>
                      <a:pt x="420" y="845"/>
                    </a:lnTo>
                    <a:lnTo>
                      <a:pt x="413" y="837"/>
                    </a:lnTo>
                    <a:lnTo>
                      <a:pt x="406" y="834"/>
                    </a:lnTo>
                    <a:lnTo>
                      <a:pt x="400" y="821"/>
                    </a:lnTo>
                    <a:lnTo>
                      <a:pt x="401" y="838"/>
                    </a:lnTo>
                    <a:lnTo>
                      <a:pt x="397" y="844"/>
                    </a:lnTo>
                    <a:lnTo>
                      <a:pt x="391" y="847"/>
                    </a:lnTo>
                    <a:lnTo>
                      <a:pt x="387" y="856"/>
                    </a:lnTo>
                    <a:lnTo>
                      <a:pt x="392" y="859"/>
                    </a:lnTo>
                    <a:lnTo>
                      <a:pt x="398" y="856"/>
                    </a:lnTo>
                    <a:lnTo>
                      <a:pt x="403" y="848"/>
                    </a:lnTo>
                    <a:lnTo>
                      <a:pt x="405" y="851"/>
                    </a:lnTo>
                    <a:lnTo>
                      <a:pt x="403" y="856"/>
                    </a:lnTo>
                    <a:lnTo>
                      <a:pt x="403" y="864"/>
                    </a:lnTo>
                    <a:lnTo>
                      <a:pt x="406" y="871"/>
                    </a:lnTo>
                    <a:lnTo>
                      <a:pt x="398" y="877"/>
                    </a:lnTo>
                    <a:lnTo>
                      <a:pt x="387" y="872"/>
                    </a:lnTo>
                    <a:lnTo>
                      <a:pt x="382" y="880"/>
                    </a:lnTo>
                    <a:lnTo>
                      <a:pt x="376" y="876"/>
                    </a:lnTo>
                    <a:lnTo>
                      <a:pt x="369" y="886"/>
                    </a:lnTo>
                    <a:lnTo>
                      <a:pt x="368" y="896"/>
                    </a:lnTo>
                    <a:lnTo>
                      <a:pt x="360" y="902"/>
                    </a:lnTo>
                    <a:lnTo>
                      <a:pt x="352" y="904"/>
                    </a:lnTo>
                    <a:lnTo>
                      <a:pt x="347" y="925"/>
                    </a:lnTo>
                    <a:lnTo>
                      <a:pt x="357" y="921"/>
                    </a:lnTo>
                    <a:lnTo>
                      <a:pt x="366" y="915"/>
                    </a:lnTo>
                    <a:lnTo>
                      <a:pt x="370" y="919"/>
                    </a:lnTo>
                    <a:lnTo>
                      <a:pt x="353" y="926"/>
                    </a:lnTo>
                    <a:lnTo>
                      <a:pt x="353" y="937"/>
                    </a:lnTo>
                    <a:lnTo>
                      <a:pt x="355" y="948"/>
                    </a:lnTo>
                    <a:lnTo>
                      <a:pt x="352" y="955"/>
                    </a:lnTo>
                    <a:lnTo>
                      <a:pt x="341" y="958"/>
                    </a:lnTo>
                    <a:lnTo>
                      <a:pt x="327" y="947"/>
                    </a:lnTo>
                    <a:lnTo>
                      <a:pt x="323" y="947"/>
                    </a:lnTo>
                    <a:lnTo>
                      <a:pt x="315" y="962"/>
                    </a:lnTo>
                    <a:lnTo>
                      <a:pt x="305" y="969"/>
                    </a:lnTo>
                    <a:lnTo>
                      <a:pt x="304" y="976"/>
                    </a:lnTo>
                    <a:lnTo>
                      <a:pt x="296" y="980"/>
                    </a:lnTo>
                    <a:lnTo>
                      <a:pt x="280" y="1006"/>
                    </a:lnTo>
                    <a:lnTo>
                      <a:pt x="277" y="1012"/>
                    </a:lnTo>
                    <a:lnTo>
                      <a:pt x="280" y="1022"/>
                    </a:lnTo>
                    <a:lnTo>
                      <a:pt x="280" y="1026"/>
                    </a:lnTo>
                    <a:lnTo>
                      <a:pt x="258" y="1038"/>
                    </a:lnTo>
                    <a:lnTo>
                      <a:pt x="258" y="1048"/>
                    </a:lnTo>
                    <a:lnTo>
                      <a:pt x="263" y="1053"/>
                    </a:lnTo>
                    <a:lnTo>
                      <a:pt x="274" y="1048"/>
                    </a:lnTo>
                    <a:lnTo>
                      <a:pt x="269" y="1064"/>
                    </a:lnTo>
                    <a:lnTo>
                      <a:pt x="277" y="1075"/>
                    </a:lnTo>
                    <a:lnTo>
                      <a:pt x="283" y="1079"/>
                    </a:lnTo>
                    <a:lnTo>
                      <a:pt x="320" y="1052"/>
                    </a:lnTo>
                    <a:lnTo>
                      <a:pt x="342" y="1042"/>
                    </a:lnTo>
                    <a:lnTo>
                      <a:pt x="347" y="1036"/>
                    </a:lnTo>
                    <a:lnTo>
                      <a:pt x="352" y="1038"/>
                    </a:lnTo>
                    <a:lnTo>
                      <a:pt x="348" y="1044"/>
                    </a:lnTo>
                    <a:lnTo>
                      <a:pt x="335" y="1052"/>
                    </a:lnTo>
                    <a:lnTo>
                      <a:pt x="327" y="1053"/>
                    </a:lnTo>
                    <a:lnTo>
                      <a:pt x="316" y="1060"/>
                    </a:lnTo>
                    <a:lnTo>
                      <a:pt x="307" y="1068"/>
                    </a:lnTo>
                    <a:lnTo>
                      <a:pt x="314" y="1075"/>
                    </a:lnTo>
                    <a:lnTo>
                      <a:pt x="312" y="1079"/>
                    </a:lnTo>
                    <a:lnTo>
                      <a:pt x="295" y="1086"/>
                    </a:lnTo>
                    <a:lnTo>
                      <a:pt x="285" y="1086"/>
                    </a:lnTo>
                    <a:lnTo>
                      <a:pt x="282" y="1090"/>
                    </a:lnTo>
                    <a:lnTo>
                      <a:pt x="284" y="1096"/>
                    </a:lnTo>
                    <a:lnTo>
                      <a:pt x="280" y="1097"/>
                    </a:lnTo>
                    <a:lnTo>
                      <a:pt x="271" y="1096"/>
                    </a:lnTo>
                    <a:lnTo>
                      <a:pt x="271" y="1086"/>
                    </a:lnTo>
                    <a:lnTo>
                      <a:pt x="263" y="1071"/>
                    </a:lnTo>
                    <a:lnTo>
                      <a:pt x="258" y="1066"/>
                    </a:lnTo>
                    <a:lnTo>
                      <a:pt x="253" y="1066"/>
                    </a:lnTo>
                    <a:lnTo>
                      <a:pt x="250" y="1073"/>
                    </a:lnTo>
                    <a:lnTo>
                      <a:pt x="242" y="1074"/>
                    </a:lnTo>
                    <a:lnTo>
                      <a:pt x="236" y="1080"/>
                    </a:lnTo>
                    <a:lnTo>
                      <a:pt x="235" y="1087"/>
                    </a:lnTo>
                    <a:lnTo>
                      <a:pt x="241" y="1092"/>
                    </a:lnTo>
                    <a:lnTo>
                      <a:pt x="242" y="1097"/>
                    </a:lnTo>
                    <a:lnTo>
                      <a:pt x="231" y="1103"/>
                    </a:lnTo>
                    <a:lnTo>
                      <a:pt x="228" y="1097"/>
                    </a:lnTo>
                    <a:lnTo>
                      <a:pt x="228" y="1089"/>
                    </a:lnTo>
                    <a:lnTo>
                      <a:pt x="225" y="1082"/>
                    </a:lnTo>
                    <a:lnTo>
                      <a:pt x="198" y="1093"/>
                    </a:lnTo>
                    <a:lnTo>
                      <a:pt x="194" y="1098"/>
                    </a:lnTo>
                    <a:lnTo>
                      <a:pt x="190" y="1109"/>
                    </a:lnTo>
                    <a:lnTo>
                      <a:pt x="183" y="1108"/>
                    </a:lnTo>
                    <a:lnTo>
                      <a:pt x="185" y="1116"/>
                    </a:lnTo>
                    <a:lnTo>
                      <a:pt x="183" y="1119"/>
                    </a:lnTo>
                    <a:lnTo>
                      <a:pt x="175" y="1120"/>
                    </a:lnTo>
                    <a:lnTo>
                      <a:pt x="175" y="1117"/>
                    </a:lnTo>
                    <a:lnTo>
                      <a:pt x="174" y="1112"/>
                    </a:lnTo>
                    <a:lnTo>
                      <a:pt x="169" y="1113"/>
                    </a:lnTo>
                    <a:lnTo>
                      <a:pt x="166" y="1117"/>
                    </a:lnTo>
                    <a:lnTo>
                      <a:pt x="167" y="1122"/>
                    </a:lnTo>
                    <a:lnTo>
                      <a:pt x="166" y="1124"/>
                    </a:lnTo>
                    <a:lnTo>
                      <a:pt x="156" y="1124"/>
                    </a:lnTo>
                    <a:lnTo>
                      <a:pt x="143" y="1132"/>
                    </a:lnTo>
                    <a:lnTo>
                      <a:pt x="140" y="1145"/>
                    </a:lnTo>
                    <a:lnTo>
                      <a:pt x="135" y="1156"/>
                    </a:lnTo>
                    <a:lnTo>
                      <a:pt x="128" y="1151"/>
                    </a:lnTo>
                    <a:lnTo>
                      <a:pt x="118" y="1150"/>
                    </a:lnTo>
                    <a:lnTo>
                      <a:pt x="110" y="1157"/>
                    </a:lnTo>
                    <a:lnTo>
                      <a:pt x="107" y="1163"/>
                    </a:lnTo>
                    <a:lnTo>
                      <a:pt x="117" y="1171"/>
                    </a:lnTo>
                    <a:lnTo>
                      <a:pt x="111" y="1177"/>
                    </a:lnTo>
                    <a:lnTo>
                      <a:pt x="121" y="1178"/>
                    </a:lnTo>
                    <a:lnTo>
                      <a:pt x="132" y="1176"/>
                    </a:lnTo>
                    <a:lnTo>
                      <a:pt x="137" y="1182"/>
                    </a:lnTo>
                    <a:lnTo>
                      <a:pt x="142" y="1184"/>
                    </a:lnTo>
                    <a:lnTo>
                      <a:pt x="135" y="1193"/>
                    </a:lnTo>
                    <a:lnTo>
                      <a:pt x="138" y="1199"/>
                    </a:lnTo>
                    <a:lnTo>
                      <a:pt x="131" y="1195"/>
                    </a:lnTo>
                    <a:lnTo>
                      <a:pt x="122" y="1195"/>
                    </a:lnTo>
                    <a:lnTo>
                      <a:pt x="99" y="1192"/>
                    </a:lnTo>
                    <a:lnTo>
                      <a:pt x="91" y="1193"/>
                    </a:lnTo>
                    <a:lnTo>
                      <a:pt x="86" y="1197"/>
                    </a:lnTo>
                    <a:lnTo>
                      <a:pt x="80" y="1195"/>
                    </a:lnTo>
                    <a:lnTo>
                      <a:pt x="74" y="1200"/>
                    </a:lnTo>
                    <a:lnTo>
                      <a:pt x="75" y="1203"/>
                    </a:lnTo>
                    <a:lnTo>
                      <a:pt x="81" y="1205"/>
                    </a:lnTo>
                    <a:lnTo>
                      <a:pt x="75" y="1208"/>
                    </a:lnTo>
                    <a:lnTo>
                      <a:pt x="75" y="1214"/>
                    </a:lnTo>
                    <a:lnTo>
                      <a:pt x="83" y="1213"/>
                    </a:lnTo>
                    <a:lnTo>
                      <a:pt x="89" y="1210"/>
                    </a:lnTo>
                    <a:lnTo>
                      <a:pt x="81" y="1220"/>
                    </a:lnTo>
                    <a:lnTo>
                      <a:pt x="81" y="1227"/>
                    </a:lnTo>
                    <a:lnTo>
                      <a:pt x="86" y="1243"/>
                    </a:lnTo>
                    <a:lnTo>
                      <a:pt x="83" y="1245"/>
                    </a:lnTo>
                    <a:lnTo>
                      <a:pt x="78" y="1230"/>
                    </a:lnTo>
                    <a:lnTo>
                      <a:pt x="74" y="1224"/>
                    </a:lnTo>
                    <a:lnTo>
                      <a:pt x="64" y="1230"/>
                    </a:lnTo>
                    <a:lnTo>
                      <a:pt x="59" y="1238"/>
                    </a:lnTo>
                    <a:lnTo>
                      <a:pt x="56" y="1248"/>
                    </a:lnTo>
                    <a:lnTo>
                      <a:pt x="61" y="1253"/>
                    </a:lnTo>
                    <a:lnTo>
                      <a:pt x="62" y="1259"/>
                    </a:lnTo>
                    <a:lnTo>
                      <a:pt x="53" y="1253"/>
                    </a:lnTo>
                    <a:lnTo>
                      <a:pt x="50" y="1246"/>
                    </a:lnTo>
                    <a:lnTo>
                      <a:pt x="41" y="1248"/>
                    </a:lnTo>
                    <a:lnTo>
                      <a:pt x="27" y="1248"/>
                    </a:lnTo>
                    <a:lnTo>
                      <a:pt x="27" y="1254"/>
                    </a:lnTo>
                    <a:lnTo>
                      <a:pt x="29" y="1259"/>
                    </a:lnTo>
                    <a:lnTo>
                      <a:pt x="13" y="1247"/>
                    </a:lnTo>
                    <a:lnTo>
                      <a:pt x="9" y="1251"/>
                    </a:lnTo>
                    <a:lnTo>
                      <a:pt x="15" y="1265"/>
                    </a:lnTo>
                    <a:lnTo>
                      <a:pt x="11" y="1272"/>
                    </a:lnTo>
                    <a:lnTo>
                      <a:pt x="13" y="1274"/>
                    </a:lnTo>
                    <a:lnTo>
                      <a:pt x="41" y="1274"/>
                    </a:lnTo>
                    <a:lnTo>
                      <a:pt x="67" y="1268"/>
                    </a:lnTo>
                    <a:lnTo>
                      <a:pt x="51" y="1275"/>
                    </a:lnTo>
                    <a:lnTo>
                      <a:pt x="53" y="1279"/>
                    </a:lnTo>
                    <a:lnTo>
                      <a:pt x="65" y="1279"/>
                    </a:lnTo>
                    <a:lnTo>
                      <a:pt x="74" y="1275"/>
                    </a:lnTo>
                    <a:lnTo>
                      <a:pt x="77" y="1278"/>
                    </a:lnTo>
                    <a:lnTo>
                      <a:pt x="67" y="1284"/>
                    </a:lnTo>
                    <a:lnTo>
                      <a:pt x="52" y="1286"/>
                    </a:lnTo>
                    <a:lnTo>
                      <a:pt x="36" y="1286"/>
                    </a:lnTo>
                    <a:lnTo>
                      <a:pt x="30" y="1281"/>
                    </a:lnTo>
                    <a:lnTo>
                      <a:pt x="24" y="1281"/>
                    </a:lnTo>
                    <a:lnTo>
                      <a:pt x="13" y="1291"/>
                    </a:lnTo>
                    <a:lnTo>
                      <a:pt x="11" y="1296"/>
                    </a:lnTo>
                    <a:lnTo>
                      <a:pt x="4" y="1295"/>
                    </a:lnTo>
                    <a:lnTo>
                      <a:pt x="2" y="1297"/>
                    </a:lnTo>
                    <a:lnTo>
                      <a:pt x="0" y="1305"/>
                    </a:lnTo>
                    <a:lnTo>
                      <a:pt x="16" y="1310"/>
                    </a:lnTo>
                    <a:lnTo>
                      <a:pt x="15" y="1316"/>
                    </a:lnTo>
                    <a:lnTo>
                      <a:pt x="15" y="1322"/>
                    </a:lnTo>
                    <a:lnTo>
                      <a:pt x="10" y="1327"/>
                    </a:lnTo>
                    <a:lnTo>
                      <a:pt x="3" y="1335"/>
                    </a:lnTo>
                    <a:lnTo>
                      <a:pt x="5" y="1343"/>
                    </a:lnTo>
                    <a:lnTo>
                      <a:pt x="3" y="1346"/>
                    </a:lnTo>
                    <a:lnTo>
                      <a:pt x="3" y="1354"/>
                    </a:lnTo>
                    <a:lnTo>
                      <a:pt x="7" y="1358"/>
                    </a:lnTo>
                    <a:lnTo>
                      <a:pt x="7" y="1365"/>
                    </a:lnTo>
                    <a:lnTo>
                      <a:pt x="22" y="1367"/>
                    </a:lnTo>
                    <a:lnTo>
                      <a:pt x="53" y="1356"/>
                    </a:lnTo>
                    <a:lnTo>
                      <a:pt x="59" y="1360"/>
                    </a:lnTo>
                    <a:lnTo>
                      <a:pt x="72" y="1360"/>
                    </a:lnTo>
                    <a:lnTo>
                      <a:pt x="74" y="1349"/>
                    </a:lnTo>
                    <a:lnTo>
                      <a:pt x="83" y="1333"/>
                    </a:lnTo>
                    <a:lnTo>
                      <a:pt x="85" y="1343"/>
                    </a:lnTo>
                    <a:lnTo>
                      <a:pt x="81" y="1356"/>
                    </a:lnTo>
                    <a:lnTo>
                      <a:pt x="88" y="1359"/>
                    </a:lnTo>
                    <a:lnTo>
                      <a:pt x="99" y="1359"/>
                    </a:lnTo>
                    <a:lnTo>
                      <a:pt x="106" y="1356"/>
                    </a:lnTo>
                    <a:lnTo>
                      <a:pt x="111" y="1360"/>
                    </a:lnTo>
                    <a:lnTo>
                      <a:pt x="122" y="1348"/>
                    </a:lnTo>
                    <a:lnTo>
                      <a:pt x="126" y="1324"/>
                    </a:lnTo>
                    <a:lnTo>
                      <a:pt x="138" y="1317"/>
                    </a:lnTo>
                    <a:lnTo>
                      <a:pt x="139" y="1322"/>
                    </a:lnTo>
                    <a:lnTo>
                      <a:pt x="131" y="1338"/>
                    </a:lnTo>
                    <a:lnTo>
                      <a:pt x="129" y="1349"/>
                    </a:lnTo>
                    <a:lnTo>
                      <a:pt x="127" y="1354"/>
                    </a:lnTo>
                    <a:lnTo>
                      <a:pt x="133" y="1353"/>
                    </a:lnTo>
                    <a:lnTo>
                      <a:pt x="140" y="1349"/>
                    </a:lnTo>
                    <a:lnTo>
                      <a:pt x="145" y="1351"/>
                    </a:lnTo>
                    <a:lnTo>
                      <a:pt x="131" y="1362"/>
                    </a:lnTo>
                    <a:lnTo>
                      <a:pt x="113" y="1369"/>
                    </a:lnTo>
                    <a:lnTo>
                      <a:pt x="111" y="1378"/>
                    </a:lnTo>
                    <a:lnTo>
                      <a:pt x="118" y="1385"/>
                    </a:lnTo>
                    <a:lnTo>
                      <a:pt x="105" y="1393"/>
                    </a:lnTo>
                    <a:lnTo>
                      <a:pt x="105" y="1383"/>
                    </a:lnTo>
                    <a:lnTo>
                      <a:pt x="101" y="1376"/>
                    </a:lnTo>
                    <a:lnTo>
                      <a:pt x="91" y="1369"/>
                    </a:lnTo>
                    <a:lnTo>
                      <a:pt x="81" y="1369"/>
                    </a:lnTo>
                    <a:lnTo>
                      <a:pt x="68" y="1372"/>
                    </a:lnTo>
                    <a:lnTo>
                      <a:pt x="57" y="1370"/>
                    </a:lnTo>
                    <a:lnTo>
                      <a:pt x="47" y="1371"/>
                    </a:lnTo>
                    <a:lnTo>
                      <a:pt x="37" y="1370"/>
                    </a:lnTo>
                    <a:lnTo>
                      <a:pt x="29" y="1378"/>
                    </a:lnTo>
                    <a:lnTo>
                      <a:pt x="10" y="1373"/>
                    </a:lnTo>
                    <a:lnTo>
                      <a:pt x="5" y="1386"/>
                    </a:lnTo>
                    <a:lnTo>
                      <a:pt x="4" y="1397"/>
                    </a:lnTo>
                    <a:lnTo>
                      <a:pt x="14" y="1397"/>
                    </a:lnTo>
                    <a:lnTo>
                      <a:pt x="18" y="1396"/>
                    </a:lnTo>
                    <a:lnTo>
                      <a:pt x="18" y="1410"/>
                    </a:lnTo>
                    <a:lnTo>
                      <a:pt x="9" y="1407"/>
                    </a:lnTo>
                    <a:lnTo>
                      <a:pt x="3" y="1401"/>
                    </a:lnTo>
                    <a:lnTo>
                      <a:pt x="2" y="1403"/>
                    </a:lnTo>
                    <a:lnTo>
                      <a:pt x="0" y="1403"/>
                    </a:lnTo>
                    <a:lnTo>
                      <a:pt x="0" y="1407"/>
                    </a:lnTo>
                    <a:lnTo>
                      <a:pt x="10" y="1425"/>
                    </a:lnTo>
                    <a:lnTo>
                      <a:pt x="16" y="1426"/>
                    </a:lnTo>
                    <a:lnTo>
                      <a:pt x="30" y="1418"/>
                    </a:lnTo>
                    <a:lnTo>
                      <a:pt x="38" y="1415"/>
                    </a:lnTo>
                    <a:lnTo>
                      <a:pt x="25" y="1429"/>
                    </a:lnTo>
                    <a:lnTo>
                      <a:pt x="20" y="1436"/>
                    </a:lnTo>
                    <a:lnTo>
                      <a:pt x="24" y="1440"/>
                    </a:lnTo>
                    <a:lnTo>
                      <a:pt x="14" y="1446"/>
                    </a:lnTo>
                    <a:lnTo>
                      <a:pt x="9" y="1452"/>
                    </a:lnTo>
                    <a:lnTo>
                      <a:pt x="10" y="1461"/>
                    </a:lnTo>
                    <a:lnTo>
                      <a:pt x="15" y="1466"/>
                    </a:lnTo>
                    <a:lnTo>
                      <a:pt x="18" y="1472"/>
                    </a:lnTo>
                    <a:lnTo>
                      <a:pt x="24" y="1467"/>
                    </a:lnTo>
                    <a:lnTo>
                      <a:pt x="30" y="1461"/>
                    </a:lnTo>
                    <a:lnTo>
                      <a:pt x="30" y="1469"/>
                    </a:lnTo>
                    <a:lnTo>
                      <a:pt x="38" y="1483"/>
                    </a:lnTo>
                    <a:lnTo>
                      <a:pt x="31" y="1484"/>
                    </a:lnTo>
                    <a:lnTo>
                      <a:pt x="22" y="1490"/>
                    </a:lnTo>
                    <a:lnTo>
                      <a:pt x="22" y="1495"/>
                    </a:lnTo>
                    <a:lnTo>
                      <a:pt x="27" y="1499"/>
                    </a:lnTo>
                    <a:lnTo>
                      <a:pt x="37" y="1493"/>
                    </a:lnTo>
                    <a:lnTo>
                      <a:pt x="43" y="1482"/>
                    </a:lnTo>
                    <a:lnTo>
                      <a:pt x="45" y="1469"/>
                    </a:lnTo>
                    <a:lnTo>
                      <a:pt x="53" y="1463"/>
                    </a:lnTo>
                    <a:lnTo>
                      <a:pt x="63" y="1451"/>
                    </a:lnTo>
                    <a:lnTo>
                      <a:pt x="73" y="1431"/>
                    </a:lnTo>
                    <a:lnTo>
                      <a:pt x="83" y="1423"/>
                    </a:lnTo>
                    <a:lnTo>
                      <a:pt x="88" y="1428"/>
                    </a:lnTo>
                    <a:lnTo>
                      <a:pt x="88" y="1431"/>
                    </a:lnTo>
                    <a:lnTo>
                      <a:pt x="100" y="1429"/>
                    </a:lnTo>
                    <a:lnTo>
                      <a:pt x="110" y="1430"/>
                    </a:lnTo>
                    <a:lnTo>
                      <a:pt x="94" y="1437"/>
                    </a:lnTo>
                    <a:lnTo>
                      <a:pt x="91" y="1448"/>
                    </a:lnTo>
                    <a:lnTo>
                      <a:pt x="89" y="1455"/>
                    </a:lnTo>
                    <a:lnTo>
                      <a:pt x="88" y="1443"/>
                    </a:lnTo>
                    <a:lnTo>
                      <a:pt x="83" y="1442"/>
                    </a:lnTo>
                    <a:lnTo>
                      <a:pt x="74" y="1456"/>
                    </a:lnTo>
                    <a:lnTo>
                      <a:pt x="64" y="1467"/>
                    </a:lnTo>
                    <a:lnTo>
                      <a:pt x="70" y="1472"/>
                    </a:lnTo>
                    <a:lnTo>
                      <a:pt x="70" y="1475"/>
                    </a:lnTo>
                    <a:lnTo>
                      <a:pt x="59" y="1482"/>
                    </a:lnTo>
                    <a:lnTo>
                      <a:pt x="40" y="1506"/>
                    </a:lnTo>
                    <a:lnTo>
                      <a:pt x="47" y="1511"/>
                    </a:lnTo>
                    <a:lnTo>
                      <a:pt x="67" y="1511"/>
                    </a:lnTo>
                    <a:lnTo>
                      <a:pt x="72" y="1506"/>
                    </a:lnTo>
                    <a:lnTo>
                      <a:pt x="74" y="1510"/>
                    </a:lnTo>
                    <a:lnTo>
                      <a:pt x="53" y="1518"/>
                    </a:lnTo>
                    <a:lnTo>
                      <a:pt x="48" y="1525"/>
                    </a:lnTo>
                    <a:lnTo>
                      <a:pt x="47" y="1528"/>
                    </a:lnTo>
                    <a:lnTo>
                      <a:pt x="37" y="1528"/>
                    </a:lnTo>
                    <a:lnTo>
                      <a:pt x="32" y="1531"/>
                    </a:lnTo>
                    <a:lnTo>
                      <a:pt x="26" y="1528"/>
                    </a:lnTo>
                    <a:lnTo>
                      <a:pt x="18" y="1539"/>
                    </a:lnTo>
                    <a:lnTo>
                      <a:pt x="13" y="1549"/>
                    </a:lnTo>
                    <a:lnTo>
                      <a:pt x="13" y="1558"/>
                    </a:lnTo>
                    <a:lnTo>
                      <a:pt x="16" y="1560"/>
                    </a:lnTo>
                    <a:lnTo>
                      <a:pt x="18" y="1564"/>
                    </a:lnTo>
                    <a:lnTo>
                      <a:pt x="26" y="1563"/>
                    </a:lnTo>
                    <a:lnTo>
                      <a:pt x="30" y="1554"/>
                    </a:lnTo>
                    <a:lnTo>
                      <a:pt x="32" y="1563"/>
                    </a:lnTo>
                    <a:lnTo>
                      <a:pt x="40" y="1563"/>
                    </a:lnTo>
                    <a:lnTo>
                      <a:pt x="42" y="1556"/>
                    </a:lnTo>
                    <a:lnTo>
                      <a:pt x="41" y="1550"/>
                    </a:lnTo>
                    <a:lnTo>
                      <a:pt x="48" y="1555"/>
                    </a:lnTo>
                    <a:lnTo>
                      <a:pt x="63" y="1547"/>
                    </a:lnTo>
                    <a:lnTo>
                      <a:pt x="68" y="1541"/>
                    </a:lnTo>
                    <a:lnTo>
                      <a:pt x="73" y="1544"/>
                    </a:lnTo>
                    <a:lnTo>
                      <a:pt x="58" y="1561"/>
                    </a:lnTo>
                    <a:lnTo>
                      <a:pt x="64" y="1561"/>
                    </a:lnTo>
                    <a:lnTo>
                      <a:pt x="64" y="1571"/>
                    </a:lnTo>
                    <a:lnTo>
                      <a:pt x="58" y="1580"/>
                    </a:lnTo>
                    <a:lnTo>
                      <a:pt x="56" y="1587"/>
                    </a:lnTo>
                    <a:lnTo>
                      <a:pt x="50" y="1593"/>
                    </a:lnTo>
                    <a:lnTo>
                      <a:pt x="51" y="1599"/>
                    </a:lnTo>
                    <a:lnTo>
                      <a:pt x="51" y="1604"/>
                    </a:lnTo>
                    <a:lnTo>
                      <a:pt x="45" y="1603"/>
                    </a:lnTo>
                    <a:lnTo>
                      <a:pt x="40" y="1606"/>
                    </a:lnTo>
                    <a:lnTo>
                      <a:pt x="36" y="1598"/>
                    </a:lnTo>
                    <a:lnTo>
                      <a:pt x="32" y="1598"/>
                    </a:lnTo>
                    <a:lnTo>
                      <a:pt x="25" y="1630"/>
                    </a:lnTo>
                    <a:lnTo>
                      <a:pt x="38" y="1647"/>
                    </a:lnTo>
                    <a:lnTo>
                      <a:pt x="59" y="1666"/>
                    </a:lnTo>
                    <a:lnTo>
                      <a:pt x="74" y="1674"/>
                    </a:lnTo>
                    <a:lnTo>
                      <a:pt x="85" y="1677"/>
                    </a:lnTo>
                    <a:lnTo>
                      <a:pt x="92" y="1665"/>
                    </a:lnTo>
                    <a:lnTo>
                      <a:pt x="92" y="1682"/>
                    </a:lnTo>
                    <a:lnTo>
                      <a:pt x="90" y="1694"/>
                    </a:lnTo>
                    <a:lnTo>
                      <a:pt x="96" y="1689"/>
                    </a:lnTo>
                    <a:lnTo>
                      <a:pt x="106" y="1695"/>
                    </a:lnTo>
                    <a:lnTo>
                      <a:pt x="110" y="1685"/>
                    </a:lnTo>
                    <a:lnTo>
                      <a:pt x="124" y="1687"/>
                    </a:lnTo>
                    <a:lnTo>
                      <a:pt x="117" y="1695"/>
                    </a:lnTo>
                    <a:lnTo>
                      <a:pt x="134" y="1701"/>
                    </a:lnTo>
                    <a:lnTo>
                      <a:pt x="145" y="1697"/>
                    </a:lnTo>
                    <a:lnTo>
                      <a:pt x="158" y="1687"/>
                    </a:lnTo>
                    <a:lnTo>
                      <a:pt x="163" y="1673"/>
                    </a:lnTo>
                    <a:lnTo>
                      <a:pt x="170" y="1684"/>
                    </a:lnTo>
                    <a:lnTo>
                      <a:pt x="190" y="1671"/>
                    </a:lnTo>
                    <a:lnTo>
                      <a:pt x="210" y="1644"/>
                    </a:lnTo>
                    <a:lnTo>
                      <a:pt x="221" y="1638"/>
                    </a:lnTo>
                    <a:lnTo>
                      <a:pt x="225" y="1627"/>
                    </a:lnTo>
                    <a:lnTo>
                      <a:pt x="231" y="1622"/>
                    </a:lnTo>
                    <a:lnTo>
                      <a:pt x="234" y="1615"/>
                    </a:lnTo>
                    <a:lnTo>
                      <a:pt x="251" y="1597"/>
                    </a:lnTo>
                    <a:lnTo>
                      <a:pt x="249" y="1590"/>
                    </a:lnTo>
                    <a:lnTo>
                      <a:pt x="261" y="1597"/>
                    </a:lnTo>
                    <a:lnTo>
                      <a:pt x="274" y="1597"/>
                    </a:lnTo>
                    <a:lnTo>
                      <a:pt x="282" y="1593"/>
                    </a:lnTo>
                    <a:lnTo>
                      <a:pt x="285" y="1581"/>
                    </a:lnTo>
                    <a:lnTo>
                      <a:pt x="287" y="1574"/>
                    </a:lnTo>
                    <a:lnTo>
                      <a:pt x="294" y="1566"/>
                    </a:lnTo>
                    <a:lnTo>
                      <a:pt x="293" y="1556"/>
                    </a:lnTo>
                    <a:lnTo>
                      <a:pt x="287" y="1549"/>
                    </a:lnTo>
                    <a:lnTo>
                      <a:pt x="283" y="1541"/>
                    </a:lnTo>
                    <a:lnTo>
                      <a:pt x="285" y="1538"/>
                    </a:lnTo>
                    <a:lnTo>
                      <a:pt x="287" y="1533"/>
                    </a:lnTo>
                    <a:lnTo>
                      <a:pt x="284" y="1522"/>
                    </a:lnTo>
                    <a:lnTo>
                      <a:pt x="289" y="1526"/>
                    </a:lnTo>
                    <a:lnTo>
                      <a:pt x="293" y="1533"/>
                    </a:lnTo>
                    <a:lnTo>
                      <a:pt x="293" y="1541"/>
                    </a:lnTo>
                    <a:lnTo>
                      <a:pt x="299" y="1539"/>
                    </a:lnTo>
                    <a:lnTo>
                      <a:pt x="300" y="1533"/>
                    </a:lnTo>
                    <a:lnTo>
                      <a:pt x="295" y="1525"/>
                    </a:lnTo>
                    <a:lnTo>
                      <a:pt x="294" y="1509"/>
                    </a:lnTo>
                    <a:lnTo>
                      <a:pt x="296" y="1505"/>
                    </a:lnTo>
                    <a:lnTo>
                      <a:pt x="299" y="1506"/>
                    </a:lnTo>
                    <a:lnTo>
                      <a:pt x="305" y="1502"/>
                    </a:lnTo>
                    <a:lnTo>
                      <a:pt x="310" y="1505"/>
                    </a:lnTo>
                    <a:lnTo>
                      <a:pt x="310" y="1512"/>
                    </a:lnTo>
                    <a:lnTo>
                      <a:pt x="303" y="1516"/>
                    </a:lnTo>
                    <a:lnTo>
                      <a:pt x="303" y="1522"/>
                    </a:lnTo>
                    <a:lnTo>
                      <a:pt x="305" y="1533"/>
                    </a:lnTo>
                    <a:lnTo>
                      <a:pt x="307" y="1563"/>
                    </a:lnTo>
                    <a:lnTo>
                      <a:pt x="310" y="1574"/>
                    </a:lnTo>
                    <a:lnTo>
                      <a:pt x="317" y="1572"/>
                    </a:lnTo>
                    <a:lnTo>
                      <a:pt x="327" y="1581"/>
                    </a:lnTo>
                    <a:lnTo>
                      <a:pt x="333" y="1580"/>
                    </a:lnTo>
                    <a:lnTo>
                      <a:pt x="337" y="1587"/>
                    </a:lnTo>
                    <a:lnTo>
                      <a:pt x="339" y="1592"/>
                    </a:lnTo>
                    <a:lnTo>
                      <a:pt x="339" y="1614"/>
                    </a:lnTo>
                    <a:lnTo>
                      <a:pt x="343" y="1601"/>
                    </a:lnTo>
                    <a:lnTo>
                      <a:pt x="347" y="1609"/>
                    </a:lnTo>
                    <a:lnTo>
                      <a:pt x="355" y="1603"/>
                    </a:lnTo>
                    <a:lnTo>
                      <a:pt x="363" y="1566"/>
                    </a:lnTo>
                    <a:lnTo>
                      <a:pt x="359" y="1554"/>
                    </a:lnTo>
                    <a:lnTo>
                      <a:pt x="358" y="1537"/>
                    </a:lnTo>
                    <a:lnTo>
                      <a:pt x="370" y="1516"/>
                    </a:lnTo>
                    <a:lnTo>
                      <a:pt x="370" y="1502"/>
                    </a:lnTo>
                    <a:lnTo>
                      <a:pt x="397" y="1491"/>
                    </a:lnTo>
                    <a:lnTo>
                      <a:pt x="403" y="1480"/>
                    </a:lnTo>
                    <a:lnTo>
                      <a:pt x="405" y="1466"/>
                    </a:lnTo>
                    <a:lnTo>
                      <a:pt x="401" y="1457"/>
                    </a:lnTo>
                    <a:lnTo>
                      <a:pt x="408" y="1428"/>
                    </a:lnTo>
                    <a:lnTo>
                      <a:pt x="400" y="1394"/>
                    </a:lnTo>
                    <a:lnTo>
                      <a:pt x="390" y="1382"/>
                    </a:lnTo>
                    <a:lnTo>
                      <a:pt x="392" y="1375"/>
                    </a:lnTo>
                    <a:lnTo>
                      <a:pt x="407" y="1369"/>
                    </a:lnTo>
                    <a:lnTo>
                      <a:pt x="417" y="1358"/>
                    </a:lnTo>
                    <a:lnTo>
                      <a:pt x="423" y="1339"/>
                    </a:lnTo>
                    <a:lnTo>
                      <a:pt x="420" y="1318"/>
                    </a:lnTo>
                    <a:lnTo>
                      <a:pt x="400" y="1303"/>
                    </a:lnTo>
                    <a:lnTo>
                      <a:pt x="391" y="1287"/>
                    </a:lnTo>
                    <a:lnTo>
                      <a:pt x="390" y="1267"/>
                    </a:lnTo>
                    <a:lnTo>
                      <a:pt x="391" y="1225"/>
                    </a:lnTo>
                    <a:lnTo>
                      <a:pt x="386" y="1210"/>
                    </a:lnTo>
                    <a:lnTo>
                      <a:pt x="384" y="1206"/>
                    </a:lnTo>
                    <a:lnTo>
                      <a:pt x="384" y="1194"/>
                    </a:lnTo>
                    <a:lnTo>
                      <a:pt x="386" y="1186"/>
                    </a:lnTo>
                    <a:lnTo>
                      <a:pt x="386" y="1166"/>
                    </a:lnTo>
                    <a:lnTo>
                      <a:pt x="390" y="1156"/>
                    </a:lnTo>
                    <a:lnTo>
                      <a:pt x="391" y="1144"/>
                    </a:lnTo>
                    <a:lnTo>
                      <a:pt x="397" y="1134"/>
                    </a:lnTo>
                    <a:lnTo>
                      <a:pt x="392" y="1129"/>
                    </a:lnTo>
                    <a:lnTo>
                      <a:pt x="386" y="1116"/>
                    </a:lnTo>
                    <a:lnTo>
                      <a:pt x="382" y="1097"/>
                    </a:lnTo>
                    <a:lnTo>
                      <a:pt x="387" y="1077"/>
                    </a:lnTo>
                    <a:lnTo>
                      <a:pt x="393" y="1063"/>
                    </a:lnTo>
                    <a:lnTo>
                      <a:pt x="418" y="1032"/>
                    </a:lnTo>
                    <a:lnTo>
                      <a:pt x="435" y="1021"/>
                    </a:lnTo>
                    <a:lnTo>
                      <a:pt x="456" y="1015"/>
                    </a:lnTo>
                    <a:lnTo>
                      <a:pt x="473" y="1018"/>
                    </a:lnTo>
                    <a:lnTo>
                      <a:pt x="488" y="1020"/>
                    </a:lnTo>
                    <a:lnTo>
                      <a:pt x="498" y="1007"/>
                    </a:lnTo>
                    <a:lnTo>
                      <a:pt x="500" y="995"/>
                    </a:lnTo>
                    <a:lnTo>
                      <a:pt x="500" y="976"/>
                    </a:lnTo>
                    <a:lnTo>
                      <a:pt x="494" y="964"/>
                    </a:lnTo>
                    <a:lnTo>
                      <a:pt x="479" y="948"/>
                    </a:lnTo>
                    <a:lnTo>
                      <a:pt x="478" y="939"/>
                    </a:lnTo>
                    <a:lnTo>
                      <a:pt x="498" y="907"/>
                    </a:lnTo>
                    <a:lnTo>
                      <a:pt x="515" y="870"/>
                    </a:lnTo>
                    <a:lnTo>
                      <a:pt x="524" y="820"/>
                    </a:lnTo>
                    <a:lnTo>
                      <a:pt x="525" y="790"/>
                    </a:lnTo>
                    <a:lnTo>
                      <a:pt x="525" y="769"/>
                    </a:lnTo>
                    <a:lnTo>
                      <a:pt x="524" y="754"/>
                    </a:lnTo>
                    <a:lnTo>
                      <a:pt x="531" y="750"/>
                    </a:lnTo>
                    <a:lnTo>
                      <a:pt x="542" y="750"/>
                    </a:lnTo>
                    <a:lnTo>
                      <a:pt x="559" y="736"/>
                    </a:lnTo>
                    <a:lnTo>
                      <a:pt x="564" y="724"/>
                    </a:lnTo>
                    <a:lnTo>
                      <a:pt x="567" y="704"/>
                    </a:lnTo>
                    <a:lnTo>
                      <a:pt x="573" y="688"/>
                    </a:lnTo>
                    <a:lnTo>
                      <a:pt x="596" y="657"/>
                    </a:lnTo>
                    <a:lnTo>
                      <a:pt x="604" y="644"/>
                    </a:lnTo>
                    <a:lnTo>
                      <a:pt x="616" y="629"/>
                    </a:lnTo>
                    <a:lnTo>
                      <a:pt x="622" y="618"/>
                    </a:lnTo>
                    <a:lnTo>
                      <a:pt x="624" y="609"/>
                    </a:lnTo>
                    <a:lnTo>
                      <a:pt x="623" y="596"/>
                    </a:lnTo>
                    <a:lnTo>
                      <a:pt x="610" y="574"/>
                    </a:lnTo>
                    <a:lnTo>
                      <a:pt x="613" y="560"/>
                    </a:lnTo>
                    <a:lnTo>
                      <a:pt x="627" y="543"/>
                    </a:lnTo>
                    <a:lnTo>
                      <a:pt x="633" y="532"/>
                    </a:lnTo>
                    <a:lnTo>
                      <a:pt x="635" y="520"/>
                    </a:lnTo>
                    <a:lnTo>
                      <a:pt x="639" y="503"/>
                    </a:lnTo>
                    <a:lnTo>
                      <a:pt x="648" y="492"/>
                    </a:lnTo>
                    <a:lnTo>
                      <a:pt x="666" y="472"/>
                    </a:lnTo>
                    <a:lnTo>
                      <a:pt x="678" y="469"/>
                    </a:lnTo>
                    <a:lnTo>
                      <a:pt x="691" y="476"/>
                    </a:lnTo>
                    <a:lnTo>
                      <a:pt x="701" y="488"/>
                    </a:lnTo>
                    <a:lnTo>
                      <a:pt x="704" y="490"/>
                    </a:lnTo>
                    <a:lnTo>
                      <a:pt x="714" y="473"/>
                    </a:lnTo>
                    <a:lnTo>
                      <a:pt x="719" y="452"/>
                    </a:lnTo>
                    <a:lnTo>
                      <a:pt x="721" y="442"/>
                    </a:lnTo>
                    <a:lnTo>
                      <a:pt x="719" y="419"/>
                    </a:lnTo>
                    <a:lnTo>
                      <a:pt x="724" y="409"/>
                    </a:lnTo>
                    <a:lnTo>
                      <a:pt x="729" y="404"/>
                    </a:lnTo>
                    <a:lnTo>
                      <a:pt x="739" y="403"/>
                    </a:lnTo>
                    <a:lnTo>
                      <a:pt x="769" y="407"/>
                    </a:lnTo>
                    <a:lnTo>
                      <a:pt x="812" y="423"/>
                    </a:lnTo>
                    <a:lnTo>
                      <a:pt x="821" y="420"/>
                    </a:lnTo>
                    <a:lnTo>
                      <a:pt x="828" y="412"/>
                    </a:lnTo>
                    <a:lnTo>
                      <a:pt x="819" y="403"/>
                    </a:lnTo>
                    <a:lnTo>
                      <a:pt x="817" y="392"/>
                    </a:lnTo>
                    <a:lnTo>
                      <a:pt x="823" y="382"/>
                    </a:lnTo>
                    <a:lnTo>
                      <a:pt x="827" y="366"/>
                    </a:lnTo>
                    <a:lnTo>
                      <a:pt x="831" y="361"/>
                    </a:lnTo>
                    <a:lnTo>
                      <a:pt x="833" y="352"/>
                    </a:lnTo>
                    <a:lnTo>
                      <a:pt x="832" y="342"/>
                    </a:lnTo>
                    <a:lnTo>
                      <a:pt x="827" y="336"/>
                    </a:lnTo>
                    <a:lnTo>
                      <a:pt x="826" y="326"/>
                    </a:lnTo>
                    <a:lnTo>
                      <a:pt x="831" y="323"/>
                    </a:lnTo>
                    <a:lnTo>
                      <a:pt x="854" y="323"/>
                    </a:lnTo>
                    <a:lnTo>
                      <a:pt x="857" y="316"/>
                    </a:lnTo>
                    <a:lnTo>
                      <a:pt x="865" y="313"/>
                    </a:lnTo>
                    <a:lnTo>
                      <a:pt x="874" y="317"/>
                    </a:lnTo>
                    <a:lnTo>
                      <a:pt x="882" y="313"/>
                    </a:lnTo>
                    <a:lnTo>
                      <a:pt x="880" y="302"/>
                    </a:lnTo>
                    <a:lnTo>
                      <a:pt x="879" y="290"/>
                    </a:lnTo>
                    <a:lnTo>
                      <a:pt x="891" y="283"/>
                    </a:lnTo>
                    <a:lnTo>
                      <a:pt x="906" y="289"/>
                    </a:lnTo>
                    <a:lnTo>
                      <a:pt x="917" y="300"/>
                    </a:lnTo>
                    <a:lnTo>
                      <a:pt x="947" y="344"/>
                    </a:lnTo>
                    <a:lnTo>
                      <a:pt x="952" y="363"/>
                    </a:lnTo>
                    <a:lnTo>
                      <a:pt x="957" y="371"/>
                    </a:lnTo>
                    <a:lnTo>
                      <a:pt x="983" y="375"/>
                    </a:lnTo>
                    <a:lnTo>
                      <a:pt x="998" y="383"/>
                    </a:lnTo>
                    <a:lnTo>
                      <a:pt x="1010" y="382"/>
                    </a:lnTo>
                    <a:lnTo>
                      <a:pt x="1025" y="374"/>
                    </a:lnTo>
                    <a:lnTo>
                      <a:pt x="1042" y="353"/>
                    </a:lnTo>
                    <a:lnTo>
                      <a:pt x="1052" y="360"/>
                    </a:lnTo>
                    <a:lnTo>
                      <a:pt x="1061" y="374"/>
                    </a:lnTo>
                    <a:lnTo>
                      <a:pt x="1064" y="382"/>
                    </a:lnTo>
                    <a:lnTo>
                      <a:pt x="1074" y="385"/>
                    </a:lnTo>
                    <a:lnTo>
                      <a:pt x="1090" y="377"/>
                    </a:lnTo>
                    <a:lnTo>
                      <a:pt x="1102" y="368"/>
                    </a:lnTo>
                    <a:lnTo>
                      <a:pt x="1111" y="354"/>
                    </a:lnTo>
                    <a:lnTo>
                      <a:pt x="1137" y="334"/>
                    </a:lnTo>
                    <a:lnTo>
                      <a:pt x="1139" y="322"/>
                    </a:lnTo>
                    <a:lnTo>
                      <a:pt x="1137" y="299"/>
                    </a:lnTo>
                    <a:lnTo>
                      <a:pt x="1137" y="285"/>
                    </a:lnTo>
                    <a:lnTo>
                      <a:pt x="1140" y="243"/>
                    </a:lnTo>
                    <a:lnTo>
                      <a:pt x="1154" y="212"/>
                    </a:lnTo>
                    <a:lnTo>
                      <a:pt x="1164" y="199"/>
                    </a:lnTo>
                    <a:lnTo>
                      <a:pt x="1177" y="192"/>
                    </a:lnTo>
                    <a:lnTo>
                      <a:pt x="1202" y="189"/>
                    </a:lnTo>
                    <a:lnTo>
                      <a:pt x="1240" y="172"/>
                    </a:lnTo>
                    <a:lnTo>
                      <a:pt x="1263" y="167"/>
                    </a:lnTo>
                    <a:lnTo>
                      <a:pt x="1268" y="172"/>
                    </a:lnTo>
                    <a:lnTo>
                      <a:pt x="1278" y="193"/>
                    </a:lnTo>
                    <a:lnTo>
                      <a:pt x="1289" y="202"/>
                    </a:lnTo>
                    <a:lnTo>
                      <a:pt x="1307" y="208"/>
                    </a:lnTo>
                    <a:lnTo>
                      <a:pt x="1325" y="225"/>
                    </a:lnTo>
                    <a:lnTo>
                      <a:pt x="1332" y="253"/>
                    </a:lnTo>
                    <a:lnTo>
                      <a:pt x="1333" y="269"/>
                    </a:lnTo>
                    <a:lnTo>
                      <a:pt x="1314" y="294"/>
                    </a:lnTo>
                    <a:lnTo>
                      <a:pt x="1310" y="306"/>
                    </a:lnTo>
                    <a:lnTo>
                      <a:pt x="1311" y="317"/>
                    </a:lnTo>
                    <a:lnTo>
                      <a:pt x="1321" y="325"/>
                    </a:lnTo>
                    <a:lnTo>
                      <a:pt x="1323" y="323"/>
                    </a:lnTo>
                    <a:lnTo>
                      <a:pt x="1332" y="315"/>
                    </a:lnTo>
                    <a:lnTo>
                      <a:pt x="1333" y="311"/>
                    </a:lnTo>
                    <a:lnTo>
                      <a:pt x="1334" y="300"/>
                    </a:lnTo>
                    <a:lnTo>
                      <a:pt x="1337" y="295"/>
                    </a:lnTo>
                    <a:lnTo>
                      <a:pt x="1369" y="275"/>
                    </a:lnTo>
                    <a:lnTo>
                      <a:pt x="1375" y="269"/>
                    </a:lnTo>
                    <a:lnTo>
                      <a:pt x="1381" y="239"/>
                    </a:lnTo>
                    <a:lnTo>
                      <a:pt x="1403" y="252"/>
                    </a:lnTo>
                    <a:lnTo>
                      <a:pt x="1416" y="250"/>
                    </a:lnTo>
                    <a:lnTo>
                      <a:pt x="1418" y="243"/>
                    </a:lnTo>
                    <a:lnTo>
                      <a:pt x="1422" y="231"/>
                    </a:lnTo>
                    <a:lnTo>
                      <a:pt x="1422" y="220"/>
                    </a:lnTo>
                    <a:lnTo>
                      <a:pt x="1419" y="21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13" name="Google Shape;2413;p5">
                <a:extLst>
                  <a:ext uri="{FF2B5EF4-FFF2-40B4-BE49-F238E27FC236}">
                    <a16:creationId xmlns:a16="http://schemas.microsoft.com/office/drawing/2014/main" id="{C09855C8-3747-4576-52F4-EF7485901002}"/>
                  </a:ext>
                </a:extLst>
              </p:cNvPr>
              <p:cNvSpPr/>
              <p:nvPr/>
            </p:nvSpPr>
            <p:spPr>
              <a:xfrm>
                <a:off x="4952206" y="2013297"/>
                <a:ext cx="227013" cy="520700"/>
              </a:xfrm>
              <a:custGeom>
                <a:avLst/>
                <a:gdLst/>
                <a:ahLst/>
                <a:cxnLst/>
                <a:rect l="l" t="t" r="r" b="b"/>
                <a:pathLst>
                  <a:path w="715" h="1640" extrusionOk="0">
                    <a:moveTo>
                      <a:pt x="6" y="1264"/>
                    </a:moveTo>
                    <a:lnTo>
                      <a:pt x="0" y="1276"/>
                    </a:lnTo>
                    <a:lnTo>
                      <a:pt x="0" y="1288"/>
                    </a:lnTo>
                    <a:lnTo>
                      <a:pt x="5" y="1328"/>
                    </a:lnTo>
                    <a:lnTo>
                      <a:pt x="7" y="1333"/>
                    </a:lnTo>
                    <a:lnTo>
                      <a:pt x="12" y="1335"/>
                    </a:lnTo>
                    <a:lnTo>
                      <a:pt x="13" y="1339"/>
                    </a:lnTo>
                    <a:lnTo>
                      <a:pt x="15" y="1346"/>
                    </a:lnTo>
                    <a:lnTo>
                      <a:pt x="13" y="1350"/>
                    </a:lnTo>
                    <a:lnTo>
                      <a:pt x="19" y="1343"/>
                    </a:lnTo>
                    <a:lnTo>
                      <a:pt x="21" y="1335"/>
                    </a:lnTo>
                    <a:lnTo>
                      <a:pt x="26" y="1340"/>
                    </a:lnTo>
                    <a:lnTo>
                      <a:pt x="22" y="1350"/>
                    </a:lnTo>
                    <a:lnTo>
                      <a:pt x="27" y="1349"/>
                    </a:lnTo>
                    <a:lnTo>
                      <a:pt x="29" y="1351"/>
                    </a:lnTo>
                    <a:lnTo>
                      <a:pt x="24" y="1355"/>
                    </a:lnTo>
                    <a:lnTo>
                      <a:pt x="17" y="1366"/>
                    </a:lnTo>
                    <a:lnTo>
                      <a:pt x="33" y="1371"/>
                    </a:lnTo>
                    <a:lnTo>
                      <a:pt x="35" y="1381"/>
                    </a:lnTo>
                    <a:lnTo>
                      <a:pt x="33" y="1398"/>
                    </a:lnTo>
                    <a:lnTo>
                      <a:pt x="43" y="1396"/>
                    </a:lnTo>
                    <a:lnTo>
                      <a:pt x="45" y="1407"/>
                    </a:lnTo>
                    <a:lnTo>
                      <a:pt x="39" y="1415"/>
                    </a:lnTo>
                    <a:lnTo>
                      <a:pt x="42" y="1431"/>
                    </a:lnTo>
                    <a:lnTo>
                      <a:pt x="40" y="1442"/>
                    </a:lnTo>
                    <a:lnTo>
                      <a:pt x="49" y="1442"/>
                    </a:lnTo>
                    <a:lnTo>
                      <a:pt x="54" y="1456"/>
                    </a:lnTo>
                    <a:lnTo>
                      <a:pt x="56" y="1468"/>
                    </a:lnTo>
                    <a:lnTo>
                      <a:pt x="62" y="1487"/>
                    </a:lnTo>
                    <a:lnTo>
                      <a:pt x="74" y="1496"/>
                    </a:lnTo>
                    <a:lnTo>
                      <a:pt x="78" y="1509"/>
                    </a:lnTo>
                    <a:lnTo>
                      <a:pt x="91" y="1516"/>
                    </a:lnTo>
                    <a:lnTo>
                      <a:pt x="98" y="1526"/>
                    </a:lnTo>
                    <a:lnTo>
                      <a:pt x="98" y="1534"/>
                    </a:lnTo>
                    <a:lnTo>
                      <a:pt x="92" y="1538"/>
                    </a:lnTo>
                    <a:lnTo>
                      <a:pt x="85" y="1537"/>
                    </a:lnTo>
                    <a:lnTo>
                      <a:pt x="82" y="1541"/>
                    </a:lnTo>
                    <a:lnTo>
                      <a:pt x="89" y="1557"/>
                    </a:lnTo>
                    <a:lnTo>
                      <a:pt x="82" y="1555"/>
                    </a:lnTo>
                    <a:lnTo>
                      <a:pt x="75" y="1553"/>
                    </a:lnTo>
                    <a:lnTo>
                      <a:pt x="75" y="1559"/>
                    </a:lnTo>
                    <a:lnTo>
                      <a:pt x="91" y="1593"/>
                    </a:lnTo>
                    <a:lnTo>
                      <a:pt x="98" y="1604"/>
                    </a:lnTo>
                    <a:lnTo>
                      <a:pt x="102" y="1614"/>
                    </a:lnTo>
                    <a:lnTo>
                      <a:pt x="99" y="1620"/>
                    </a:lnTo>
                    <a:lnTo>
                      <a:pt x="98" y="1631"/>
                    </a:lnTo>
                    <a:lnTo>
                      <a:pt x="94" y="1633"/>
                    </a:lnTo>
                    <a:lnTo>
                      <a:pt x="93" y="1638"/>
                    </a:lnTo>
                    <a:lnTo>
                      <a:pt x="107" y="1636"/>
                    </a:lnTo>
                    <a:lnTo>
                      <a:pt x="118" y="1640"/>
                    </a:lnTo>
                    <a:lnTo>
                      <a:pt x="136" y="1634"/>
                    </a:lnTo>
                    <a:lnTo>
                      <a:pt x="152" y="1633"/>
                    </a:lnTo>
                    <a:lnTo>
                      <a:pt x="163" y="1638"/>
                    </a:lnTo>
                    <a:lnTo>
                      <a:pt x="168" y="1634"/>
                    </a:lnTo>
                    <a:lnTo>
                      <a:pt x="172" y="1620"/>
                    </a:lnTo>
                    <a:lnTo>
                      <a:pt x="169" y="1598"/>
                    </a:lnTo>
                    <a:lnTo>
                      <a:pt x="174" y="1585"/>
                    </a:lnTo>
                    <a:lnTo>
                      <a:pt x="180" y="1574"/>
                    </a:lnTo>
                    <a:lnTo>
                      <a:pt x="189" y="1576"/>
                    </a:lnTo>
                    <a:lnTo>
                      <a:pt x="194" y="1566"/>
                    </a:lnTo>
                    <a:lnTo>
                      <a:pt x="204" y="1559"/>
                    </a:lnTo>
                    <a:lnTo>
                      <a:pt x="218" y="1560"/>
                    </a:lnTo>
                    <a:lnTo>
                      <a:pt x="227" y="1564"/>
                    </a:lnTo>
                    <a:lnTo>
                      <a:pt x="238" y="1560"/>
                    </a:lnTo>
                    <a:lnTo>
                      <a:pt x="250" y="1564"/>
                    </a:lnTo>
                    <a:lnTo>
                      <a:pt x="261" y="1564"/>
                    </a:lnTo>
                    <a:lnTo>
                      <a:pt x="266" y="1544"/>
                    </a:lnTo>
                    <a:lnTo>
                      <a:pt x="276" y="1522"/>
                    </a:lnTo>
                    <a:lnTo>
                      <a:pt x="285" y="1505"/>
                    </a:lnTo>
                    <a:lnTo>
                      <a:pt x="286" y="1484"/>
                    </a:lnTo>
                    <a:lnTo>
                      <a:pt x="291" y="1472"/>
                    </a:lnTo>
                    <a:lnTo>
                      <a:pt x="290" y="1457"/>
                    </a:lnTo>
                    <a:lnTo>
                      <a:pt x="293" y="1446"/>
                    </a:lnTo>
                    <a:lnTo>
                      <a:pt x="298" y="1435"/>
                    </a:lnTo>
                    <a:lnTo>
                      <a:pt x="298" y="1424"/>
                    </a:lnTo>
                    <a:lnTo>
                      <a:pt x="295" y="1418"/>
                    </a:lnTo>
                    <a:lnTo>
                      <a:pt x="300" y="1407"/>
                    </a:lnTo>
                    <a:lnTo>
                      <a:pt x="298" y="1398"/>
                    </a:lnTo>
                    <a:lnTo>
                      <a:pt x="293" y="1392"/>
                    </a:lnTo>
                    <a:lnTo>
                      <a:pt x="292" y="1386"/>
                    </a:lnTo>
                    <a:lnTo>
                      <a:pt x="293" y="1382"/>
                    </a:lnTo>
                    <a:lnTo>
                      <a:pt x="300" y="1385"/>
                    </a:lnTo>
                    <a:lnTo>
                      <a:pt x="304" y="1385"/>
                    </a:lnTo>
                    <a:lnTo>
                      <a:pt x="301" y="1378"/>
                    </a:lnTo>
                    <a:lnTo>
                      <a:pt x="302" y="1374"/>
                    </a:lnTo>
                    <a:lnTo>
                      <a:pt x="304" y="1367"/>
                    </a:lnTo>
                    <a:lnTo>
                      <a:pt x="304" y="1362"/>
                    </a:lnTo>
                    <a:lnTo>
                      <a:pt x="307" y="1345"/>
                    </a:lnTo>
                    <a:lnTo>
                      <a:pt x="306" y="1340"/>
                    </a:lnTo>
                    <a:lnTo>
                      <a:pt x="297" y="1334"/>
                    </a:lnTo>
                    <a:lnTo>
                      <a:pt x="288" y="1329"/>
                    </a:lnTo>
                    <a:lnTo>
                      <a:pt x="291" y="1328"/>
                    </a:lnTo>
                    <a:lnTo>
                      <a:pt x="300" y="1332"/>
                    </a:lnTo>
                    <a:lnTo>
                      <a:pt x="309" y="1329"/>
                    </a:lnTo>
                    <a:lnTo>
                      <a:pt x="312" y="1326"/>
                    </a:lnTo>
                    <a:lnTo>
                      <a:pt x="302" y="1317"/>
                    </a:lnTo>
                    <a:lnTo>
                      <a:pt x="274" y="1312"/>
                    </a:lnTo>
                    <a:lnTo>
                      <a:pt x="276" y="1310"/>
                    </a:lnTo>
                    <a:lnTo>
                      <a:pt x="298" y="1307"/>
                    </a:lnTo>
                    <a:lnTo>
                      <a:pt x="311" y="1311"/>
                    </a:lnTo>
                    <a:lnTo>
                      <a:pt x="318" y="1307"/>
                    </a:lnTo>
                    <a:lnTo>
                      <a:pt x="320" y="1299"/>
                    </a:lnTo>
                    <a:lnTo>
                      <a:pt x="334" y="1297"/>
                    </a:lnTo>
                    <a:lnTo>
                      <a:pt x="345" y="1286"/>
                    </a:lnTo>
                    <a:lnTo>
                      <a:pt x="350" y="1279"/>
                    </a:lnTo>
                    <a:lnTo>
                      <a:pt x="350" y="1268"/>
                    </a:lnTo>
                    <a:lnTo>
                      <a:pt x="359" y="1270"/>
                    </a:lnTo>
                    <a:lnTo>
                      <a:pt x="359" y="1281"/>
                    </a:lnTo>
                    <a:lnTo>
                      <a:pt x="371" y="1280"/>
                    </a:lnTo>
                    <a:lnTo>
                      <a:pt x="378" y="1268"/>
                    </a:lnTo>
                    <a:lnTo>
                      <a:pt x="392" y="1256"/>
                    </a:lnTo>
                    <a:lnTo>
                      <a:pt x="389" y="1243"/>
                    </a:lnTo>
                    <a:lnTo>
                      <a:pt x="394" y="1248"/>
                    </a:lnTo>
                    <a:lnTo>
                      <a:pt x="400" y="1248"/>
                    </a:lnTo>
                    <a:lnTo>
                      <a:pt x="400" y="1242"/>
                    </a:lnTo>
                    <a:lnTo>
                      <a:pt x="406" y="1237"/>
                    </a:lnTo>
                    <a:lnTo>
                      <a:pt x="405" y="1232"/>
                    </a:lnTo>
                    <a:lnTo>
                      <a:pt x="352" y="1243"/>
                    </a:lnTo>
                    <a:lnTo>
                      <a:pt x="341" y="1241"/>
                    </a:lnTo>
                    <a:lnTo>
                      <a:pt x="336" y="1245"/>
                    </a:lnTo>
                    <a:lnTo>
                      <a:pt x="334" y="1238"/>
                    </a:lnTo>
                    <a:lnTo>
                      <a:pt x="328" y="1232"/>
                    </a:lnTo>
                    <a:lnTo>
                      <a:pt x="303" y="1222"/>
                    </a:lnTo>
                    <a:lnTo>
                      <a:pt x="290" y="1225"/>
                    </a:lnTo>
                    <a:lnTo>
                      <a:pt x="284" y="1221"/>
                    </a:lnTo>
                    <a:lnTo>
                      <a:pt x="290" y="1219"/>
                    </a:lnTo>
                    <a:lnTo>
                      <a:pt x="293" y="1211"/>
                    </a:lnTo>
                    <a:lnTo>
                      <a:pt x="300" y="1214"/>
                    </a:lnTo>
                    <a:lnTo>
                      <a:pt x="308" y="1211"/>
                    </a:lnTo>
                    <a:lnTo>
                      <a:pt x="320" y="1213"/>
                    </a:lnTo>
                    <a:lnTo>
                      <a:pt x="322" y="1211"/>
                    </a:lnTo>
                    <a:lnTo>
                      <a:pt x="331" y="1221"/>
                    </a:lnTo>
                    <a:lnTo>
                      <a:pt x="338" y="1218"/>
                    </a:lnTo>
                    <a:lnTo>
                      <a:pt x="339" y="1214"/>
                    </a:lnTo>
                    <a:lnTo>
                      <a:pt x="345" y="1220"/>
                    </a:lnTo>
                    <a:lnTo>
                      <a:pt x="352" y="1222"/>
                    </a:lnTo>
                    <a:lnTo>
                      <a:pt x="356" y="1216"/>
                    </a:lnTo>
                    <a:lnTo>
                      <a:pt x="359" y="1220"/>
                    </a:lnTo>
                    <a:lnTo>
                      <a:pt x="363" y="1230"/>
                    </a:lnTo>
                    <a:lnTo>
                      <a:pt x="371" y="1232"/>
                    </a:lnTo>
                    <a:lnTo>
                      <a:pt x="403" y="1216"/>
                    </a:lnTo>
                    <a:lnTo>
                      <a:pt x="414" y="1198"/>
                    </a:lnTo>
                    <a:lnTo>
                      <a:pt x="419" y="1193"/>
                    </a:lnTo>
                    <a:lnTo>
                      <a:pt x="422" y="1176"/>
                    </a:lnTo>
                    <a:lnTo>
                      <a:pt x="416" y="1161"/>
                    </a:lnTo>
                    <a:lnTo>
                      <a:pt x="404" y="1152"/>
                    </a:lnTo>
                    <a:lnTo>
                      <a:pt x="394" y="1138"/>
                    </a:lnTo>
                    <a:lnTo>
                      <a:pt x="403" y="1136"/>
                    </a:lnTo>
                    <a:lnTo>
                      <a:pt x="402" y="1133"/>
                    </a:lnTo>
                    <a:lnTo>
                      <a:pt x="381" y="1123"/>
                    </a:lnTo>
                    <a:lnTo>
                      <a:pt x="379" y="1113"/>
                    </a:lnTo>
                    <a:lnTo>
                      <a:pt x="374" y="1103"/>
                    </a:lnTo>
                    <a:lnTo>
                      <a:pt x="357" y="1106"/>
                    </a:lnTo>
                    <a:lnTo>
                      <a:pt x="352" y="1100"/>
                    </a:lnTo>
                    <a:lnTo>
                      <a:pt x="351" y="1096"/>
                    </a:lnTo>
                    <a:lnTo>
                      <a:pt x="347" y="1095"/>
                    </a:lnTo>
                    <a:lnTo>
                      <a:pt x="347" y="1098"/>
                    </a:lnTo>
                    <a:lnTo>
                      <a:pt x="341" y="1118"/>
                    </a:lnTo>
                    <a:lnTo>
                      <a:pt x="333" y="1129"/>
                    </a:lnTo>
                    <a:lnTo>
                      <a:pt x="314" y="1143"/>
                    </a:lnTo>
                    <a:lnTo>
                      <a:pt x="308" y="1148"/>
                    </a:lnTo>
                    <a:lnTo>
                      <a:pt x="298" y="1148"/>
                    </a:lnTo>
                    <a:lnTo>
                      <a:pt x="287" y="1151"/>
                    </a:lnTo>
                    <a:lnTo>
                      <a:pt x="280" y="1149"/>
                    </a:lnTo>
                    <a:lnTo>
                      <a:pt x="288" y="1143"/>
                    </a:lnTo>
                    <a:lnTo>
                      <a:pt x="300" y="1140"/>
                    </a:lnTo>
                    <a:lnTo>
                      <a:pt x="309" y="1132"/>
                    </a:lnTo>
                    <a:lnTo>
                      <a:pt x="319" y="1127"/>
                    </a:lnTo>
                    <a:lnTo>
                      <a:pt x="336" y="1112"/>
                    </a:lnTo>
                    <a:lnTo>
                      <a:pt x="339" y="1102"/>
                    </a:lnTo>
                    <a:lnTo>
                      <a:pt x="339" y="1089"/>
                    </a:lnTo>
                    <a:lnTo>
                      <a:pt x="330" y="1087"/>
                    </a:lnTo>
                    <a:lnTo>
                      <a:pt x="334" y="1080"/>
                    </a:lnTo>
                    <a:lnTo>
                      <a:pt x="335" y="1069"/>
                    </a:lnTo>
                    <a:lnTo>
                      <a:pt x="331" y="1060"/>
                    </a:lnTo>
                    <a:lnTo>
                      <a:pt x="328" y="1032"/>
                    </a:lnTo>
                    <a:lnTo>
                      <a:pt x="329" y="1015"/>
                    </a:lnTo>
                    <a:lnTo>
                      <a:pt x="325" y="992"/>
                    </a:lnTo>
                    <a:lnTo>
                      <a:pt x="327" y="985"/>
                    </a:lnTo>
                    <a:lnTo>
                      <a:pt x="330" y="977"/>
                    </a:lnTo>
                    <a:lnTo>
                      <a:pt x="329" y="971"/>
                    </a:lnTo>
                    <a:lnTo>
                      <a:pt x="344" y="979"/>
                    </a:lnTo>
                    <a:lnTo>
                      <a:pt x="345" y="971"/>
                    </a:lnTo>
                    <a:lnTo>
                      <a:pt x="340" y="950"/>
                    </a:lnTo>
                    <a:lnTo>
                      <a:pt x="345" y="928"/>
                    </a:lnTo>
                    <a:lnTo>
                      <a:pt x="350" y="910"/>
                    </a:lnTo>
                    <a:lnTo>
                      <a:pt x="343" y="901"/>
                    </a:lnTo>
                    <a:lnTo>
                      <a:pt x="340" y="892"/>
                    </a:lnTo>
                    <a:lnTo>
                      <a:pt x="340" y="879"/>
                    </a:lnTo>
                    <a:lnTo>
                      <a:pt x="356" y="887"/>
                    </a:lnTo>
                    <a:lnTo>
                      <a:pt x="357" y="885"/>
                    </a:lnTo>
                    <a:lnTo>
                      <a:pt x="361" y="881"/>
                    </a:lnTo>
                    <a:lnTo>
                      <a:pt x="367" y="872"/>
                    </a:lnTo>
                    <a:lnTo>
                      <a:pt x="368" y="870"/>
                    </a:lnTo>
                    <a:lnTo>
                      <a:pt x="367" y="866"/>
                    </a:lnTo>
                    <a:lnTo>
                      <a:pt x="370" y="850"/>
                    </a:lnTo>
                    <a:lnTo>
                      <a:pt x="365" y="839"/>
                    </a:lnTo>
                    <a:lnTo>
                      <a:pt x="366" y="831"/>
                    </a:lnTo>
                    <a:lnTo>
                      <a:pt x="368" y="840"/>
                    </a:lnTo>
                    <a:lnTo>
                      <a:pt x="377" y="848"/>
                    </a:lnTo>
                    <a:lnTo>
                      <a:pt x="381" y="847"/>
                    </a:lnTo>
                    <a:lnTo>
                      <a:pt x="386" y="837"/>
                    </a:lnTo>
                    <a:lnTo>
                      <a:pt x="393" y="840"/>
                    </a:lnTo>
                    <a:lnTo>
                      <a:pt x="394" y="833"/>
                    </a:lnTo>
                    <a:lnTo>
                      <a:pt x="398" y="827"/>
                    </a:lnTo>
                    <a:lnTo>
                      <a:pt x="387" y="822"/>
                    </a:lnTo>
                    <a:lnTo>
                      <a:pt x="394" y="823"/>
                    </a:lnTo>
                    <a:lnTo>
                      <a:pt x="403" y="817"/>
                    </a:lnTo>
                    <a:lnTo>
                      <a:pt x="403" y="812"/>
                    </a:lnTo>
                    <a:lnTo>
                      <a:pt x="410" y="809"/>
                    </a:lnTo>
                    <a:lnTo>
                      <a:pt x="411" y="799"/>
                    </a:lnTo>
                    <a:lnTo>
                      <a:pt x="417" y="796"/>
                    </a:lnTo>
                    <a:lnTo>
                      <a:pt x="417" y="784"/>
                    </a:lnTo>
                    <a:lnTo>
                      <a:pt x="425" y="783"/>
                    </a:lnTo>
                    <a:lnTo>
                      <a:pt x="435" y="785"/>
                    </a:lnTo>
                    <a:lnTo>
                      <a:pt x="446" y="775"/>
                    </a:lnTo>
                    <a:lnTo>
                      <a:pt x="449" y="764"/>
                    </a:lnTo>
                    <a:lnTo>
                      <a:pt x="464" y="753"/>
                    </a:lnTo>
                    <a:lnTo>
                      <a:pt x="470" y="761"/>
                    </a:lnTo>
                    <a:lnTo>
                      <a:pt x="481" y="753"/>
                    </a:lnTo>
                    <a:lnTo>
                      <a:pt x="484" y="743"/>
                    </a:lnTo>
                    <a:lnTo>
                      <a:pt x="492" y="737"/>
                    </a:lnTo>
                    <a:lnTo>
                      <a:pt x="500" y="740"/>
                    </a:lnTo>
                    <a:lnTo>
                      <a:pt x="503" y="735"/>
                    </a:lnTo>
                    <a:lnTo>
                      <a:pt x="516" y="727"/>
                    </a:lnTo>
                    <a:lnTo>
                      <a:pt x="521" y="719"/>
                    </a:lnTo>
                    <a:lnTo>
                      <a:pt x="528" y="715"/>
                    </a:lnTo>
                    <a:lnTo>
                      <a:pt x="535" y="699"/>
                    </a:lnTo>
                    <a:lnTo>
                      <a:pt x="538" y="691"/>
                    </a:lnTo>
                    <a:lnTo>
                      <a:pt x="549" y="677"/>
                    </a:lnTo>
                    <a:lnTo>
                      <a:pt x="555" y="664"/>
                    </a:lnTo>
                    <a:lnTo>
                      <a:pt x="562" y="651"/>
                    </a:lnTo>
                    <a:lnTo>
                      <a:pt x="566" y="646"/>
                    </a:lnTo>
                    <a:lnTo>
                      <a:pt x="567" y="651"/>
                    </a:lnTo>
                    <a:lnTo>
                      <a:pt x="566" y="662"/>
                    </a:lnTo>
                    <a:lnTo>
                      <a:pt x="576" y="649"/>
                    </a:lnTo>
                    <a:lnTo>
                      <a:pt x="577" y="644"/>
                    </a:lnTo>
                    <a:lnTo>
                      <a:pt x="572" y="639"/>
                    </a:lnTo>
                    <a:lnTo>
                      <a:pt x="571" y="633"/>
                    </a:lnTo>
                    <a:lnTo>
                      <a:pt x="556" y="618"/>
                    </a:lnTo>
                    <a:lnTo>
                      <a:pt x="555" y="612"/>
                    </a:lnTo>
                    <a:lnTo>
                      <a:pt x="558" y="610"/>
                    </a:lnTo>
                    <a:lnTo>
                      <a:pt x="556" y="602"/>
                    </a:lnTo>
                    <a:lnTo>
                      <a:pt x="551" y="596"/>
                    </a:lnTo>
                    <a:lnTo>
                      <a:pt x="551" y="594"/>
                    </a:lnTo>
                    <a:lnTo>
                      <a:pt x="556" y="589"/>
                    </a:lnTo>
                    <a:lnTo>
                      <a:pt x="558" y="582"/>
                    </a:lnTo>
                    <a:lnTo>
                      <a:pt x="566" y="579"/>
                    </a:lnTo>
                    <a:lnTo>
                      <a:pt x="576" y="554"/>
                    </a:lnTo>
                    <a:lnTo>
                      <a:pt x="577" y="547"/>
                    </a:lnTo>
                    <a:lnTo>
                      <a:pt x="567" y="530"/>
                    </a:lnTo>
                    <a:lnTo>
                      <a:pt x="569" y="527"/>
                    </a:lnTo>
                    <a:lnTo>
                      <a:pt x="580" y="520"/>
                    </a:lnTo>
                    <a:lnTo>
                      <a:pt x="580" y="512"/>
                    </a:lnTo>
                    <a:lnTo>
                      <a:pt x="585" y="511"/>
                    </a:lnTo>
                    <a:lnTo>
                      <a:pt x="592" y="515"/>
                    </a:lnTo>
                    <a:lnTo>
                      <a:pt x="596" y="514"/>
                    </a:lnTo>
                    <a:lnTo>
                      <a:pt x="597" y="506"/>
                    </a:lnTo>
                    <a:lnTo>
                      <a:pt x="593" y="503"/>
                    </a:lnTo>
                    <a:lnTo>
                      <a:pt x="603" y="501"/>
                    </a:lnTo>
                    <a:lnTo>
                      <a:pt x="604" y="495"/>
                    </a:lnTo>
                    <a:lnTo>
                      <a:pt x="593" y="481"/>
                    </a:lnTo>
                    <a:lnTo>
                      <a:pt x="593" y="476"/>
                    </a:lnTo>
                    <a:lnTo>
                      <a:pt x="605" y="484"/>
                    </a:lnTo>
                    <a:lnTo>
                      <a:pt x="610" y="493"/>
                    </a:lnTo>
                    <a:lnTo>
                      <a:pt x="614" y="493"/>
                    </a:lnTo>
                    <a:lnTo>
                      <a:pt x="613" y="476"/>
                    </a:lnTo>
                    <a:lnTo>
                      <a:pt x="614" y="478"/>
                    </a:lnTo>
                    <a:lnTo>
                      <a:pt x="618" y="476"/>
                    </a:lnTo>
                    <a:lnTo>
                      <a:pt x="619" y="455"/>
                    </a:lnTo>
                    <a:lnTo>
                      <a:pt x="623" y="454"/>
                    </a:lnTo>
                    <a:lnTo>
                      <a:pt x="628" y="454"/>
                    </a:lnTo>
                    <a:lnTo>
                      <a:pt x="628" y="460"/>
                    </a:lnTo>
                    <a:lnTo>
                      <a:pt x="631" y="465"/>
                    </a:lnTo>
                    <a:lnTo>
                      <a:pt x="635" y="467"/>
                    </a:lnTo>
                    <a:lnTo>
                      <a:pt x="640" y="454"/>
                    </a:lnTo>
                    <a:lnTo>
                      <a:pt x="645" y="457"/>
                    </a:lnTo>
                    <a:lnTo>
                      <a:pt x="651" y="468"/>
                    </a:lnTo>
                    <a:lnTo>
                      <a:pt x="655" y="468"/>
                    </a:lnTo>
                    <a:lnTo>
                      <a:pt x="661" y="473"/>
                    </a:lnTo>
                    <a:lnTo>
                      <a:pt x="666" y="461"/>
                    </a:lnTo>
                    <a:lnTo>
                      <a:pt x="691" y="458"/>
                    </a:lnTo>
                    <a:lnTo>
                      <a:pt x="700" y="465"/>
                    </a:lnTo>
                    <a:lnTo>
                      <a:pt x="706" y="472"/>
                    </a:lnTo>
                    <a:lnTo>
                      <a:pt x="710" y="465"/>
                    </a:lnTo>
                    <a:lnTo>
                      <a:pt x="715" y="461"/>
                    </a:lnTo>
                    <a:lnTo>
                      <a:pt x="712" y="449"/>
                    </a:lnTo>
                    <a:lnTo>
                      <a:pt x="698" y="415"/>
                    </a:lnTo>
                    <a:lnTo>
                      <a:pt x="694" y="395"/>
                    </a:lnTo>
                    <a:lnTo>
                      <a:pt x="698" y="377"/>
                    </a:lnTo>
                    <a:lnTo>
                      <a:pt x="706" y="364"/>
                    </a:lnTo>
                    <a:lnTo>
                      <a:pt x="707" y="354"/>
                    </a:lnTo>
                    <a:lnTo>
                      <a:pt x="707" y="342"/>
                    </a:lnTo>
                    <a:lnTo>
                      <a:pt x="687" y="296"/>
                    </a:lnTo>
                    <a:lnTo>
                      <a:pt x="684" y="279"/>
                    </a:lnTo>
                    <a:lnTo>
                      <a:pt x="690" y="258"/>
                    </a:lnTo>
                    <a:lnTo>
                      <a:pt x="688" y="243"/>
                    </a:lnTo>
                    <a:lnTo>
                      <a:pt x="683" y="237"/>
                    </a:lnTo>
                    <a:lnTo>
                      <a:pt x="682" y="223"/>
                    </a:lnTo>
                    <a:lnTo>
                      <a:pt x="682" y="202"/>
                    </a:lnTo>
                    <a:lnTo>
                      <a:pt x="683" y="186"/>
                    </a:lnTo>
                    <a:lnTo>
                      <a:pt x="688" y="173"/>
                    </a:lnTo>
                    <a:lnTo>
                      <a:pt x="685" y="166"/>
                    </a:lnTo>
                    <a:lnTo>
                      <a:pt x="653" y="110"/>
                    </a:lnTo>
                    <a:lnTo>
                      <a:pt x="635" y="92"/>
                    </a:lnTo>
                    <a:lnTo>
                      <a:pt x="599" y="81"/>
                    </a:lnTo>
                    <a:lnTo>
                      <a:pt x="569" y="51"/>
                    </a:lnTo>
                    <a:lnTo>
                      <a:pt x="528" y="5"/>
                    </a:lnTo>
                    <a:lnTo>
                      <a:pt x="526" y="0"/>
                    </a:lnTo>
                    <a:lnTo>
                      <a:pt x="523" y="0"/>
                    </a:lnTo>
                    <a:lnTo>
                      <a:pt x="500" y="0"/>
                    </a:lnTo>
                    <a:lnTo>
                      <a:pt x="495" y="3"/>
                    </a:lnTo>
                    <a:lnTo>
                      <a:pt x="496" y="13"/>
                    </a:lnTo>
                    <a:lnTo>
                      <a:pt x="501" y="17"/>
                    </a:lnTo>
                    <a:lnTo>
                      <a:pt x="502" y="29"/>
                    </a:lnTo>
                    <a:lnTo>
                      <a:pt x="500" y="38"/>
                    </a:lnTo>
                    <a:lnTo>
                      <a:pt x="496" y="43"/>
                    </a:lnTo>
                    <a:lnTo>
                      <a:pt x="492" y="58"/>
                    </a:lnTo>
                    <a:lnTo>
                      <a:pt x="486" y="69"/>
                    </a:lnTo>
                    <a:lnTo>
                      <a:pt x="488" y="79"/>
                    </a:lnTo>
                    <a:lnTo>
                      <a:pt x="497" y="89"/>
                    </a:lnTo>
                    <a:lnTo>
                      <a:pt x="490" y="97"/>
                    </a:lnTo>
                    <a:lnTo>
                      <a:pt x="481" y="100"/>
                    </a:lnTo>
                    <a:lnTo>
                      <a:pt x="438" y="84"/>
                    </a:lnTo>
                    <a:lnTo>
                      <a:pt x="408" y="80"/>
                    </a:lnTo>
                    <a:lnTo>
                      <a:pt x="398" y="81"/>
                    </a:lnTo>
                    <a:lnTo>
                      <a:pt x="393" y="86"/>
                    </a:lnTo>
                    <a:lnTo>
                      <a:pt x="388" y="96"/>
                    </a:lnTo>
                    <a:lnTo>
                      <a:pt x="390" y="119"/>
                    </a:lnTo>
                    <a:lnTo>
                      <a:pt x="388" y="129"/>
                    </a:lnTo>
                    <a:lnTo>
                      <a:pt x="383" y="150"/>
                    </a:lnTo>
                    <a:lnTo>
                      <a:pt x="373" y="166"/>
                    </a:lnTo>
                    <a:lnTo>
                      <a:pt x="370" y="165"/>
                    </a:lnTo>
                    <a:lnTo>
                      <a:pt x="360" y="153"/>
                    </a:lnTo>
                    <a:lnTo>
                      <a:pt x="347" y="145"/>
                    </a:lnTo>
                    <a:lnTo>
                      <a:pt x="335" y="149"/>
                    </a:lnTo>
                    <a:lnTo>
                      <a:pt x="317" y="167"/>
                    </a:lnTo>
                    <a:lnTo>
                      <a:pt x="308" y="180"/>
                    </a:lnTo>
                    <a:lnTo>
                      <a:pt x="304" y="196"/>
                    </a:lnTo>
                    <a:lnTo>
                      <a:pt x="302" y="209"/>
                    </a:lnTo>
                    <a:lnTo>
                      <a:pt x="296" y="219"/>
                    </a:lnTo>
                    <a:lnTo>
                      <a:pt x="282" y="237"/>
                    </a:lnTo>
                    <a:lnTo>
                      <a:pt x="279" y="251"/>
                    </a:lnTo>
                    <a:lnTo>
                      <a:pt x="292" y="273"/>
                    </a:lnTo>
                    <a:lnTo>
                      <a:pt x="293" y="285"/>
                    </a:lnTo>
                    <a:lnTo>
                      <a:pt x="291" y="294"/>
                    </a:lnTo>
                    <a:lnTo>
                      <a:pt x="285" y="306"/>
                    </a:lnTo>
                    <a:lnTo>
                      <a:pt x="273" y="320"/>
                    </a:lnTo>
                    <a:lnTo>
                      <a:pt x="265" y="334"/>
                    </a:lnTo>
                    <a:lnTo>
                      <a:pt x="242" y="364"/>
                    </a:lnTo>
                    <a:lnTo>
                      <a:pt x="236" y="381"/>
                    </a:lnTo>
                    <a:lnTo>
                      <a:pt x="233" y="401"/>
                    </a:lnTo>
                    <a:lnTo>
                      <a:pt x="228" y="413"/>
                    </a:lnTo>
                    <a:lnTo>
                      <a:pt x="211" y="427"/>
                    </a:lnTo>
                    <a:lnTo>
                      <a:pt x="200" y="427"/>
                    </a:lnTo>
                    <a:lnTo>
                      <a:pt x="193" y="431"/>
                    </a:lnTo>
                    <a:lnTo>
                      <a:pt x="194" y="446"/>
                    </a:lnTo>
                    <a:lnTo>
                      <a:pt x="194" y="467"/>
                    </a:lnTo>
                    <a:lnTo>
                      <a:pt x="193" y="497"/>
                    </a:lnTo>
                    <a:lnTo>
                      <a:pt x="184" y="547"/>
                    </a:lnTo>
                    <a:lnTo>
                      <a:pt x="167" y="584"/>
                    </a:lnTo>
                    <a:lnTo>
                      <a:pt x="147" y="616"/>
                    </a:lnTo>
                    <a:lnTo>
                      <a:pt x="148" y="625"/>
                    </a:lnTo>
                    <a:lnTo>
                      <a:pt x="163" y="641"/>
                    </a:lnTo>
                    <a:lnTo>
                      <a:pt x="169" y="653"/>
                    </a:lnTo>
                    <a:lnTo>
                      <a:pt x="169" y="672"/>
                    </a:lnTo>
                    <a:lnTo>
                      <a:pt x="167" y="683"/>
                    </a:lnTo>
                    <a:lnTo>
                      <a:pt x="157" y="695"/>
                    </a:lnTo>
                    <a:lnTo>
                      <a:pt x="142" y="695"/>
                    </a:lnTo>
                    <a:lnTo>
                      <a:pt x="125" y="692"/>
                    </a:lnTo>
                    <a:lnTo>
                      <a:pt x="104" y="697"/>
                    </a:lnTo>
                    <a:lnTo>
                      <a:pt x="87" y="708"/>
                    </a:lnTo>
                    <a:lnTo>
                      <a:pt x="62" y="738"/>
                    </a:lnTo>
                    <a:lnTo>
                      <a:pt x="56" y="754"/>
                    </a:lnTo>
                    <a:lnTo>
                      <a:pt x="51" y="774"/>
                    </a:lnTo>
                    <a:lnTo>
                      <a:pt x="55" y="793"/>
                    </a:lnTo>
                    <a:lnTo>
                      <a:pt x="61" y="806"/>
                    </a:lnTo>
                    <a:lnTo>
                      <a:pt x="66" y="811"/>
                    </a:lnTo>
                    <a:lnTo>
                      <a:pt x="60" y="821"/>
                    </a:lnTo>
                    <a:lnTo>
                      <a:pt x="59" y="833"/>
                    </a:lnTo>
                    <a:lnTo>
                      <a:pt x="55" y="843"/>
                    </a:lnTo>
                    <a:lnTo>
                      <a:pt x="55" y="863"/>
                    </a:lnTo>
                    <a:lnTo>
                      <a:pt x="53" y="871"/>
                    </a:lnTo>
                    <a:lnTo>
                      <a:pt x="53" y="883"/>
                    </a:lnTo>
                    <a:lnTo>
                      <a:pt x="55" y="886"/>
                    </a:lnTo>
                    <a:lnTo>
                      <a:pt x="60" y="902"/>
                    </a:lnTo>
                    <a:lnTo>
                      <a:pt x="59" y="944"/>
                    </a:lnTo>
                    <a:lnTo>
                      <a:pt x="60" y="964"/>
                    </a:lnTo>
                    <a:lnTo>
                      <a:pt x="69" y="979"/>
                    </a:lnTo>
                    <a:lnTo>
                      <a:pt x="89" y="995"/>
                    </a:lnTo>
                    <a:lnTo>
                      <a:pt x="92" y="1016"/>
                    </a:lnTo>
                    <a:lnTo>
                      <a:pt x="86" y="1035"/>
                    </a:lnTo>
                    <a:lnTo>
                      <a:pt x="76" y="1046"/>
                    </a:lnTo>
                    <a:lnTo>
                      <a:pt x="61" y="1052"/>
                    </a:lnTo>
                    <a:lnTo>
                      <a:pt x="59" y="1058"/>
                    </a:lnTo>
                    <a:lnTo>
                      <a:pt x="69" y="1071"/>
                    </a:lnTo>
                    <a:lnTo>
                      <a:pt x="77" y="1105"/>
                    </a:lnTo>
                    <a:lnTo>
                      <a:pt x="70" y="1134"/>
                    </a:lnTo>
                    <a:lnTo>
                      <a:pt x="74" y="1143"/>
                    </a:lnTo>
                    <a:lnTo>
                      <a:pt x="72" y="1157"/>
                    </a:lnTo>
                    <a:lnTo>
                      <a:pt x="66" y="1168"/>
                    </a:lnTo>
                    <a:lnTo>
                      <a:pt x="39" y="1179"/>
                    </a:lnTo>
                    <a:lnTo>
                      <a:pt x="39" y="1193"/>
                    </a:lnTo>
                    <a:lnTo>
                      <a:pt x="27" y="1214"/>
                    </a:lnTo>
                    <a:lnTo>
                      <a:pt x="28" y="1230"/>
                    </a:lnTo>
                    <a:lnTo>
                      <a:pt x="32" y="1242"/>
                    </a:lnTo>
                    <a:lnTo>
                      <a:pt x="24" y="1280"/>
                    </a:lnTo>
                    <a:lnTo>
                      <a:pt x="16" y="1286"/>
                    </a:lnTo>
                    <a:lnTo>
                      <a:pt x="12" y="1278"/>
                    </a:lnTo>
                    <a:lnTo>
                      <a:pt x="8" y="1291"/>
                    </a:lnTo>
                    <a:lnTo>
                      <a:pt x="8" y="1268"/>
                    </a:lnTo>
                    <a:lnTo>
                      <a:pt x="6" y="126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414" name="Google Shape;2414;p5">
                <a:extLst>
                  <a:ext uri="{FF2B5EF4-FFF2-40B4-BE49-F238E27FC236}">
                    <a16:creationId xmlns:a16="http://schemas.microsoft.com/office/drawing/2014/main" id="{2BCE4C31-EB95-555A-2F06-10E61EE5A15C}"/>
                  </a:ext>
                </a:extLst>
              </p:cNvPr>
              <p:cNvGrpSpPr/>
              <p:nvPr/>
            </p:nvGrpSpPr>
            <p:grpSpPr>
              <a:xfrm>
                <a:off x="5080794" y="2788583"/>
                <a:ext cx="75600" cy="108000"/>
                <a:chOff x="4160739" y="2986112"/>
                <a:chExt cx="187325" cy="233362"/>
              </a:xfrm>
              <a:grpFill/>
            </p:grpSpPr>
            <p:sp>
              <p:nvSpPr>
                <p:cNvPr id="2415" name="Google Shape;2415;p5">
                  <a:extLst>
                    <a:ext uri="{FF2B5EF4-FFF2-40B4-BE49-F238E27FC236}">
                      <a16:creationId xmlns:a16="http://schemas.microsoft.com/office/drawing/2014/main" id="{9D9A9271-4E61-E962-0C2C-85825931BADB}"/>
                    </a:ext>
                  </a:extLst>
                </p:cNvPr>
                <p:cNvSpPr/>
                <p:nvPr/>
              </p:nvSpPr>
              <p:spPr>
                <a:xfrm>
                  <a:off x="4171851" y="2986112"/>
                  <a:ext cx="176213" cy="225425"/>
                </a:xfrm>
                <a:custGeom>
                  <a:avLst/>
                  <a:gdLst/>
                  <a:ahLst/>
                  <a:cxnLst/>
                  <a:rect l="l" t="t" r="r" b="b"/>
                  <a:pathLst>
                    <a:path w="212" h="295" extrusionOk="0">
                      <a:moveTo>
                        <a:pt x="72" y="248"/>
                      </a:moveTo>
                      <a:lnTo>
                        <a:pt x="72" y="234"/>
                      </a:lnTo>
                      <a:lnTo>
                        <a:pt x="82" y="239"/>
                      </a:lnTo>
                      <a:lnTo>
                        <a:pt x="91" y="229"/>
                      </a:lnTo>
                      <a:lnTo>
                        <a:pt x="34" y="195"/>
                      </a:lnTo>
                      <a:lnTo>
                        <a:pt x="34" y="185"/>
                      </a:lnTo>
                      <a:lnTo>
                        <a:pt x="39" y="176"/>
                      </a:lnTo>
                      <a:lnTo>
                        <a:pt x="48" y="176"/>
                      </a:lnTo>
                      <a:lnTo>
                        <a:pt x="39" y="151"/>
                      </a:lnTo>
                      <a:lnTo>
                        <a:pt x="53" y="151"/>
                      </a:lnTo>
                      <a:lnTo>
                        <a:pt x="53" y="147"/>
                      </a:lnTo>
                      <a:lnTo>
                        <a:pt x="29" y="132"/>
                      </a:lnTo>
                      <a:lnTo>
                        <a:pt x="43" y="97"/>
                      </a:lnTo>
                      <a:lnTo>
                        <a:pt x="24" y="88"/>
                      </a:lnTo>
                      <a:lnTo>
                        <a:pt x="29" y="77"/>
                      </a:lnTo>
                      <a:lnTo>
                        <a:pt x="43" y="72"/>
                      </a:lnTo>
                      <a:lnTo>
                        <a:pt x="15" y="58"/>
                      </a:lnTo>
                      <a:lnTo>
                        <a:pt x="10" y="34"/>
                      </a:lnTo>
                      <a:lnTo>
                        <a:pt x="0" y="23"/>
                      </a:lnTo>
                      <a:lnTo>
                        <a:pt x="43" y="4"/>
                      </a:lnTo>
                      <a:lnTo>
                        <a:pt x="62" y="0"/>
                      </a:lnTo>
                      <a:lnTo>
                        <a:pt x="72" y="4"/>
                      </a:lnTo>
                      <a:lnTo>
                        <a:pt x="91" y="14"/>
                      </a:lnTo>
                      <a:lnTo>
                        <a:pt x="101" y="34"/>
                      </a:lnTo>
                      <a:lnTo>
                        <a:pt x="115" y="58"/>
                      </a:lnTo>
                      <a:lnTo>
                        <a:pt x="134" y="67"/>
                      </a:lnTo>
                      <a:lnTo>
                        <a:pt x="139" y="88"/>
                      </a:lnTo>
                      <a:lnTo>
                        <a:pt x="153" y="97"/>
                      </a:lnTo>
                      <a:lnTo>
                        <a:pt x="168" y="102"/>
                      </a:lnTo>
                      <a:lnTo>
                        <a:pt x="187" y="92"/>
                      </a:lnTo>
                      <a:lnTo>
                        <a:pt x="187" y="112"/>
                      </a:lnTo>
                      <a:lnTo>
                        <a:pt x="206" y="132"/>
                      </a:lnTo>
                      <a:lnTo>
                        <a:pt x="192" y="156"/>
                      </a:lnTo>
                      <a:lnTo>
                        <a:pt x="201" y="190"/>
                      </a:lnTo>
                      <a:lnTo>
                        <a:pt x="211" y="215"/>
                      </a:lnTo>
                      <a:lnTo>
                        <a:pt x="201" y="239"/>
                      </a:lnTo>
                      <a:lnTo>
                        <a:pt x="201" y="259"/>
                      </a:lnTo>
                      <a:lnTo>
                        <a:pt x="192" y="254"/>
                      </a:lnTo>
                      <a:lnTo>
                        <a:pt x="149" y="254"/>
                      </a:lnTo>
                      <a:lnTo>
                        <a:pt x="134" y="264"/>
                      </a:lnTo>
                      <a:lnTo>
                        <a:pt x="115" y="278"/>
                      </a:lnTo>
                      <a:lnTo>
                        <a:pt x="115" y="289"/>
                      </a:lnTo>
                      <a:lnTo>
                        <a:pt x="110" y="294"/>
                      </a:lnTo>
                      <a:lnTo>
                        <a:pt x="101" y="269"/>
                      </a:lnTo>
                      <a:lnTo>
                        <a:pt x="86" y="254"/>
                      </a:lnTo>
                      <a:lnTo>
                        <a:pt x="72" y="248"/>
                      </a:lnTo>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16" name="Google Shape;2416;p5">
                  <a:extLst>
                    <a:ext uri="{FF2B5EF4-FFF2-40B4-BE49-F238E27FC236}">
                      <a16:creationId xmlns:a16="http://schemas.microsoft.com/office/drawing/2014/main" id="{429A528B-8479-7E73-9A93-0E18FBB5353C}"/>
                    </a:ext>
                  </a:extLst>
                </p:cNvPr>
                <p:cNvSpPr/>
                <p:nvPr/>
              </p:nvSpPr>
              <p:spPr>
                <a:xfrm>
                  <a:off x="4160739" y="3130574"/>
                  <a:ext cx="87313" cy="88900"/>
                </a:xfrm>
                <a:custGeom>
                  <a:avLst/>
                  <a:gdLst/>
                  <a:ahLst/>
                  <a:cxnLst/>
                  <a:rect l="l" t="t" r="r" b="b"/>
                  <a:pathLst>
                    <a:path w="106" h="118" extrusionOk="0">
                      <a:moveTo>
                        <a:pt x="9" y="68"/>
                      </a:moveTo>
                      <a:lnTo>
                        <a:pt x="14" y="63"/>
                      </a:lnTo>
                      <a:lnTo>
                        <a:pt x="9" y="35"/>
                      </a:lnTo>
                      <a:lnTo>
                        <a:pt x="24" y="29"/>
                      </a:lnTo>
                      <a:lnTo>
                        <a:pt x="14" y="5"/>
                      </a:lnTo>
                      <a:lnTo>
                        <a:pt x="24" y="0"/>
                      </a:lnTo>
                      <a:lnTo>
                        <a:pt x="43" y="16"/>
                      </a:lnTo>
                      <a:lnTo>
                        <a:pt x="38" y="0"/>
                      </a:lnTo>
                      <a:lnTo>
                        <a:pt x="48" y="0"/>
                      </a:lnTo>
                      <a:lnTo>
                        <a:pt x="48" y="10"/>
                      </a:lnTo>
                      <a:lnTo>
                        <a:pt x="105" y="44"/>
                      </a:lnTo>
                      <a:lnTo>
                        <a:pt x="96" y="54"/>
                      </a:lnTo>
                      <a:lnTo>
                        <a:pt x="86" y="49"/>
                      </a:lnTo>
                      <a:lnTo>
                        <a:pt x="86" y="63"/>
                      </a:lnTo>
                      <a:lnTo>
                        <a:pt x="76" y="63"/>
                      </a:lnTo>
                      <a:lnTo>
                        <a:pt x="67" y="79"/>
                      </a:lnTo>
                      <a:lnTo>
                        <a:pt x="67" y="103"/>
                      </a:lnTo>
                      <a:lnTo>
                        <a:pt x="62" y="117"/>
                      </a:lnTo>
                      <a:lnTo>
                        <a:pt x="43" y="112"/>
                      </a:lnTo>
                      <a:lnTo>
                        <a:pt x="19" y="87"/>
                      </a:lnTo>
                      <a:lnTo>
                        <a:pt x="0" y="84"/>
                      </a:lnTo>
                      <a:lnTo>
                        <a:pt x="9" y="68"/>
                      </a:lnTo>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grpSp>
        <p:grpSp>
          <p:nvGrpSpPr>
            <p:cNvPr id="2417" name="Google Shape;2417;p5">
              <a:extLst>
                <a:ext uri="{FF2B5EF4-FFF2-40B4-BE49-F238E27FC236}">
                  <a16:creationId xmlns:a16="http://schemas.microsoft.com/office/drawing/2014/main" id="{C9077507-F6F6-4361-57DE-B49372557C02}"/>
                </a:ext>
              </a:extLst>
            </p:cNvPr>
            <p:cNvGrpSpPr/>
            <p:nvPr/>
          </p:nvGrpSpPr>
          <p:grpSpPr>
            <a:xfrm>
              <a:off x="4455318" y="2994372"/>
              <a:ext cx="1196974" cy="1339850"/>
              <a:chOff x="4455318" y="2994372"/>
              <a:chExt cx="1196974" cy="1339850"/>
            </a:xfrm>
            <a:grpFill/>
          </p:grpSpPr>
          <p:sp>
            <p:nvSpPr>
              <p:cNvPr id="2418" name="Google Shape;2418;p5">
                <a:extLst>
                  <a:ext uri="{FF2B5EF4-FFF2-40B4-BE49-F238E27FC236}">
                    <a16:creationId xmlns:a16="http://schemas.microsoft.com/office/drawing/2014/main" id="{FF2CEBFE-227E-566D-1A59-ED35D908C7DC}"/>
                  </a:ext>
                </a:extLst>
              </p:cNvPr>
              <p:cNvSpPr/>
              <p:nvPr/>
            </p:nvSpPr>
            <p:spPr>
              <a:xfrm>
                <a:off x="4918868" y="3083272"/>
                <a:ext cx="276225" cy="265113"/>
              </a:xfrm>
              <a:custGeom>
                <a:avLst/>
                <a:gdLst/>
                <a:ahLst/>
                <a:cxnLst/>
                <a:rect l="l" t="t" r="r" b="b"/>
                <a:pathLst>
                  <a:path w="871" h="832" extrusionOk="0">
                    <a:moveTo>
                      <a:pt x="140" y="598"/>
                    </a:moveTo>
                    <a:lnTo>
                      <a:pt x="138" y="592"/>
                    </a:lnTo>
                    <a:lnTo>
                      <a:pt x="134" y="578"/>
                    </a:lnTo>
                    <a:lnTo>
                      <a:pt x="116" y="549"/>
                    </a:lnTo>
                    <a:lnTo>
                      <a:pt x="87" y="535"/>
                    </a:lnTo>
                    <a:lnTo>
                      <a:pt x="76" y="535"/>
                    </a:lnTo>
                    <a:lnTo>
                      <a:pt x="57" y="534"/>
                    </a:lnTo>
                    <a:lnTo>
                      <a:pt x="43" y="519"/>
                    </a:lnTo>
                    <a:lnTo>
                      <a:pt x="40" y="507"/>
                    </a:lnTo>
                    <a:lnTo>
                      <a:pt x="39" y="487"/>
                    </a:lnTo>
                    <a:lnTo>
                      <a:pt x="29" y="471"/>
                    </a:lnTo>
                    <a:lnTo>
                      <a:pt x="11" y="449"/>
                    </a:lnTo>
                    <a:lnTo>
                      <a:pt x="6" y="436"/>
                    </a:lnTo>
                    <a:lnTo>
                      <a:pt x="7" y="428"/>
                    </a:lnTo>
                    <a:lnTo>
                      <a:pt x="18" y="425"/>
                    </a:lnTo>
                    <a:lnTo>
                      <a:pt x="27" y="418"/>
                    </a:lnTo>
                    <a:lnTo>
                      <a:pt x="28" y="362"/>
                    </a:lnTo>
                    <a:lnTo>
                      <a:pt x="32" y="340"/>
                    </a:lnTo>
                    <a:lnTo>
                      <a:pt x="32" y="327"/>
                    </a:lnTo>
                    <a:lnTo>
                      <a:pt x="29" y="319"/>
                    </a:lnTo>
                    <a:lnTo>
                      <a:pt x="29" y="288"/>
                    </a:lnTo>
                    <a:lnTo>
                      <a:pt x="28" y="266"/>
                    </a:lnTo>
                    <a:lnTo>
                      <a:pt x="23" y="243"/>
                    </a:lnTo>
                    <a:lnTo>
                      <a:pt x="11" y="222"/>
                    </a:lnTo>
                    <a:lnTo>
                      <a:pt x="0" y="207"/>
                    </a:lnTo>
                    <a:lnTo>
                      <a:pt x="1" y="191"/>
                    </a:lnTo>
                    <a:lnTo>
                      <a:pt x="11" y="184"/>
                    </a:lnTo>
                    <a:lnTo>
                      <a:pt x="12" y="181"/>
                    </a:lnTo>
                    <a:lnTo>
                      <a:pt x="24" y="180"/>
                    </a:lnTo>
                    <a:lnTo>
                      <a:pt x="36" y="171"/>
                    </a:lnTo>
                    <a:lnTo>
                      <a:pt x="46" y="163"/>
                    </a:lnTo>
                    <a:lnTo>
                      <a:pt x="52" y="153"/>
                    </a:lnTo>
                    <a:lnTo>
                      <a:pt x="52" y="143"/>
                    </a:lnTo>
                    <a:lnTo>
                      <a:pt x="46" y="115"/>
                    </a:lnTo>
                    <a:lnTo>
                      <a:pt x="48" y="106"/>
                    </a:lnTo>
                    <a:lnTo>
                      <a:pt x="52" y="98"/>
                    </a:lnTo>
                    <a:lnTo>
                      <a:pt x="65" y="92"/>
                    </a:lnTo>
                    <a:lnTo>
                      <a:pt x="75" y="85"/>
                    </a:lnTo>
                    <a:lnTo>
                      <a:pt x="79" y="74"/>
                    </a:lnTo>
                    <a:lnTo>
                      <a:pt x="108" y="55"/>
                    </a:lnTo>
                    <a:lnTo>
                      <a:pt x="114" y="50"/>
                    </a:lnTo>
                    <a:lnTo>
                      <a:pt x="119" y="39"/>
                    </a:lnTo>
                    <a:lnTo>
                      <a:pt x="118" y="3"/>
                    </a:lnTo>
                    <a:lnTo>
                      <a:pt x="119" y="0"/>
                    </a:lnTo>
                    <a:lnTo>
                      <a:pt x="130" y="2"/>
                    </a:lnTo>
                    <a:lnTo>
                      <a:pt x="142" y="9"/>
                    </a:lnTo>
                    <a:lnTo>
                      <a:pt x="169" y="20"/>
                    </a:lnTo>
                    <a:lnTo>
                      <a:pt x="190" y="22"/>
                    </a:lnTo>
                    <a:lnTo>
                      <a:pt x="211" y="17"/>
                    </a:lnTo>
                    <a:lnTo>
                      <a:pt x="226" y="18"/>
                    </a:lnTo>
                    <a:lnTo>
                      <a:pt x="237" y="23"/>
                    </a:lnTo>
                    <a:lnTo>
                      <a:pt x="250" y="24"/>
                    </a:lnTo>
                    <a:lnTo>
                      <a:pt x="267" y="29"/>
                    </a:lnTo>
                    <a:lnTo>
                      <a:pt x="276" y="35"/>
                    </a:lnTo>
                    <a:lnTo>
                      <a:pt x="297" y="45"/>
                    </a:lnTo>
                    <a:lnTo>
                      <a:pt x="309" y="47"/>
                    </a:lnTo>
                    <a:lnTo>
                      <a:pt x="323" y="52"/>
                    </a:lnTo>
                    <a:lnTo>
                      <a:pt x="329" y="58"/>
                    </a:lnTo>
                    <a:lnTo>
                      <a:pt x="333" y="71"/>
                    </a:lnTo>
                    <a:lnTo>
                      <a:pt x="333" y="84"/>
                    </a:lnTo>
                    <a:lnTo>
                      <a:pt x="342" y="99"/>
                    </a:lnTo>
                    <a:lnTo>
                      <a:pt x="358" y="115"/>
                    </a:lnTo>
                    <a:lnTo>
                      <a:pt x="371" y="121"/>
                    </a:lnTo>
                    <a:lnTo>
                      <a:pt x="379" y="124"/>
                    </a:lnTo>
                    <a:lnTo>
                      <a:pt x="415" y="125"/>
                    </a:lnTo>
                    <a:lnTo>
                      <a:pt x="431" y="130"/>
                    </a:lnTo>
                    <a:lnTo>
                      <a:pt x="459" y="140"/>
                    </a:lnTo>
                    <a:lnTo>
                      <a:pt x="474" y="149"/>
                    </a:lnTo>
                    <a:lnTo>
                      <a:pt x="482" y="151"/>
                    </a:lnTo>
                    <a:lnTo>
                      <a:pt x="490" y="154"/>
                    </a:lnTo>
                    <a:lnTo>
                      <a:pt x="496" y="162"/>
                    </a:lnTo>
                    <a:lnTo>
                      <a:pt x="514" y="178"/>
                    </a:lnTo>
                    <a:lnTo>
                      <a:pt x="529" y="184"/>
                    </a:lnTo>
                    <a:lnTo>
                      <a:pt x="543" y="184"/>
                    </a:lnTo>
                    <a:lnTo>
                      <a:pt x="561" y="176"/>
                    </a:lnTo>
                    <a:lnTo>
                      <a:pt x="571" y="170"/>
                    </a:lnTo>
                    <a:lnTo>
                      <a:pt x="581" y="159"/>
                    </a:lnTo>
                    <a:lnTo>
                      <a:pt x="587" y="148"/>
                    </a:lnTo>
                    <a:lnTo>
                      <a:pt x="593" y="138"/>
                    </a:lnTo>
                    <a:lnTo>
                      <a:pt x="594" y="130"/>
                    </a:lnTo>
                    <a:lnTo>
                      <a:pt x="589" y="117"/>
                    </a:lnTo>
                    <a:lnTo>
                      <a:pt x="588" y="108"/>
                    </a:lnTo>
                    <a:lnTo>
                      <a:pt x="582" y="98"/>
                    </a:lnTo>
                    <a:lnTo>
                      <a:pt x="582" y="83"/>
                    </a:lnTo>
                    <a:lnTo>
                      <a:pt x="586" y="70"/>
                    </a:lnTo>
                    <a:lnTo>
                      <a:pt x="598" y="55"/>
                    </a:lnTo>
                    <a:lnTo>
                      <a:pt x="606" y="47"/>
                    </a:lnTo>
                    <a:lnTo>
                      <a:pt x="625" y="33"/>
                    </a:lnTo>
                    <a:lnTo>
                      <a:pt x="641" y="24"/>
                    </a:lnTo>
                    <a:lnTo>
                      <a:pt x="658" y="22"/>
                    </a:lnTo>
                    <a:lnTo>
                      <a:pt x="670" y="17"/>
                    </a:lnTo>
                    <a:lnTo>
                      <a:pt x="701" y="15"/>
                    </a:lnTo>
                    <a:lnTo>
                      <a:pt x="729" y="25"/>
                    </a:lnTo>
                    <a:lnTo>
                      <a:pt x="737" y="29"/>
                    </a:lnTo>
                    <a:lnTo>
                      <a:pt x="745" y="30"/>
                    </a:lnTo>
                    <a:lnTo>
                      <a:pt x="754" y="35"/>
                    </a:lnTo>
                    <a:lnTo>
                      <a:pt x="755" y="45"/>
                    </a:lnTo>
                    <a:lnTo>
                      <a:pt x="754" y="47"/>
                    </a:lnTo>
                    <a:lnTo>
                      <a:pt x="751" y="46"/>
                    </a:lnTo>
                    <a:lnTo>
                      <a:pt x="753" y="54"/>
                    </a:lnTo>
                    <a:lnTo>
                      <a:pt x="762" y="61"/>
                    </a:lnTo>
                    <a:lnTo>
                      <a:pt x="767" y="63"/>
                    </a:lnTo>
                    <a:lnTo>
                      <a:pt x="772" y="62"/>
                    </a:lnTo>
                    <a:lnTo>
                      <a:pt x="787" y="65"/>
                    </a:lnTo>
                    <a:lnTo>
                      <a:pt x="797" y="67"/>
                    </a:lnTo>
                    <a:lnTo>
                      <a:pt x="801" y="68"/>
                    </a:lnTo>
                    <a:lnTo>
                      <a:pt x="815" y="74"/>
                    </a:lnTo>
                    <a:lnTo>
                      <a:pt x="831" y="77"/>
                    </a:lnTo>
                    <a:lnTo>
                      <a:pt x="856" y="78"/>
                    </a:lnTo>
                    <a:lnTo>
                      <a:pt x="864" y="83"/>
                    </a:lnTo>
                    <a:lnTo>
                      <a:pt x="868" y="95"/>
                    </a:lnTo>
                    <a:lnTo>
                      <a:pt x="871" y="97"/>
                    </a:lnTo>
                    <a:lnTo>
                      <a:pt x="863" y="99"/>
                    </a:lnTo>
                    <a:lnTo>
                      <a:pt x="860" y="108"/>
                    </a:lnTo>
                    <a:lnTo>
                      <a:pt x="852" y="116"/>
                    </a:lnTo>
                    <a:lnTo>
                      <a:pt x="852" y="119"/>
                    </a:lnTo>
                    <a:lnTo>
                      <a:pt x="856" y="127"/>
                    </a:lnTo>
                    <a:lnTo>
                      <a:pt x="857" y="154"/>
                    </a:lnTo>
                    <a:lnTo>
                      <a:pt x="860" y="171"/>
                    </a:lnTo>
                    <a:lnTo>
                      <a:pt x="858" y="180"/>
                    </a:lnTo>
                    <a:lnTo>
                      <a:pt x="858" y="183"/>
                    </a:lnTo>
                    <a:lnTo>
                      <a:pt x="848" y="187"/>
                    </a:lnTo>
                    <a:lnTo>
                      <a:pt x="845" y="192"/>
                    </a:lnTo>
                    <a:lnTo>
                      <a:pt x="845" y="196"/>
                    </a:lnTo>
                    <a:lnTo>
                      <a:pt x="846" y="217"/>
                    </a:lnTo>
                    <a:lnTo>
                      <a:pt x="853" y="227"/>
                    </a:lnTo>
                    <a:lnTo>
                      <a:pt x="855" y="230"/>
                    </a:lnTo>
                    <a:lnTo>
                      <a:pt x="852" y="243"/>
                    </a:lnTo>
                    <a:lnTo>
                      <a:pt x="869" y="261"/>
                    </a:lnTo>
                    <a:lnTo>
                      <a:pt x="869" y="304"/>
                    </a:lnTo>
                    <a:lnTo>
                      <a:pt x="869" y="362"/>
                    </a:lnTo>
                    <a:lnTo>
                      <a:pt x="869" y="421"/>
                    </a:lnTo>
                    <a:lnTo>
                      <a:pt x="869" y="479"/>
                    </a:lnTo>
                    <a:lnTo>
                      <a:pt x="869" y="535"/>
                    </a:lnTo>
                    <a:lnTo>
                      <a:pt x="869" y="593"/>
                    </a:lnTo>
                    <a:lnTo>
                      <a:pt x="869" y="649"/>
                    </a:lnTo>
                    <a:lnTo>
                      <a:pt x="869" y="687"/>
                    </a:lnTo>
                    <a:lnTo>
                      <a:pt x="869" y="740"/>
                    </a:lnTo>
                    <a:lnTo>
                      <a:pt x="869" y="799"/>
                    </a:lnTo>
                    <a:lnTo>
                      <a:pt x="817" y="799"/>
                    </a:lnTo>
                    <a:lnTo>
                      <a:pt x="817" y="832"/>
                    </a:lnTo>
                    <a:lnTo>
                      <a:pt x="808" y="831"/>
                    </a:lnTo>
                    <a:lnTo>
                      <a:pt x="761" y="807"/>
                    </a:lnTo>
                    <a:lnTo>
                      <a:pt x="715" y="783"/>
                    </a:lnTo>
                    <a:lnTo>
                      <a:pt x="667" y="759"/>
                    </a:lnTo>
                    <a:lnTo>
                      <a:pt x="620" y="734"/>
                    </a:lnTo>
                    <a:lnTo>
                      <a:pt x="573" y="709"/>
                    </a:lnTo>
                    <a:lnTo>
                      <a:pt x="527" y="685"/>
                    </a:lnTo>
                    <a:lnTo>
                      <a:pt x="480" y="659"/>
                    </a:lnTo>
                    <a:lnTo>
                      <a:pt x="433" y="635"/>
                    </a:lnTo>
                    <a:lnTo>
                      <a:pt x="387" y="610"/>
                    </a:lnTo>
                    <a:lnTo>
                      <a:pt x="376" y="605"/>
                    </a:lnTo>
                    <a:lnTo>
                      <a:pt x="326" y="622"/>
                    </a:lnTo>
                    <a:lnTo>
                      <a:pt x="320" y="625"/>
                    </a:lnTo>
                    <a:lnTo>
                      <a:pt x="303" y="630"/>
                    </a:lnTo>
                    <a:lnTo>
                      <a:pt x="297" y="620"/>
                    </a:lnTo>
                    <a:lnTo>
                      <a:pt x="293" y="616"/>
                    </a:lnTo>
                    <a:lnTo>
                      <a:pt x="278" y="609"/>
                    </a:lnTo>
                    <a:lnTo>
                      <a:pt x="275" y="605"/>
                    </a:lnTo>
                    <a:lnTo>
                      <a:pt x="270" y="601"/>
                    </a:lnTo>
                    <a:lnTo>
                      <a:pt x="261" y="599"/>
                    </a:lnTo>
                    <a:lnTo>
                      <a:pt x="222" y="595"/>
                    </a:lnTo>
                    <a:lnTo>
                      <a:pt x="179" y="596"/>
                    </a:lnTo>
                    <a:lnTo>
                      <a:pt x="148" y="594"/>
                    </a:lnTo>
                    <a:lnTo>
                      <a:pt x="145" y="595"/>
                    </a:lnTo>
                    <a:lnTo>
                      <a:pt x="140" y="59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19" name="Google Shape;2419;p5">
                <a:extLst>
                  <a:ext uri="{FF2B5EF4-FFF2-40B4-BE49-F238E27FC236}">
                    <a16:creationId xmlns:a16="http://schemas.microsoft.com/office/drawing/2014/main" id="{ECDD5FC9-4E2E-2FDC-C4F4-8A32429D902E}"/>
                  </a:ext>
                </a:extLst>
              </p:cNvPr>
              <p:cNvSpPr/>
              <p:nvPr/>
            </p:nvSpPr>
            <p:spPr>
              <a:xfrm>
                <a:off x="4464843" y="3192809"/>
                <a:ext cx="146050" cy="127000"/>
              </a:xfrm>
              <a:custGeom>
                <a:avLst/>
                <a:gdLst/>
                <a:ahLst/>
                <a:cxnLst/>
                <a:rect l="l" t="t" r="r" b="b"/>
                <a:pathLst>
                  <a:path w="459" h="401" extrusionOk="0">
                    <a:moveTo>
                      <a:pt x="196" y="379"/>
                    </a:moveTo>
                    <a:lnTo>
                      <a:pt x="148" y="379"/>
                    </a:lnTo>
                    <a:lnTo>
                      <a:pt x="96" y="379"/>
                    </a:lnTo>
                    <a:lnTo>
                      <a:pt x="45" y="379"/>
                    </a:lnTo>
                    <a:lnTo>
                      <a:pt x="16" y="379"/>
                    </a:lnTo>
                    <a:lnTo>
                      <a:pt x="14" y="385"/>
                    </a:lnTo>
                    <a:lnTo>
                      <a:pt x="6" y="392"/>
                    </a:lnTo>
                    <a:lnTo>
                      <a:pt x="2" y="397"/>
                    </a:lnTo>
                    <a:lnTo>
                      <a:pt x="5" y="396"/>
                    </a:lnTo>
                    <a:lnTo>
                      <a:pt x="0" y="401"/>
                    </a:lnTo>
                    <a:lnTo>
                      <a:pt x="0" y="392"/>
                    </a:lnTo>
                    <a:lnTo>
                      <a:pt x="5" y="355"/>
                    </a:lnTo>
                    <a:lnTo>
                      <a:pt x="16" y="329"/>
                    </a:lnTo>
                    <a:lnTo>
                      <a:pt x="28" y="323"/>
                    </a:lnTo>
                    <a:lnTo>
                      <a:pt x="40" y="296"/>
                    </a:lnTo>
                    <a:lnTo>
                      <a:pt x="48" y="284"/>
                    </a:lnTo>
                    <a:lnTo>
                      <a:pt x="45" y="275"/>
                    </a:lnTo>
                    <a:lnTo>
                      <a:pt x="65" y="246"/>
                    </a:lnTo>
                    <a:lnTo>
                      <a:pt x="69" y="240"/>
                    </a:lnTo>
                    <a:lnTo>
                      <a:pt x="71" y="229"/>
                    </a:lnTo>
                    <a:lnTo>
                      <a:pt x="76" y="221"/>
                    </a:lnTo>
                    <a:lnTo>
                      <a:pt x="105" y="188"/>
                    </a:lnTo>
                    <a:lnTo>
                      <a:pt x="120" y="164"/>
                    </a:lnTo>
                    <a:lnTo>
                      <a:pt x="123" y="145"/>
                    </a:lnTo>
                    <a:lnTo>
                      <a:pt x="132" y="122"/>
                    </a:lnTo>
                    <a:lnTo>
                      <a:pt x="139" y="100"/>
                    </a:lnTo>
                    <a:lnTo>
                      <a:pt x="155" y="80"/>
                    </a:lnTo>
                    <a:lnTo>
                      <a:pt x="174" y="70"/>
                    </a:lnTo>
                    <a:lnTo>
                      <a:pt x="190" y="57"/>
                    </a:lnTo>
                    <a:lnTo>
                      <a:pt x="196" y="38"/>
                    </a:lnTo>
                    <a:lnTo>
                      <a:pt x="199" y="33"/>
                    </a:lnTo>
                    <a:lnTo>
                      <a:pt x="204" y="22"/>
                    </a:lnTo>
                    <a:lnTo>
                      <a:pt x="213" y="6"/>
                    </a:lnTo>
                    <a:lnTo>
                      <a:pt x="218" y="0"/>
                    </a:lnTo>
                    <a:lnTo>
                      <a:pt x="227" y="0"/>
                    </a:lnTo>
                    <a:lnTo>
                      <a:pt x="261" y="0"/>
                    </a:lnTo>
                    <a:lnTo>
                      <a:pt x="297" y="0"/>
                    </a:lnTo>
                    <a:lnTo>
                      <a:pt x="338" y="0"/>
                    </a:lnTo>
                    <a:lnTo>
                      <a:pt x="379" y="0"/>
                    </a:lnTo>
                    <a:lnTo>
                      <a:pt x="422" y="0"/>
                    </a:lnTo>
                    <a:lnTo>
                      <a:pt x="459" y="0"/>
                    </a:lnTo>
                    <a:lnTo>
                      <a:pt x="459" y="32"/>
                    </a:lnTo>
                    <a:lnTo>
                      <a:pt x="459" y="102"/>
                    </a:lnTo>
                    <a:lnTo>
                      <a:pt x="405" y="102"/>
                    </a:lnTo>
                    <a:lnTo>
                      <a:pt x="352" y="102"/>
                    </a:lnTo>
                    <a:lnTo>
                      <a:pt x="299" y="102"/>
                    </a:lnTo>
                    <a:lnTo>
                      <a:pt x="281" y="102"/>
                    </a:lnTo>
                    <a:lnTo>
                      <a:pt x="281" y="160"/>
                    </a:lnTo>
                    <a:lnTo>
                      <a:pt x="281" y="219"/>
                    </a:lnTo>
                    <a:lnTo>
                      <a:pt x="281" y="254"/>
                    </a:lnTo>
                    <a:lnTo>
                      <a:pt x="261" y="261"/>
                    </a:lnTo>
                    <a:lnTo>
                      <a:pt x="244" y="263"/>
                    </a:lnTo>
                    <a:lnTo>
                      <a:pt x="228" y="268"/>
                    </a:lnTo>
                    <a:lnTo>
                      <a:pt x="223" y="272"/>
                    </a:lnTo>
                    <a:lnTo>
                      <a:pt x="220" y="277"/>
                    </a:lnTo>
                    <a:lnTo>
                      <a:pt x="215" y="288"/>
                    </a:lnTo>
                    <a:lnTo>
                      <a:pt x="213" y="296"/>
                    </a:lnTo>
                    <a:lnTo>
                      <a:pt x="215" y="322"/>
                    </a:lnTo>
                    <a:lnTo>
                      <a:pt x="218" y="342"/>
                    </a:lnTo>
                    <a:lnTo>
                      <a:pt x="218" y="363"/>
                    </a:lnTo>
                    <a:lnTo>
                      <a:pt x="222" y="379"/>
                    </a:lnTo>
                    <a:lnTo>
                      <a:pt x="196" y="37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420" name="Google Shape;2420;p5">
                <a:extLst>
                  <a:ext uri="{FF2B5EF4-FFF2-40B4-BE49-F238E27FC236}">
                    <a16:creationId xmlns:a16="http://schemas.microsoft.com/office/drawing/2014/main" id="{6F10FCAC-AFD2-A934-6FBA-DB28E06299C8}"/>
                  </a:ext>
                </a:extLst>
              </p:cNvPr>
              <p:cNvGrpSpPr/>
              <p:nvPr/>
            </p:nvGrpSpPr>
            <p:grpSpPr>
              <a:xfrm>
                <a:off x="4455318" y="2994372"/>
                <a:ext cx="1196974" cy="1339850"/>
                <a:chOff x="4455318" y="2994372"/>
                <a:chExt cx="1196974" cy="1339850"/>
              </a:xfrm>
              <a:grpFill/>
            </p:grpSpPr>
            <p:sp>
              <p:nvSpPr>
                <p:cNvPr id="2421" name="Google Shape;2421;p5">
                  <a:extLst>
                    <a:ext uri="{FF2B5EF4-FFF2-40B4-BE49-F238E27FC236}">
                      <a16:creationId xmlns:a16="http://schemas.microsoft.com/office/drawing/2014/main" id="{6B86B367-BA57-5B3E-4806-353AADA8984F}"/>
                    </a:ext>
                  </a:extLst>
                </p:cNvPr>
                <p:cNvSpPr/>
                <p:nvPr/>
              </p:nvSpPr>
              <p:spPr>
                <a:xfrm>
                  <a:off x="4704556" y="3497609"/>
                  <a:ext cx="77788" cy="114300"/>
                </a:xfrm>
                <a:custGeom>
                  <a:avLst/>
                  <a:gdLst/>
                  <a:ahLst/>
                  <a:cxnLst/>
                  <a:rect l="l" t="t" r="r" b="b"/>
                  <a:pathLst>
                    <a:path w="242" h="356" extrusionOk="0">
                      <a:moveTo>
                        <a:pt x="242" y="281"/>
                      </a:moveTo>
                      <a:lnTo>
                        <a:pt x="239" y="279"/>
                      </a:lnTo>
                      <a:lnTo>
                        <a:pt x="223" y="262"/>
                      </a:lnTo>
                      <a:lnTo>
                        <a:pt x="215" y="252"/>
                      </a:lnTo>
                      <a:lnTo>
                        <a:pt x="210" y="241"/>
                      </a:lnTo>
                      <a:lnTo>
                        <a:pt x="209" y="231"/>
                      </a:lnTo>
                      <a:lnTo>
                        <a:pt x="208" y="209"/>
                      </a:lnTo>
                      <a:lnTo>
                        <a:pt x="209" y="188"/>
                      </a:lnTo>
                      <a:lnTo>
                        <a:pt x="205" y="148"/>
                      </a:lnTo>
                      <a:lnTo>
                        <a:pt x="204" y="114"/>
                      </a:lnTo>
                      <a:lnTo>
                        <a:pt x="203" y="101"/>
                      </a:lnTo>
                      <a:lnTo>
                        <a:pt x="200" y="95"/>
                      </a:lnTo>
                      <a:lnTo>
                        <a:pt x="196" y="89"/>
                      </a:lnTo>
                      <a:lnTo>
                        <a:pt x="194" y="68"/>
                      </a:lnTo>
                      <a:lnTo>
                        <a:pt x="191" y="53"/>
                      </a:lnTo>
                      <a:lnTo>
                        <a:pt x="187" y="48"/>
                      </a:lnTo>
                      <a:lnTo>
                        <a:pt x="180" y="41"/>
                      </a:lnTo>
                      <a:lnTo>
                        <a:pt x="176" y="33"/>
                      </a:lnTo>
                      <a:lnTo>
                        <a:pt x="167" y="27"/>
                      </a:lnTo>
                      <a:lnTo>
                        <a:pt x="166" y="21"/>
                      </a:lnTo>
                      <a:lnTo>
                        <a:pt x="170" y="16"/>
                      </a:lnTo>
                      <a:lnTo>
                        <a:pt x="170" y="11"/>
                      </a:lnTo>
                      <a:lnTo>
                        <a:pt x="173" y="6"/>
                      </a:lnTo>
                      <a:lnTo>
                        <a:pt x="172" y="5"/>
                      </a:lnTo>
                      <a:lnTo>
                        <a:pt x="164" y="4"/>
                      </a:lnTo>
                      <a:lnTo>
                        <a:pt x="162" y="3"/>
                      </a:lnTo>
                      <a:lnTo>
                        <a:pt x="162" y="0"/>
                      </a:lnTo>
                      <a:lnTo>
                        <a:pt x="145" y="3"/>
                      </a:lnTo>
                      <a:lnTo>
                        <a:pt x="133" y="11"/>
                      </a:lnTo>
                      <a:lnTo>
                        <a:pt x="129" y="12"/>
                      </a:lnTo>
                      <a:lnTo>
                        <a:pt x="112" y="11"/>
                      </a:lnTo>
                      <a:lnTo>
                        <a:pt x="86" y="6"/>
                      </a:lnTo>
                      <a:lnTo>
                        <a:pt x="58" y="8"/>
                      </a:lnTo>
                      <a:lnTo>
                        <a:pt x="47" y="5"/>
                      </a:lnTo>
                      <a:lnTo>
                        <a:pt x="36" y="5"/>
                      </a:lnTo>
                      <a:lnTo>
                        <a:pt x="19" y="8"/>
                      </a:lnTo>
                      <a:lnTo>
                        <a:pt x="14" y="16"/>
                      </a:lnTo>
                      <a:lnTo>
                        <a:pt x="14" y="24"/>
                      </a:lnTo>
                      <a:lnTo>
                        <a:pt x="17" y="32"/>
                      </a:lnTo>
                      <a:lnTo>
                        <a:pt x="20" y="35"/>
                      </a:lnTo>
                      <a:lnTo>
                        <a:pt x="20" y="43"/>
                      </a:lnTo>
                      <a:lnTo>
                        <a:pt x="24" y="44"/>
                      </a:lnTo>
                      <a:lnTo>
                        <a:pt x="22" y="57"/>
                      </a:lnTo>
                      <a:lnTo>
                        <a:pt x="25" y="65"/>
                      </a:lnTo>
                      <a:lnTo>
                        <a:pt x="25" y="76"/>
                      </a:lnTo>
                      <a:lnTo>
                        <a:pt x="25" y="82"/>
                      </a:lnTo>
                      <a:lnTo>
                        <a:pt x="28" y="89"/>
                      </a:lnTo>
                      <a:lnTo>
                        <a:pt x="28" y="95"/>
                      </a:lnTo>
                      <a:lnTo>
                        <a:pt x="27" y="98"/>
                      </a:lnTo>
                      <a:lnTo>
                        <a:pt x="30" y="103"/>
                      </a:lnTo>
                      <a:lnTo>
                        <a:pt x="25" y="108"/>
                      </a:lnTo>
                      <a:lnTo>
                        <a:pt x="25" y="111"/>
                      </a:lnTo>
                      <a:lnTo>
                        <a:pt x="28" y="112"/>
                      </a:lnTo>
                      <a:lnTo>
                        <a:pt x="31" y="116"/>
                      </a:lnTo>
                      <a:lnTo>
                        <a:pt x="38" y="143"/>
                      </a:lnTo>
                      <a:lnTo>
                        <a:pt x="41" y="159"/>
                      </a:lnTo>
                      <a:lnTo>
                        <a:pt x="36" y="160"/>
                      </a:lnTo>
                      <a:lnTo>
                        <a:pt x="36" y="165"/>
                      </a:lnTo>
                      <a:lnTo>
                        <a:pt x="32" y="166"/>
                      </a:lnTo>
                      <a:lnTo>
                        <a:pt x="28" y="171"/>
                      </a:lnTo>
                      <a:lnTo>
                        <a:pt x="26" y="173"/>
                      </a:lnTo>
                      <a:lnTo>
                        <a:pt x="22" y="182"/>
                      </a:lnTo>
                      <a:lnTo>
                        <a:pt x="16" y="195"/>
                      </a:lnTo>
                      <a:lnTo>
                        <a:pt x="14" y="204"/>
                      </a:lnTo>
                      <a:lnTo>
                        <a:pt x="14" y="215"/>
                      </a:lnTo>
                      <a:lnTo>
                        <a:pt x="11" y="220"/>
                      </a:lnTo>
                      <a:lnTo>
                        <a:pt x="5" y="227"/>
                      </a:lnTo>
                      <a:lnTo>
                        <a:pt x="1" y="234"/>
                      </a:lnTo>
                      <a:lnTo>
                        <a:pt x="0" y="251"/>
                      </a:lnTo>
                      <a:lnTo>
                        <a:pt x="0" y="259"/>
                      </a:lnTo>
                      <a:lnTo>
                        <a:pt x="8" y="279"/>
                      </a:lnTo>
                      <a:lnTo>
                        <a:pt x="11" y="295"/>
                      </a:lnTo>
                      <a:lnTo>
                        <a:pt x="15" y="300"/>
                      </a:lnTo>
                      <a:lnTo>
                        <a:pt x="22" y="301"/>
                      </a:lnTo>
                      <a:lnTo>
                        <a:pt x="25" y="302"/>
                      </a:lnTo>
                      <a:lnTo>
                        <a:pt x="27" y="315"/>
                      </a:lnTo>
                      <a:lnTo>
                        <a:pt x="27" y="329"/>
                      </a:lnTo>
                      <a:lnTo>
                        <a:pt x="21" y="331"/>
                      </a:lnTo>
                      <a:lnTo>
                        <a:pt x="17" y="328"/>
                      </a:lnTo>
                      <a:lnTo>
                        <a:pt x="11" y="328"/>
                      </a:lnTo>
                      <a:lnTo>
                        <a:pt x="9" y="329"/>
                      </a:lnTo>
                      <a:lnTo>
                        <a:pt x="5" y="336"/>
                      </a:lnTo>
                      <a:lnTo>
                        <a:pt x="41" y="345"/>
                      </a:lnTo>
                      <a:lnTo>
                        <a:pt x="67" y="356"/>
                      </a:lnTo>
                      <a:lnTo>
                        <a:pt x="87" y="345"/>
                      </a:lnTo>
                      <a:lnTo>
                        <a:pt x="95" y="338"/>
                      </a:lnTo>
                      <a:lnTo>
                        <a:pt x="103" y="336"/>
                      </a:lnTo>
                      <a:lnTo>
                        <a:pt x="137" y="328"/>
                      </a:lnTo>
                      <a:lnTo>
                        <a:pt x="166" y="311"/>
                      </a:lnTo>
                      <a:lnTo>
                        <a:pt x="183" y="302"/>
                      </a:lnTo>
                      <a:lnTo>
                        <a:pt x="188" y="300"/>
                      </a:lnTo>
                      <a:lnTo>
                        <a:pt x="196" y="300"/>
                      </a:lnTo>
                      <a:lnTo>
                        <a:pt x="215" y="296"/>
                      </a:lnTo>
                      <a:lnTo>
                        <a:pt x="219" y="300"/>
                      </a:lnTo>
                      <a:lnTo>
                        <a:pt x="229" y="299"/>
                      </a:lnTo>
                      <a:lnTo>
                        <a:pt x="240" y="283"/>
                      </a:lnTo>
                      <a:lnTo>
                        <a:pt x="242" y="28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22" name="Google Shape;2422;p5">
                  <a:extLst>
                    <a:ext uri="{FF2B5EF4-FFF2-40B4-BE49-F238E27FC236}">
                      <a16:creationId xmlns:a16="http://schemas.microsoft.com/office/drawing/2014/main" id="{C7B8FB84-008B-F192-8D81-8F7DDAE4F947}"/>
                    </a:ext>
                  </a:extLst>
                </p:cNvPr>
                <p:cNvSpPr/>
                <p:nvPr/>
              </p:nvSpPr>
              <p:spPr>
                <a:xfrm>
                  <a:off x="4669631" y="3429347"/>
                  <a:ext cx="131763" cy="98425"/>
                </a:xfrm>
                <a:custGeom>
                  <a:avLst/>
                  <a:gdLst/>
                  <a:ahLst/>
                  <a:cxnLst/>
                  <a:rect l="l" t="t" r="r" b="b"/>
                  <a:pathLst>
                    <a:path w="417" h="307" extrusionOk="0">
                      <a:moveTo>
                        <a:pt x="295" y="0"/>
                      </a:moveTo>
                      <a:lnTo>
                        <a:pt x="262" y="1"/>
                      </a:lnTo>
                      <a:lnTo>
                        <a:pt x="242" y="9"/>
                      </a:lnTo>
                      <a:lnTo>
                        <a:pt x="234" y="12"/>
                      </a:lnTo>
                      <a:lnTo>
                        <a:pt x="219" y="25"/>
                      </a:lnTo>
                      <a:lnTo>
                        <a:pt x="182" y="49"/>
                      </a:lnTo>
                      <a:lnTo>
                        <a:pt x="170" y="65"/>
                      </a:lnTo>
                      <a:lnTo>
                        <a:pt x="151" y="79"/>
                      </a:lnTo>
                      <a:lnTo>
                        <a:pt x="113" y="91"/>
                      </a:lnTo>
                      <a:lnTo>
                        <a:pt x="101" y="93"/>
                      </a:lnTo>
                      <a:lnTo>
                        <a:pt x="89" y="95"/>
                      </a:lnTo>
                      <a:lnTo>
                        <a:pt x="83" y="96"/>
                      </a:lnTo>
                      <a:lnTo>
                        <a:pt x="74" y="102"/>
                      </a:lnTo>
                      <a:lnTo>
                        <a:pt x="69" y="108"/>
                      </a:lnTo>
                      <a:lnTo>
                        <a:pt x="64" y="119"/>
                      </a:lnTo>
                      <a:lnTo>
                        <a:pt x="60" y="134"/>
                      </a:lnTo>
                      <a:lnTo>
                        <a:pt x="53" y="152"/>
                      </a:lnTo>
                      <a:lnTo>
                        <a:pt x="46" y="162"/>
                      </a:lnTo>
                      <a:lnTo>
                        <a:pt x="30" y="174"/>
                      </a:lnTo>
                      <a:lnTo>
                        <a:pt x="20" y="183"/>
                      </a:lnTo>
                      <a:lnTo>
                        <a:pt x="16" y="188"/>
                      </a:lnTo>
                      <a:lnTo>
                        <a:pt x="11" y="197"/>
                      </a:lnTo>
                      <a:lnTo>
                        <a:pt x="10" y="206"/>
                      </a:lnTo>
                      <a:lnTo>
                        <a:pt x="1" y="224"/>
                      </a:lnTo>
                      <a:lnTo>
                        <a:pt x="0" y="235"/>
                      </a:lnTo>
                      <a:lnTo>
                        <a:pt x="0" y="248"/>
                      </a:lnTo>
                      <a:lnTo>
                        <a:pt x="1" y="259"/>
                      </a:lnTo>
                      <a:lnTo>
                        <a:pt x="4" y="260"/>
                      </a:lnTo>
                      <a:lnTo>
                        <a:pt x="4" y="262"/>
                      </a:lnTo>
                      <a:lnTo>
                        <a:pt x="5" y="267"/>
                      </a:lnTo>
                      <a:lnTo>
                        <a:pt x="6" y="268"/>
                      </a:lnTo>
                      <a:lnTo>
                        <a:pt x="8" y="269"/>
                      </a:lnTo>
                      <a:lnTo>
                        <a:pt x="11" y="275"/>
                      </a:lnTo>
                      <a:lnTo>
                        <a:pt x="14" y="276"/>
                      </a:lnTo>
                      <a:lnTo>
                        <a:pt x="15" y="279"/>
                      </a:lnTo>
                      <a:lnTo>
                        <a:pt x="15" y="284"/>
                      </a:lnTo>
                      <a:lnTo>
                        <a:pt x="19" y="284"/>
                      </a:lnTo>
                      <a:lnTo>
                        <a:pt x="22" y="287"/>
                      </a:lnTo>
                      <a:lnTo>
                        <a:pt x="24" y="291"/>
                      </a:lnTo>
                      <a:lnTo>
                        <a:pt x="31" y="295"/>
                      </a:lnTo>
                      <a:lnTo>
                        <a:pt x="31" y="294"/>
                      </a:lnTo>
                      <a:lnTo>
                        <a:pt x="35" y="294"/>
                      </a:lnTo>
                      <a:lnTo>
                        <a:pt x="37" y="291"/>
                      </a:lnTo>
                      <a:lnTo>
                        <a:pt x="38" y="291"/>
                      </a:lnTo>
                      <a:lnTo>
                        <a:pt x="40" y="295"/>
                      </a:lnTo>
                      <a:lnTo>
                        <a:pt x="47" y="298"/>
                      </a:lnTo>
                      <a:lnTo>
                        <a:pt x="51" y="296"/>
                      </a:lnTo>
                      <a:lnTo>
                        <a:pt x="53" y="290"/>
                      </a:lnTo>
                      <a:lnTo>
                        <a:pt x="59" y="289"/>
                      </a:lnTo>
                      <a:lnTo>
                        <a:pt x="67" y="286"/>
                      </a:lnTo>
                      <a:lnTo>
                        <a:pt x="79" y="283"/>
                      </a:lnTo>
                      <a:lnTo>
                        <a:pt x="89" y="280"/>
                      </a:lnTo>
                      <a:lnTo>
                        <a:pt x="96" y="280"/>
                      </a:lnTo>
                      <a:lnTo>
                        <a:pt x="107" y="285"/>
                      </a:lnTo>
                      <a:lnTo>
                        <a:pt x="112" y="280"/>
                      </a:lnTo>
                      <a:lnTo>
                        <a:pt x="113" y="280"/>
                      </a:lnTo>
                      <a:lnTo>
                        <a:pt x="119" y="290"/>
                      </a:lnTo>
                      <a:lnTo>
                        <a:pt x="124" y="291"/>
                      </a:lnTo>
                      <a:lnTo>
                        <a:pt x="125" y="296"/>
                      </a:lnTo>
                      <a:lnTo>
                        <a:pt x="130" y="306"/>
                      </a:lnTo>
                      <a:lnTo>
                        <a:pt x="133" y="307"/>
                      </a:lnTo>
                      <a:lnTo>
                        <a:pt x="139" y="307"/>
                      </a:lnTo>
                      <a:lnTo>
                        <a:pt x="141" y="305"/>
                      </a:lnTo>
                      <a:lnTo>
                        <a:pt x="138" y="298"/>
                      </a:lnTo>
                      <a:lnTo>
                        <a:pt x="138" y="292"/>
                      </a:lnTo>
                      <a:lnTo>
                        <a:pt x="138" y="281"/>
                      </a:lnTo>
                      <a:lnTo>
                        <a:pt x="135" y="273"/>
                      </a:lnTo>
                      <a:lnTo>
                        <a:pt x="137" y="260"/>
                      </a:lnTo>
                      <a:lnTo>
                        <a:pt x="133" y="259"/>
                      </a:lnTo>
                      <a:lnTo>
                        <a:pt x="133" y="251"/>
                      </a:lnTo>
                      <a:lnTo>
                        <a:pt x="130" y="248"/>
                      </a:lnTo>
                      <a:lnTo>
                        <a:pt x="127" y="240"/>
                      </a:lnTo>
                      <a:lnTo>
                        <a:pt x="128" y="232"/>
                      </a:lnTo>
                      <a:lnTo>
                        <a:pt x="132" y="224"/>
                      </a:lnTo>
                      <a:lnTo>
                        <a:pt x="149" y="221"/>
                      </a:lnTo>
                      <a:lnTo>
                        <a:pt x="160" y="221"/>
                      </a:lnTo>
                      <a:lnTo>
                        <a:pt x="171" y="224"/>
                      </a:lnTo>
                      <a:lnTo>
                        <a:pt x="199" y="222"/>
                      </a:lnTo>
                      <a:lnTo>
                        <a:pt x="225" y="227"/>
                      </a:lnTo>
                      <a:lnTo>
                        <a:pt x="242" y="228"/>
                      </a:lnTo>
                      <a:lnTo>
                        <a:pt x="246" y="227"/>
                      </a:lnTo>
                      <a:lnTo>
                        <a:pt x="258" y="219"/>
                      </a:lnTo>
                      <a:lnTo>
                        <a:pt x="275" y="216"/>
                      </a:lnTo>
                      <a:lnTo>
                        <a:pt x="275" y="217"/>
                      </a:lnTo>
                      <a:lnTo>
                        <a:pt x="310" y="222"/>
                      </a:lnTo>
                      <a:lnTo>
                        <a:pt x="313" y="227"/>
                      </a:lnTo>
                      <a:lnTo>
                        <a:pt x="317" y="227"/>
                      </a:lnTo>
                      <a:lnTo>
                        <a:pt x="320" y="225"/>
                      </a:lnTo>
                      <a:lnTo>
                        <a:pt x="334" y="225"/>
                      </a:lnTo>
                      <a:lnTo>
                        <a:pt x="336" y="224"/>
                      </a:lnTo>
                      <a:lnTo>
                        <a:pt x="339" y="220"/>
                      </a:lnTo>
                      <a:lnTo>
                        <a:pt x="343" y="220"/>
                      </a:lnTo>
                      <a:lnTo>
                        <a:pt x="344" y="214"/>
                      </a:lnTo>
                      <a:lnTo>
                        <a:pt x="347" y="211"/>
                      </a:lnTo>
                      <a:lnTo>
                        <a:pt x="348" y="210"/>
                      </a:lnTo>
                      <a:lnTo>
                        <a:pt x="350" y="208"/>
                      </a:lnTo>
                      <a:lnTo>
                        <a:pt x="354" y="209"/>
                      </a:lnTo>
                      <a:lnTo>
                        <a:pt x="361" y="197"/>
                      </a:lnTo>
                      <a:lnTo>
                        <a:pt x="364" y="195"/>
                      </a:lnTo>
                      <a:lnTo>
                        <a:pt x="370" y="195"/>
                      </a:lnTo>
                      <a:lnTo>
                        <a:pt x="379" y="199"/>
                      </a:lnTo>
                      <a:lnTo>
                        <a:pt x="387" y="197"/>
                      </a:lnTo>
                      <a:lnTo>
                        <a:pt x="393" y="199"/>
                      </a:lnTo>
                      <a:lnTo>
                        <a:pt x="398" y="197"/>
                      </a:lnTo>
                      <a:lnTo>
                        <a:pt x="410" y="185"/>
                      </a:lnTo>
                      <a:lnTo>
                        <a:pt x="412" y="182"/>
                      </a:lnTo>
                      <a:lnTo>
                        <a:pt x="412" y="181"/>
                      </a:lnTo>
                      <a:lnTo>
                        <a:pt x="415" y="177"/>
                      </a:lnTo>
                      <a:lnTo>
                        <a:pt x="417" y="172"/>
                      </a:lnTo>
                      <a:lnTo>
                        <a:pt x="417" y="170"/>
                      </a:lnTo>
                      <a:lnTo>
                        <a:pt x="417" y="171"/>
                      </a:lnTo>
                      <a:lnTo>
                        <a:pt x="406" y="161"/>
                      </a:lnTo>
                      <a:lnTo>
                        <a:pt x="399" y="154"/>
                      </a:lnTo>
                      <a:lnTo>
                        <a:pt x="398" y="150"/>
                      </a:lnTo>
                      <a:lnTo>
                        <a:pt x="399" y="146"/>
                      </a:lnTo>
                      <a:lnTo>
                        <a:pt x="403" y="145"/>
                      </a:lnTo>
                      <a:lnTo>
                        <a:pt x="408" y="145"/>
                      </a:lnTo>
                      <a:lnTo>
                        <a:pt x="409" y="142"/>
                      </a:lnTo>
                      <a:lnTo>
                        <a:pt x="408" y="140"/>
                      </a:lnTo>
                      <a:lnTo>
                        <a:pt x="402" y="130"/>
                      </a:lnTo>
                      <a:lnTo>
                        <a:pt x="396" y="127"/>
                      </a:lnTo>
                      <a:lnTo>
                        <a:pt x="392" y="128"/>
                      </a:lnTo>
                      <a:lnTo>
                        <a:pt x="387" y="133"/>
                      </a:lnTo>
                      <a:lnTo>
                        <a:pt x="382" y="134"/>
                      </a:lnTo>
                      <a:lnTo>
                        <a:pt x="379" y="134"/>
                      </a:lnTo>
                      <a:lnTo>
                        <a:pt x="368" y="131"/>
                      </a:lnTo>
                      <a:lnTo>
                        <a:pt x="360" y="127"/>
                      </a:lnTo>
                      <a:lnTo>
                        <a:pt x="349" y="114"/>
                      </a:lnTo>
                      <a:lnTo>
                        <a:pt x="345" y="108"/>
                      </a:lnTo>
                      <a:lnTo>
                        <a:pt x="339" y="93"/>
                      </a:lnTo>
                      <a:lnTo>
                        <a:pt x="334" y="84"/>
                      </a:lnTo>
                      <a:lnTo>
                        <a:pt x="317" y="70"/>
                      </a:lnTo>
                      <a:lnTo>
                        <a:pt x="305" y="55"/>
                      </a:lnTo>
                      <a:lnTo>
                        <a:pt x="301" y="48"/>
                      </a:lnTo>
                      <a:lnTo>
                        <a:pt x="302" y="39"/>
                      </a:lnTo>
                      <a:lnTo>
                        <a:pt x="301" y="37"/>
                      </a:lnTo>
                      <a:lnTo>
                        <a:pt x="291" y="28"/>
                      </a:lnTo>
                      <a:lnTo>
                        <a:pt x="290" y="26"/>
                      </a:lnTo>
                      <a:lnTo>
                        <a:pt x="293" y="16"/>
                      </a:lnTo>
                      <a:lnTo>
                        <a:pt x="294" y="5"/>
                      </a:lnTo>
                      <a:lnTo>
                        <a:pt x="295"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23" name="Google Shape;2423;p5">
                  <a:extLst>
                    <a:ext uri="{FF2B5EF4-FFF2-40B4-BE49-F238E27FC236}">
                      <a16:creationId xmlns:a16="http://schemas.microsoft.com/office/drawing/2014/main" id="{8408E5CC-EAAE-7800-E1CD-7CCF030B98EB}"/>
                    </a:ext>
                  </a:extLst>
                </p:cNvPr>
                <p:cNvSpPr/>
                <p:nvPr/>
              </p:nvSpPr>
              <p:spPr>
                <a:xfrm>
                  <a:off x="4906168" y="3469034"/>
                  <a:ext cx="133350" cy="195263"/>
                </a:xfrm>
                <a:custGeom>
                  <a:avLst/>
                  <a:gdLst/>
                  <a:ahLst/>
                  <a:cxnLst/>
                  <a:rect l="l" t="t" r="r" b="b"/>
                  <a:pathLst>
                    <a:path w="420" h="615" extrusionOk="0">
                      <a:moveTo>
                        <a:pt x="264" y="585"/>
                      </a:moveTo>
                      <a:lnTo>
                        <a:pt x="256" y="582"/>
                      </a:lnTo>
                      <a:lnTo>
                        <a:pt x="220" y="581"/>
                      </a:lnTo>
                      <a:lnTo>
                        <a:pt x="204" y="577"/>
                      </a:lnTo>
                      <a:lnTo>
                        <a:pt x="184" y="581"/>
                      </a:lnTo>
                      <a:lnTo>
                        <a:pt x="170" y="579"/>
                      </a:lnTo>
                      <a:lnTo>
                        <a:pt x="156" y="582"/>
                      </a:lnTo>
                      <a:lnTo>
                        <a:pt x="116" y="582"/>
                      </a:lnTo>
                      <a:lnTo>
                        <a:pt x="74" y="585"/>
                      </a:lnTo>
                      <a:lnTo>
                        <a:pt x="70" y="586"/>
                      </a:lnTo>
                      <a:lnTo>
                        <a:pt x="74" y="552"/>
                      </a:lnTo>
                      <a:lnTo>
                        <a:pt x="79" y="536"/>
                      </a:lnTo>
                      <a:lnTo>
                        <a:pt x="79" y="529"/>
                      </a:lnTo>
                      <a:lnTo>
                        <a:pt x="81" y="527"/>
                      </a:lnTo>
                      <a:lnTo>
                        <a:pt x="75" y="520"/>
                      </a:lnTo>
                      <a:lnTo>
                        <a:pt x="69" y="513"/>
                      </a:lnTo>
                      <a:lnTo>
                        <a:pt x="66" y="509"/>
                      </a:lnTo>
                      <a:lnTo>
                        <a:pt x="63" y="502"/>
                      </a:lnTo>
                      <a:lnTo>
                        <a:pt x="63" y="500"/>
                      </a:lnTo>
                      <a:lnTo>
                        <a:pt x="66" y="499"/>
                      </a:lnTo>
                      <a:lnTo>
                        <a:pt x="68" y="494"/>
                      </a:lnTo>
                      <a:lnTo>
                        <a:pt x="68" y="485"/>
                      </a:lnTo>
                      <a:lnTo>
                        <a:pt x="64" y="483"/>
                      </a:lnTo>
                      <a:lnTo>
                        <a:pt x="58" y="484"/>
                      </a:lnTo>
                      <a:lnTo>
                        <a:pt x="57" y="488"/>
                      </a:lnTo>
                      <a:lnTo>
                        <a:pt x="52" y="489"/>
                      </a:lnTo>
                      <a:lnTo>
                        <a:pt x="32" y="480"/>
                      </a:lnTo>
                      <a:lnTo>
                        <a:pt x="27" y="471"/>
                      </a:lnTo>
                      <a:lnTo>
                        <a:pt x="21" y="456"/>
                      </a:lnTo>
                      <a:lnTo>
                        <a:pt x="11" y="456"/>
                      </a:lnTo>
                      <a:lnTo>
                        <a:pt x="6" y="458"/>
                      </a:lnTo>
                      <a:lnTo>
                        <a:pt x="1" y="455"/>
                      </a:lnTo>
                      <a:lnTo>
                        <a:pt x="3" y="448"/>
                      </a:lnTo>
                      <a:lnTo>
                        <a:pt x="0" y="446"/>
                      </a:lnTo>
                      <a:lnTo>
                        <a:pt x="0" y="439"/>
                      </a:lnTo>
                      <a:lnTo>
                        <a:pt x="7" y="432"/>
                      </a:lnTo>
                      <a:lnTo>
                        <a:pt x="14" y="423"/>
                      </a:lnTo>
                      <a:lnTo>
                        <a:pt x="17" y="414"/>
                      </a:lnTo>
                      <a:lnTo>
                        <a:pt x="19" y="400"/>
                      </a:lnTo>
                      <a:lnTo>
                        <a:pt x="22" y="385"/>
                      </a:lnTo>
                      <a:lnTo>
                        <a:pt x="31" y="369"/>
                      </a:lnTo>
                      <a:lnTo>
                        <a:pt x="39" y="358"/>
                      </a:lnTo>
                      <a:lnTo>
                        <a:pt x="47" y="350"/>
                      </a:lnTo>
                      <a:lnTo>
                        <a:pt x="58" y="345"/>
                      </a:lnTo>
                      <a:lnTo>
                        <a:pt x="62" y="328"/>
                      </a:lnTo>
                      <a:lnTo>
                        <a:pt x="64" y="328"/>
                      </a:lnTo>
                      <a:lnTo>
                        <a:pt x="79" y="328"/>
                      </a:lnTo>
                      <a:lnTo>
                        <a:pt x="101" y="323"/>
                      </a:lnTo>
                      <a:lnTo>
                        <a:pt x="116" y="324"/>
                      </a:lnTo>
                      <a:lnTo>
                        <a:pt x="127" y="334"/>
                      </a:lnTo>
                      <a:lnTo>
                        <a:pt x="130" y="339"/>
                      </a:lnTo>
                      <a:lnTo>
                        <a:pt x="130" y="340"/>
                      </a:lnTo>
                      <a:lnTo>
                        <a:pt x="134" y="343"/>
                      </a:lnTo>
                      <a:lnTo>
                        <a:pt x="143" y="350"/>
                      </a:lnTo>
                      <a:lnTo>
                        <a:pt x="156" y="351"/>
                      </a:lnTo>
                      <a:lnTo>
                        <a:pt x="165" y="348"/>
                      </a:lnTo>
                      <a:lnTo>
                        <a:pt x="168" y="342"/>
                      </a:lnTo>
                      <a:lnTo>
                        <a:pt x="170" y="333"/>
                      </a:lnTo>
                      <a:lnTo>
                        <a:pt x="188" y="302"/>
                      </a:lnTo>
                      <a:lnTo>
                        <a:pt x="198" y="280"/>
                      </a:lnTo>
                      <a:lnTo>
                        <a:pt x="200" y="273"/>
                      </a:lnTo>
                      <a:lnTo>
                        <a:pt x="204" y="257"/>
                      </a:lnTo>
                      <a:lnTo>
                        <a:pt x="210" y="241"/>
                      </a:lnTo>
                      <a:lnTo>
                        <a:pt x="221" y="229"/>
                      </a:lnTo>
                      <a:lnTo>
                        <a:pt x="236" y="222"/>
                      </a:lnTo>
                      <a:lnTo>
                        <a:pt x="238" y="217"/>
                      </a:lnTo>
                      <a:lnTo>
                        <a:pt x="240" y="211"/>
                      </a:lnTo>
                      <a:lnTo>
                        <a:pt x="241" y="199"/>
                      </a:lnTo>
                      <a:lnTo>
                        <a:pt x="249" y="171"/>
                      </a:lnTo>
                      <a:lnTo>
                        <a:pt x="251" y="160"/>
                      </a:lnTo>
                      <a:lnTo>
                        <a:pt x="254" y="149"/>
                      </a:lnTo>
                      <a:lnTo>
                        <a:pt x="263" y="131"/>
                      </a:lnTo>
                      <a:lnTo>
                        <a:pt x="270" y="108"/>
                      </a:lnTo>
                      <a:lnTo>
                        <a:pt x="274" y="101"/>
                      </a:lnTo>
                      <a:lnTo>
                        <a:pt x="279" y="95"/>
                      </a:lnTo>
                      <a:lnTo>
                        <a:pt x="288" y="85"/>
                      </a:lnTo>
                      <a:lnTo>
                        <a:pt x="291" y="84"/>
                      </a:lnTo>
                      <a:lnTo>
                        <a:pt x="307" y="77"/>
                      </a:lnTo>
                      <a:lnTo>
                        <a:pt x="310" y="74"/>
                      </a:lnTo>
                      <a:lnTo>
                        <a:pt x="329" y="61"/>
                      </a:lnTo>
                      <a:lnTo>
                        <a:pt x="327" y="48"/>
                      </a:lnTo>
                      <a:lnTo>
                        <a:pt x="328" y="31"/>
                      </a:lnTo>
                      <a:lnTo>
                        <a:pt x="326" y="26"/>
                      </a:lnTo>
                      <a:lnTo>
                        <a:pt x="323" y="23"/>
                      </a:lnTo>
                      <a:lnTo>
                        <a:pt x="322" y="22"/>
                      </a:lnTo>
                      <a:lnTo>
                        <a:pt x="311" y="18"/>
                      </a:lnTo>
                      <a:lnTo>
                        <a:pt x="310" y="15"/>
                      </a:lnTo>
                      <a:lnTo>
                        <a:pt x="315" y="15"/>
                      </a:lnTo>
                      <a:lnTo>
                        <a:pt x="323" y="3"/>
                      </a:lnTo>
                      <a:lnTo>
                        <a:pt x="332" y="0"/>
                      </a:lnTo>
                      <a:lnTo>
                        <a:pt x="338" y="0"/>
                      </a:lnTo>
                      <a:lnTo>
                        <a:pt x="340" y="1"/>
                      </a:lnTo>
                      <a:lnTo>
                        <a:pt x="340" y="4"/>
                      </a:lnTo>
                      <a:lnTo>
                        <a:pt x="347" y="32"/>
                      </a:lnTo>
                      <a:lnTo>
                        <a:pt x="353" y="41"/>
                      </a:lnTo>
                      <a:lnTo>
                        <a:pt x="355" y="48"/>
                      </a:lnTo>
                      <a:lnTo>
                        <a:pt x="354" y="68"/>
                      </a:lnTo>
                      <a:lnTo>
                        <a:pt x="353" y="79"/>
                      </a:lnTo>
                      <a:lnTo>
                        <a:pt x="349" y="90"/>
                      </a:lnTo>
                      <a:lnTo>
                        <a:pt x="349" y="98"/>
                      </a:lnTo>
                      <a:lnTo>
                        <a:pt x="359" y="119"/>
                      </a:lnTo>
                      <a:lnTo>
                        <a:pt x="374" y="140"/>
                      </a:lnTo>
                      <a:lnTo>
                        <a:pt x="376" y="146"/>
                      </a:lnTo>
                      <a:lnTo>
                        <a:pt x="377" y="155"/>
                      </a:lnTo>
                      <a:lnTo>
                        <a:pt x="376" y="157"/>
                      </a:lnTo>
                      <a:lnTo>
                        <a:pt x="372" y="160"/>
                      </a:lnTo>
                      <a:lnTo>
                        <a:pt x="353" y="156"/>
                      </a:lnTo>
                      <a:lnTo>
                        <a:pt x="337" y="154"/>
                      </a:lnTo>
                      <a:lnTo>
                        <a:pt x="322" y="155"/>
                      </a:lnTo>
                      <a:lnTo>
                        <a:pt x="318" y="156"/>
                      </a:lnTo>
                      <a:lnTo>
                        <a:pt x="315" y="159"/>
                      </a:lnTo>
                      <a:lnTo>
                        <a:pt x="310" y="165"/>
                      </a:lnTo>
                      <a:lnTo>
                        <a:pt x="310" y="179"/>
                      </a:lnTo>
                      <a:lnTo>
                        <a:pt x="311" y="192"/>
                      </a:lnTo>
                      <a:lnTo>
                        <a:pt x="322" y="205"/>
                      </a:lnTo>
                      <a:lnTo>
                        <a:pt x="329" y="211"/>
                      </a:lnTo>
                      <a:lnTo>
                        <a:pt x="338" y="215"/>
                      </a:lnTo>
                      <a:lnTo>
                        <a:pt x="350" y="217"/>
                      </a:lnTo>
                      <a:lnTo>
                        <a:pt x="354" y="220"/>
                      </a:lnTo>
                      <a:lnTo>
                        <a:pt x="360" y="230"/>
                      </a:lnTo>
                      <a:lnTo>
                        <a:pt x="370" y="257"/>
                      </a:lnTo>
                      <a:lnTo>
                        <a:pt x="375" y="275"/>
                      </a:lnTo>
                      <a:lnTo>
                        <a:pt x="376" y="292"/>
                      </a:lnTo>
                      <a:lnTo>
                        <a:pt x="377" y="295"/>
                      </a:lnTo>
                      <a:lnTo>
                        <a:pt x="380" y="297"/>
                      </a:lnTo>
                      <a:lnTo>
                        <a:pt x="370" y="323"/>
                      </a:lnTo>
                      <a:lnTo>
                        <a:pt x="360" y="338"/>
                      </a:lnTo>
                      <a:lnTo>
                        <a:pt x="353" y="354"/>
                      </a:lnTo>
                      <a:lnTo>
                        <a:pt x="343" y="369"/>
                      </a:lnTo>
                      <a:lnTo>
                        <a:pt x="332" y="380"/>
                      </a:lnTo>
                      <a:lnTo>
                        <a:pt x="332" y="393"/>
                      </a:lnTo>
                      <a:lnTo>
                        <a:pt x="335" y="407"/>
                      </a:lnTo>
                      <a:lnTo>
                        <a:pt x="334" y="424"/>
                      </a:lnTo>
                      <a:lnTo>
                        <a:pt x="335" y="440"/>
                      </a:lnTo>
                      <a:lnTo>
                        <a:pt x="345" y="458"/>
                      </a:lnTo>
                      <a:lnTo>
                        <a:pt x="354" y="469"/>
                      </a:lnTo>
                      <a:lnTo>
                        <a:pt x="378" y="516"/>
                      </a:lnTo>
                      <a:lnTo>
                        <a:pt x="390" y="528"/>
                      </a:lnTo>
                      <a:lnTo>
                        <a:pt x="413" y="548"/>
                      </a:lnTo>
                      <a:lnTo>
                        <a:pt x="420" y="548"/>
                      </a:lnTo>
                      <a:lnTo>
                        <a:pt x="418" y="559"/>
                      </a:lnTo>
                      <a:lnTo>
                        <a:pt x="420" y="602"/>
                      </a:lnTo>
                      <a:lnTo>
                        <a:pt x="418" y="612"/>
                      </a:lnTo>
                      <a:lnTo>
                        <a:pt x="413" y="615"/>
                      </a:lnTo>
                      <a:lnTo>
                        <a:pt x="390" y="597"/>
                      </a:lnTo>
                      <a:lnTo>
                        <a:pt x="380" y="597"/>
                      </a:lnTo>
                      <a:lnTo>
                        <a:pt x="366" y="592"/>
                      </a:lnTo>
                      <a:lnTo>
                        <a:pt x="351" y="591"/>
                      </a:lnTo>
                      <a:lnTo>
                        <a:pt x="340" y="585"/>
                      </a:lnTo>
                      <a:lnTo>
                        <a:pt x="264" y="58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24" name="Google Shape;2424;p5">
                  <a:extLst>
                    <a:ext uri="{FF2B5EF4-FFF2-40B4-BE49-F238E27FC236}">
                      <a16:creationId xmlns:a16="http://schemas.microsoft.com/office/drawing/2014/main" id="{6241D1AE-F22D-7932-16C5-8FBBA208F377}"/>
                    </a:ext>
                  </a:extLst>
                </p:cNvPr>
                <p:cNvSpPr/>
                <p:nvPr/>
              </p:nvSpPr>
              <p:spPr>
                <a:xfrm>
                  <a:off x="4772818" y="3475384"/>
                  <a:ext cx="52388" cy="107950"/>
                </a:xfrm>
                <a:custGeom>
                  <a:avLst/>
                  <a:gdLst/>
                  <a:ahLst/>
                  <a:cxnLst/>
                  <a:rect l="l" t="t" r="r" b="b"/>
                  <a:pathLst>
                    <a:path w="166" h="340" extrusionOk="0">
                      <a:moveTo>
                        <a:pt x="156" y="37"/>
                      </a:moveTo>
                      <a:lnTo>
                        <a:pt x="147" y="30"/>
                      </a:lnTo>
                      <a:lnTo>
                        <a:pt x="140" y="25"/>
                      </a:lnTo>
                      <a:lnTo>
                        <a:pt x="128" y="12"/>
                      </a:lnTo>
                      <a:lnTo>
                        <a:pt x="117" y="1"/>
                      </a:lnTo>
                      <a:lnTo>
                        <a:pt x="114" y="0"/>
                      </a:lnTo>
                      <a:lnTo>
                        <a:pt x="106" y="4"/>
                      </a:lnTo>
                      <a:lnTo>
                        <a:pt x="101" y="5"/>
                      </a:lnTo>
                      <a:lnTo>
                        <a:pt x="90" y="8"/>
                      </a:lnTo>
                      <a:lnTo>
                        <a:pt x="90" y="12"/>
                      </a:lnTo>
                      <a:lnTo>
                        <a:pt x="97" y="21"/>
                      </a:lnTo>
                      <a:lnTo>
                        <a:pt x="90" y="25"/>
                      </a:lnTo>
                      <a:lnTo>
                        <a:pt x="90" y="24"/>
                      </a:lnTo>
                      <a:lnTo>
                        <a:pt x="90" y="26"/>
                      </a:lnTo>
                      <a:lnTo>
                        <a:pt x="88" y="31"/>
                      </a:lnTo>
                      <a:lnTo>
                        <a:pt x="85" y="35"/>
                      </a:lnTo>
                      <a:lnTo>
                        <a:pt x="85" y="36"/>
                      </a:lnTo>
                      <a:lnTo>
                        <a:pt x="83" y="39"/>
                      </a:lnTo>
                      <a:lnTo>
                        <a:pt x="71" y="51"/>
                      </a:lnTo>
                      <a:lnTo>
                        <a:pt x="66" y="53"/>
                      </a:lnTo>
                      <a:lnTo>
                        <a:pt x="60" y="51"/>
                      </a:lnTo>
                      <a:lnTo>
                        <a:pt x="52" y="53"/>
                      </a:lnTo>
                      <a:lnTo>
                        <a:pt x="43" y="49"/>
                      </a:lnTo>
                      <a:lnTo>
                        <a:pt x="37" y="49"/>
                      </a:lnTo>
                      <a:lnTo>
                        <a:pt x="34" y="51"/>
                      </a:lnTo>
                      <a:lnTo>
                        <a:pt x="27" y="63"/>
                      </a:lnTo>
                      <a:lnTo>
                        <a:pt x="23" y="62"/>
                      </a:lnTo>
                      <a:lnTo>
                        <a:pt x="21" y="64"/>
                      </a:lnTo>
                      <a:lnTo>
                        <a:pt x="20" y="65"/>
                      </a:lnTo>
                      <a:lnTo>
                        <a:pt x="17" y="68"/>
                      </a:lnTo>
                      <a:lnTo>
                        <a:pt x="16" y="74"/>
                      </a:lnTo>
                      <a:lnTo>
                        <a:pt x="12" y="74"/>
                      </a:lnTo>
                      <a:lnTo>
                        <a:pt x="9" y="78"/>
                      </a:lnTo>
                      <a:lnTo>
                        <a:pt x="6" y="80"/>
                      </a:lnTo>
                      <a:lnTo>
                        <a:pt x="5" y="87"/>
                      </a:lnTo>
                      <a:lnTo>
                        <a:pt x="1" y="95"/>
                      </a:lnTo>
                      <a:lnTo>
                        <a:pt x="0" y="105"/>
                      </a:lnTo>
                      <a:lnTo>
                        <a:pt x="0" y="113"/>
                      </a:lnTo>
                      <a:lnTo>
                        <a:pt x="5" y="117"/>
                      </a:lnTo>
                      <a:lnTo>
                        <a:pt x="11" y="121"/>
                      </a:lnTo>
                      <a:lnTo>
                        <a:pt x="15" y="121"/>
                      </a:lnTo>
                      <a:lnTo>
                        <a:pt x="20" y="124"/>
                      </a:lnTo>
                      <a:lnTo>
                        <a:pt x="32" y="139"/>
                      </a:lnTo>
                      <a:lnTo>
                        <a:pt x="41" y="159"/>
                      </a:lnTo>
                      <a:lnTo>
                        <a:pt x="47" y="180"/>
                      </a:lnTo>
                      <a:lnTo>
                        <a:pt x="50" y="189"/>
                      </a:lnTo>
                      <a:lnTo>
                        <a:pt x="52" y="195"/>
                      </a:lnTo>
                      <a:lnTo>
                        <a:pt x="54" y="204"/>
                      </a:lnTo>
                      <a:lnTo>
                        <a:pt x="56" y="215"/>
                      </a:lnTo>
                      <a:lnTo>
                        <a:pt x="58" y="234"/>
                      </a:lnTo>
                      <a:lnTo>
                        <a:pt x="58" y="285"/>
                      </a:lnTo>
                      <a:lnTo>
                        <a:pt x="54" y="308"/>
                      </a:lnTo>
                      <a:lnTo>
                        <a:pt x="54" y="318"/>
                      </a:lnTo>
                      <a:lnTo>
                        <a:pt x="58" y="331"/>
                      </a:lnTo>
                      <a:lnTo>
                        <a:pt x="60" y="338"/>
                      </a:lnTo>
                      <a:lnTo>
                        <a:pt x="61" y="339"/>
                      </a:lnTo>
                      <a:lnTo>
                        <a:pt x="68" y="340"/>
                      </a:lnTo>
                      <a:lnTo>
                        <a:pt x="112" y="337"/>
                      </a:lnTo>
                      <a:lnTo>
                        <a:pt x="109" y="334"/>
                      </a:lnTo>
                      <a:lnTo>
                        <a:pt x="107" y="295"/>
                      </a:lnTo>
                      <a:lnTo>
                        <a:pt x="108" y="286"/>
                      </a:lnTo>
                      <a:lnTo>
                        <a:pt x="113" y="265"/>
                      </a:lnTo>
                      <a:lnTo>
                        <a:pt x="112" y="235"/>
                      </a:lnTo>
                      <a:lnTo>
                        <a:pt x="113" y="215"/>
                      </a:lnTo>
                      <a:lnTo>
                        <a:pt x="117" y="203"/>
                      </a:lnTo>
                      <a:lnTo>
                        <a:pt x="129" y="183"/>
                      </a:lnTo>
                      <a:lnTo>
                        <a:pt x="130" y="168"/>
                      </a:lnTo>
                      <a:lnTo>
                        <a:pt x="133" y="159"/>
                      </a:lnTo>
                      <a:lnTo>
                        <a:pt x="141" y="149"/>
                      </a:lnTo>
                      <a:lnTo>
                        <a:pt x="156" y="138"/>
                      </a:lnTo>
                      <a:lnTo>
                        <a:pt x="156" y="132"/>
                      </a:lnTo>
                      <a:lnTo>
                        <a:pt x="160" y="129"/>
                      </a:lnTo>
                      <a:lnTo>
                        <a:pt x="160" y="128"/>
                      </a:lnTo>
                      <a:lnTo>
                        <a:pt x="160" y="124"/>
                      </a:lnTo>
                      <a:lnTo>
                        <a:pt x="155" y="119"/>
                      </a:lnTo>
                      <a:lnTo>
                        <a:pt x="155" y="117"/>
                      </a:lnTo>
                      <a:lnTo>
                        <a:pt x="157" y="111"/>
                      </a:lnTo>
                      <a:lnTo>
                        <a:pt x="160" y="109"/>
                      </a:lnTo>
                      <a:lnTo>
                        <a:pt x="165" y="109"/>
                      </a:lnTo>
                      <a:lnTo>
                        <a:pt x="166" y="107"/>
                      </a:lnTo>
                      <a:lnTo>
                        <a:pt x="166" y="89"/>
                      </a:lnTo>
                      <a:lnTo>
                        <a:pt x="162" y="74"/>
                      </a:lnTo>
                      <a:lnTo>
                        <a:pt x="161" y="69"/>
                      </a:lnTo>
                      <a:lnTo>
                        <a:pt x="151" y="59"/>
                      </a:lnTo>
                      <a:lnTo>
                        <a:pt x="150" y="54"/>
                      </a:lnTo>
                      <a:lnTo>
                        <a:pt x="151" y="43"/>
                      </a:lnTo>
                      <a:lnTo>
                        <a:pt x="156" y="3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25" name="Google Shape;2425;p5">
                  <a:extLst>
                    <a:ext uri="{FF2B5EF4-FFF2-40B4-BE49-F238E27FC236}">
                      <a16:creationId xmlns:a16="http://schemas.microsoft.com/office/drawing/2014/main" id="{9DBC3A58-37E8-842D-55AA-E530EF863EC5}"/>
                    </a:ext>
                  </a:extLst>
                </p:cNvPr>
                <p:cNvSpPr/>
                <p:nvPr/>
              </p:nvSpPr>
              <p:spPr>
                <a:xfrm>
                  <a:off x="4991892" y="3275359"/>
                  <a:ext cx="187325" cy="287338"/>
                </a:xfrm>
                <a:custGeom>
                  <a:avLst/>
                  <a:gdLst/>
                  <a:ahLst/>
                  <a:cxnLst/>
                  <a:rect l="l" t="t" r="r" b="b"/>
                  <a:pathLst>
                    <a:path w="588" h="905" extrusionOk="0">
                      <a:moveTo>
                        <a:pt x="91" y="106"/>
                      </a:moveTo>
                      <a:lnTo>
                        <a:pt x="94" y="112"/>
                      </a:lnTo>
                      <a:lnTo>
                        <a:pt x="99" y="122"/>
                      </a:lnTo>
                      <a:lnTo>
                        <a:pt x="99" y="124"/>
                      </a:lnTo>
                      <a:lnTo>
                        <a:pt x="102" y="131"/>
                      </a:lnTo>
                      <a:lnTo>
                        <a:pt x="106" y="143"/>
                      </a:lnTo>
                      <a:lnTo>
                        <a:pt x="110" y="149"/>
                      </a:lnTo>
                      <a:lnTo>
                        <a:pt x="116" y="155"/>
                      </a:lnTo>
                      <a:lnTo>
                        <a:pt x="122" y="160"/>
                      </a:lnTo>
                      <a:lnTo>
                        <a:pt x="145" y="173"/>
                      </a:lnTo>
                      <a:lnTo>
                        <a:pt x="132" y="197"/>
                      </a:lnTo>
                      <a:lnTo>
                        <a:pt x="117" y="276"/>
                      </a:lnTo>
                      <a:lnTo>
                        <a:pt x="111" y="375"/>
                      </a:lnTo>
                      <a:lnTo>
                        <a:pt x="107" y="380"/>
                      </a:lnTo>
                      <a:lnTo>
                        <a:pt x="19" y="479"/>
                      </a:lnTo>
                      <a:lnTo>
                        <a:pt x="19" y="490"/>
                      </a:lnTo>
                      <a:lnTo>
                        <a:pt x="13" y="493"/>
                      </a:lnTo>
                      <a:lnTo>
                        <a:pt x="13" y="502"/>
                      </a:lnTo>
                      <a:lnTo>
                        <a:pt x="5" y="504"/>
                      </a:lnTo>
                      <a:lnTo>
                        <a:pt x="0" y="509"/>
                      </a:lnTo>
                      <a:lnTo>
                        <a:pt x="3" y="520"/>
                      </a:lnTo>
                      <a:lnTo>
                        <a:pt x="19" y="525"/>
                      </a:lnTo>
                      <a:lnTo>
                        <a:pt x="22" y="531"/>
                      </a:lnTo>
                      <a:lnTo>
                        <a:pt x="30" y="534"/>
                      </a:lnTo>
                      <a:lnTo>
                        <a:pt x="36" y="543"/>
                      </a:lnTo>
                      <a:lnTo>
                        <a:pt x="40" y="564"/>
                      </a:lnTo>
                      <a:lnTo>
                        <a:pt x="57" y="568"/>
                      </a:lnTo>
                      <a:lnTo>
                        <a:pt x="69" y="565"/>
                      </a:lnTo>
                      <a:lnTo>
                        <a:pt x="75" y="569"/>
                      </a:lnTo>
                      <a:lnTo>
                        <a:pt x="83" y="571"/>
                      </a:lnTo>
                      <a:lnTo>
                        <a:pt x="90" y="569"/>
                      </a:lnTo>
                      <a:lnTo>
                        <a:pt x="97" y="582"/>
                      </a:lnTo>
                      <a:lnTo>
                        <a:pt x="95" y="587"/>
                      </a:lnTo>
                      <a:lnTo>
                        <a:pt x="94" y="596"/>
                      </a:lnTo>
                      <a:lnTo>
                        <a:pt x="84" y="603"/>
                      </a:lnTo>
                      <a:lnTo>
                        <a:pt x="68" y="608"/>
                      </a:lnTo>
                      <a:lnTo>
                        <a:pt x="70" y="609"/>
                      </a:lnTo>
                      <a:lnTo>
                        <a:pt x="70" y="612"/>
                      </a:lnTo>
                      <a:lnTo>
                        <a:pt x="77" y="640"/>
                      </a:lnTo>
                      <a:lnTo>
                        <a:pt x="83" y="649"/>
                      </a:lnTo>
                      <a:lnTo>
                        <a:pt x="85" y="656"/>
                      </a:lnTo>
                      <a:lnTo>
                        <a:pt x="84" y="676"/>
                      </a:lnTo>
                      <a:lnTo>
                        <a:pt x="83" y="687"/>
                      </a:lnTo>
                      <a:lnTo>
                        <a:pt x="79" y="698"/>
                      </a:lnTo>
                      <a:lnTo>
                        <a:pt x="79" y="706"/>
                      </a:lnTo>
                      <a:lnTo>
                        <a:pt x="89" y="727"/>
                      </a:lnTo>
                      <a:lnTo>
                        <a:pt x="104" y="748"/>
                      </a:lnTo>
                      <a:lnTo>
                        <a:pt x="106" y="754"/>
                      </a:lnTo>
                      <a:lnTo>
                        <a:pt x="107" y="763"/>
                      </a:lnTo>
                      <a:lnTo>
                        <a:pt x="106" y="765"/>
                      </a:lnTo>
                      <a:lnTo>
                        <a:pt x="102" y="768"/>
                      </a:lnTo>
                      <a:lnTo>
                        <a:pt x="83" y="764"/>
                      </a:lnTo>
                      <a:lnTo>
                        <a:pt x="67" y="762"/>
                      </a:lnTo>
                      <a:lnTo>
                        <a:pt x="52" y="763"/>
                      </a:lnTo>
                      <a:lnTo>
                        <a:pt x="48" y="764"/>
                      </a:lnTo>
                      <a:lnTo>
                        <a:pt x="45" y="767"/>
                      </a:lnTo>
                      <a:lnTo>
                        <a:pt x="40" y="773"/>
                      </a:lnTo>
                      <a:lnTo>
                        <a:pt x="40" y="787"/>
                      </a:lnTo>
                      <a:lnTo>
                        <a:pt x="41" y="800"/>
                      </a:lnTo>
                      <a:lnTo>
                        <a:pt x="52" y="813"/>
                      </a:lnTo>
                      <a:lnTo>
                        <a:pt x="59" y="819"/>
                      </a:lnTo>
                      <a:lnTo>
                        <a:pt x="68" y="823"/>
                      </a:lnTo>
                      <a:lnTo>
                        <a:pt x="80" y="825"/>
                      </a:lnTo>
                      <a:lnTo>
                        <a:pt x="84" y="828"/>
                      </a:lnTo>
                      <a:lnTo>
                        <a:pt x="90" y="838"/>
                      </a:lnTo>
                      <a:lnTo>
                        <a:pt x="100" y="865"/>
                      </a:lnTo>
                      <a:lnTo>
                        <a:pt x="105" y="883"/>
                      </a:lnTo>
                      <a:lnTo>
                        <a:pt x="106" y="900"/>
                      </a:lnTo>
                      <a:lnTo>
                        <a:pt x="107" y="903"/>
                      </a:lnTo>
                      <a:lnTo>
                        <a:pt x="110" y="905"/>
                      </a:lnTo>
                      <a:lnTo>
                        <a:pt x="113" y="903"/>
                      </a:lnTo>
                      <a:lnTo>
                        <a:pt x="122" y="902"/>
                      </a:lnTo>
                      <a:lnTo>
                        <a:pt x="128" y="900"/>
                      </a:lnTo>
                      <a:lnTo>
                        <a:pt x="133" y="900"/>
                      </a:lnTo>
                      <a:lnTo>
                        <a:pt x="139" y="903"/>
                      </a:lnTo>
                      <a:lnTo>
                        <a:pt x="144" y="902"/>
                      </a:lnTo>
                      <a:lnTo>
                        <a:pt x="154" y="894"/>
                      </a:lnTo>
                      <a:lnTo>
                        <a:pt x="167" y="892"/>
                      </a:lnTo>
                      <a:lnTo>
                        <a:pt x="170" y="884"/>
                      </a:lnTo>
                      <a:lnTo>
                        <a:pt x="174" y="884"/>
                      </a:lnTo>
                      <a:lnTo>
                        <a:pt x="175" y="882"/>
                      </a:lnTo>
                      <a:lnTo>
                        <a:pt x="178" y="882"/>
                      </a:lnTo>
                      <a:lnTo>
                        <a:pt x="181" y="883"/>
                      </a:lnTo>
                      <a:lnTo>
                        <a:pt x="185" y="889"/>
                      </a:lnTo>
                      <a:lnTo>
                        <a:pt x="187" y="892"/>
                      </a:lnTo>
                      <a:lnTo>
                        <a:pt x="194" y="898"/>
                      </a:lnTo>
                      <a:lnTo>
                        <a:pt x="198" y="897"/>
                      </a:lnTo>
                      <a:lnTo>
                        <a:pt x="201" y="893"/>
                      </a:lnTo>
                      <a:lnTo>
                        <a:pt x="209" y="892"/>
                      </a:lnTo>
                      <a:lnTo>
                        <a:pt x="215" y="888"/>
                      </a:lnTo>
                      <a:lnTo>
                        <a:pt x="219" y="886"/>
                      </a:lnTo>
                      <a:lnTo>
                        <a:pt x="223" y="882"/>
                      </a:lnTo>
                      <a:lnTo>
                        <a:pt x="245" y="875"/>
                      </a:lnTo>
                      <a:lnTo>
                        <a:pt x="251" y="875"/>
                      </a:lnTo>
                      <a:lnTo>
                        <a:pt x="260" y="875"/>
                      </a:lnTo>
                      <a:lnTo>
                        <a:pt x="267" y="871"/>
                      </a:lnTo>
                      <a:lnTo>
                        <a:pt x="291" y="871"/>
                      </a:lnTo>
                      <a:lnTo>
                        <a:pt x="293" y="870"/>
                      </a:lnTo>
                      <a:lnTo>
                        <a:pt x="294" y="864"/>
                      </a:lnTo>
                      <a:lnTo>
                        <a:pt x="296" y="861"/>
                      </a:lnTo>
                      <a:lnTo>
                        <a:pt x="301" y="860"/>
                      </a:lnTo>
                      <a:lnTo>
                        <a:pt x="306" y="857"/>
                      </a:lnTo>
                      <a:lnTo>
                        <a:pt x="309" y="849"/>
                      </a:lnTo>
                      <a:lnTo>
                        <a:pt x="314" y="845"/>
                      </a:lnTo>
                      <a:lnTo>
                        <a:pt x="316" y="841"/>
                      </a:lnTo>
                      <a:lnTo>
                        <a:pt x="314" y="834"/>
                      </a:lnTo>
                      <a:lnTo>
                        <a:pt x="307" y="829"/>
                      </a:lnTo>
                      <a:lnTo>
                        <a:pt x="307" y="827"/>
                      </a:lnTo>
                      <a:lnTo>
                        <a:pt x="309" y="823"/>
                      </a:lnTo>
                      <a:lnTo>
                        <a:pt x="311" y="822"/>
                      </a:lnTo>
                      <a:lnTo>
                        <a:pt x="321" y="818"/>
                      </a:lnTo>
                      <a:lnTo>
                        <a:pt x="332" y="817"/>
                      </a:lnTo>
                      <a:lnTo>
                        <a:pt x="352" y="817"/>
                      </a:lnTo>
                      <a:lnTo>
                        <a:pt x="354" y="814"/>
                      </a:lnTo>
                      <a:lnTo>
                        <a:pt x="364" y="813"/>
                      </a:lnTo>
                      <a:lnTo>
                        <a:pt x="371" y="811"/>
                      </a:lnTo>
                      <a:lnTo>
                        <a:pt x="379" y="811"/>
                      </a:lnTo>
                      <a:lnTo>
                        <a:pt x="384" y="813"/>
                      </a:lnTo>
                      <a:lnTo>
                        <a:pt x="391" y="810"/>
                      </a:lnTo>
                      <a:lnTo>
                        <a:pt x="393" y="807"/>
                      </a:lnTo>
                      <a:lnTo>
                        <a:pt x="398" y="800"/>
                      </a:lnTo>
                      <a:lnTo>
                        <a:pt x="404" y="798"/>
                      </a:lnTo>
                      <a:lnTo>
                        <a:pt x="417" y="792"/>
                      </a:lnTo>
                      <a:lnTo>
                        <a:pt x="420" y="789"/>
                      </a:lnTo>
                      <a:lnTo>
                        <a:pt x="424" y="779"/>
                      </a:lnTo>
                      <a:lnTo>
                        <a:pt x="440" y="763"/>
                      </a:lnTo>
                      <a:lnTo>
                        <a:pt x="445" y="762"/>
                      </a:lnTo>
                      <a:lnTo>
                        <a:pt x="449" y="759"/>
                      </a:lnTo>
                      <a:lnTo>
                        <a:pt x="455" y="749"/>
                      </a:lnTo>
                      <a:lnTo>
                        <a:pt x="462" y="747"/>
                      </a:lnTo>
                      <a:lnTo>
                        <a:pt x="462" y="731"/>
                      </a:lnTo>
                      <a:lnTo>
                        <a:pt x="467" y="720"/>
                      </a:lnTo>
                      <a:lnTo>
                        <a:pt x="473" y="715"/>
                      </a:lnTo>
                      <a:lnTo>
                        <a:pt x="479" y="712"/>
                      </a:lnTo>
                      <a:lnTo>
                        <a:pt x="495" y="711"/>
                      </a:lnTo>
                      <a:lnTo>
                        <a:pt x="504" y="708"/>
                      </a:lnTo>
                      <a:lnTo>
                        <a:pt x="515" y="705"/>
                      </a:lnTo>
                      <a:lnTo>
                        <a:pt x="524" y="701"/>
                      </a:lnTo>
                      <a:lnTo>
                        <a:pt x="524" y="693"/>
                      </a:lnTo>
                      <a:lnTo>
                        <a:pt x="521" y="684"/>
                      </a:lnTo>
                      <a:lnTo>
                        <a:pt x="518" y="679"/>
                      </a:lnTo>
                      <a:lnTo>
                        <a:pt x="511" y="676"/>
                      </a:lnTo>
                      <a:lnTo>
                        <a:pt x="510" y="674"/>
                      </a:lnTo>
                      <a:lnTo>
                        <a:pt x="498" y="640"/>
                      </a:lnTo>
                      <a:lnTo>
                        <a:pt x="493" y="624"/>
                      </a:lnTo>
                      <a:lnTo>
                        <a:pt x="494" y="608"/>
                      </a:lnTo>
                      <a:lnTo>
                        <a:pt x="478" y="612"/>
                      </a:lnTo>
                      <a:lnTo>
                        <a:pt x="473" y="613"/>
                      </a:lnTo>
                      <a:lnTo>
                        <a:pt x="470" y="613"/>
                      </a:lnTo>
                      <a:lnTo>
                        <a:pt x="470" y="597"/>
                      </a:lnTo>
                      <a:lnTo>
                        <a:pt x="471" y="592"/>
                      </a:lnTo>
                      <a:lnTo>
                        <a:pt x="477" y="581"/>
                      </a:lnTo>
                      <a:lnTo>
                        <a:pt x="479" y="572"/>
                      </a:lnTo>
                      <a:lnTo>
                        <a:pt x="479" y="558"/>
                      </a:lnTo>
                      <a:lnTo>
                        <a:pt x="481" y="548"/>
                      </a:lnTo>
                      <a:lnTo>
                        <a:pt x="484" y="544"/>
                      </a:lnTo>
                      <a:lnTo>
                        <a:pt x="492" y="539"/>
                      </a:lnTo>
                      <a:lnTo>
                        <a:pt x="493" y="538"/>
                      </a:lnTo>
                      <a:lnTo>
                        <a:pt x="494" y="533"/>
                      </a:lnTo>
                      <a:lnTo>
                        <a:pt x="493" y="525"/>
                      </a:lnTo>
                      <a:lnTo>
                        <a:pt x="493" y="512"/>
                      </a:lnTo>
                      <a:lnTo>
                        <a:pt x="509" y="494"/>
                      </a:lnTo>
                      <a:lnTo>
                        <a:pt x="521" y="477"/>
                      </a:lnTo>
                      <a:lnTo>
                        <a:pt x="525" y="466"/>
                      </a:lnTo>
                      <a:lnTo>
                        <a:pt x="526" y="455"/>
                      </a:lnTo>
                      <a:lnTo>
                        <a:pt x="529" y="446"/>
                      </a:lnTo>
                      <a:lnTo>
                        <a:pt x="530" y="445"/>
                      </a:lnTo>
                      <a:lnTo>
                        <a:pt x="542" y="443"/>
                      </a:lnTo>
                      <a:lnTo>
                        <a:pt x="551" y="442"/>
                      </a:lnTo>
                      <a:lnTo>
                        <a:pt x="580" y="442"/>
                      </a:lnTo>
                      <a:lnTo>
                        <a:pt x="586" y="441"/>
                      </a:lnTo>
                      <a:lnTo>
                        <a:pt x="588" y="392"/>
                      </a:lnTo>
                      <a:lnTo>
                        <a:pt x="588" y="337"/>
                      </a:lnTo>
                      <a:lnTo>
                        <a:pt x="588" y="283"/>
                      </a:lnTo>
                      <a:lnTo>
                        <a:pt x="588" y="227"/>
                      </a:lnTo>
                      <a:lnTo>
                        <a:pt x="579" y="226"/>
                      </a:lnTo>
                      <a:lnTo>
                        <a:pt x="532" y="202"/>
                      </a:lnTo>
                      <a:lnTo>
                        <a:pt x="486" y="178"/>
                      </a:lnTo>
                      <a:lnTo>
                        <a:pt x="438" y="154"/>
                      </a:lnTo>
                      <a:lnTo>
                        <a:pt x="391" y="129"/>
                      </a:lnTo>
                      <a:lnTo>
                        <a:pt x="344" y="104"/>
                      </a:lnTo>
                      <a:lnTo>
                        <a:pt x="298" y="79"/>
                      </a:lnTo>
                      <a:lnTo>
                        <a:pt x="251" y="54"/>
                      </a:lnTo>
                      <a:lnTo>
                        <a:pt x="204" y="30"/>
                      </a:lnTo>
                      <a:lnTo>
                        <a:pt x="158" y="5"/>
                      </a:lnTo>
                      <a:lnTo>
                        <a:pt x="147" y="0"/>
                      </a:lnTo>
                      <a:lnTo>
                        <a:pt x="97" y="17"/>
                      </a:lnTo>
                      <a:lnTo>
                        <a:pt x="91" y="20"/>
                      </a:lnTo>
                      <a:lnTo>
                        <a:pt x="91" y="10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26" name="Google Shape;2426;p5">
                  <a:extLst>
                    <a:ext uri="{FF2B5EF4-FFF2-40B4-BE49-F238E27FC236}">
                      <a16:creationId xmlns:a16="http://schemas.microsoft.com/office/drawing/2014/main" id="{C1B28EAD-CC5E-EBFC-7CEB-C2185B39A0DE}"/>
                    </a:ext>
                  </a:extLst>
                </p:cNvPr>
                <p:cNvSpPr/>
                <p:nvPr/>
              </p:nvSpPr>
              <p:spPr>
                <a:xfrm>
                  <a:off x="5395117" y="3373784"/>
                  <a:ext cx="114300" cy="103188"/>
                </a:xfrm>
                <a:custGeom>
                  <a:avLst/>
                  <a:gdLst/>
                  <a:ahLst/>
                  <a:cxnLst/>
                  <a:rect l="l" t="t" r="r" b="b"/>
                  <a:pathLst>
                    <a:path w="360" h="324" extrusionOk="0">
                      <a:moveTo>
                        <a:pt x="109" y="0"/>
                      </a:moveTo>
                      <a:lnTo>
                        <a:pt x="107" y="9"/>
                      </a:lnTo>
                      <a:lnTo>
                        <a:pt x="100" y="24"/>
                      </a:lnTo>
                      <a:lnTo>
                        <a:pt x="87" y="30"/>
                      </a:lnTo>
                      <a:lnTo>
                        <a:pt x="79" y="33"/>
                      </a:lnTo>
                      <a:lnTo>
                        <a:pt x="58" y="43"/>
                      </a:lnTo>
                      <a:lnTo>
                        <a:pt x="53" y="50"/>
                      </a:lnTo>
                      <a:lnTo>
                        <a:pt x="44" y="55"/>
                      </a:lnTo>
                      <a:lnTo>
                        <a:pt x="31" y="56"/>
                      </a:lnTo>
                      <a:lnTo>
                        <a:pt x="27" y="65"/>
                      </a:lnTo>
                      <a:lnTo>
                        <a:pt x="23" y="86"/>
                      </a:lnTo>
                      <a:lnTo>
                        <a:pt x="23" y="94"/>
                      </a:lnTo>
                      <a:lnTo>
                        <a:pt x="20" y="115"/>
                      </a:lnTo>
                      <a:lnTo>
                        <a:pt x="11" y="149"/>
                      </a:lnTo>
                      <a:lnTo>
                        <a:pt x="4" y="163"/>
                      </a:lnTo>
                      <a:lnTo>
                        <a:pt x="0" y="180"/>
                      </a:lnTo>
                      <a:lnTo>
                        <a:pt x="0" y="200"/>
                      </a:lnTo>
                      <a:lnTo>
                        <a:pt x="3" y="216"/>
                      </a:lnTo>
                      <a:lnTo>
                        <a:pt x="5" y="217"/>
                      </a:lnTo>
                      <a:lnTo>
                        <a:pt x="20" y="217"/>
                      </a:lnTo>
                      <a:lnTo>
                        <a:pt x="23" y="219"/>
                      </a:lnTo>
                      <a:lnTo>
                        <a:pt x="27" y="219"/>
                      </a:lnTo>
                      <a:lnTo>
                        <a:pt x="30" y="216"/>
                      </a:lnTo>
                      <a:lnTo>
                        <a:pt x="31" y="213"/>
                      </a:lnTo>
                      <a:lnTo>
                        <a:pt x="34" y="210"/>
                      </a:lnTo>
                      <a:lnTo>
                        <a:pt x="42" y="210"/>
                      </a:lnTo>
                      <a:lnTo>
                        <a:pt x="47" y="215"/>
                      </a:lnTo>
                      <a:lnTo>
                        <a:pt x="47" y="218"/>
                      </a:lnTo>
                      <a:lnTo>
                        <a:pt x="55" y="228"/>
                      </a:lnTo>
                      <a:lnTo>
                        <a:pt x="75" y="184"/>
                      </a:lnTo>
                      <a:lnTo>
                        <a:pt x="79" y="189"/>
                      </a:lnTo>
                      <a:lnTo>
                        <a:pt x="85" y="195"/>
                      </a:lnTo>
                      <a:lnTo>
                        <a:pt x="92" y="195"/>
                      </a:lnTo>
                      <a:lnTo>
                        <a:pt x="95" y="196"/>
                      </a:lnTo>
                      <a:lnTo>
                        <a:pt x="95" y="199"/>
                      </a:lnTo>
                      <a:lnTo>
                        <a:pt x="103" y="210"/>
                      </a:lnTo>
                      <a:lnTo>
                        <a:pt x="112" y="210"/>
                      </a:lnTo>
                      <a:lnTo>
                        <a:pt x="116" y="208"/>
                      </a:lnTo>
                      <a:lnTo>
                        <a:pt x="129" y="206"/>
                      </a:lnTo>
                      <a:lnTo>
                        <a:pt x="135" y="201"/>
                      </a:lnTo>
                      <a:lnTo>
                        <a:pt x="135" y="197"/>
                      </a:lnTo>
                      <a:lnTo>
                        <a:pt x="140" y="197"/>
                      </a:lnTo>
                      <a:lnTo>
                        <a:pt x="145" y="202"/>
                      </a:lnTo>
                      <a:lnTo>
                        <a:pt x="148" y="208"/>
                      </a:lnTo>
                      <a:lnTo>
                        <a:pt x="150" y="208"/>
                      </a:lnTo>
                      <a:lnTo>
                        <a:pt x="151" y="207"/>
                      </a:lnTo>
                      <a:lnTo>
                        <a:pt x="159" y="206"/>
                      </a:lnTo>
                      <a:lnTo>
                        <a:pt x="163" y="202"/>
                      </a:lnTo>
                      <a:lnTo>
                        <a:pt x="167" y="202"/>
                      </a:lnTo>
                      <a:lnTo>
                        <a:pt x="172" y="206"/>
                      </a:lnTo>
                      <a:lnTo>
                        <a:pt x="182" y="206"/>
                      </a:lnTo>
                      <a:lnTo>
                        <a:pt x="184" y="210"/>
                      </a:lnTo>
                      <a:lnTo>
                        <a:pt x="187" y="210"/>
                      </a:lnTo>
                      <a:lnTo>
                        <a:pt x="189" y="208"/>
                      </a:lnTo>
                      <a:lnTo>
                        <a:pt x="202" y="207"/>
                      </a:lnTo>
                      <a:lnTo>
                        <a:pt x="214" y="218"/>
                      </a:lnTo>
                      <a:lnTo>
                        <a:pt x="224" y="223"/>
                      </a:lnTo>
                      <a:lnTo>
                        <a:pt x="231" y="224"/>
                      </a:lnTo>
                      <a:lnTo>
                        <a:pt x="243" y="235"/>
                      </a:lnTo>
                      <a:lnTo>
                        <a:pt x="251" y="246"/>
                      </a:lnTo>
                      <a:lnTo>
                        <a:pt x="256" y="255"/>
                      </a:lnTo>
                      <a:lnTo>
                        <a:pt x="273" y="267"/>
                      </a:lnTo>
                      <a:lnTo>
                        <a:pt x="285" y="277"/>
                      </a:lnTo>
                      <a:lnTo>
                        <a:pt x="291" y="283"/>
                      </a:lnTo>
                      <a:lnTo>
                        <a:pt x="294" y="292"/>
                      </a:lnTo>
                      <a:lnTo>
                        <a:pt x="297" y="299"/>
                      </a:lnTo>
                      <a:lnTo>
                        <a:pt x="306" y="303"/>
                      </a:lnTo>
                      <a:lnTo>
                        <a:pt x="313" y="309"/>
                      </a:lnTo>
                      <a:lnTo>
                        <a:pt x="317" y="316"/>
                      </a:lnTo>
                      <a:lnTo>
                        <a:pt x="323" y="324"/>
                      </a:lnTo>
                      <a:lnTo>
                        <a:pt x="328" y="318"/>
                      </a:lnTo>
                      <a:lnTo>
                        <a:pt x="343" y="310"/>
                      </a:lnTo>
                      <a:lnTo>
                        <a:pt x="360" y="299"/>
                      </a:lnTo>
                      <a:lnTo>
                        <a:pt x="356" y="293"/>
                      </a:lnTo>
                      <a:lnTo>
                        <a:pt x="350" y="296"/>
                      </a:lnTo>
                      <a:lnTo>
                        <a:pt x="344" y="292"/>
                      </a:lnTo>
                      <a:lnTo>
                        <a:pt x="342" y="289"/>
                      </a:lnTo>
                      <a:lnTo>
                        <a:pt x="340" y="282"/>
                      </a:lnTo>
                      <a:lnTo>
                        <a:pt x="339" y="281"/>
                      </a:lnTo>
                      <a:lnTo>
                        <a:pt x="331" y="280"/>
                      </a:lnTo>
                      <a:lnTo>
                        <a:pt x="326" y="277"/>
                      </a:lnTo>
                      <a:lnTo>
                        <a:pt x="324" y="274"/>
                      </a:lnTo>
                      <a:lnTo>
                        <a:pt x="322" y="264"/>
                      </a:lnTo>
                      <a:lnTo>
                        <a:pt x="318" y="261"/>
                      </a:lnTo>
                      <a:lnTo>
                        <a:pt x="317" y="256"/>
                      </a:lnTo>
                      <a:lnTo>
                        <a:pt x="311" y="255"/>
                      </a:lnTo>
                      <a:lnTo>
                        <a:pt x="307" y="253"/>
                      </a:lnTo>
                      <a:lnTo>
                        <a:pt x="302" y="243"/>
                      </a:lnTo>
                      <a:lnTo>
                        <a:pt x="301" y="240"/>
                      </a:lnTo>
                      <a:lnTo>
                        <a:pt x="296" y="242"/>
                      </a:lnTo>
                      <a:lnTo>
                        <a:pt x="291" y="239"/>
                      </a:lnTo>
                      <a:lnTo>
                        <a:pt x="289" y="239"/>
                      </a:lnTo>
                      <a:lnTo>
                        <a:pt x="286" y="237"/>
                      </a:lnTo>
                      <a:lnTo>
                        <a:pt x="286" y="232"/>
                      </a:lnTo>
                      <a:lnTo>
                        <a:pt x="279" y="223"/>
                      </a:lnTo>
                      <a:lnTo>
                        <a:pt x="264" y="201"/>
                      </a:lnTo>
                      <a:lnTo>
                        <a:pt x="256" y="196"/>
                      </a:lnTo>
                      <a:lnTo>
                        <a:pt x="246" y="196"/>
                      </a:lnTo>
                      <a:lnTo>
                        <a:pt x="240" y="192"/>
                      </a:lnTo>
                      <a:lnTo>
                        <a:pt x="236" y="192"/>
                      </a:lnTo>
                      <a:lnTo>
                        <a:pt x="232" y="189"/>
                      </a:lnTo>
                      <a:lnTo>
                        <a:pt x="229" y="181"/>
                      </a:lnTo>
                      <a:lnTo>
                        <a:pt x="226" y="179"/>
                      </a:lnTo>
                      <a:lnTo>
                        <a:pt x="221" y="176"/>
                      </a:lnTo>
                      <a:lnTo>
                        <a:pt x="215" y="176"/>
                      </a:lnTo>
                      <a:lnTo>
                        <a:pt x="213" y="180"/>
                      </a:lnTo>
                      <a:lnTo>
                        <a:pt x="209" y="181"/>
                      </a:lnTo>
                      <a:lnTo>
                        <a:pt x="205" y="179"/>
                      </a:lnTo>
                      <a:lnTo>
                        <a:pt x="199" y="170"/>
                      </a:lnTo>
                      <a:lnTo>
                        <a:pt x="195" y="165"/>
                      </a:lnTo>
                      <a:lnTo>
                        <a:pt x="194" y="162"/>
                      </a:lnTo>
                      <a:lnTo>
                        <a:pt x="197" y="157"/>
                      </a:lnTo>
                      <a:lnTo>
                        <a:pt x="195" y="154"/>
                      </a:lnTo>
                      <a:lnTo>
                        <a:pt x="192" y="153"/>
                      </a:lnTo>
                      <a:lnTo>
                        <a:pt x="188" y="149"/>
                      </a:lnTo>
                      <a:lnTo>
                        <a:pt x="184" y="151"/>
                      </a:lnTo>
                      <a:lnTo>
                        <a:pt x="182" y="153"/>
                      </a:lnTo>
                      <a:lnTo>
                        <a:pt x="182" y="158"/>
                      </a:lnTo>
                      <a:lnTo>
                        <a:pt x="186" y="162"/>
                      </a:lnTo>
                      <a:lnTo>
                        <a:pt x="184" y="168"/>
                      </a:lnTo>
                      <a:lnTo>
                        <a:pt x="182" y="168"/>
                      </a:lnTo>
                      <a:lnTo>
                        <a:pt x="177" y="165"/>
                      </a:lnTo>
                      <a:lnTo>
                        <a:pt x="176" y="163"/>
                      </a:lnTo>
                      <a:lnTo>
                        <a:pt x="176" y="158"/>
                      </a:lnTo>
                      <a:lnTo>
                        <a:pt x="173" y="156"/>
                      </a:lnTo>
                      <a:lnTo>
                        <a:pt x="171" y="145"/>
                      </a:lnTo>
                      <a:lnTo>
                        <a:pt x="170" y="143"/>
                      </a:lnTo>
                      <a:lnTo>
                        <a:pt x="165" y="142"/>
                      </a:lnTo>
                      <a:lnTo>
                        <a:pt x="162" y="141"/>
                      </a:lnTo>
                      <a:lnTo>
                        <a:pt x="162" y="137"/>
                      </a:lnTo>
                      <a:lnTo>
                        <a:pt x="160" y="136"/>
                      </a:lnTo>
                      <a:lnTo>
                        <a:pt x="160" y="129"/>
                      </a:lnTo>
                      <a:lnTo>
                        <a:pt x="154" y="125"/>
                      </a:lnTo>
                      <a:lnTo>
                        <a:pt x="150" y="120"/>
                      </a:lnTo>
                      <a:lnTo>
                        <a:pt x="145" y="104"/>
                      </a:lnTo>
                      <a:lnTo>
                        <a:pt x="144" y="94"/>
                      </a:lnTo>
                      <a:lnTo>
                        <a:pt x="141" y="84"/>
                      </a:lnTo>
                      <a:lnTo>
                        <a:pt x="139" y="68"/>
                      </a:lnTo>
                      <a:lnTo>
                        <a:pt x="138" y="63"/>
                      </a:lnTo>
                      <a:lnTo>
                        <a:pt x="134" y="49"/>
                      </a:lnTo>
                      <a:lnTo>
                        <a:pt x="132" y="38"/>
                      </a:lnTo>
                      <a:lnTo>
                        <a:pt x="130" y="30"/>
                      </a:lnTo>
                      <a:lnTo>
                        <a:pt x="125" y="20"/>
                      </a:lnTo>
                      <a:lnTo>
                        <a:pt x="120" y="16"/>
                      </a:lnTo>
                      <a:lnTo>
                        <a:pt x="118" y="8"/>
                      </a:lnTo>
                      <a:lnTo>
                        <a:pt x="114" y="1"/>
                      </a:lnTo>
                      <a:lnTo>
                        <a:pt x="113" y="0"/>
                      </a:lnTo>
                      <a:lnTo>
                        <a:pt x="109"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27" name="Google Shape;2427;p5">
                  <a:extLst>
                    <a:ext uri="{FF2B5EF4-FFF2-40B4-BE49-F238E27FC236}">
                      <a16:creationId xmlns:a16="http://schemas.microsoft.com/office/drawing/2014/main" id="{892B84BD-9279-E564-6A3D-80CAA440C0BF}"/>
                    </a:ext>
                  </a:extLst>
                </p:cNvPr>
                <p:cNvSpPr/>
                <p:nvPr/>
              </p:nvSpPr>
              <p:spPr>
                <a:xfrm>
                  <a:off x="4548981" y="3245197"/>
                  <a:ext cx="282575" cy="269875"/>
                </a:xfrm>
                <a:custGeom>
                  <a:avLst/>
                  <a:gdLst/>
                  <a:ahLst/>
                  <a:cxnLst/>
                  <a:rect l="l" t="t" r="r" b="b"/>
                  <a:pathLst>
                    <a:path w="891" h="851" extrusionOk="0">
                      <a:moveTo>
                        <a:pt x="462" y="44"/>
                      </a:moveTo>
                      <a:lnTo>
                        <a:pt x="724" y="226"/>
                      </a:lnTo>
                      <a:lnTo>
                        <a:pt x="724" y="231"/>
                      </a:lnTo>
                      <a:lnTo>
                        <a:pt x="728" y="234"/>
                      </a:lnTo>
                      <a:lnTo>
                        <a:pt x="727" y="243"/>
                      </a:lnTo>
                      <a:lnTo>
                        <a:pt x="728" y="247"/>
                      </a:lnTo>
                      <a:lnTo>
                        <a:pt x="734" y="250"/>
                      </a:lnTo>
                      <a:lnTo>
                        <a:pt x="742" y="252"/>
                      </a:lnTo>
                      <a:lnTo>
                        <a:pt x="753" y="258"/>
                      </a:lnTo>
                      <a:lnTo>
                        <a:pt x="755" y="259"/>
                      </a:lnTo>
                      <a:lnTo>
                        <a:pt x="756" y="265"/>
                      </a:lnTo>
                      <a:lnTo>
                        <a:pt x="758" y="270"/>
                      </a:lnTo>
                      <a:lnTo>
                        <a:pt x="765" y="276"/>
                      </a:lnTo>
                      <a:lnTo>
                        <a:pt x="770" y="279"/>
                      </a:lnTo>
                      <a:lnTo>
                        <a:pt x="780" y="281"/>
                      </a:lnTo>
                      <a:lnTo>
                        <a:pt x="788" y="280"/>
                      </a:lnTo>
                      <a:lnTo>
                        <a:pt x="791" y="281"/>
                      </a:lnTo>
                      <a:lnTo>
                        <a:pt x="794" y="288"/>
                      </a:lnTo>
                      <a:lnTo>
                        <a:pt x="798" y="291"/>
                      </a:lnTo>
                      <a:lnTo>
                        <a:pt x="809" y="291"/>
                      </a:lnTo>
                      <a:lnTo>
                        <a:pt x="813" y="293"/>
                      </a:lnTo>
                      <a:lnTo>
                        <a:pt x="818" y="293"/>
                      </a:lnTo>
                      <a:lnTo>
                        <a:pt x="826" y="298"/>
                      </a:lnTo>
                      <a:lnTo>
                        <a:pt x="835" y="301"/>
                      </a:lnTo>
                      <a:lnTo>
                        <a:pt x="839" y="303"/>
                      </a:lnTo>
                      <a:lnTo>
                        <a:pt x="840" y="307"/>
                      </a:lnTo>
                      <a:lnTo>
                        <a:pt x="841" y="307"/>
                      </a:lnTo>
                      <a:lnTo>
                        <a:pt x="842" y="313"/>
                      </a:lnTo>
                      <a:lnTo>
                        <a:pt x="841" y="315"/>
                      </a:lnTo>
                      <a:lnTo>
                        <a:pt x="841" y="319"/>
                      </a:lnTo>
                      <a:lnTo>
                        <a:pt x="844" y="324"/>
                      </a:lnTo>
                      <a:lnTo>
                        <a:pt x="844" y="325"/>
                      </a:lnTo>
                      <a:lnTo>
                        <a:pt x="840" y="328"/>
                      </a:lnTo>
                      <a:lnTo>
                        <a:pt x="839" y="330"/>
                      </a:lnTo>
                      <a:lnTo>
                        <a:pt x="840" y="336"/>
                      </a:lnTo>
                      <a:lnTo>
                        <a:pt x="837" y="341"/>
                      </a:lnTo>
                      <a:lnTo>
                        <a:pt x="837" y="346"/>
                      </a:lnTo>
                      <a:lnTo>
                        <a:pt x="845" y="355"/>
                      </a:lnTo>
                      <a:lnTo>
                        <a:pt x="851" y="356"/>
                      </a:lnTo>
                      <a:lnTo>
                        <a:pt x="858" y="356"/>
                      </a:lnTo>
                      <a:lnTo>
                        <a:pt x="867" y="351"/>
                      </a:lnTo>
                      <a:lnTo>
                        <a:pt x="875" y="351"/>
                      </a:lnTo>
                      <a:lnTo>
                        <a:pt x="885" y="346"/>
                      </a:lnTo>
                      <a:lnTo>
                        <a:pt x="890" y="344"/>
                      </a:lnTo>
                      <a:lnTo>
                        <a:pt x="890" y="346"/>
                      </a:lnTo>
                      <a:lnTo>
                        <a:pt x="891" y="347"/>
                      </a:lnTo>
                      <a:lnTo>
                        <a:pt x="891" y="358"/>
                      </a:lnTo>
                      <a:lnTo>
                        <a:pt x="891" y="414"/>
                      </a:lnTo>
                      <a:lnTo>
                        <a:pt x="891" y="468"/>
                      </a:lnTo>
                      <a:lnTo>
                        <a:pt x="891" y="522"/>
                      </a:lnTo>
                      <a:lnTo>
                        <a:pt x="888" y="523"/>
                      </a:lnTo>
                      <a:lnTo>
                        <a:pt x="878" y="529"/>
                      </a:lnTo>
                      <a:lnTo>
                        <a:pt x="874" y="535"/>
                      </a:lnTo>
                      <a:lnTo>
                        <a:pt x="873" y="543"/>
                      </a:lnTo>
                      <a:lnTo>
                        <a:pt x="861" y="550"/>
                      </a:lnTo>
                      <a:lnTo>
                        <a:pt x="857" y="553"/>
                      </a:lnTo>
                      <a:lnTo>
                        <a:pt x="855" y="556"/>
                      </a:lnTo>
                      <a:lnTo>
                        <a:pt x="855" y="561"/>
                      </a:lnTo>
                      <a:lnTo>
                        <a:pt x="842" y="560"/>
                      </a:lnTo>
                      <a:lnTo>
                        <a:pt x="829" y="559"/>
                      </a:lnTo>
                      <a:lnTo>
                        <a:pt x="829" y="562"/>
                      </a:lnTo>
                      <a:lnTo>
                        <a:pt x="824" y="561"/>
                      </a:lnTo>
                      <a:lnTo>
                        <a:pt x="735" y="562"/>
                      </a:lnTo>
                      <a:lnTo>
                        <a:pt x="711" y="582"/>
                      </a:lnTo>
                      <a:lnTo>
                        <a:pt x="674" y="582"/>
                      </a:lnTo>
                      <a:lnTo>
                        <a:pt x="641" y="583"/>
                      </a:lnTo>
                      <a:lnTo>
                        <a:pt x="621" y="591"/>
                      </a:lnTo>
                      <a:lnTo>
                        <a:pt x="613" y="594"/>
                      </a:lnTo>
                      <a:lnTo>
                        <a:pt x="598" y="607"/>
                      </a:lnTo>
                      <a:lnTo>
                        <a:pt x="561" y="631"/>
                      </a:lnTo>
                      <a:lnTo>
                        <a:pt x="549" y="647"/>
                      </a:lnTo>
                      <a:lnTo>
                        <a:pt x="530" y="661"/>
                      </a:lnTo>
                      <a:lnTo>
                        <a:pt x="492" y="673"/>
                      </a:lnTo>
                      <a:lnTo>
                        <a:pt x="480" y="675"/>
                      </a:lnTo>
                      <a:lnTo>
                        <a:pt x="468" y="677"/>
                      </a:lnTo>
                      <a:lnTo>
                        <a:pt x="462" y="678"/>
                      </a:lnTo>
                      <a:lnTo>
                        <a:pt x="453" y="684"/>
                      </a:lnTo>
                      <a:lnTo>
                        <a:pt x="448" y="690"/>
                      </a:lnTo>
                      <a:lnTo>
                        <a:pt x="443" y="701"/>
                      </a:lnTo>
                      <a:lnTo>
                        <a:pt x="439" y="716"/>
                      </a:lnTo>
                      <a:lnTo>
                        <a:pt x="432" y="734"/>
                      </a:lnTo>
                      <a:lnTo>
                        <a:pt x="425" y="744"/>
                      </a:lnTo>
                      <a:lnTo>
                        <a:pt x="409" y="756"/>
                      </a:lnTo>
                      <a:lnTo>
                        <a:pt x="399" y="765"/>
                      </a:lnTo>
                      <a:lnTo>
                        <a:pt x="395" y="770"/>
                      </a:lnTo>
                      <a:lnTo>
                        <a:pt x="390" y="779"/>
                      </a:lnTo>
                      <a:lnTo>
                        <a:pt x="389" y="788"/>
                      </a:lnTo>
                      <a:lnTo>
                        <a:pt x="380" y="806"/>
                      </a:lnTo>
                      <a:lnTo>
                        <a:pt x="379" y="817"/>
                      </a:lnTo>
                      <a:lnTo>
                        <a:pt x="379" y="830"/>
                      </a:lnTo>
                      <a:lnTo>
                        <a:pt x="380" y="841"/>
                      </a:lnTo>
                      <a:lnTo>
                        <a:pt x="369" y="844"/>
                      </a:lnTo>
                      <a:lnTo>
                        <a:pt x="367" y="842"/>
                      </a:lnTo>
                      <a:lnTo>
                        <a:pt x="363" y="836"/>
                      </a:lnTo>
                      <a:lnTo>
                        <a:pt x="361" y="835"/>
                      </a:lnTo>
                      <a:lnTo>
                        <a:pt x="350" y="835"/>
                      </a:lnTo>
                      <a:lnTo>
                        <a:pt x="346" y="836"/>
                      </a:lnTo>
                      <a:lnTo>
                        <a:pt x="344" y="842"/>
                      </a:lnTo>
                      <a:lnTo>
                        <a:pt x="340" y="842"/>
                      </a:lnTo>
                      <a:lnTo>
                        <a:pt x="336" y="846"/>
                      </a:lnTo>
                      <a:lnTo>
                        <a:pt x="326" y="846"/>
                      </a:lnTo>
                      <a:lnTo>
                        <a:pt x="328" y="844"/>
                      </a:lnTo>
                      <a:lnTo>
                        <a:pt x="326" y="833"/>
                      </a:lnTo>
                      <a:lnTo>
                        <a:pt x="325" y="829"/>
                      </a:lnTo>
                      <a:lnTo>
                        <a:pt x="325" y="828"/>
                      </a:lnTo>
                      <a:lnTo>
                        <a:pt x="325" y="823"/>
                      </a:lnTo>
                      <a:lnTo>
                        <a:pt x="323" y="819"/>
                      </a:lnTo>
                      <a:lnTo>
                        <a:pt x="320" y="820"/>
                      </a:lnTo>
                      <a:lnTo>
                        <a:pt x="314" y="820"/>
                      </a:lnTo>
                      <a:lnTo>
                        <a:pt x="312" y="828"/>
                      </a:lnTo>
                      <a:lnTo>
                        <a:pt x="310" y="828"/>
                      </a:lnTo>
                      <a:lnTo>
                        <a:pt x="304" y="824"/>
                      </a:lnTo>
                      <a:lnTo>
                        <a:pt x="302" y="824"/>
                      </a:lnTo>
                      <a:lnTo>
                        <a:pt x="299" y="828"/>
                      </a:lnTo>
                      <a:lnTo>
                        <a:pt x="299" y="831"/>
                      </a:lnTo>
                      <a:lnTo>
                        <a:pt x="301" y="837"/>
                      </a:lnTo>
                      <a:lnTo>
                        <a:pt x="299" y="840"/>
                      </a:lnTo>
                      <a:lnTo>
                        <a:pt x="288" y="840"/>
                      </a:lnTo>
                      <a:lnTo>
                        <a:pt x="282" y="842"/>
                      </a:lnTo>
                      <a:lnTo>
                        <a:pt x="282" y="846"/>
                      </a:lnTo>
                      <a:lnTo>
                        <a:pt x="280" y="851"/>
                      </a:lnTo>
                      <a:lnTo>
                        <a:pt x="276" y="851"/>
                      </a:lnTo>
                      <a:lnTo>
                        <a:pt x="272" y="849"/>
                      </a:lnTo>
                      <a:lnTo>
                        <a:pt x="269" y="844"/>
                      </a:lnTo>
                      <a:lnTo>
                        <a:pt x="266" y="844"/>
                      </a:lnTo>
                      <a:lnTo>
                        <a:pt x="264" y="845"/>
                      </a:lnTo>
                      <a:lnTo>
                        <a:pt x="262" y="846"/>
                      </a:lnTo>
                      <a:lnTo>
                        <a:pt x="261" y="846"/>
                      </a:lnTo>
                      <a:lnTo>
                        <a:pt x="260" y="840"/>
                      </a:lnTo>
                      <a:lnTo>
                        <a:pt x="256" y="835"/>
                      </a:lnTo>
                      <a:lnTo>
                        <a:pt x="253" y="834"/>
                      </a:lnTo>
                      <a:lnTo>
                        <a:pt x="249" y="837"/>
                      </a:lnTo>
                      <a:lnTo>
                        <a:pt x="244" y="836"/>
                      </a:lnTo>
                      <a:lnTo>
                        <a:pt x="242" y="837"/>
                      </a:lnTo>
                      <a:lnTo>
                        <a:pt x="239" y="840"/>
                      </a:lnTo>
                      <a:lnTo>
                        <a:pt x="238" y="844"/>
                      </a:lnTo>
                      <a:lnTo>
                        <a:pt x="235" y="847"/>
                      </a:lnTo>
                      <a:lnTo>
                        <a:pt x="229" y="849"/>
                      </a:lnTo>
                      <a:lnTo>
                        <a:pt x="229" y="846"/>
                      </a:lnTo>
                      <a:lnTo>
                        <a:pt x="227" y="842"/>
                      </a:lnTo>
                      <a:lnTo>
                        <a:pt x="222" y="840"/>
                      </a:lnTo>
                      <a:lnTo>
                        <a:pt x="220" y="835"/>
                      </a:lnTo>
                      <a:lnTo>
                        <a:pt x="215" y="835"/>
                      </a:lnTo>
                      <a:lnTo>
                        <a:pt x="211" y="829"/>
                      </a:lnTo>
                      <a:lnTo>
                        <a:pt x="210" y="806"/>
                      </a:lnTo>
                      <a:lnTo>
                        <a:pt x="210" y="802"/>
                      </a:lnTo>
                      <a:lnTo>
                        <a:pt x="205" y="801"/>
                      </a:lnTo>
                      <a:lnTo>
                        <a:pt x="200" y="801"/>
                      </a:lnTo>
                      <a:lnTo>
                        <a:pt x="194" y="808"/>
                      </a:lnTo>
                      <a:lnTo>
                        <a:pt x="191" y="808"/>
                      </a:lnTo>
                      <a:lnTo>
                        <a:pt x="191" y="801"/>
                      </a:lnTo>
                      <a:lnTo>
                        <a:pt x="192" y="798"/>
                      </a:lnTo>
                      <a:lnTo>
                        <a:pt x="197" y="797"/>
                      </a:lnTo>
                      <a:lnTo>
                        <a:pt x="197" y="792"/>
                      </a:lnTo>
                      <a:lnTo>
                        <a:pt x="201" y="792"/>
                      </a:lnTo>
                      <a:lnTo>
                        <a:pt x="204" y="788"/>
                      </a:lnTo>
                      <a:lnTo>
                        <a:pt x="207" y="788"/>
                      </a:lnTo>
                      <a:lnTo>
                        <a:pt x="207" y="782"/>
                      </a:lnTo>
                      <a:lnTo>
                        <a:pt x="206" y="782"/>
                      </a:lnTo>
                      <a:lnTo>
                        <a:pt x="201" y="782"/>
                      </a:lnTo>
                      <a:lnTo>
                        <a:pt x="197" y="779"/>
                      </a:lnTo>
                      <a:lnTo>
                        <a:pt x="194" y="776"/>
                      </a:lnTo>
                      <a:lnTo>
                        <a:pt x="189" y="766"/>
                      </a:lnTo>
                      <a:lnTo>
                        <a:pt x="184" y="769"/>
                      </a:lnTo>
                      <a:lnTo>
                        <a:pt x="183" y="767"/>
                      </a:lnTo>
                      <a:lnTo>
                        <a:pt x="183" y="750"/>
                      </a:lnTo>
                      <a:lnTo>
                        <a:pt x="181" y="745"/>
                      </a:lnTo>
                      <a:lnTo>
                        <a:pt x="179" y="745"/>
                      </a:lnTo>
                      <a:lnTo>
                        <a:pt x="179" y="739"/>
                      </a:lnTo>
                      <a:lnTo>
                        <a:pt x="178" y="737"/>
                      </a:lnTo>
                      <a:lnTo>
                        <a:pt x="174" y="737"/>
                      </a:lnTo>
                      <a:lnTo>
                        <a:pt x="173" y="737"/>
                      </a:lnTo>
                      <a:lnTo>
                        <a:pt x="174" y="724"/>
                      </a:lnTo>
                      <a:lnTo>
                        <a:pt x="174" y="723"/>
                      </a:lnTo>
                      <a:lnTo>
                        <a:pt x="170" y="721"/>
                      </a:lnTo>
                      <a:lnTo>
                        <a:pt x="168" y="721"/>
                      </a:lnTo>
                      <a:lnTo>
                        <a:pt x="164" y="724"/>
                      </a:lnTo>
                      <a:lnTo>
                        <a:pt x="163" y="724"/>
                      </a:lnTo>
                      <a:lnTo>
                        <a:pt x="156" y="720"/>
                      </a:lnTo>
                      <a:lnTo>
                        <a:pt x="153" y="720"/>
                      </a:lnTo>
                      <a:lnTo>
                        <a:pt x="152" y="721"/>
                      </a:lnTo>
                      <a:lnTo>
                        <a:pt x="152" y="729"/>
                      </a:lnTo>
                      <a:lnTo>
                        <a:pt x="149" y="733"/>
                      </a:lnTo>
                      <a:lnTo>
                        <a:pt x="136" y="737"/>
                      </a:lnTo>
                      <a:lnTo>
                        <a:pt x="136" y="743"/>
                      </a:lnTo>
                      <a:lnTo>
                        <a:pt x="134" y="747"/>
                      </a:lnTo>
                      <a:lnTo>
                        <a:pt x="120" y="743"/>
                      </a:lnTo>
                      <a:lnTo>
                        <a:pt x="110" y="737"/>
                      </a:lnTo>
                      <a:lnTo>
                        <a:pt x="102" y="736"/>
                      </a:lnTo>
                      <a:lnTo>
                        <a:pt x="99" y="736"/>
                      </a:lnTo>
                      <a:lnTo>
                        <a:pt x="95" y="742"/>
                      </a:lnTo>
                      <a:lnTo>
                        <a:pt x="89" y="743"/>
                      </a:lnTo>
                      <a:lnTo>
                        <a:pt x="87" y="749"/>
                      </a:lnTo>
                      <a:lnTo>
                        <a:pt x="83" y="753"/>
                      </a:lnTo>
                      <a:lnTo>
                        <a:pt x="78" y="750"/>
                      </a:lnTo>
                      <a:lnTo>
                        <a:pt x="70" y="739"/>
                      </a:lnTo>
                      <a:lnTo>
                        <a:pt x="67" y="737"/>
                      </a:lnTo>
                      <a:lnTo>
                        <a:pt x="62" y="737"/>
                      </a:lnTo>
                      <a:lnTo>
                        <a:pt x="56" y="743"/>
                      </a:lnTo>
                      <a:lnTo>
                        <a:pt x="52" y="747"/>
                      </a:lnTo>
                      <a:lnTo>
                        <a:pt x="48" y="748"/>
                      </a:lnTo>
                      <a:lnTo>
                        <a:pt x="43" y="744"/>
                      </a:lnTo>
                      <a:lnTo>
                        <a:pt x="38" y="740"/>
                      </a:lnTo>
                      <a:lnTo>
                        <a:pt x="39" y="737"/>
                      </a:lnTo>
                      <a:lnTo>
                        <a:pt x="43" y="732"/>
                      </a:lnTo>
                      <a:lnTo>
                        <a:pt x="43" y="728"/>
                      </a:lnTo>
                      <a:lnTo>
                        <a:pt x="46" y="724"/>
                      </a:lnTo>
                      <a:lnTo>
                        <a:pt x="48" y="723"/>
                      </a:lnTo>
                      <a:lnTo>
                        <a:pt x="48" y="721"/>
                      </a:lnTo>
                      <a:lnTo>
                        <a:pt x="44" y="717"/>
                      </a:lnTo>
                      <a:lnTo>
                        <a:pt x="44" y="710"/>
                      </a:lnTo>
                      <a:lnTo>
                        <a:pt x="46" y="706"/>
                      </a:lnTo>
                      <a:lnTo>
                        <a:pt x="46" y="702"/>
                      </a:lnTo>
                      <a:lnTo>
                        <a:pt x="45" y="699"/>
                      </a:lnTo>
                      <a:lnTo>
                        <a:pt x="45" y="697"/>
                      </a:lnTo>
                      <a:lnTo>
                        <a:pt x="46" y="697"/>
                      </a:lnTo>
                      <a:lnTo>
                        <a:pt x="45" y="694"/>
                      </a:lnTo>
                      <a:lnTo>
                        <a:pt x="41" y="689"/>
                      </a:lnTo>
                      <a:lnTo>
                        <a:pt x="39" y="684"/>
                      </a:lnTo>
                      <a:lnTo>
                        <a:pt x="36" y="682"/>
                      </a:lnTo>
                      <a:lnTo>
                        <a:pt x="35" y="678"/>
                      </a:lnTo>
                      <a:lnTo>
                        <a:pt x="32" y="674"/>
                      </a:lnTo>
                      <a:lnTo>
                        <a:pt x="32" y="670"/>
                      </a:lnTo>
                      <a:lnTo>
                        <a:pt x="27" y="670"/>
                      </a:lnTo>
                      <a:lnTo>
                        <a:pt x="24" y="673"/>
                      </a:lnTo>
                      <a:lnTo>
                        <a:pt x="20" y="673"/>
                      </a:lnTo>
                      <a:lnTo>
                        <a:pt x="19" y="672"/>
                      </a:lnTo>
                      <a:lnTo>
                        <a:pt x="17" y="666"/>
                      </a:lnTo>
                      <a:lnTo>
                        <a:pt x="9" y="654"/>
                      </a:lnTo>
                      <a:lnTo>
                        <a:pt x="9" y="652"/>
                      </a:lnTo>
                      <a:lnTo>
                        <a:pt x="14" y="646"/>
                      </a:lnTo>
                      <a:lnTo>
                        <a:pt x="13" y="641"/>
                      </a:lnTo>
                      <a:lnTo>
                        <a:pt x="11" y="635"/>
                      </a:lnTo>
                      <a:lnTo>
                        <a:pt x="11" y="629"/>
                      </a:lnTo>
                      <a:lnTo>
                        <a:pt x="9" y="621"/>
                      </a:lnTo>
                      <a:lnTo>
                        <a:pt x="6" y="618"/>
                      </a:lnTo>
                      <a:lnTo>
                        <a:pt x="5" y="618"/>
                      </a:lnTo>
                      <a:lnTo>
                        <a:pt x="3" y="614"/>
                      </a:lnTo>
                      <a:lnTo>
                        <a:pt x="1" y="614"/>
                      </a:lnTo>
                      <a:lnTo>
                        <a:pt x="1" y="608"/>
                      </a:lnTo>
                      <a:lnTo>
                        <a:pt x="3" y="600"/>
                      </a:lnTo>
                      <a:lnTo>
                        <a:pt x="2" y="597"/>
                      </a:lnTo>
                      <a:lnTo>
                        <a:pt x="0" y="594"/>
                      </a:lnTo>
                      <a:lnTo>
                        <a:pt x="23" y="572"/>
                      </a:lnTo>
                      <a:lnTo>
                        <a:pt x="30" y="554"/>
                      </a:lnTo>
                      <a:lnTo>
                        <a:pt x="34" y="543"/>
                      </a:lnTo>
                      <a:lnTo>
                        <a:pt x="39" y="532"/>
                      </a:lnTo>
                      <a:lnTo>
                        <a:pt x="41" y="530"/>
                      </a:lnTo>
                      <a:lnTo>
                        <a:pt x="45" y="532"/>
                      </a:lnTo>
                      <a:lnTo>
                        <a:pt x="45" y="533"/>
                      </a:lnTo>
                      <a:lnTo>
                        <a:pt x="51" y="534"/>
                      </a:lnTo>
                      <a:lnTo>
                        <a:pt x="55" y="537"/>
                      </a:lnTo>
                      <a:lnTo>
                        <a:pt x="60" y="550"/>
                      </a:lnTo>
                      <a:lnTo>
                        <a:pt x="70" y="568"/>
                      </a:lnTo>
                      <a:lnTo>
                        <a:pt x="84" y="572"/>
                      </a:lnTo>
                      <a:lnTo>
                        <a:pt x="87" y="572"/>
                      </a:lnTo>
                      <a:lnTo>
                        <a:pt x="113" y="550"/>
                      </a:lnTo>
                      <a:lnTo>
                        <a:pt x="200" y="553"/>
                      </a:lnTo>
                      <a:lnTo>
                        <a:pt x="271" y="554"/>
                      </a:lnTo>
                      <a:lnTo>
                        <a:pt x="344" y="555"/>
                      </a:lnTo>
                      <a:lnTo>
                        <a:pt x="362" y="555"/>
                      </a:lnTo>
                      <a:lnTo>
                        <a:pt x="374" y="508"/>
                      </a:lnTo>
                      <a:lnTo>
                        <a:pt x="352" y="501"/>
                      </a:lnTo>
                      <a:lnTo>
                        <a:pt x="346" y="444"/>
                      </a:lnTo>
                      <a:lnTo>
                        <a:pt x="341" y="389"/>
                      </a:lnTo>
                      <a:lnTo>
                        <a:pt x="335" y="335"/>
                      </a:lnTo>
                      <a:lnTo>
                        <a:pt x="329" y="281"/>
                      </a:lnTo>
                      <a:lnTo>
                        <a:pt x="324" y="226"/>
                      </a:lnTo>
                      <a:lnTo>
                        <a:pt x="318" y="169"/>
                      </a:lnTo>
                      <a:lnTo>
                        <a:pt x="313" y="114"/>
                      </a:lnTo>
                      <a:lnTo>
                        <a:pt x="307" y="58"/>
                      </a:lnTo>
                      <a:lnTo>
                        <a:pt x="301" y="0"/>
                      </a:lnTo>
                      <a:lnTo>
                        <a:pt x="398" y="0"/>
                      </a:lnTo>
                      <a:lnTo>
                        <a:pt x="462" y="4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28" name="Google Shape;2428;p5">
                  <a:extLst>
                    <a:ext uri="{FF2B5EF4-FFF2-40B4-BE49-F238E27FC236}">
                      <a16:creationId xmlns:a16="http://schemas.microsoft.com/office/drawing/2014/main" id="{7C2585D3-641C-A2AC-8E30-C3A855C639FD}"/>
                    </a:ext>
                  </a:extLst>
                </p:cNvPr>
                <p:cNvSpPr/>
                <p:nvPr/>
              </p:nvSpPr>
              <p:spPr>
                <a:xfrm>
                  <a:off x="4887118" y="2994372"/>
                  <a:ext cx="69850" cy="147638"/>
                </a:xfrm>
                <a:custGeom>
                  <a:avLst/>
                  <a:gdLst/>
                  <a:ahLst/>
                  <a:cxnLst/>
                  <a:rect l="l" t="t" r="r" b="b"/>
                  <a:pathLst>
                    <a:path w="218" h="462" extrusionOk="0">
                      <a:moveTo>
                        <a:pt x="111" y="462"/>
                      </a:moveTo>
                      <a:lnTo>
                        <a:pt x="123" y="461"/>
                      </a:lnTo>
                      <a:lnTo>
                        <a:pt x="135" y="452"/>
                      </a:lnTo>
                      <a:lnTo>
                        <a:pt x="145" y="444"/>
                      </a:lnTo>
                      <a:lnTo>
                        <a:pt x="151" y="434"/>
                      </a:lnTo>
                      <a:lnTo>
                        <a:pt x="151" y="424"/>
                      </a:lnTo>
                      <a:lnTo>
                        <a:pt x="145" y="396"/>
                      </a:lnTo>
                      <a:lnTo>
                        <a:pt x="147" y="387"/>
                      </a:lnTo>
                      <a:lnTo>
                        <a:pt x="151" y="379"/>
                      </a:lnTo>
                      <a:lnTo>
                        <a:pt x="164" y="373"/>
                      </a:lnTo>
                      <a:lnTo>
                        <a:pt x="174" y="365"/>
                      </a:lnTo>
                      <a:lnTo>
                        <a:pt x="178" y="355"/>
                      </a:lnTo>
                      <a:lnTo>
                        <a:pt x="207" y="336"/>
                      </a:lnTo>
                      <a:lnTo>
                        <a:pt x="213" y="331"/>
                      </a:lnTo>
                      <a:lnTo>
                        <a:pt x="218" y="320"/>
                      </a:lnTo>
                      <a:lnTo>
                        <a:pt x="217" y="284"/>
                      </a:lnTo>
                      <a:lnTo>
                        <a:pt x="218" y="281"/>
                      </a:lnTo>
                      <a:lnTo>
                        <a:pt x="212" y="277"/>
                      </a:lnTo>
                      <a:lnTo>
                        <a:pt x="208" y="278"/>
                      </a:lnTo>
                      <a:lnTo>
                        <a:pt x="202" y="278"/>
                      </a:lnTo>
                      <a:lnTo>
                        <a:pt x="198" y="273"/>
                      </a:lnTo>
                      <a:lnTo>
                        <a:pt x="198" y="269"/>
                      </a:lnTo>
                      <a:lnTo>
                        <a:pt x="191" y="251"/>
                      </a:lnTo>
                      <a:lnTo>
                        <a:pt x="186" y="251"/>
                      </a:lnTo>
                      <a:lnTo>
                        <a:pt x="177" y="257"/>
                      </a:lnTo>
                      <a:lnTo>
                        <a:pt x="172" y="252"/>
                      </a:lnTo>
                      <a:lnTo>
                        <a:pt x="170" y="246"/>
                      </a:lnTo>
                      <a:lnTo>
                        <a:pt x="164" y="249"/>
                      </a:lnTo>
                      <a:lnTo>
                        <a:pt x="159" y="249"/>
                      </a:lnTo>
                      <a:lnTo>
                        <a:pt x="153" y="246"/>
                      </a:lnTo>
                      <a:lnTo>
                        <a:pt x="142" y="239"/>
                      </a:lnTo>
                      <a:lnTo>
                        <a:pt x="138" y="226"/>
                      </a:lnTo>
                      <a:lnTo>
                        <a:pt x="138" y="215"/>
                      </a:lnTo>
                      <a:lnTo>
                        <a:pt x="150" y="219"/>
                      </a:lnTo>
                      <a:lnTo>
                        <a:pt x="150" y="210"/>
                      </a:lnTo>
                      <a:lnTo>
                        <a:pt x="153" y="203"/>
                      </a:lnTo>
                      <a:lnTo>
                        <a:pt x="160" y="201"/>
                      </a:lnTo>
                      <a:lnTo>
                        <a:pt x="166" y="195"/>
                      </a:lnTo>
                      <a:lnTo>
                        <a:pt x="172" y="192"/>
                      </a:lnTo>
                      <a:lnTo>
                        <a:pt x="185" y="181"/>
                      </a:lnTo>
                      <a:lnTo>
                        <a:pt x="192" y="174"/>
                      </a:lnTo>
                      <a:lnTo>
                        <a:pt x="198" y="163"/>
                      </a:lnTo>
                      <a:lnTo>
                        <a:pt x="207" y="140"/>
                      </a:lnTo>
                      <a:lnTo>
                        <a:pt x="204" y="132"/>
                      </a:lnTo>
                      <a:lnTo>
                        <a:pt x="202" y="116"/>
                      </a:lnTo>
                      <a:lnTo>
                        <a:pt x="194" y="111"/>
                      </a:lnTo>
                      <a:lnTo>
                        <a:pt x="191" y="104"/>
                      </a:lnTo>
                      <a:lnTo>
                        <a:pt x="181" y="101"/>
                      </a:lnTo>
                      <a:lnTo>
                        <a:pt x="176" y="95"/>
                      </a:lnTo>
                      <a:lnTo>
                        <a:pt x="172" y="79"/>
                      </a:lnTo>
                      <a:lnTo>
                        <a:pt x="175" y="66"/>
                      </a:lnTo>
                      <a:lnTo>
                        <a:pt x="183" y="59"/>
                      </a:lnTo>
                      <a:lnTo>
                        <a:pt x="194" y="55"/>
                      </a:lnTo>
                      <a:lnTo>
                        <a:pt x="207" y="31"/>
                      </a:lnTo>
                      <a:lnTo>
                        <a:pt x="201" y="19"/>
                      </a:lnTo>
                      <a:lnTo>
                        <a:pt x="194" y="19"/>
                      </a:lnTo>
                      <a:lnTo>
                        <a:pt x="188" y="27"/>
                      </a:lnTo>
                      <a:lnTo>
                        <a:pt x="182" y="32"/>
                      </a:lnTo>
                      <a:lnTo>
                        <a:pt x="175" y="35"/>
                      </a:lnTo>
                      <a:lnTo>
                        <a:pt x="171" y="39"/>
                      </a:lnTo>
                      <a:lnTo>
                        <a:pt x="160" y="35"/>
                      </a:lnTo>
                      <a:lnTo>
                        <a:pt x="161" y="24"/>
                      </a:lnTo>
                      <a:lnTo>
                        <a:pt x="156" y="15"/>
                      </a:lnTo>
                      <a:lnTo>
                        <a:pt x="155" y="9"/>
                      </a:lnTo>
                      <a:lnTo>
                        <a:pt x="156" y="7"/>
                      </a:lnTo>
                      <a:lnTo>
                        <a:pt x="138" y="0"/>
                      </a:lnTo>
                      <a:lnTo>
                        <a:pt x="128" y="0"/>
                      </a:lnTo>
                      <a:lnTo>
                        <a:pt x="115" y="2"/>
                      </a:lnTo>
                      <a:lnTo>
                        <a:pt x="104" y="7"/>
                      </a:lnTo>
                      <a:lnTo>
                        <a:pt x="91" y="13"/>
                      </a:lnTo>
                      <a:lnTo>
                        <a:pt x="83" y="19"/>
                      </a:lnTo>
                      <a:lnTo>
                        <a:pt x="79" y="24"/>
                      </a:lnTo>
                      <a:lnTo>
                        <a:pt x="75" y="25"/>
                      </a:lnTo>
                      <a:lnTo>
                        <a:pt x="73" y="31"/>
                      </a:lnTo>
                      <a:lnTo>
                        <a:pt x="68" y="35"/>
                      </a:lnTo>
                      <a:lnTo>
                        <a:pt x="62" y="41"/>
                      </a:lnTo>
                      <a:lnTo>
                        <a:pt x="53" y="50"/>
                      </a:lnTo>
                      <a:lnTo>
                        <a:pt x="51" y="55"/>
                      </a:lnTo>
                      <a:lnTo>
                        <a:pt x="57" y="57"/>
                      </a:lnTo>
                      <a:lnTo>
                        <a:pt x="58" y="61"/>
                      </a:lnTo>
                      <a:lnTo>
                        <a:pt x="53" y="93"/>
                      </a:lnTo>
                      <a:lnTo>
                        <a:pt x="52" y="101"/>
                      </a:lnTo>
                      <a:lnTo>
                        <a:pt x="54" y="111"/>
                      </a:lnTo>
                      <a:lnTo>
                        <a:pt x="56" y="134"/>
                      </a:lnTo>
                      <a:lnTo>
                        <a:pt x="59" y="140"/>
                      </a:lnTo>
                      <a:lnTo>
                        <a:pt x="59" y="147"/>
                      </a:lnTo>
                      <a:lnTo>
                        <a:pt x="53" y="171"/>
                      </a:lnTo>
                      <a:lnTo>
                        <a:pt x="49" y="185"/>
                      </a:lnTo>
                      <a:lnTo>
                        <a:pt x="30" y="197"/>
                      </a:lnTo>
                      <a:lnTo>
                        <a:pt x="27" y="208"/>
                      </a:lnTo>
                      <a:lnTo>
                        <a:pt x="19" y="212"/>
                      </a:lnTo>
                      <a:lnTo>
                        <a:pt x="14" y="217"/>
                      </a:lnTo>
                      <a:lnTo>
                        <a:pt x="13" y="220"/>
                      </a:lnTo>
                      <a:lnTo>
                        <a:pt x="3" y="226"/>
                      </a:lnTo>
                      <a:lnTo>
                        <a:pt x="0" y="226"/>
                      </a:lnTo>
                      <a:lnTo>
                        <a:pt x="3" y="234"/>
                      </a:lnTo>
                      <a:lnTo>
                        <a:pt x="8" y="246"/>
                      </a:lnTo>
                      <a:lnTo>
                        <a:pt x="14" y="272"/>
                      </a:lnTo>
                      <a:lnTo>
                        <a:pt x="32" y="279"/>
                      </a:lnTo>
                      <a:lnTo>
                        <a:pt x="37" y="285"/>
                      </a:lnTo>
                      <a:lnTo>
                        <a:pt x="46" y="305"/>
                      </a:lnTo>
                      <a:lnTo>
                        <a:pt x="46" y="323"/>
                      </a:lnTo>
                      <a:lnTo>
                        <a:pt x="64" y="336"/>
                      </a:lnTo>
                      <a:lnTo>
                        <a:pt x="89" y="348"/>
                      </a:lnTo>
                      <a:lnTo>
                        <a:pt x="91" y="348"/>
                      </a:lnTo>
                      <a:lnTo>
                        <a:pt x="91" y="349"/>
                      </a:lnTo>
                      <a:lnTo>
                        <a:pt x="105" y="422"/>
                      </a:lnTo>
                      <a:lnTo>
                        <a:pt x="110" y="459"/>
                      </a:lnTo>
                      <a:lnTo>
                        <a:pt x="111" y="46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29" name="Google Shape;2429;p5">
                  <a:extLst>
                    <a:ext uri="{FF2B5EF4-FFF2-40B4-BE49-F238E27FC236}">
                      <a16:creationId xmlns:a16="http://schemas.microsoft.com/office/drawing/2014/main" id="{3E76DEB8-7202-C1E4-26C8-A21BE909ADFE}"/>
                    </a:ext>
                  </a:extLst>
                </p:cNvPr>
                <p:cNvSpPr/>
                <p:nvPr/>
              </p:nvSpPr>
              <p:spPr>
                <a:xfrm>
                  <a:off x="5187155" y="3115022"/>
                  <a:ext cx="195263" cy="192088"/>
                </a:xfrm>
                <a:custGeom>
                  <a:avLst/>
                  <a:gdLst/>
                  <a:ahLst/>
                  <a:cxnLst/>
                  <a:rect l="l" t="t" r="r" b="b"/>
                  <a:pathLst>
                    <a:path w="612" h="605" extrusionOk="0">
                      <a:moveTo>
                        <a:pt x="24" y="552"/>
                      </a:moveTo>
                      <a:lnTo>
                        <a:pt x="24" y="496"/>
                      </a:lnTo>
                      <a:lnTo>
                        <a:pt x="24" y="438"/>
                      </a:lnTo>
                      <a:lnTo>
                        <a:pt x="24" y="382"/>
                      </a:lnTo>
                      <a:lnTo>
                        <a:pt x="24" y="324"/>
                      </a:lnTo>
                      <a:lnTo>
                        <a:pt x="24" y="265"/>
                      </a:lnTo>
                      <a:lnTo>
                        <a:pt x="24" y="207"/>
                      </a:lnTo>
                      <a:lnTo>
                        <a:pt x="24" y="164"/>
                      </a:lnTo>
                      <a:lnTo>
                        <a:pt x="7" y="146"/>
                      </a:lnTo>
                      <a:lnTo>
                        <a:pt x="10" y="133"/>
                      </a:lnTo>
                      <a:lnTo>
                        <a:pt x="8" y="130"/>
                      </a:lnTo>
                      <a:lnTo>
                        <a:pt x="1" y="120"/>
                      </a:lnTo>
                      <a:lnTo>
                        <a:pt x="0" y="99"/>
                      </a:lnTo>
                      <a:lnTo>
                        <a:pt x="0" y="95"/>
                      </a:lnTo>
                      <a:lnTo>
                        <a:pt x="3" y="90"/>
                      </a:lnTo>
                      <a:lnTo>
                        <a:pt x="13" y="86"/>
                      </a:lnTo>
                      <a:lnTo>
                        <a:pt x="13" y="83"/>
                      </a:lnTo>
                      <a:lnTo>
                        <a:pt x="15" y="74"/>
                      </a:lnTo>
                      <a:lnTo>
                        <a:pt x="12" y="57"/>
                      </a:lnTo>
                      <a:lnTo>
                        <a:pt x="11" y="30"/>
                      </a:lnTo>
                      <a:lnTo>
                        <a:pt x="7" y="22"/>
                      </a:lnTo>
                      <a:lnTo>
                        <a:pt x="7" y="19"/>
                      </a:lnTo>
                      <a:lnTo>
                        <a:pt x="15" y="11"/>
                      </a:lnTo>
                      <a:lnTo>
                        <a:pt x="18" y="2"/>
                      </a:lnTo>
                      <a:lnTo>
                        <a:pt x="26" y="0"/>
                      </a:lnTo>
                      <a:lnTo>
                        <a:pt x="28" y="6"/>
                      </a:lnTo>
                      <a:lnTo>
                        <a:pt x="35" y="8"/>
                      </a:lnTo>
                      <a:lnTo>
                        <a:pt x="54" y="3"/>
                      </a:lnTo>
                      <a:lnTo>
                        <a:pt x="67" y="3"/>
                      </a:lnTo>
                      <a:lnTo>
                        <a:pt x="91" y="7"/>
                      </a:lnTo>
                      <a:lnTo>
                        <a:pt x="123" y="12"/>
                      </a:lnTo>
                      <a:lnTo>
                        <a:pt x="142" y="19"/>
                      </a:lnTo>
                      <a:lnTo>
                        <a:pt x="153" y="27"/>
                      </a:lnTo>
                      <a:lnTo>
                        <a:pt x="169" y="29"/>
                      </a:lnTo>
                      <a:lnTo>
                        <a:pt x="177" y="31"/>
                      </a:lnTo>
                      <a:lnTo>
                        <a:pt x="185" y="38"/>
                      </a:lnTo>
                      <a:lnTo>
                        <a:pt x="201" y="38"/>
                      </a:lnTo>
                      <a:lnTo>
                        <a:pt x="214" y="39"/>
                      </a:lnTo>
                      <a:lnTo>
                        <a:pt x="228" y="45"/>
                      </a:lnTo>
                      <a:lnTo>
                        <a:pt x="239" y="52"/>
                      </a:lnTo>
                      <a:lnTo>
                        <a:pt x="255" y="47"/>
                      </a:lnTo>
                      <a:lnTo>
                        <a:pt x="269" y="40"/>
                      </a:lnTo>
                      <a:lnTo>
                        <a:pt x="285" y="28"/>
                      </a:lnTo>
                      <a:lnTo>
                        <a:pt x="301" y="20"/>
                      </a:lnTo>
                      <a:lnTo>
                        <a:pt x="311" y="13"/>
                      </a:lnTo>
                      <a:lnTo>
                        <a:pt x="324" y="12"/>
                      </a:lnTo>
                      <a:lnTo>
                        <a:pt x="334" y="8"/>
                      </a:lnTo>
                      <a:lnTo>
                        <a:pt x="336" y="8"/>
                      </a:lnTo>
                      <a:lnTo>
                        <a:pt x="336" y="11"/>
                      </a:lnTo>
                      <a:lnTo>
                        <a:pt x="324" y="16"/>
                      </a:lnTo>
                      <a:lnTo>
                        <a:pt x="322" y="20"/>
                      </a:lnTo>
                      <a:lnTo>
                        <a:pt x="324" y="20"/>
                      </a:lnTo>
                      <a:lnTo>
                        <a:pt x="344" y="17"/>
                      </a:lnTo>
                      <a:lnTo>
                        <a:pt x="349" y="13"/>
                      </a:lnTo>
                      <a:lnTo>
                        <a:pt x="354" y="7"/>
                      </a:lnTo>
                      <a:lnTo>
                        <a:pt x="361" y="11"/>
                      </a:lnTo>
                      <a:lnTo>
                        <a:pt x="365" y="11"/>
                      </a:lnTo>
                      <a:lnTo>
                        <a:pt x="388" y="11"/>
                      </a:lnTo>
                      <a:lnTo>
                        <a:pt x="390" y="11"/>
                      </a:lnTo>
                      <a:lnTo>
                        <a:pt x="400" y="6"/>
                      </a:lnTo>
                      <a:lnTo>
                        <a:pt x="401" y="8"/>
                      </a:lnTo>
                      <a:lnTo>
                        <a:pt x="405" y="14"/>
                      </a:lnTo>
                      <a:lnTo>
                        <a:pt x="408" y="16"/>
                      </a:lnTo>
                      <a:lnTo>
                        <a:pt x="411" y="20"/>
                      </a:lnTo>
                      <a:lnTo>
                        <a:pt x="416" y="24"/>
                      </a:lnTo>
                      <a:lnTo>
                        <a:pt x="426" y="28"/>
                      </a:lnTo>
                      <a:lnTo>
                        <a:pt x="431" y="35"/>
                      </a:lnTo>
                      <a:lnTo>
                        <a:pt x="435" y="40"/>
                      </a:lnTo>
                      <a:lnTo>
                        <a:pt x="447" y="40"/>
                      </a:lnTo>
                      <a:lnTo>
                        <a:pt x="456" y="39"/>
                      </a:lnTo>
                      <a:lnTo>
                        <a:pt x="459" y="35"/>
                      </a:lnTo>
                      <a:lnTo>
                        <a:pt x="463" y="34"/>
                      </a:lnTo>
                      <a:lnTo>
                        <a:pt x="468" y="40"/>
                      </a:lnTo>
                      <a:lnTo>
                        <a:pt x="491" y="38"/>
                      </a:lnTo>
                      <a:lnTo>
                        <a:pt x="510" y="29"/>
                      </a:lnTo>
                      <a:lnTo>
                        <a:pt x="521" y="20"/>
                      </a:lnTo>
                      <a:lnTo>
                        <a:pt x="523" y="30"/>
                      </a:lnTo>
                      <a:lnTo>
                        <a:pt x="523" y="35"/>
                      </a:lnTo>
                      <a:lnTo>
                        <a:pt x="527" y="41"/>
                      </a:lnTo>
                      <a:lnTo>
                        <a:pt x="545" y="99"/>
                      </a:lnTo>
                      <a:lnTo>
                        <a:pt x="561" y="144"/>
                      </a:lnTo>
                      <a:lnTo>
                        <a:pt x="554" y="164"/>
                      </a:lnTo>
                      <a:lnTo>
                        <a:pt x="549" y="187"/>
                      </a:lnTo>
                      <a:lnTo>
                        <a:pt x="539" y="211"/>
                      </a:lnTo>
                      <a:lnTo>
                        <a:pt x="539" y="221"/>
                      </a:lnTo>
                      <a:lnTo>
                        <a:pt x="539" y="228"/>
                      </a:lnTo>
                      <a:lnTo>
                        <a:pt x="538" y="234"/>
                      </a:lnTo>
                      <a:lnTo>
                        <a:pt x="534" y="238"/>
                      </a:lnTo>
                      <a:lnTo>
                        <a:pt x="527" y="242"/>
                      </a:lnTo>
                      <a:lnTo>
                        <a:pt x="518" y="242"/>
                      </a:lnTo>
                      <a:lnTo>
                        <a:pt x="510" y="235"/>
                      </a:lnTo>
                      <a:lnTo>
                        <a:pt x="499" y="219"/>
                      </a:lnTo>
                      <a:lnTo>
                        <a:pt x="486" y="207"/>
                      </a:lnTo>
                      <a:lnTo>
                        <a:pt x="476" y="192"/>
                      </a:lnTo>
                      <a:lnTo>
                        <a:pt x="474" y="189"/>
                      </a:lnTo>
                      <a:lnTo>
                        <a:pt x="473" y="175"/>
                      </a:lnTo>
                      <a:lnTo>
                        <a:pt x="469" y="165"/>
                      </a:lnTo>
                      <a:lnTo>
                        <a:pt x="458" y="154"/>
                      </a:lnTo>
                      <a:lnTo>
                        <a:pt x="454" y="144"/>
                      </a:lnTo>
                      <a:lnTo>
                        <a:pt x="447" y="135"/>
                      </a:lnTo>
                      <a:lnTo>
                        <a:pt x="442" y="115"/>
                      </a:lnTo>
                      <a:lnTo>
                        <a:pt x="440" y="109"/>
                      </a:lnTo>
                      <a:lnTo>
                        <a:pt x="438" y="105"/>
                      </a:lnTo>
                      <a:lnTo>
                        <a:pt x="436" y="104"/>
                      </a:lnTo>
                      <a:lnTo>
                        <a:pt x="436" y="104"/>
                      </a:lnTo>
                      <a:lnTo>
                        <a:pt x="432" y="108"/>
                      </a:lnTo>
                      <a:lnTo>
                        <a:pt x="433" y="113"/>
                      </a:lnTo>
                      <a:lnTo>
                        <a:pt x="429" y="119"/>
                      </a:lnTo>
                      <a:lnTo>
                        <a:pt x="427" y="131"/>
                      </a:lnTo>
                      <a:lnTo>
                        <a:pt x="429" y="135"/>
                      </a:lnTo>
                      <a:lnTo>
                        <a:pt x="437" y="143"/>
                      </a:lnTo>
                      <a:lnTo>
                        <a:pt x="440" y="148"/>
                      </a:lnTo>
                      <a:lnTo>
                        <a:pt x="442" y="154"/>
                      </a:lnTo>
                      <a:lnTo>
                        <a:pt x="441" y="167"/>
                      </a:lnTo>
                      <a:lnTo>
                        <a:pt x="443" y="174"/>
                      </a:lnTo>
                      <a:lnTo>
                        <a:pt x="458" y="203"/>
                      </a:lnTo>
                      <a:lnTo>
                        <a:pt x="475" y="223"/>
                      </a:lnTo>
                      <a:lnTo>
                        <a:pt x="483" y="230"/>
                      </a:lnTo>
                      <a:lnTo>
                        <a:pt x="487" y="232"/>
                      </a:lnTo>
                      <a:lnTo>
                        <a:pt x="490" y="256"/>
                      </a:lnTo>
                      <a:lnTo>
                        <a:pt x="495" y="265"/>
                      </a:lnTo>
                      <a:lnTo>
                        <a:pt x="506" y="278"/>
                      </a:lnTo>
                      <a:lnTo>
                        <a:pt x="512" y="304"/>
                      </a:lnTo>
                      <a:lnTo>
                        <a:pt x="515" y="314"/>
                      </a:lnTo>
                      <a:lnTo>
                        <a:pt x="517" y="323"/>
                      </a:lnTo>
                      <a:lnTo>
                        <a:pt x="530" y="346"/>
                      </a:lnTo>
                      <a:lnTo>
                        <a:pt x="535" y="362"/>
                      </a:lnTo>
                      <a:lnTo>
                        <a:pt x="545" y="374"/>
                      </a:lnTo>
                      <a:lnTo>
                        <a:pt x="558" y="401"/>
                      </a:lnTo>
                      <a:lnTo>
                        <a:pt x="562" y="412"/>
                      </a:lnTo>
                      <a:lnTo>
                        <a:pt x="567" y="418"/>
                      </a:lnTo>
                      <a:lnTo>
                        <a:pt x="578" y="444"/>
                      </a:lnTo>
                      <a:lnTo>
                        <a:pt x="588" y="455"/>
                      </a:lnTo>
                      <a:lnTo>
                        <a:pt x="604" y="469"/>
                      </a:lnTo>
                      <a:lnTo>
                        <a:pt x="608" y="471"/>
                      </a:lnTo>
                      <a:lnTo>
                        <a:pt x="612" y="476"/>
                      </a:lnTo>
                      <a:lnTo>
                        <a:pt x="612" y="479"/>
                      </a:lnTo>
                      <a:lnTo>
                        <a:pt x="598" y="476"/>
                      </a:lnTo>
                      <a:lnTo>
                        <a:pt x="596" y="476"/>
                      </a:lnTo>
                      <a:lnTo>
                        <a:pt x="594" y="479"/>
                      </a:lnTo>
                      <a:lnTo>
                        <a:pt x="598" y="488"/>
                      </a:lnTo>
                      <a:lnTo>
                        <a:pt x="599" y="513"/>
                      </a:lnTo>
                      <a:lnTo>
                        <a:pt x="603" y="525"/>
                      </a:lnTo>
                      <a:lnTo>
                        <a:pt x="581" y="545"/>
                      </a:lnTo>
                      <a:lnTo>
                        <a:pt x="567" y="540"/>
                      </a:lnTo>
                      <a:lnTo>
                        <a:pt x="555" y="571"/>
                      </a:lnTo>
                      <a:lnTo>
                        <a:pt x="526" y="578"/>
                      </a:lnTo>
                      <a:lnTo>
                        <a:pt x="518" y="603"/>
                      </a:lnTo>
                      <a:lnTo>
                        <a:pt x="491" y="605"/>
                      </a:lnTo>
                      <a:lnTo>
                        <a:pt x="473" y="592"/>
                      </a:lnTo>
                      <a:lnTo>
                        <a:pt x="376" y="590"/>
                      </a:lnTo>
                      <a:lnTo>
                        <a:pt x="381" y="579"/>
                      </a:lnTo>
                      <a:lnTo>
                        <a:pt x="378" y="579"/>
                      </a:lnTo>
                      <a:lnTo>
                        <a:pt x="376" y="578"/>
                      </a:lnTo>
                      <a:lnTo>
                        <a:pt x="373" y="578"/>
                      </a:lnTo>
                      <a:lnTo>
                        <a:pt x="366" y="590"/>
                      </a:lnTo>
                      <a:lnTo>
                        <a:pt x="338" y="590"/>
                      </a:lnTo>
                      <a:lnTo>
                        <a:pt x="285" y="590"/>
                      </a:lnTo>
                      <a:lnTo>
                        <a:pt x="233" y="590"/>
                      </a:lnTo>
                      <a:lnTo>
                        <a:pt x="180" y="590"/>
                      </a:lnTo>
                      <a:lnTo>
                        <a:pt x="129" y="590"/>
                      </a:lnTo>
                      <a:lnTo>
                        <a:pt x="77" y="590"/>
                      </a:lnTo>
                      <a:lnTo>
                        <a:pt x="24" y="590"/>
                      </a:lnTo>
                      <a:lnTo>
                        <a:pt x="24" y="55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30" name="Google Shape;2430;p5">
                  <a:extLst>
                    <a:ext uri="{FF2B5EF4-FFF2-40B4-BE49-F238E27FC236}">
                      <a16:creationId xmlns:a16="http://schemas.microsoft.com/office/drawing/2014/main" id="{F9F25FBF-4B50-D4FD-1100-5FE834F16E9F}"/>
                    </a:ext>
                  </a:extLst>
                </p:cNvPr>
                <p:cNvSpPr/>
                <p:nvPr/>
              </p:nvSpPr>
              <p:spPr>
                <a:xfrm>
                  <a:off x="4610893" y="2999134"/>
                  <a:ext cx="352425" cy="358775"/>
                </a:xfrm>
                <a:custGeom>
                  <a:avLst/>
                  <a:gdLst/>
                  <a:ahLst/>
                  <a:cxnLst/>
                  <a:rect l="l" t="t" r="r" b="b"/>
                  <a:pathLst>
                    <a:path w="1112" h="1129" extrusionOk="0">
                      <a:moveTo>
                        <a:pt x="203" y="773"/>
                      </a:moveTo>
                      <a:lnTo>
                        <a:pt x="126" y="722"/>
                      </a:lnTo>
                      <a:lnTo>
                        <a:pt x="67" y="684"/>
                      </a:lnTo>
                      <a:lnTo>
                        <a:pt x="0" y="640"/>
                      </a:lnTo>
                      <a:lnTo>
                        <a:pt x="0" y="608"/>
                      </a:lnTo>
                      <a:lnTo>
                        <a:pt x="0" y="539"/>
                      </a:lnTo>
                      <a:lnTo>
                        <a:pt x="26" y="519"/>
                      </a:lnTo>
                      <a:lnTo>
                        <a:pt x="47" y="505"/>
                      </a:lnTo>
                      <a:lnTo>
                        <a:pt x="59" y="505"/>
                      </a:lnTo>
                      <a:lnTo>
                        <a:pt x="66" y="499"/>
                      </a:lnTo>
                      <a:lnTo>
                        <a:pt x="72" y="495"/>
                      </a:lnTo>
                      <a:lnTo>
                        <a:pt x="79" y="489"/>
                      </a:lnTo>
                      <a:lnTo>
                        <a:pt x="83" y="485"/>
                      </a:lnTo>
                      <a:lnTo>
                        <a:pt x="90" y="487"/>
                      </a:lnTo>
                      <a:lnTo>
                        <a:pt x="97" y="485"/>
                      </a:lnTo>
                      <a:lnTo>
                        <a:pt x="102" y="488"/>
                      </a:lnTo>
                      <a:lnTo>
                        <a:pt x="110" y="488"/>
                      </a:lnTo>
                      <a:lnTo>
                        <a:pt x="113" y="487"/>
                      </a:lnTo>
                      <a:lnTo>
                        <a:pt x="113" y="478"/>
                      </a:lnTo>
                      <a:lnTo>
                        <a:pt x="114" y="474"/>
                      </a:lnTo>
                      <a:lnTo>
                        <a:pt x="131" y="476"/>
                      </a:lnTo>
                      <a:lnTo>
                        <a:pt x="136" y="473"/>
                      </a:lnTo>
                      <a:lnTo>
                        <a:pt x="145" y="473"/>
                      </a:lnTo>
                      <a:lnTo>
                        <a:pt x="161" y="471"/>
                      </a:lnTo>
                      <a:lnTo>
                        <a:pt x="178" y="463"/>
                      </a:lnTo>
                      <a:lnTo>
                        <a:pt x="184" y="458"/>
                      </a:lnTo>
                      <a:lnTo>
                        <a:pt x="190" y="453"/>
                      </a:lnTo>
                      <a:lnTo>
                        <a:pt x="193" y="447"/>
                      </a:lnTo>
                      <a:lnTo>
                        <a:pt x="193" y="445"/>
                      </a:lnTo>
                      <a:lnTo>
                        <a:pt x="196" y="437"/>
                      </a:lnTo>
                      <a:lnTo>
                        <a:pt x="206" y="430"/>
                      </a:lnTo>
                      <a:lnTo>
                        <a:pt x="221" y="424"/>
                      </a:lnTo>
                      <a:lnTo>
                        <a:pt x="227" y="424"/>
                      </a:lnTo>
                      <a:lnTo>
                        <a:pt x="253" y="407"/>
                      </a:lnTo>
                      <a:lnTo>
                        <a:pt x="274" y="403"/>
                      </a:lnTo>
                      <a:lnTo>
                        <a:pt x="276" y="399"/>
                      </a:lnTo>
                      <a:lnTo>
                        <a:pt x="275" y="396"/>
                      </a:lnTo>
                      <a:lnTo>
                        <a:pt x="270" y="392"/>
                      </a:lnTo>
                      <a:lnTo>
                        <a:pt x="269" y="390"/>
                      </a:lnTo>
                      <a:lnTo>
                        <a:pt x="267" y="390"/>
                      </a:lnTo>
                      <a:lnTo>
                        <a:pt x="264" y="391"/>
                      </a:lnTo>
                      <a:lnTo>
                        <a:pt x="263" y="391"/>
                      </a:lnTo>
                      <a:lnTo>
                        <a:pt x="264" y="380"/>
                      </a:lnTo>
                      <a:lnTo>
                        <a:pt x="269" y="375"/>
                      </a:lnTo>
                      <a:lnTo>
                        <a:pt x="268" y="372"/>
                      </a:lnTo>
                      <a:lnTo>
                        <a:pt x="263" y="372"/>
                      </a:lnTo>
                      <a:lnTo>
                        <a:pt x="262" y="370"/>
                      </a:lnTo>
                      <a:lnTo>
                        <a:pt x="262" y="364"/>
                      </a:lnTo>
                      <a:lnTo>
                        <a:pt x="263" y="359"/>
                      </a:lnTo>
                      <a:lnTo>
                        <a:pt x="268" y="355"/>
                      </a:lnTo>
                      <a:lnTo>
                        <a:pt x="273" y="355"/>
                      </a:lnTo>
                      <a:lnTo>
                        <a:pt x="280" y="356"/>
                      </a:lnTo>
                      <a:lnTo>
                        <a:pt x="287" y="355"/>
                      </a:lnTo>
                      <a:lnTo>
                        <a:pt x="295" y="354"/>
                      </a:lnTo>
                      <a:lnTo>
                        <a:pt x="308" y="348"/>
                      </a:lnTo>
                      <a:lnTo>
                        <a:pt x="311" y="345"/>
                      </a:lnTo>
                      <a:lnTo>
                        <a:pt x="312" y="339"/>
                      </a:lnTo>
                      <a:lnTo>
                        <a:pt x="311" y="334"/>
                      </a:lnTo>
                      <a:lnTo>
                        <a:pt x="313" y="329"/>
                      </a:lnTo>
                      <a:lnTo>
                        <a:pt x="316" y="328"/>
                      </a:lnTo>
                      <a:lnTo>
                        <a:pt x="323" y="331"/>
                      </a:lnTo>
                      <a:lnTo>
                        <a:pt x="327" y="329"/>
                      </a:lnTo>
                      <a:lnTo>
                        <a:pt x="330" y="327"/>
                      </a:lnTo>
                      <a:lnTo>
                        <a:pt x="340" y="324"/>
                      </a:lnTo>
                      <a:lnTo>
                        <a:pt x="371" y="324"/>
                      </a:lnTo>
                      <a:lnTo>
                        <a:pt x="376" y="323"/>
                      </a:lnTo>
                      <a:lnTo>
                        <a:pt x="387" y="324"/>
                      </a:lnTo>
                      <a:lnTo>
                        <a:pt x="399" y="324"/>
                      </a:lnTo>
                      <a:lnTo>
                        <a:pt x="407" y="328"/>
                      </a:lnTo>
                      <a:lnTo>
                        <a:pt x="409" y="327"/>
                      </a:lnTo>
                      <a:lnTo>
                        <a:pt x="409" y="324"/>
                      </a:lnTo>
                      <a:lnTo>
                        <a:pt x="407" y="320"/>
                      </a:lnTo>
                      <a:lnTo>
                        <a:pt x="408" y="313"/>
                      </a:lnTo>
                      <a:lnTo>
                        <a:pt x="411" y="306"/>
                      </a:lnTo>
                      <a:lnTo>
                        <a:pt x="416" y="304"/>
                      </a:lnTo>
                      <a:lnTo>
                        <a:pt x="416" y="302"/>
                      </a:lnTo>
                      <a:lnTo>
                        <a:pt x="409" y="297"/>
                      </a:lnTo>
                      <a:lnTo>
                        <a:pt x="400" y="289"/>
                      </a:lnTo>
                      <a:lnTo>
                        <a:pt x="393" y="274"/>
                      </a:lnTo>
                      <a:lnTo>
                        <a:pt x="393" y="268"/>
                      </a:lnTo>
                      <a:lnTo>
                        <a:pt x="391" y="261"/>
                      </a:lnTo>
                      <a:lnTo>
                        <a:pt x="388" y="253"/>
                      </a:lnTo>
                      <a:lnTo>
                        <a:pt x="389" y="248"/>
                      </a:lnTo>
                      <a:lnTo>
                        <a:pt x="391" y="242"/>
                      </a:lnTo>
                      <a:lnTo>
                        <a:pt x="391" y="238"/>
                      </a:lnTo>
                      <a:lnTo>
                        <a:pt x="391" y="234"/>
                      </a:lnTo>
                      <a:lnTo>
                        <a:pt x="383" y="226"/>
                      </a:lnTo>
                      <a:lnTo>
                        <a:pt x="386" y="223"/>
                      </a:lnTo>
                      <a:lnTo>
                        <a:pt x="386" y="213"/>
                      </a:lnTo>
                      <a:lnTo>
                        <a:pt x="387" y="204"/>
                      </a:lnTo>
                      <a:lnTo>
                        <a:pt x="384" y="193"/>
                      </a:lnTo>
                      <a:lnTo>
                        <a:pt x="382" y="186"/>
                      </a:lnTo>
                      <a:lnTo>
                        <a:pt x="386" y="178"/>
                      </a:lnTo>
                      <a:lnTo>
                        <a:pt x="380" y="170"/>
                      </a:lnTo>
                      <a:lnTo>
                        <a:pt x="381" y="167"/>
                      </a:lnTo>
                      <a:lnTo>
                        <a:pt x="382" y="167"/>
                      </a:lnTo>
                      <a:lnTo>
                        <a:pt x="383" y="165"/>
                      </a:lnTo>
                      <a:lnTo>
                        <a:pt x="381" y="161"/>
                      </a:lnTo>
                      <a:lnTo>
                        <a:pt x="377" y="160"/>
                      </a:lnTo>
                      <a:lnTo>
                        <a:pt x="373" y="155"/>
                      </a:lnTo>
                      <a:lnTo>
                        <a:pt x="372" y="153"/>
                      </a:lnTo>
                      <a:lnTo>
                        <a:pt x="366" y="148"/>
                      </a:lnTo>
                      <a:lnTo>
                        <a:pt x="364" y="143"/>
                      </a:lnTo>
                      <a:lnTo>
                        <a:pt x="364" y="138"/>
                      </a:lnTo>
                      <a:lnTo>
                        <a:pt x="371" y="137"/>
                      </a:lnTo>
                      <a:lnTo>
                        <a:pt x="384" y="132"/>
                      </a:lnTo>
                      <a:lnTo>
                        <a:pt x="399" y="123"/>
                      </a:lnTo>
                      <a:lnTo>
                        <a:pt x="418" y="100"/>
                      </a:lnTo>
                      <a:lnTo>
                        <a:pt x="429" y="92"/>
                      </a:lnTo>
                      <a:lnTo>
                        <a:pt x="438" y="91"/>
                      </a:lnTo>
                      <a:lnTo>
                        <a:pt x="445" y="92"/>
                      </a:lnTo>
                      <a:lnTo>
                        <a:pt x="456" y="82"/>
                      </a:lnTo>
                      <a:lnTo>
                        <a:pt x="467" y="87"/>
                      </a:lnTo>
                      <a:lnTo>
                        <a:pt x="478" y="82"/>
                      </a:lnTo>
                      <a:lnTo>
                        <a:pt x="484" y="73"/>
                      </a:lnTo>
                      <a:lnTo>
                        <a:pt x="491" y="65"/>
                      </a:lnTo>
                      <a:lnTo>
                        <a:pt x="497" y="62"/>
                      </a:lnTo>
                      <a:lnTo>
                        <a:pt x="505" y="59"/>
                      </a:lnTo>
                      <a:lnTo>
                        <a:pt x="516" y="51"/>
                      </a:lnTo>
                      <a:lnTo>
                        <a:pt x="543" y="41"/>
                      </a:lnTo>
                      <a:lnTo>
                        <a:pt x="555" y="37"/>
                      </a:lnTo>
                      <a:lnTo>
                        <a:pt x="608" y="33"/>
                      </a:lnTo>
                      <a:lnTo>
                        <a:pt x="620" y="33"/>
                      </a:lnTo>
                      <a:lnTo>
                        <a:pt x="630" y="28"/>
                      </a:lnTo>
                      <a:lnTo>
                        <a:pt x="640" y="20"/>
                      </a:lnTo>
                      <a:lnTo>
                        <a:pt x="646" y="22"/>
                      </a:lnTo>
                      <a:lnTo>
                        <a:pt x="658" y="21"/>
                      </a:lnTo>
                      <a:lnTo>
                        <a:pt x="663" y="24"/>
                      </a:lnTo>
                      <a:lnTo>
                        <a:pt x="673" y="21"/>
                      </a:lnTo>
                      <a:lnTo>
                        <a:pt x="689" y="14"/>
                      </a:lnTo>
                      <a:lnTo>
                        <a:pt x="705" y="14"/>
                      </a:lnTo>
                      <a:lnTo>
                        <a:pt x="720" y="12"/>
                      </a:lnTo>
                      <a:lnTo>
                        <a:pt x="744" y="15"/>
                      </a:lnTo>
                      <a:lnTo>
                        <a:pt x="753" y="24"/>
                      </a:lnTo>
                      <a:lnTo>
                        <a:pt x="764" y="27"/>
                      </a:lnTo>
                      <a:lnTo>
                        <a:pt x="775" y="25"/>
                      </a:lnTo>
                      <a:lnTo>
                        <a:pt x="784" y="20"/>
                      </a:lnTo>
                      <a:lnTo>
                        <a:pt x="801" y="16"/>
                      </a:lnTo>
                      <a:lnTo>
                        <a:pt x="812" y="12"/>
                      </a:lnTo>
                      <a:lnTo>
                        <a:pt x="819" y="0"/>
                      </a:lnTo>
                      <a:lnTo>
                        <a:pt x="832" y="4"/>
                      </a:lnTo>
                      <a:lnTo>
                        <a:pt x="840" y="10"/>
                      </a:lnTo>
                      <a:lnTo>
                        <a:pt x="846" y="10"/>
                      </a:lnTo>
                      <a:lnTo>
                        <a:pt x="855" y="14"/>
                      </a:lnTo>
                      <a:lnTo>
                        <a:pt x="866" y="9"/>
                      </a:lnTo>
                      <a:lnTo>
                        <a:pt x="872" y="1"/>
                      </a:lnTo>
                      <a:lnTo>
                        <a:pt x="892" y="9"/>
                      </a:lnTo>
                      <a:lnTo>
                        <a:pt x="900" y="15"/>
                      </a:lnTo>
                      <a:lnTo>
                        <a:pt x="913" y="14"/>
                      </a:lnTo>
                      <a:lnTo>
                        <a:pt x="921" y="10"/>
                      </a:lnTo>
                      <a:lnTo>
                        <a:pt x="935" y="12"/>
                      </a:lnTo>
                      <a:lnTo>
                        <a:pt x="948" y="10"/>
                      </a:lnTo>
                      <a:lnTo>
                        <a:pt x="946" y="16"/>
                      </a:lnTo>
                      <a:lnTo>
                        <a:pt x="941" y="20"/>
                      </a:lnTo>
                      <a:lnTo>
                        <a:pt x="935" y="26"/>
                      </a:lnTo>
                      <a:lnTo>
                        <a:pt x="926" y="35"/>
                      </a:lnTo>
                      <a:lnTo>
                        <a:pt x="924" y="40"/>
                      </a:lnTo>
                      <a:lnTo>
                        <a:pt x="930" y="42"/>
                      </a:lnTo>
                      <a:lnTo>
                        <a:pt x="931" y="46"/>
                      </a:lnTo>
                      <a:lnTo>
                        <a:pt x="926" y="78"/>
                      </a:lnTo>
                      <a:lnTo>
                        <a:pt x="925" y="86"/>
                      </a:lnTo>
                      <a:lnTo>
                        <a:pt x="927" y="96"/>
                      </a:lnTo>
                      <a:lnTo>
                        <a:pt x="929" y="119"/>
                      </a:lnTo>
                      <a:lnTo>
                        <a:pt x="932" y="125"/>
                      </a:lnTo>
                      <a:lnTo>
                        <a:pt x="932" y="132"/>
                      </a:lnTo>
                      <a:lnTo>
                        <a:pt x="926" y="156"/>
                      </a:lnTo>
                      <a:lnTo>
                        <a:pt x="922" y="170"/>
                      </a:lnTo>
                      <a:lnTo>
                        <a:pt x="903" y="182"/>
                      </a:lnTo>
                      <a:lnTo>
                        <a:pt x="900" y="193"/>
                      </a:lnTo>
                      <a:lnTo>
                        <a:pt x="892" y="197"/>
                      </a:lnTo>
                      <a:lnTo>
                        <a:pt x="887" y="202"/>
                      </a:lnTo>
                      <a:lnTo>
                        <a:pt x="886" y="205"/>
                      </a:lnTo>
                      <a:lnTo>
                        <a:pt x="876" y="211"/>
                      </a:lnTo>
                      <a:lnTo>
                        <a:pt x="873" y="211"/>
                      </a:lnTo>
                      <a:lnTo>
                        <a:pt x="876" y="219"/>
                      </a:lnTo>
                      <a:lnTo>
                        <a:pt x="881" y="231"/>
                      </a:lnTo>
                      <a:lnTo>
                        <a:pt x="887" y="257"/>
                      </a:lnTo>
                      <a:lnTo>
                        <a:pt x="905" y="264"/>
                      </a:lnTo>
                      <a:lnTo>
                        <a:pt x="910" y="270"/>
                      </a:lnTo>
                      <a:lnTo>
                        <a:pt x="919" y="290"/>
                      </a:lnTo>
                      <a:lnTo>
                        <a:pt x="919" y="308"/>
                      </a:lnTo>
                      <a:lnTo>
                        <a:pt x="937" y="321"/>
                      </a:lnTo>
                      <a:lnTo>
                        <a:pt x="962" y="333"/>
                      </a:lnTo>
                      <a:lnTo>
                        <a:pt x="964" y="333"/>
                      </a:lnTo>
                      <a:lnTo>
                        <a:pt x="964" y="334"/>
                      </a:lnTo>
                      <a:lnTo>
                        <a:pt x="978" y="407"/>
                      </a:lnTo>
                      <a:lnTo>
                        <a:pt x="983" y="444"/>
                      </a:lnTo>
                      <a:lnTo>
                        <a:pt x="984" y="447"/>
                      </a:lnTo>
                      <a:lnTo>
                        <a:pt x="983" y="450"/>
                      </a:lnTo>
                      <a:lnTo>
                        <a:pt x="973" y="457"/>
                      </a:lnTo>
                      <a:lnTo>
                        <a:pt x="972" y="473"/>
                      </a:lnTo>
                      <a:lnTo>
                        <a:pt x="983" y="487"/>
                      </a:lnTo>
                      <a:lnTo>
                        <a:pt x="995" y="509"/>
                      </a:lnTo>
                      <a:lnTo>
                        <a:pt x="1000" y="532"/>
                      </a:lnTo>
                      <a:lnTo>
                        <a:pt x="1001" y="554"/>
                      </a:lnTo>
                      <a:lnTo>
                        <a:pt x="1001" y="585"/>
                      </a:lnTo>
                      <a:lnTo>
                        <a:pt x="1004" y="593"/>
                      </a:lnTo>
                      <a:lnTo>
                        <a:pt x="1004" y="606"/>
                      </a:lnTo>
                      <a:lnTo>
                        <a:pt x="1000" y="628"/>
                      </a:lnTo>
                      <a:lnTo>
                        <a:pt x="999" y="684"/>
                      </a:lnTo>
                      <a:lnTo>
                        <a:pt x="990" y="691"/>
                      </a:lnTo>
                      <a:lnTo>
                        <a:pt x="979" y="693"/>
                      </a:lnTo>
                      <a:lnTo>
                        <a:pt x="978" y="702"/>
                      </a:lnTo>
                      <a:lnTo>
                        <a:pt x="983" y="715"/>
                      </a:lnTo>
                      <a:lnTo>
                        <a:pt x="1001" y="737"/>
                      </a:lnTo>
                      <a:lnTo>
                        <a:pt x="1011" y="753"/>
                      </a:lnTo>
                      <a:lnTo>
                        <a:pt x="1012" y="773"/>
                      </a:lnTo>
                      <a:lnTo>
                        <a:pt x="1015" y="785"/>
                      </a:lnTo>
                      <a:lnTo>
                        <a:pt x="1029" y="800"/>
                      </a:lnTo>
                      <a:lnTo>
                        <a:pt x="1048" y="801"/>
                      </a:lnTo>
                      <a:lnTo>
                        <a:pt x="1059" y="801"/>
                      </a:lnTo>
                      <a:lnTo>
                        <a:pt x="1088" y="815"/>
                      </a:lnTo>
                      <a:lnTo>
                        <a:pt x="1106" y="844"/>
                      </a:lnTo>
                      <a:lnTo>
                        <a:pt x="1110" y="858"/>
                      </a:lnTo>
                      <a:lnTo>
                        <a:pt x="1112" y="864"/>
                      </a:lnTo>
                      <a:lnTo>
                        <a:pt x="1086" y="882"/>
                      </a:lnTo>
                      <a:lnTo>
                        <a:pt x="1042" y="913"/>
                      </a:lnTo>
                      <a:lnTo>
                        <a:pt x="999" y="944"/>
                      </a:lnTo>
                      <a:lnTo>
                        <a:pt x="956" y="974"/>
                      </a:lnTo>
                      <a:lnTo>
                        <a:pt x="911" y="1005"/>
                      </a:lnTo>
                      <a:lnTo>
                        <a:pt x="867" y="1036"/>
                      </a:lnTo>
                      <a:lnTo>
                        <a:pt x="824" y="1066"/>
                      </a:lnTo>
                      <a:lnTo>
                        <a:pt x="781" y="1096"/>
                      </a:lnTo>
                      <a:lnTo>
                        <a:pt x="766" y="1101"/>
                      </a:lnTo>
                      <a:lnTo>
                        <a:pt x="704" y="1115"/>
                      </a:lnTo>
                      <a:lnTo>
                        <a:pt x="695" y="1117"/>
                      </a:lnTo>
                      <a:lnTo>
                        <a:pt x="690" y="1119"/>
                      </a:lnTo>
                      <a:lnTo>
                        <a:pt x="680" y="1124"/>
                      </a:lnTo>
                      <a:lnTo>
                        <a:pt x="672" y="1124"/>
                      </a:lnTo>
                      <a:lnTo>
                        <a:pt x="663" y="1129"/>
                      </a:lnTo>
                      <a:lnTo>
                        <a:pt x="656" y="1129"/>
                      </a:lnTo>
                      <a:lnTo>
                        <a:pt x="650" y="1128"/>
                      </a:lnTo>
                      <a:lnTo>
                        <a:pt x="642" y="1119"/>
                      </a:lnTo>
                      <a:lnTo>
                        <a:pt x="642" y="1114"/>
                      </a:lnTo>
                      <a:lnTo>
                        <a:pt x="645" y="1109"/>
                      </a:lnTo>
                      <a:lnTo>
                        <a:pt x="644" y="1103"/>
                      </a:lnTo>
                      <a:lnTo>
                        <a:pt x="645" y="1101"/>
                      </a:lnTo>
                      <a:lnTo>
                        <a:pt x="649" y="1098"/>
                      </a:lnTo>
                      <a:lnTo>
                        <a:pt x="649" y="1096"/>
                      </a:lnTo>
                      <a:lnTo>
                        <a:pt x="646" y="1092"/>
                      </a:lnTo>
                      <a:lnTo>
                        <a:pt x="646" y="1088"/>
                      </a:lnTo>
                      <a:lnTo>
                        <a:pt x="647" y="1086"/>
                      </a:lnTo>
                      <a:lnTo>
                        <a:pt x="646" y="1080"/>
                      </a:lnTo>
                      <a:lnTo>
                        <a:pt x="645" y="1080"/>
                      </a:lnTo>
                      <a:lnTo>
                        <a:pt x="644" y="1076"/>
                      </a:lnTo>
                      <a:lnTo>
                        <a:pt x="640" y="1074"/>
                      </a:lnTo>
                      <a:lnTo>
                        <a:pt x="631" y="1071"/>
                      </a:lnTo>
                      <a:lnTo>
                        <a:pt x="623" y="1066"/>
                      </a:lnTo>
                      <a:lnTo>
                        <a:pt x="618" y="1066"/>
                      </a:lnTo>
                      <a:lnTo>
                        <a:pt x="614" y="1064"/>
                      </a:lnTo>
                      <a:lnTo>
                        <a:pt x="603" y="1064"/>
                      </a:lnTo>
                      <a:lnTo>
                        <a:pt x="599" y="1061"/>
                      </a:lnTo>
                      <a:lnTo>
                        <a:pt x="596" y="1054"/>
                      </a:lnTo>
                      <a:lnTo>
                        <a:pt x="593" y="1053"/>
                      </a:lnTo>
                      <a:lnTo>
                        <a:pt x="585" y="1054"/>
                      </a:lnTo>
                      <a:lnTo>
                        <a:pt x="575" y="1052"/>
                      </a:lnTo>
                      <a:lnTo>
                        <a:pt x="570" y="1049"/>
                      </a:lnTo>
                      <a:lnTo>
                        <a:pt x="563" y="1043"/>
                      </a:lnTo>
                      <a:lnTo>
                        <a:pt x="561" y="1038"/>
                      </a:lnTo>
                      <a:lnTo>
                        <a:pt x="560" y="1032"/>
                      </a:lnTo>
                      <a:lnTo>
                        <a:pt x="558" y="1031"/>
                      </a:lnTo>
                      <a:lnTo>
                        <a:pt x="547" y="1025"/>
                      </a:lnTo>
                      <a:lnTo>
                        <a:pt x="539" y="1023"/>
                      </a:lnTo>
                      <a:lnTo>
                        <a:pt x="533" y="1020"/>
                      </a:lnTo>
                      <a:lnTo>
                        <a:pt x="532" y="1016"/>
                      </a:lnTo>
                      <a:lnTo>
                        <a:pt x="533" y="1007"/>
                      </a:lnTo>
                      <a:lnTo>
                        <a:pt x="529" y="1004"/>
                      </a:lnTo>
                      <a:lnTo>
                        <a:pt x="529" y="999"/>
                      </a:lnTo>
                      <a:lnTo>
                        <a:pt x="267" y="817"/>
                      </a:lnTo>
                      <a:lnTo>
                        <a:pt x="203" y="77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31" name="Google Shape;2431;p5">
                  <a:extLst>
                    <a:ext uri="{FF2B5EF4-FFF2-40B4-BE49-F238E27FC236}">
                      <a16:creationId xmlns:a16="http://schemas.microsoft.com/office/drawing/2014/main" id="{01039334-42BF-BCD3-E1E2-0F47F3644175}"/>
                    </a:ext>
                  </a:extLst>
                </p:cNvPr>
                <p:cNvSpPr/>
                <p:nvPr/>
              </p:nvSpPr>
              <p:spPr>
                <a:xfrm>
                  <a:off x="4464843" y="3202334"/>
                  <a:ext cx="209550" cy="231775"/>
                </a:xfrm>
                <a:custGeom>
                  <a:avLst/>
                  <a:gdLst/>
                  <a:ahLst/>
                  <a:cxnLst/>
                  <a:rect l="l" t="t" r="r" b="b"/>
                  <a:pathLst>
                    <a:path w="661" h="727" extrusionOk="0">
                      <a:moveTo>
                        <a:pt x="196" y="347"/>
                      </a:moveTo>
                      <a:lnTo>
                        <a:pt x="148" y="347"/>
                      </a:lnTo>
                      <a:lnTo>
                        <a:pt x="96" y="347"/>
                      </a:lnTo>
                      <a:lnTo>
                        <a:pt x="45" y="347"/>
                      </a:lnTo>
                      <a:lnTo>
                        <a:pt x="16" y="347"/>
                      </a:lnTo>
                      <a:lnTo>
                        <a:pt x="14" y="353"/>
                      </a:lnTo>
                      <a:lnTo>
                        <a:pt x="6" y="360"/>
                      </a:lnTo>
                      <a:lnTo>
                        <a:pt x="2" y="365"/>
                      </a:lnTo>
                      <a:lnTo>
                        <a:pt x="5" y="364"/>
                      </a:lnTo>
                      <a:lnTo>
                        <a:pt x="0" y="369"/>
                      </a:lnTo>
                      <a:lnTo>
                        <a:pt x="0" y="371"/>
                      </a:lnTo>
                      <a:lnTo>
                        <a:pt x="0" y="369"/>
                      </a:lnTo>
                      <a:lnTo>
                        <a:pt x="10" y="365"/>
                      </a:lnTo>
                      <a:lnTo>
                        <a:pt x="12" y="369"/>
                      </a:lnTo>
                      <a:lnTo>
                        <a:pt x="22" y="391"/>
                      </a:lnTo>
                      <a:lnTo>
                        <a:pt x="23" y="393"/>
                      </a:lnTo>
                      <a:lnTo>
                        <a:pt x="30" y="391"/>
                      </a:lnTo>
                      <a:lnTo>
                        <a:pt x="40" y="409"/>
                      </a:lnTo>
                      <a:lnTo>
                        <a:pt x="41" y="414"/>
                      </a:lnTo>
                      <a:lnTo>
                        <a:pt x="41" y="429"/>
                      </a:lnTo>
                      <a:lnTo>
                        <a:pt x="41" y="437"/>
                      </a:lnTo>
                      <a:lnTo>
                        <a:pt x="35" y="455"/>
                      </a:lnTo>
                      <a:lnTo>
                        <a:pt x="33" y="458"/>
                      </a:lnTo>
                      <a:lnTo>
                        <a:pt x="28" y="460"/>
                      </a:lnTo>
                      <a:lnTo>
                        <a:pt x="27" y="463"/>
                      </a:lnTo>
                      <a:lnTo>
                        <a:pt x="45" y="488"/>
                      </a:lnTo>
                      <a:lnTo>
                        <a:pt x="49" y="501"/>
                      </a:lnTo>
                      <a:lnTo>
                        <a:pt x="50" y="515"/>
                      </a:lnTo>
                      <a:lnTo>
                        <a:pt x="51" y="527"/>
                      </a:lnTo>
                      <a:lnTo>
                        <a:pt x="50" y="563"/>
                      </a:lnTo>
                      <a:lnTo>
                        <a:pt x="46" y="577"/>
                      </a:lnTo>
                      <a:lnTo>
                        <a:pt x="32" y="614"/>
                      </a:lnTo>
                      <a:lnTo>
                        <a:pt x="30" y="623"/>
                      </a:lnTo>
                      <a:lnTo>
                        <a:pt x="24" y="639"/>
                      </a:lnTo>
                      <a:lnTo>
                        <a:pt x="23" y="651"/>
                      </a:lnTo>
                      <a:lnTo>
                        <a:pt x="24" y="650"/>
                      </a:lnTo>
                      <a:lnTo>
                        <a:pt x="28" y="647"/>
                      </a:lnTo>
                      <a:lnTo>
                        <a:pt x="32" y="640"/>
                      </a:lnTo>
                      <a:lnTo>
                        <a:pt x="37" y="627"/>
                      </a:lnTo>
                      <a:lnTo>
                        <a:pt x="40" y="627"/>
                      </a:lnTo>
                      <a:lnTo>
                        <a:pt x="43" y="625"/>
                      </a:lnTo>
                      <a:lnTo>
                        <a:pt x="50" y="627"/>
                      </a:lnTo>
                      <a:lnTo>
                        <a:pt x="59" y="627"/>
                      </a:lnTo>
                      <a:lnTo>
                        <a:pt x="69" y="629"/>
                      </a:lnTo>
                      <a:lnTo>
                        <a:pt x="76" y="628"/>
                      </a:lnTo>
                      <a:lnTo>
                        <a:pt x="78" y="625"/>
                      </a:lnTo>
                      <a:lnTo>
                        <a:pt x="89" y="623"/>
                      </a:lnTo>
                      <a:lnTo>
                        <a:pt x="98" y="624"/>
                      </a:lnTo>
                      <a:lnTo>
                        <a:pt x="100" y="623"/>
                      </a:lnTo>
                      <a:lnTo>
                        <a:pt x="100" y="619"/>
                      </a:lnTo>
                      <a:lnTo>
                        <a:pt x="102" y="619"/>
                      </a:lnTo>
                      <a:lnTo>
                        <a:pt x="108" y="619"/>
                      </a:lnTo>
                      <a:lnTo>
                        <a:pt x="113" y="618"/>
                      </a:lnTo>
                      <a:lnTo>
                        <a:pt x="119" y="620"/>
                      </a:lnTo>
                      <a:lnTo>
                        <a:pt x="135" y="620"/>
                      </a:lnTo>
                      <a:lnTo>
                        <a:pt x="136" y="622"/>
                      </a:lnTo>
                      <a:lnTo>
                        <a:pt x="141" y="620"/>
                      </a:lnTo>
                      <a:lnTo>
                        <a:pt x="143" y="625"/>
                      </a:lnTo>
                      <a:lnTo>
                        <a:pt x="150" y="627"/>
                      </a:lnTo>
                      <a:lnTo>
                        <a:pt x="161" y="635"/>
                      </a:lnTo>
                      <a:lnTo>
                        <a:pt x="162" y="641"/>
                      </a:lnTo>
                      <a:lnTo>
                        <a:pt x="169" y="649"/>
                      </a:lnTo>
                      <a:lnTo>
                        <a:pt x="173" y="647"/>
                      </a:lnTo>
                      <a:lnTo>
                        <a:pt x="179" y="646"/>
                      </a:lnTo>
                      <a:lnTo>
                        <a:pt x="179" y="650"/>
                      </a:lnTo>
                      <a:lnTo>
                        <a:pt x="183" y="651"/>
                      </a:lnTo>
                      <a:lnTo>
                        <a:pt x="188" y="647"/>
                      </a:lnTo>
                      <a:lnTo>
                        <a:pt x="190" y="647"/>
                      </a:lnTo>
                      <a:lnTo>
                        <a:pt x="200" y="662"/>
                      </a:lnTo>
                      <a:lnTo>
                        <a:pt x="205" y="672"/>
                      </a:lnTo>
                      <a:lnTo>
                        <a:pt x="205" y="676"/>
                      </a:lnTo>
                      <a:lnTo>
                        <a:pt x="209" y="677"/>
                      </a:lnTo>
                      <a:lnTo>
                        <a:pt x="212" y="682"/>
                      </a:lnTo>
                      <a:lnTo>
                        <a:pt x="212" y="684"/>
                      </a:lnTo>
                      <a:lnTo>
                        <a:pt x="215" y="686"/>
                      </a:lnTo>
                      <a:lnTo>
                        <a:pt x="218" y="684"/>
                      </a:lnTo>
                      <a:lnTo>
                        <a:pt x="220" y="684"/>
                      </a:lnTo>
                      <a:lnTo>
                        <a:pt x="222" y="692"/>
                      </a:lnTo>
                      <a:lnTo>
                        <a:pt x="225" y="693"/>
                      </a:lnTo>
                      <a:lnTo>
                        <a:pt x="227" y="697"/>
                      </a:lnTo>
                      <a:lnTo>
                        <a:pt x="223" y="698"/>
                      </a:lnTo>
                      <a:lnTo>
                        <a:pt x="223" y="699"/>
                      </a:lnTo>
                      <a:lnTo>
                        <a:pt x="228" y="700"/>
                      </a:lnTo>
                      <a:lnTo>
                        <a:pt x="231" y="704"/>
                      </a:lnTo>
                      <a:lnTo>
                        <a:pt x="234" y="706"/>
                      </a:lnTo>
                      <a:lnTo>
                        <a:pt x="238" y="706"/>
                      </a:lnTo>
                      <a:lnTo>
                        <a:pt x="244" y="709"/>
                      </a:lnTo>
                      <a:lnTo>
                        <a:pt x="247" y="713"/>
                      </a:lnTo>
                      <a:lnTo>
                        <a:pt x="248" y="717"/>
                      </a:lnTo>
                      <a:lnTo>
                        <a:pt x="250" y="719"/>
                      </a:lnTo>
                      <a:lnTo>
                        <a:pt x="256" y="721"/>
                      </a:lnTo>
                      <a:lnTo>
                        <a:pt x="263" y="727"/>
                      </a:lnTo>
                      <a:lnTo>
                        <a:pt x="286" y="705"/>
                      </a:lnTo>
                      <a:lnTo>
                        <a:pt x="293" y="687"/>
                      </a:lnTo>
                      <a:lnTo>
                        <a:pt x="297" y="676"/>
                      </a:lnTo>
                      <a:lnTo>
                        <a:pt x="302" y="665"/>
                      </a:lnTo>
                      <a:lnTo>
                        <a:pt x="304" y="663"/>
                      </a:lnTo>
                      <a:lnTo>
                        <a:pt x="307" y="665"/>
                      </a:lnTo>
                      <a:lnTo>
                        <a:pt x="308" y="666"/>
                      </a:lnTo>
                      <a:lnTo>
                        <a:pt x="314" y="667"/>
                      </a:lnTo>
                      <a:lnTo>
                        <a:pt x="318" y="670"/>
                      </a:lnTo>
                      <a:lnTo>
                        <a:pt x="323" y="683"/>
                      </a:lnTo>
                      <a:lnTo>
                        <a:pt x="333" y="701"/>
                      </a:lnTo>
                      <a:lnTo>
                        <a:pt x="347" y="705"/>
                      </a:lnTo>
                      <a:lnTo>
                        <a:pt x="350" y="705"/>
                      </a:lnTo>
                      <a:lnTo>
                        <a:pt x="376" y="683"/>
                      </a:lnTo>
                      <a:lnTo>
                        <a:pt x="463" y="686"/>
                      </a:lnTo>
                      <a:lnTo>
                        <a:pt x="534" y="687"/>
                      </a:lnTo>
                      <a:lnTo>
                        <a:pt x="607" y="688"/>
                      </a:lnTo>
                      <a:lnTo>
                        <a:pt x="625" y="688"/>
                      </a:lnTo>
                      <a:lnTo>
                        <a:pt x="637" y="641"/>
                      </a:lnTo>
                      <a:lnTo>
                        <a:pt x="615" y="634"/>
                      </a:lnTo>
                      <a:lnTo>
                        <a:pt x="609" y="577"/>
                      </a:lnTo>
                      <a:lnTo>
                        <a:pt x="604" y="522"/>
                      </a:lnTo>
                      <a:lnTo>
                        <a:pt x="598" y="468"/>
                      </a:lnTo>
                      <a:lnTo>
                        <a:pt x="592" y="414"/>
                      </a:lnTo>
                      <a:lnTo>
                        <a:pt x="587" y="359"/>
                      </a:lnTo>
                      <a:lnTo>
                        <a:pt x="581" y="302"/>
                      </a:lnTo>
                      <a:lnTo>
                        <a:pt x="576" y="247"/>
                      </a:lnTo>
                      <a:lnTo>
                        <a:pt x="570" y="191"/>
                      </a:lnTo>
                      <a:lnTo>
                        <a:pt x="564" y="133"/>
                      </a:lnTo>
                      <a:lnTo>
                        <a:pt x="661" y="133"/>
                      </a:lnTo>
                      <a:lnTo>
                        <a:pt x="584" y="82"/>
                      </a:lnTo>
                      <a:lnTo>
                        <a:pt x="525" y="44"/>
                      </a:lnTo>
                      <a:lnTo>
                        <a:pt x="458" y="0"/>
                      </a:lnTo>
                      <a:lnTo>
                        <a:pt x="458" y="70"/>
                      </a:lnTo>
                      <a:lnTo>
                        <a:pt x="405" y="70"/>
                      </a:lnTo>
                      <a:lnTo>
                        <a:pt x="352" y="70"/>
                      </a:lnTo>
                      <a:lnTo>
                        <a:pt x="299" y="70"/>
                      </a:lnTo>
                      <a:lnTo>
                        <a:pt x="281" y="70"/>
                      </a:lnTo>
                      <a:lnTo>
                        <a:pt x="281" y="128"/>
                      </a:lnTo>
                      <a:lnTo>
                        <a:pt x="281" y="187"/>
                      </a:lnTo>
                      <a:lnTo>
                        <a:pt x="281" y="222"/>
                      </a:lnTo>
                      <a:lnTo>
                        <a:pt x="261" y="229"/>
                      </a:lnTo>
                      <a:lnTo>
                        <a:pt x="244" y="231"/>
                      </a:lnTo>
                      <a:lnTo>
                        <a:pt x="228" y="236"/>
                      </a:lnTo>
                      <a:lnTo>
                        <a:pt x="223" y="240"/>
                      </a:lnTo>
                      <a:lnTo>
                        <a:pt x="220" y="245"/>
                      </a:lnTo>
                      <a:lnTo>
                        <a:pt x="215" y="256"/>
                      </a:lnTo>
                      <a:lnTo>
                        <a:pt x="213" y="264"/>
                      </a:lnTo>
                      <a:lnTo>
                        <a:pt x="215" y="290"/>
                      </a:lnTo>
                      <a:lnTo>
                        <a:pt x="218" y="310"/>
                      </a:lnTo>
                      <a:lnTo>
                        <a:pt x="218" y="331"/>
                      </a:lnTo>
                      <a:lnTo>
                        <a:pt x="222" y="347"/>
                      </a:lnTo>
                      <a:lnTo>
                        <a:pt x="196" y="34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32" name="Google Shape;2432;p5">
                  <a:extLst>
                    <a:ext uri="{FF2B5EF4-FFF2-40B4-BE49-F238E27FC236}">
                      <a16:creationId xmlns:a16="http://schemas.microsoft.com/office/drawing/2014/main" id="{3E1983C4-D119-E69B-AECB-115D3B56C517}"/>
                    </a:ext>
                  </a:extLst>
                </p:cNvPr>
                <p:cNvSpPr/>
                <p:nvPr/>
              </p:nvSpPr>
              <p:spPr>
                <a:xfrm>
                  <a:off x="4534693" y="3026122"/>
                  <a:ext cx="207963" cy="166688"/>
                </a:xfrm>
                <a:custGeom>
                  <a:avLst/>
                  <a:gdLst/>
                  <a:ahLst/>
                  <a:cxnLst/>
                  <a:rect l="l" t="t" r="r" b="b"/>
                  <a:pathLst>
                    <a:path w="656" h="526" extrusionOk="0">
                      <a:moveTo>
                        <a:pt x="240" y="457"/>
                      </a:moveTo>
                      <a:lnTo>
                        <a:pt x="240" y="526"/>
                      </a:lnTo>
                      <a:lnTo>
                        <a:pt x="204" y="526"/>
                      </a:lnTo>
                      <a:lnTo>
                        <a:pt x="161" y="526"/>
                      </a:lnTo>
                      <a:lnTo>
                        <a:pt x="120" y="526"/>
                      </a:lnTo>
                      <a:lnTo>
                        <a:pt x="79" y="526"/>
                      </a:lnTo>
                      <a:lnTo>
                        <a:pt x="43" y="526"/>
                      </a:lnTo>
                      <a:lnTo>
                        <a:pt x="9" y="526"/>
                      </a:lnTo>
                      <a:lnTo>
                        <a:pt x="0" y="526"/>
                      </a:lnTo>
                      <a:lnTo>
                        <a:pt x="5" y="515"/>
                      </a:lnTo>
                      <a:lnTo>
                        <a:pt x="14" y="511"/>
                      </a:lnTo>
                      <a:lnTo>
                        <a:pt x="27" y="511"/>
                      </a:lnTo>
                      <a:lnTo>
                        <a:pt x="46" y="507"/>
                      </a:lnTo>
                      <a:lnTo>
                        <a:pt x="77" y="495"/>
                      </a:lnTo>
                      <a:lnTo>
                        <a:pt x="86" y="487"/>
                      </a:lnTo>
                      <a:lnTo>
                        <a:pt x="97" y="475"/>
                      </a:lnTo>
                      <a:lnTo>
                        <a:pt x="101" y="472"/>
                      </a:lnTo>
                      <a:lnTo>
                        <a:pt x="112" y="464"/>
                      </a:lnTo>
                      <a:lnTo>
                        <a:pt x="129" y="456"/>
                      </a:lnTo>
                      <a:lnTo>
                        <a:pt x="140" y="445"/>
                      </a:lnTo>
                      <a:lnTo>
                        <a:pt x="144" y="439"/>
                      </a:lnTo>
                      <a:lnTo>
                        <a:pt x="149" y="437"/>
                      </a:lnTo>
                      <a:lnTo>
                        <a:pt x="154" y="433"/>
                      </a:lnTo>
                      <a:lnTo>
                        <a:pt x="166" y="411"/>
                      </a:lnTo>
                      <a:lnTo>
                        <a:pt x="182" y="384"/>
                      </a:lnTo>
                      <a:lnTo>
                        <a:pt x="183" y="379"/>
                      </a:lnTo>
                      <a:lnTo>
                        <a:pt x="182" y="362"/>
                      </a:lnTo>
                      <a:lnTo>
                        <a:pt x="172" y="343"/>
                      </a:lnTo>
                      <a:lnTo>
                        <a:pt x="175" y="332"/>
                      </a:lnTo>
                      <a:lnTo>
                        <a:pt x="175" y="305"/>
                      </a:lnTo>
                      <a:lnTo>
                        <a:pt x="177" y="297"/>
                      </a:lnTo>
                      <a:lnTo>
                        <a:pt x="194" y="267"/>
                      </a:lnTo>
                      <a:lnTo>
                        <a:pt x="194" y="263"/>
                      </a:lnTo>
                      <a:lnTo>
                        <a:pt x="207" y="256"/>
                      </a:lnTo>
                      <a:lnTo>
                        <a:pt x="204" y="258"/>
                      </a:lnTo>
                      <a:lnTo>
                        <a:pt x="214" y="235"/>
                      </a:lnTo>
                      <a:lnTo>
                        <a:pt x="213" y="224"/>
                      </a:lnTo>
                      <a:lnTo>
                        <a:pt x="235" y="198"/>
                      </a:lnTo>
                      <a:lnTo>
                        <a:pt x="244" y="184"/>
                      </a:lnTo>
                      <a:lnTo>
                        <a:pt x="253" y="175"/>
                      </a:lnTo>
                      <a:lnTo>
                        <a:pt x="271" y="166"/>
                      </a:lnTo>
                      <a:lnTo>
                        <a:pt x="299" y="155"/>
                      </a:lnTo>
                      <a:lnTo>
                        <a:pt x="314" y="148"/>
                      </a:lnTo>
                      <a:lnTo>
                        <a:pt x="337" y="132"/>
                      </a:lnTo>
                      <a:lnTo>
                        <a:pt x="348" y="120"/>
                      </a:lnTo>
                      <a:lnTo>
                        <a:pt x="354" y="102"/>
                      </a:lnTo>
                      <a:lnTo>
                        <a:pt x="365" y="89"/>
                      </a:lnTo>
                      <a:lnTo>
                        <a:pt x="376" y="56"/>
                      </a:lnTo>
                      <a:lnTo>
                        <a:pt x="392" y="12"/>
                      </a:lnTo>
                      <a:lnTo>
                        <a:pt x="398" y="7"/>
                      </a:lnTo>
                      <a:lnTo>
                        <a:pt x="419" y="0"/>
                      </a:lnTo>
                      <a:lnTo>
                        <a:pt x="429" y="18"/>
                      </a:lnTo>
                      <a:lnTo>
                        <a:pt x="443" y="32"/>
                      </a:lnTo>
                      <a:lnTo>
                        <a:pt x="465" y="48"/>
                      </a:lnTo>
                      <a:lnTo>
                        <a:pt x="475" y="51"/>
                      </a:lnTo>
                      <a:lnTo>
                        <a:pt x="499" y="42"/>
                      </a:lnTo>
                      <a:lnTo>
                        <a:pt x="507" y="45"/>
                      </a:lnTo>
                      <a:lnTo>
                        <a:pt x="525" y="45"/>
                      </a:lnTo>
                      <a:lnTo>
                        <a:pt x="541" y="43"/>
                      </a:lnTo>
                      <a:lnTo>
                        <a:pt x="548" y="40"/>
                      </a:lnTo>
                      <a:lnTo>
                        <a:pt x="557" y="45"/>
                      </a:lnTo>
                      <a:lnTo>
                        <a:pt x="564" y="51"/>
                      </a:lnTo>
                      <a:lnTo>
                        <a:pt x="574" y="53"/>
                      </a:lnTo>
                      <a:lnTo>
                        <a:pt x="580" y="53"/>
                      </a:lnTo>
                      <a:lnTo>
                        <a:pt x="585" y="52"/>
                      </a:lnTo>
                      <a:lnTo>
                        <a:pt x="604" y="56"/>
                      </a:lnTo>
                      <a:lnTo>
                        <a:pt x="604" y="61"/>
                      </a:lnTo>
                      <a:lnTo>
                        <a:pt x="606" y="66"/>
                      </a:lnTo>
                      <a:lnTo>
                        <a:pt x="612" y="71"/>
                      </a:lnTo>
                      <a:lnTo>
                        <a:pt x="613" y="73"/>
                      </a:lnTo>
                      <a:lnTo>
                        <a:pt x="617" y="78"/>
                      </a:lnTo>
                      <a:lnTo>
                        <a:pt x="621" y="79"/>
                      </a:lnTo>
                      <a:lnTo>
                        <a:pt x="623" y="83"/>
                      </a:lnTo>
                      <a:lnTo>
                        <a:pt x="622" y="85"/>
                      </a:lnTo>
                      <a:lnTo>
                        <a:pt x="621" y="85"/>
                      </a:lnTo>
                      <a:lnTo>
                        <a:pt x="620" y="88"/>
                      </a:lnTo>
                      <a:lnTo>
                        <a:pt x="626" y="96"/>
                      </a:lnTo>
                      <a:lnTo>
                        <a:pt x="622" y="104"/>
                      </a:lnTo>
                      <a:lnTo>
                        <a:pt x="624" y="111"/>
                      </a:lnTo>
                      <a:lnTo>
                        <a:pt x="627" y="122"/>
                      </a:lnTo>
                      <a:lnTo>
                        <a:pt x="626" y="131"/>
                      </a:lnTo>
                      <a:lnTo>
                        <a:pt x="626" y="141"/>
                      </a:lnTo>
                      <a:lnTo>
                        <a:pt x="623" y="144"/>
                      </a:lnTo>
                      <a:lnTo>
                        <a:pt x="631" y="152"/>
                      </a:lnTo>
                      <a:lnTo>
                        <a:pt x="631" y="156"/>
                      </a:lnTo>
                      <a:lnTo>
                        <a:pt x="631" y="160"/>
                      </a:lnTo>
                      <a:lnTo>
                        <a:pt x="629" y="166"/>
                      </a:lnTo>
                      <a:lnTo>
                        <a:pt x="628" y="171"/>
                      </a:lnTo>
                      <a:lnTo>
                        <a:pt x="631" y="179"/>
                      </a:lnTo>
                      <a:lnTo>
                        <a:pt x="633" y="186"/>
                      </a:lnTo>
                      <a:lnTo>
                        <a:pt x="633" y="192"/>
                      </a:lnTo>
                      <a:lnTo>
                        <a:pt x="640" y="207"/>
                      </a:lnTo>
                      <a:lnTo>
                        <a:pt x="649" y="215"/>
                      </a:lnTo>
                      <a:lnTo>
                        <a:pt x="656" y="220"/>
                      </a:lnTo>
                      <a:lnTo>
                        <a:pt x="656" y="222"/>
                      </a:lnTo>
                      <a:lnTo>
                        <a:pt x="651" y="224"/>
                      </a:lnTo>
                      <a:lnTo>
                        <a:pt x="648" y="231"/>
                      </a:lnTo>
                      <a:lnTo>
                        <a:pt x="647" y="238"/>
                      </a:lnTo>
                      <a:lnTo>
                        <a:pt x="649" y="242"/>
                      </a:lnTo>
                      <a:lnTo>
                        <a:pt x="649" y="245"/>
                      </a:lnTo>
                      <a:lnTo>
                        <a:pt x="647" y="246"/>
                      </a:lnTo>
                      <a:lnTo>
                        <a:pt x="639" y="242"/>
                      </a:lnTo>
                      <a:lnTo>
                        <a:pt x="627" y="242"/>
                      </a:lnTo>
                      <a:lnTo>
                        <a:pt x="616" y="241"/>
                      </a:lnTo>
                      <a:lnTo>
                        <a:pt x="611" y="242"/>
                      </a:lnTo>
                      <a:lnTo>
                        <a:pt x="580" y="242"/>
                      </a:lnTo>
                      <a:lnTo>
                        <a:pt x="570" y="245"/>
                      </a:lnTo>
                      <a:lnTo>
                        <a:pt x="567" y="247"/>
                      </a:lnTo>
                      <a:lnTo>
                        <a:pt x="563" y="249"/>
                      </a:lnTo>
                      <a:lnTo>
                        <a:pt x="556" y="246"/>
                      </a:lnTo>
                      <a:lnTo>
                        <a:pt x="553" y="247"/>
                      </a:lnTo>
                      <a:lnTo>
                        <a:pt x="551" y="252"/>
                      </a:lnTo>
                      <a:lnTo>
                        <a:pt x="552" y="257"/>
                      </a:lnTo>
                      <a:lnTo>
                        <a:pt x="551" y="263"/>
                      </a:lnTo>
                      <a:lnTo>
                        <a:pt x="548" y="266"/>
                      </a:lnTo>
                      <a:lnTo>
                        <a:pt x="535" y="272"/>
                      </a:lnTo>
                      <a:lnTo>
                        <a:pt x="527" y="273"/>
                      </a:lnTo>
                      <a:lnTo>
                        <a:pt x="520" y="274"/>
                      </a:lnTo>
                      <a:lnTo>
                        <a:pt x="513" y="273"/>
                      </a:lnTo>
                      <a:lnTo>
                        <a:pt x="508" y="273"/>
                      </a:lnTo>
                      <a:lnTo>
                        <a:pt x="503" y="277"/>
                      </a:lnTo>
                      <a:lnTo>
                        <a:pt x="502" y="282"/>
                      </a:lnTo>
                      <a:lnTo>
                        <a:pt x="502" y="288"/>
                      </a:lnTo>
                      <a:lnTo>
                        <a:pt x="503" y="290"/>
                      </a:lnTo>
                      <a:lnTo>
                        <a:pt x="508" y="290"/>
                      </a:lnTo>
                      <a:lnTo>
                        <a:pt x="509" y="293"/>
                      </a:lnTo>
                      <a:lnTo>
                        <a:pt x="504" y="298"/>
                      </a:lnTo>
                      <a:lnTo>
                        <a:pt x="503" y="309"/>
                      </a:lnTo>
                      <a:lnTo>
                        <a:pt x="504" y="309"/>
                      </a:lnTo>
                      <a:lnTo>
                        <a:pt x="507" y="308"/>
                      </a:lnTo>
                      <a:lnTo>
                        <a:pt x="509" y="308"/>
                      </a:lnTo>
                      <a:lnTo>
                        <a:pt x="510" y="310"/>
                      </a:lnTo>
                      <a:lnTo>
                        <a:pt x="515" y="314"/>
                      </a:lnTo>
                      <a:lnTo>
                        <a:pt x="516" y="317"/>
                      </a:lnTo>
                      <a:lnTo>
                        <a:pt x="514" y="321"/>
                      </a:lnTo>
                      <a:lnTo>
                        <a:pt x="493" y="325"/>
                      </a:lnTo>
                      <a:lnTo>
                        <a:pt x="467" y="342"/>
                      </a:lnTo>
                      <a:lnTo>
                        <a:pt x="461" y="342"/>
                      </a:lnTo>
                      <a:lnTo>
                        <a:pt x="446" y="348"/>
                      </a:lnTo>
                      <a:lnTo>
                        <a:pt x="436" y="355"/>
                      </a:lnTo>
                      <a:lnTo>
                        <a:pt x="433" y="363"/>
                      </a:lnTo>
                      <a:lnTo>
                        <a:pt x="433" y="365"/>
                      </a:lnTo>
                      <a:lnTo>
                        <a:pt x="430" y="371"/>
                      </a:lnTo>
                      <a:lnTo>
                        <a:pt x="424" y="376"/>
                      </a:lnTo>
                      <a:lnTo>
                        <a:pt x="418" y="381"/>
                      </a:lnTo>
                      <a:lnTo>
                        <a:pt x="401" y="389"/>
                      </a:lnTo>
                      <a:lnTo>
                        <a:pt x="385" y="391"/>
                      </a:lnTo>
                      <a:lnTo>
                        <a:pt x="376" y="391"/>
                      </a:lnTo>
                      <a:lnTo>
                        <a:pt x="371" y="394"/>
                      </a:lnTo>
                      <a:lnTo>
                        <a:pt x="354" y="392"/>
                      </a:lnTo>
                      <a:lnTo>
                        <a:pt x="353" y="396"/>
                      </a:lnTo>
                      <a:lnTo>
                        <a:pt x="353" y="405"/>
                      </a:lnTo>
                      <a:lnTo>
                        <a:pt x="350" y="406"/>
                      </a:lnTo>
                      <a:lnTo>
                        <a:pt x="342" y="406"/>
                      </a:lnTo>
                      <a:lnTo>
                        <a:pt x="337" y="403"/>
                      </a:lnTo>
                      <a:lnTo>
                        <a:pt x="330" y="405"/>
                      </a:lnTo>
                      <a:lnTo>
                        <a:pt x="323" y="403"/>
                      </a:lnTo>
                      <a:lnTo>
                        <a:pt x="319" y="407"/>
                      </a:lnTo>
                      <a:lnTo>
                        <a:pt x="312" y="413"/>
                      </a:lnTo>
                      <a:lnTo>
                        <a:pt x="306" y="417"/>
                      </a:lnTo>
                      <a:lnTo>
                        <a:pt x="299" y="423"/>
                      </a:lnTo>
                      <a:lnTo>
                        <a:pt x="287" y="423"/>
                      </a:lnTo>
                      <a:lnTo>
                        <a:pt x="266" y="437"/>
                      </a:lnTo>
                      <a:lnTo>
                        <a:pt x="240" y="45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33" name="Google Shape;2433;p5">
                  <a:extLst>
                    <a:ext uri="{FF2B5EF4-FFF2-40B4-BE49-F238E27FC236}">
                      <a16:creationId xmlns:a16="http://schemas.microsoft.com/office/drawing/2014/main" id="{342133FB-16F1-E4DD-764A-2AC61186BAEF}"/>
                    </a:ext>
                  </a:extLst>
                </p:cNvPr>
                <p:cNvSpPr/>
                <p:nvPr/>
              </p:nvSpPr>
              <p:spPr>
                <a:xfrm>
                  <a:off x="5474492" y="3484909"/>
                  <a:ext cx="177800" cy="234950"/>
                </a:xfrm>
                <a:custGeom>
                  <a:avLst/>
                  <a:gdLst/>
                  <a:ahLst/>
                  <a:cxnLst/>
                  <a:rect l="l" t="t" r="r" b="b"/>
                  <a:pathLst>
                    <a:path w="561" h="740" extrusionOk="0">
                      <a:moveTo>
                        <a:pt x="30" y="740"/>
                      </a:moveTo>
                      <a:lnTo>
                        <a:pt x="29" y="737"/>
                      </a:lnTo>
                      <a:lnTo>
                        <a:pt x="6" y="708"/>
                      </a:lnTo>
                      <a:lnTo>
                        <a:pt x="0" y="700"/>
                      </a:lnTo>
                      <a:lnTo>
                        <a:pt x="0" y="657"/>
                      </a:lnTo>
                      <a:lnTo>
                        <a:pt x="0" y="604"/>
                      </a:lnTo>
                      <a:lnTo>
                        <a:pt x="0" y="551"/>
                      </a:lnTo>
                      <a:lnTo>
                        <a:pt x="0" y="498"/>
                      </a:lnTo>
                      <a:lnTo>
                        <a:pt x="3" y="496"/>
                      </a:lnTo>
                      <a:lnTo>
                        <a:pt x="25" y="474"/>
                      </a:lnTo>
                      <a:lnTo>
                        <a:pt x="46" y="442"/>
                      </a:lnTo>
                      <a:lnTo>
                        <a:pt x="48" y="437"/>
                      </a:lnTo>
                      <a:lnTo>
                        <a:pt x="51" y="433"/>
                      </a:lnTo>
                      <a:lnTo>
                        <a:pt x="66" y="426"/>
                      </a:lnTo>
                      <a:lnTo>
                        <a:pt x="102" y="414"/>
                      </a:lnTo>
                      <a:lnTo>
                        <a:pt x="114" y="401"/>
                      </a:lnTo>
                      <a:lnTo>
                        <a:pt x="127" y="393"/>
                      </a:lnTo>
                      <a:lnTo>
                        <a:pt x="148" y="384"/>
                      </a:lnTo>
                      <a:lnTo>
                        <a:pt x="157" y="379"/>
                      </a:lnTo>
                      <a:lnTo>
                        <a:pt x="221" y="379"/>
                      </a:lnTo>
                      <a:lnTo>
                        <a:pt x="302" y="297"/>
                      </a:lnTo>
                      <a:lnTo>
                        <a:pt x="373" y="227"/>
                      </a:lnTo>
                      <a:lnTo>
                        <a:pt x="383" y="215"/>
                      </a:lnTo>
                      <a:lnTo>
                        <a:pt x="384" y="212"/>
                      </a:lnTo>
                      <a:lnTo>
                        <a:pt x="331" y="213"/>
                      </a:lnTo>
                      <a:lnTo>
                        <a:pt x="244" y="181"/>
                      </a:lnTo>
                      <a:lnTo>
                        <a:pt x="166" y="154"/>
                      </a:lnTo>
                      <a:lnTo>
                        <a:pt x="159" y="147"/>
                      </a:lnTo>
                      <a:lnTo>
                        <a:pt x="140" y="132"/>
                      </a:lnTo>
                      <a:lnTo>
                        <a:pt x="132" y="122"/>
                      </a:lnTo>
                      <a:lnTo>
                        <a:pt x="126" y="116"/>
                      </a:lnTo>
                      <a:lnTo>
                        <a:pt x="124" y="110"/>
                      </a:lnTo>
                      <a:lnTo>
                        <a:pt x="119" y="107"/>
                      </a:lnTo>
                      <a:lnTo>
                        <a:pt x="113" y="100"/>
                      </a:lnTo>
                      <a:lnTo>
                        <a:pt x="110" y="95"/>
                      </a:lnTo>
                      <a:lnTo>
                        <a:pt x="103" y="88"/>
                      </a:lnTo>
                      <a:lnTo>
                        <a:pt x="98" y="65"/>
                      </a:lnTo>
                      <a:lnTo>
                        <a:pt x="99" y="60"/>
                      </a:lnTo>
                      <a:lnTo>
                        <a:pt x="103" y="55"/>
                      </a:lnTo>
                      <a:lnTo>
                        <a:pt x="105" y="49"/>
                      </a:lnTo>
                      <a:lnTo>
                        <a:pt x="115" y="37"/>
                      </a:lnTo>
                      <a:lnTo>
                        <a:pt x="120" y="25"/>
                      </a:lnTo>
                      <a:lnTo>
                        <a:pt x="123" y="23"/>
                      </a:lnTo>
                      <a:lnTo>
                        <a:pt x="125" y="27"/>
                      </a:lnTo>
                      <a:lnTo>
                        <a:pt x="130" y="29"/>
                      </a:lnTo>
                      <a:lnTo>
                        <a:pt x="135" y="38"/>
                      </a:lnTo>
                      <a:lnTo>
                        <a:pt x="140" y="41"/>
                      </a:lnTo>
                      <a:lnTo>
                        <a:pt x="151" y="57"/>
                      </a:lnTo>
                      <a:lnTo>
                        <a:pt x="167" y="73"/>
                      </a:lnTo>
                      <a:lnTo>
                        <a:pt x="179" y="82"/>
                      </a:lnTo>
                      <a:lnTo>
                        <a:pt x="186" y="84"/>
                      </a:lnTo>
                      <a:lnTo>
                        <a:pt x="193" y="82"/>
                      </a:lnTo>
                      <a:lnTo>
                        <a:pt x="215" y="83"/>
                      </a:lnTo>
                      <a:lnTo>
                        <a:pt x="222" y="77"/>
                      </a:lnTo>
                      <a:lnTo>
                        <a:pt x="231" y="72"/>
                      </a:lnTo>
                      <a:lnTo>
                        <a:pt x="238" y="70"/>
                      </a:lnTo>
                      <a:lnTo>
                        <a:pt x="248" y="64"/>
                      </a:lnTo>
                      <a:lnTo>
                        <a:pt x="253" y="62"/>
                      </a:lnTo>
                      <a:lnTo>
                        <a:pt x="255" y="60"/>
                      </a:lnTo>
                      <a:lnTo>
                        <a:pt x="258" y="57"/>
                      </a:lnTo>
                      <a:lnTo>
                        <a:pt x="260" y="57"/>
                      </a:lnTo>
                      <a:lnTo>
                        <a:pt x="265" y="61"/>
                      </a:lnTo>
                      <a:lnTo>
                        <a:pt x="269" y="61"/>
                      </a:lnTo>
                      <a:lnTo>
                        <a:pt x="271" y="62"/>
                      </a:lnTo>
                      <a:lnTo>
                        <a:pt x="283" y="61"/>
                      </a:lnTo>
                      <a:lnTo>
                        <a:pt x="291" y="67"/>
                      </a:lnTo>
                      <a:lnTo>
                        <a:pt x="302" y="67"/>
                      </a:lnTo>
                      <a:lnTo>
                        <a:pt x="312" y="65"/>
                      </a:lnTo>
                      <a:lnTo>
                        <a:pt x="317" y="61"/>
                      </a:lnTo>
                      <a:lnTo>
                        <a:pt x="322" y="56"/>
                      </a:lnTo>
                      <a:lnTo>
                        <a:pt x="331" y="54"/>
                      </a:lnTo>
                      <a:lnTo>
                        <a:pt x="336" y="48"/>
                      </a:lnTo>
                      <a:lnTo>
                        <a:pt x="342" y="44"/>
                      </a:lnTo>
                      <a:lnTo>
                        <a:pt x="353" y="41"/>
                      </a:lnTo>
                      <a:lnTo>
                        <a:pt x="365" y="46"/>
                      </a:lnTo>
                      <a:lnTo>
                        <a:pt x="372" y="45"/>
                      </a:lnTo>
                      <a:lnTo>
                        <a:pt x="382" y="44"/>
                      </a:lnTo>
                      <a:lnTo>
                        <a:pt x="393" y="43"/>
                      </a:lnTo>
                      <a:lnTo>
                        <a:pt x="398" y="41"/>
                      </a:lnTo>
                      <a:lnTo>
                        <a:pt x="411" y="33"/>
                      </a:lnTo>
                      <a:lnTo>
                        <a:pt x="417" y="33"/>
                      </a:lnTo>
                      <a:lnTo>
                        <a:pt x="430" y="37"/>
                      </a:lnTo>
                      <a:lnTo>
                        <a:pt x="447" y="29"/>
                      </a:lnTo>
                      <a:lnTo>
                        <a:pt x="451" y="28"/>
                      </a:lnTo>
                      <a:lnTo>
                        <a:pt x="458" y="29"/>
                      </a:lnTo>
                      <a:lnTo>
                        <a:pt x="462" y="24"/>
                      </a:lnTo>
                      <a:lnTo>
                        <a:pt x="473" y="25"/>
                      </a:lnTo>
                      <a:lnTo>
                        <a:pt x="481" y="24"/>
                      </a:lnTo>
                      <a:lnTo>
                        <a:pt x="496" y="21"/>
                      </a:lnTo>
                      <a:lnTo>
                        <a:pt x="501" y="17"/>
                      </a:lnTo>
                      <a:lnTo>
                        <a:pt x="514" y="12"/>
                      </a:lnTo>
                      <a:lnTo>
                        <a:pt x="518" y="2"/>
                      </a:lnTo>
                      <a:lnTo>
                        <a:pt x="527" y="0"/>
                      </a:lnTo>
                      <a:lnTo>
                        <a:pt x="535" y="0"/>
                      </a:lnTo>
                      <a:lnTo>
                        <a:pt x="546" y="7"/>
                      </a:lnTo>
                      <a:lnTo>
                        <a:pt x="555" y="7"/>
                      </a:lnTo>
                      <a:lnTo>
                        <a:pt x="556" y="8"/>
                      </a:lnTo>
                      <a:lnTo>
                        <a:pt x="555" y="14"/>
                      </a:lnTo>
                      <a:lnTo>
                        <a:pt x="555" y="19"/>
                      </a:lnTo>
                      <a:lnTo>
                        <a:pt x="549" y="27"/>
                      </a:lnTo>
                      <a:lnTo>
                        <a:pt x="548" y="33"/>
                      </a:lnTo>
                      <a:lnTo>
                        <a:pt x="548" y="41"/>
                      </a:lnTo>
                      <a:lnTo>
                        <a:pt x="554" y="46"/>
                      </a:lnTo>
                      <a:lnTo>
                        <a:pt x="551" y="52"/>
                      </a:lnTo>
                      <a:lnTo>
                        <a:pt x="552" y="59"/>
                      </a:lnTo>
                      <a:lnTo>
                        <a:pt x="551" y="66"/>
                      </a:lnTo>
                      <a:lnTo>
                        <a:pt x="552" y="75"/>
                      </a:lnTo>
                      <a:lnTo>
                        <a:pt x="551" y="78"/>
                      </a:lnTo>
                      <a:lnTo>
                        <a:pt x="544" y="83"/>
                      </a:lnTo>
                      <a:lnTo>
                        <a:pt x="545" y="86"/>
                      </a:lnTo>
                      <a:lnTo>
                        <a:pt x="551" y="84"/>
                      </a:lnTo>
                      <a:lnTo>
                        <a:pt x="552" y="82"/>
                      </a:lnTo>
                      <a:lnTo>
                        <a:pt x="554" y="82"/>
                      </a:lnTo>
                      <a:lnTo>
                        <a:pt x="556" y="84"/>
                      </a:lnTo>
                      <a:lnTo>
                        <a:pt x="561" y="86"/>
                      </a:lnTo>
                      <a:lnTo>
                        <a:pt x="561" y="89"/>
                      </a:lnTo>
                      <a:lnTo>
                        <a:pt x="560" y="91"/>
                      </a:lnTo>
                      <a:lnTo>
                        <a:pt x="559" y="91"/>
                      </a:lnTo>
                      <a:lnTo>
                        <a:pt x="552" y="88"/>
                      </a:lnTo>
                      <a:lnTo>
                        <a:pt x="545" y="88"/>
                      </a:lnTo>
                      <a:lnTo>
                        <a:pt x="540" y="91"/>
                      </a:lnTo>
                      <a:lnTo>
                        <a:pt x="539" y="92"/>
                      </a:lnTo>
                      <a:lnTo>
                        <a:pt x="539" y="99"/>
                      </a:lnTo>
                      <a:lnTo>
                        <a:pt x="533" y="125"/>
                      </a:lnTo>
                      <a:lnTo>
                        <a:pt x="533" y="141"/>
                      </a:lnTo>
                      <a:lnTo>
                        <a:pt x="530" y="145"/>
                      </a:lnTo>
                      <a:lnTo>
                        <a:pt x="528" y="156"/>
                      </a:lnTo>
                      <a:lnTo>
                        <a:pt x="524" y="159"/>
                      </a:lnTo>
                      <a:lnTo>
                        <a:pt x="518" y="164"/>
                      </a:lnTo>
                      <a:lnTo>
                        <a:pt x="511" y="181"/>
                      </a:lnTo>
                      <a:lnTo>
                        <a:pt x="502" y="190"/>
                      </a:lnTo>
                      <a:lnTo>
                        <a:pt x="497" y="202"/>
                      </a:lnTo>
                      <a:lnTo>
                        <a:pt x="497" y="204"/>
                      </a:lnTo>
                      <a:lnTo>
                        <a:pt x="492" y="207"/>
                      </a:lnTo>
                      <a:lnTo>
                        <a:pt x="485" y="215"/>
                      </a:lnTo>
                      <a:lnTo>
                        <a:pt x="482" y="220"/>
                      </a:lnTo>
                      <a:lnTo>
                        <a:pt x="480" y="226"/>
                      </a:lnTo>
                      <a:lnTo>
                        <a:pt x="479" y="237"/>
                      </a:lnTo>
                      <a:lnTo>
                        <a:pt x="462" y="271"/>
                      </a:lnTo>
                      <a:lnTo>
                        <a:pt x="447" y="296"/>
                      </a:lnTo>
                      <a:lnTo>
                        <a:pt x="444" y="303"/>
                      </a:lnTo>
                      <a:lnTo>
                        <a:pt x="438" y="325"/>
                      </a:lnTo>
                      <a:lnTo>
                        <a:pt x="431" y="344"/>
                      </a:lnTo>
                      <a:lnTo>
                        <a:pt x="422" y="351"/>
                      </a:lnTo>
                      <a:lnTo>
                        <a:pt x="419" y="353"/>
                      </a:lnTo>
                      <a:lnTo>
                        <a:pt x="416" y="357"/>
                      </a:lnTo>
                      <a:lnTo>
                        <a:pt x="414" y="358"/>
                      </a:lnTo>
                      <a:lnTo>
                        <a:pt x="409" y="363"/>
                      </a:lnTo>
                      <a:lnTo>
                        <a:pt x="394" y="378"/>
                      </a:lnTo>
                      <a:lnTo>
                        <a:pt x="389" y="389"/>
                      </a:lnTo>
                      <a:lnTo>
                        <a:pt x="389" y="390"/>
                      </a:lnTo>
                      <a:lnTo>
                        <a:pt x="388" y="395"/>
                      </a:lnTo>
                      <a:lnTo>
                        <a:pt x="382" y="405"/>
                      </a:lnTo>
                      <a:lnTo>
                        <a:pt x="373" y="420"/>
                      </a:lnTo>
                      <a:lnTo>
                        <a:pt x="362" y="432"/>
                      </a:lnTo>
                      <a:lnTo>
                        <a:pt x="363" y="432"/>
                      </a:lnTo>
                      <a:lnTo>
                        <a:pt x="352" y="442"/>
                      </a:lnTo>
                      <a:lnTo>
                        <a:pt x="340" y="453"/>
                      </a:lnTo>
                      <a:lnTo>
                        <a:pt x="334" y="461"/>
                      </a:lnTo>
                      <a:lnTo>
                        <a:pt x="323" y="474"/>
                      </a:lnTo>
                      <a:lnTo>
                        <a:pt x="306" y="486"/>
                      </a:lnTo>
                      <a:lnTo>
                        <a:pt x="297" y="492"/>
                      </a:lnTo>
                      <a:lnTo>
                        <a:pt x="297" y="495"/>
                      </a:lnTo>
                      <a:lnTo>
                        <a:pt x="290" y="506"/>
                      </a:lnTo>
                      <a:lnTo>
                        <a:pt x="277" y="520"/>
                      </a:lnTo>
                      <a:lnTo>
                        <a:pt x="264" y="532"/>
                      </a:lnTo>
                      <a:lnTo>
                        <a:pt x="249" y="541"/>
                      </a:lnTo>
                      <a:lnTo>
                        <a:pt x="243" y="545"/>
                      </a:lnTo>
                      <a:lnTo>
                        <a:pt x="231" y="549"/>
                      </a:lnTo>
                      <a:lnTo>
                        <a:pt x="223" y="550"/>
                      </a:lnTo>
                      <a:lnTo>
                        <a:pt x="216" y="554"/>
                      </a:lnTo>
                      <a:lnTo>
                        <a:pt x="193" y="572"/>
                      </a:lnTo>
                      <a:lnTo>
                        <a:pt x="139" y="620"/>
                      </a:lnTo>
                      <a:lnTo>
                        <a:pt x="120" y="640"/>
                      </a:lnTo>
                      <a:lnTo>
                        <a:pt x="113" y="648"/>
                      </a:lnTo>
                      <a:lnTo>
                        <a:pt x="103" y="659"/>
                      </a:lnTo>
                      <a:lnTo>
                        <a:pt x="91" y="663"/>
                      </a:lnTo>
                      <a:lnTo>
                        <a:pt x="87" y="660"/>
                      </a:lnTo>
                      <a:lnTo>
                        <a:pt x="84" y="665"/>
                      </a:lnTo>
                      <a:lnTo>
                        <a:pt x="87" y="665"/>
                      </a:lnTo>
                      <a:lnTo>
                        <a:pt x="88" y="669"/>
                      </a:lnTo>
                      <a:lnTo>
                        <a:pt x="87" y="672"/>
                      </a:lnTo>
                      <a:lnTo>
                        <a:pt x="83" y="674"/>
                      </a:lnTo>
                      <a:lnTo>
                        <a:pt x="81" y="681"/>
                      </a:lnTo>
                      <a:lnTo>
                        <a:pt x="75" y="691"/>
                      </a:lnTo>
                      <a:lnTo>
                        <a:pt x="61" y="705"/>
                      </a:lnTo>
                      <a:lnTo>
                        <a:pt x="50" y="718"/>
                      </a:lnTo>
                      <a:lnTo>
                        <a:pt x="37" y="730"/>
                      </a:lnTo>
                      <a:lnTo>
                        <a:pt x="32" y="739"/>
                      </a:lnTo>
                      <a:lnTo>
                        <a:pt x="30" y="74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34" name="Google Shape;2434;p5">
                  <a:extLst>
                    <a:ext uri="{FF2B5EF4-FFF2-40B4-BE49-F238E27FC236}">
                      <a16:creationId xmlns:a16="http://schemas.microsoft.com/office/drawing/2014/main" id="{4F1275F8-FA00-6D31-95F2-B7DE9742693B}"/>
                    </a:ext>
                  </a:extLst>
                </p:cNvPr>
                <p:cNvSpPr/>
                <p:nvPr/>
              </p:nvSpPr>
              <p:spPr>
                <a:xfrm>
                  <a:off x="4761706" y="3272184"/>
                  <a:ext cx="276225" cy="215900"/>
                </a:xfrm>
                <a:custGeom>
                  <a:avLst/>
                  <a:gdLst/>
                  <a:ahLst/>
                  <a:cxnLst/>
                  <a:rect l="l" t="t" r="r" b="b"/>
                  <a:pathLst>
                    <a:path w="872" h="678" extrusionOk="0">
                      <a:moveTo>
                        <a:pt x="222" y="271"/>
                      </a:moveTo>
                      <a:lnTo>
                        <a:pt x="222" y="327"/>
                      </a:lnTo>
                      <a:lnTo>
                        <a:pt x="222" y="381"/>
                      </a:lnTo>
                      <a:lnTo>
                        <a:pt x="222" y="435"/>
                      </a:lnTo>
                      <a:lnTo>
                        <a:pt x="219" y="436"/>
                      </a:lnTo>
                      <a:lnTo>
                        <a:pt x="209" y="442"/>
                      </a:lnTo>
                      <a:lnTo>
                        <a:pt x="205" y="448"/>
                      </a:lnTo>
                      <a:lnTo>
                        <a:pt x="204" y="456"/>
                      </a:lnTo>
                      <a:lnTo>
                        <a:pt x="192" y="463"/>
                      </a:lnTo>
                      <a:lnTo>
                        <a:pt x="188" y="466"/>
                      </a:lnTo>
                      <a:lnTo>
                        <a:pt x="186" y="469"/>
                      </a:lnTo>
                      <a:lnTo>
                        <a:pt x="186" y="474"/>
                      </a:lnTo>
                      <a:lnTo>
                        <a:pt x="173" y="473"/>
                      </a:lnTo>
                      <a:lnTo>
                        <a:pt x="160" y="472"/>
                      </a:lnTo>
                      <a:lnTo>
                        <a:pt x="160" y="475"/>
                      </a:lnTo>
                      <a:lnTo>
                        <a:pt x="155" y="474"/>
                      </a:lnTo>
                      <a:lnTo>
                        <a:pt x="66" y="475"/>
                      </a:lnTo>
                      <a:lnTo>
                        <a:pt x="42" y="495"/>
                      </a:lnTo>
                      <a:lnTo>
                        <a:pt x="5" y="495"/>
                      </a:lnTo>
                      <a:lnTo>
                        <a:pt x="4" y="499"/>
                      </a:lnTo>
                      <a:lnTo>
                        <a:pt x="3" y="511"/>
                      </a:lnTo>
                      <a:lnTo>
                        <a:pt x="0" y="521"/>
                      </a:lnTo>
                      <a:lnTo>
                        <a:pt x="1" y="523"/>
                      </a:lnTo>
                      <a:lnTo>
                        <a:pt x="11" y="532"/>
                      </a:lnTo>
                      <a:lnTo>
                        <a:pt x="12" y="534"/>
                      </a:lnTo>
                      <a:lnTo>
                        <a:pt x="11" y="543"/>
                      </a:lnTo>
                      <a:lnTo>
                        <a:pt x="15" y="550"/>
                      </a:lnTo>
                      <a:lnTo>
                        <a:pt x="27" y="565"/>
                      </a:lnTo>
                      <a:lnTo>
                        <a:pt x="44" y="579"/>
                      </a:lnTo>
                      <a:lnTo>
                        <a:pt x="49" y="588"/>
                      </a:lnTo>
                      <a:lnTo>
                        <a:pt x="55" y="603"/>
                      </a:lnTo>
                      <a:lnTo>
                        <a:pt x="59" y="609"/>
                      </a:lnTo>
                      <a:lnTo>
                        <a:pt x="70" y="622"/>
                      </a:lnTo>
                      <a:lnTo>
                        <a:pt x="78" y="626"/>
                      </a:lnTo>
                      <a:lnTo>
                        <a:pt x="89" y="629"/>
                      </a:lnTo>
                      <a:lnTo>
                        <a:pt x="92" y="629"/>
                      </a:lnTo>
                      <a:lnTo>
                        <a:pt x="97" y="628"/>
                      </a:lnTo>
                      <a:lnTo>
                        <a:pt x="102" y="623"/>
                      </a:lnTo>
                      <a:lnTo>
                        <a:pt x="106" y="622"/>
                      </a:lnTo>
                      <a:lnTo>
                        <a:pt x="112" y="625"/>
                      </a:lnTo>
                      <a:lnTo>
                        <a:pt x="118" y="635"/>
                      </a:lnTo>
                      <a:lnTo>
                        <a:pt x="119" y="637"/>
                      </a:lnTo>
                      <a:lnTo>
                        <a:pt x="118" y="640"/>
                      </a:lnTo>
                      <a:lnTo>
                        <a:pt x="113" y="640"/>
                      </a:lnTo>
                      <a:lnTo>
                        <a:pt x="109" y="641"/>
                      </a:lnTo>
                      <a:lnTo>
                        <a:pt x="108" y="645"/>
                      </a:lnTo>
                      <a:lnTo>
                        <a:pt x="109" y="649"/>
                      </a:lnTo>
                      <a:lnTo>
                        <a:pt x="116" y="656"/>
                      </a:lnTo>
                      <a:lnTo>
                        <a:pt x="127" y="666"/>
                      </a:lnTo>
                      <a:lnTo>
                        <a:pt x="134" y="662"/>
                      </a:lnTo>
                      <a:lnTo>
                        <a:pt x="127" y="653"/>
                      </a:lnTo>
                      <a:lnTo>
                        <a:pt x="127" y="649"/>
                      </a:lnTo>
                      <a:lnTo>
                        <a:pt x="138" y="646"/>
                      </a:lnTo>
                      <a:lnTo>
                        <a:pt x="143" y="645"/>
                      </a:lnTo>
                      <a:lnTo>
                        <a:pt x="151" y="641"/>
                      </a:lnTo>
                      <a:lnTo>
                        <a:pt x="154" y="642"/>
                      </a:lnTo>
                      <a:lnTo>
                        <a:pt x="165" y="653"/>
                      </a:lnTo>
                      <a:lnTo>
                        <a:pt x="177" y="666"/>
                      </a:lnTo>
                      <a:lnTo>
                        <a:pt x="184" y="671"/>
                      </a:lnTo>
                      <a:lnTo>
                        <a:pt x="193" y="678"/>
                      </a:lnTo>
                      <a:lnTo>
                        <a:pt x="194" y="671"/>
                      </a:lnTo>
                      <a:lnTo>
                        <a:pt x="192" y="646"/>
                      </a:lnTo>
                      <a:lnTo>
                        <a:pt x="193" y="637"/>
                      </a:lnTo>
                      <a:lnTo>
                        <a:pt x="195" y="633"/>
                      </a:lnTo>
                      <a:lnTo>
                        <a:pt x="199" y="628"/>
                      </a:lnTo>
                      <a:lnTo>
                        <a:pt x="206" y="624"/>
                      </a:lnTo>
                      <a:lnTo>
                        <a:pt x="211" y="618"/>
                      </a:lnTo>
                      <a:lnTo>
                        <a:pt x="219" y="604"/>
                      </a:lnTo>
                      <a:lnTo>
                        <a:pt x="221" y="586"/>
                      </a:lnTo>
                      <a:lnTo>
                        <a:pt x="222" y="582"/>
                      </a:lnTo>
                      <a:lnTo>
                        <a:pt x="240" y="570"/>
                      </a:lnTo>
                      <a:lnTo>
                        <a:pt x="259" y="565"/>
                      </a:lnTo>
                      <a:lnTo>
                        <a:pt x="277" y="565"/>
                      </a:lnTo>
                      <a:lnTo>
                        <a:pt x="283" y="564"/>
                      </a:lnTo>
                      <a:lnTo>
                        <a:pt x="291" y="561"/>
                      </a:lnTo>
                      <a:lnTo>
                        <a:pt x="306" y="563"/>
                      </a:lnTo>
                      <a:lnTo>
                        <a:pt x="343" y="581"/>
                      </a:lnTo>
                      <a:lnTo>
                        <a:pt x="365" y="602"/>
                      </a:lnTo>
                      <a:lnTo>
                        <a:pt x="372" y="607"/>
                      </a:lnTo>
                      <a:lnTo>
                        <a:pt x="377" y="609"/>
                      </a:lnTo>
                      <a:lnTo>
                        <a:pt x="386" y="609"/>
                      </a:lnTo>
                      <a:lnTo>
                        <a:pt x="392" y="599"/>
                      </a:lnTo>
                      <a:lnTo>
                        <a:pt x="408" y="591"/>
                      </a:lnTo>
                      <a:lnTo>
                        <a:pt x="418" y="588"/>
                      </a:lnTo>
                      <a:lnTo>
                        <a:pt x="430" y="588"/>
                      </a:lnTo>
                      <a:lnTo>
                        <a:pt x="447" y="598"/>
                      </a:lnTo>
                      <a:lnTo>
                        <a:pt x="471" y="613"/>
                      </a:lnTo>
                      <a:lnTo>
                        <a:pt x="483" y="617"/>
                      </a:lnTo>
                      <a:lnTo>
                        <a:pt x="506" y="619"/>
                      </a:lnTo>
                      <a:lnTo>
                        <a:pt x="519" y="618"/>
                      </a:lnTo>
                      <a:lnTo>
                        <a:pt x="533" y="608"/>
                      </a:lnTo>
                      <a:lnTo>
                        <a:pt x="550" y="593"/>
                      </a:lnTo>
                      <a:lnTo>
                        <a:pt x="559" y="588"/>
                      </a:lnTo>
                      <a:lnTo>
                        <a:pt x="585" y="588"/>
                      </a:lnTo>
                      <a:lnTo>
                        <a:pt x="603" y="591"/>
                      </a:lnTo>
                      <a:lnTo>
                        <a:pt x="613" y="587"/>
                      </a:lnTo>
                      <a:lnTo>
                        <a:pt x="633" y="585"/>
                      </a:lnTo>
                      <a:lnTo>
                        <a:pt x="640" y="587"/>
                      </a:lnTo>
                      <a:lnTo>
                        <a:pt x="647" y="591"/>
                      </a:lnTo>
                      <a:lnTo>
                        <a:pt x="655" y="593"/>
                      </a:lnTo>
                      <a:lnTo>
                        <a:pt x="661" y="597"/>
                      </a:lnTo>
                      <a:lnTo>
                        <a:pt x="672" y="597"/>
                      </a:lnTo>
                      <a:lnTo>
                        <a:pt x="678" y="593"/>
                      </a:lnTo>
                      <a:lnTo>
                        <a:pt x="688" y="583"/>
                      </a:lnTo>
                      <a:lnTo>
                        <a:pt x="688" y="582"/>
                      </a:lnTo>
                      <a:lnTo>
                        <a:pt x="694" y="577"/>
                      </a:lnTo>
                      <a:lnTo>
                        <a:pt x="702" y="576"/>
                      </a:lnTo>
                      <a:lnTo>
                        <a:pt x="708" y="576"/>
                      </a:lnTo>
                      <a:lnTo>
                        <a:pt x="714" y="564"/>
                      </a:lnTo>
                      <a:lnTo>
                        <a:pt x="715" y="564"/>
                      </a:lnTo>
                      <a:lnTo>
                        <a:pt x="718" y="561"/>
                      </a:lnTo>
                      <a:lnTo>
                        <a:pt x="713" y="556"/>
                      </a:lnTo>
                      <a:lnTo>
                        <a:pt x="709" y="550"/>
                      </a:lnTo>
                      <a:lnTo>
                        <a:pt x="709" y="545"/>
                      </a:lnTo>
                      <a:lnTo>
                        <a:pt x="714" y="538"/>
                      </a:lnTo>
                      <a:lnTo>
                        <a:pt x="720" y="534"/>
                      </a:lnTo>
                      <a:lnTo>
                        <a:pt x="725" y="533"/>
                      </a:lnTo>
                      <a:lnTo>
                        <a:pt x="730" y="531"/>
                      </a:lnTo>
                      <a:lnTo>
                        <a:pt x="727" y="520"/>
                      </a:lnTo>
                      <a:lnTo>
                        <a:pt x="732" y="515"/>
                      </a:lnTo>
                      <a:lnTo>
                        <a:pt x="740" y="513"/>
                      </a:lnTo>
                      <a:lnTo>
                        <a:pt x="740" y="504"/>
                      </a:lnTo>
                      <a:lnTo>
                        <a:pt x="746" y="501"/>
                      </a:lnTo>
                      <a:lnTo>
                        <a:pt x="746" y="490"/>
                      </a:lnTo>
                      <a:lnTo>
                        <a:pt x="834" y="391"/>
                      </a:lnTo>
                      <a:lnTo>
                        <a:pt x="838" y="386"/>
                      </a:lnTo>
                      <a:lnTo>
                        <a:pt x="844" y="287"/>
                      </a:lnTo>
                      <a:lnTo>
                        <a:pt x="859" y="208"/>
                      </a:lnTo>
                      <a:lnTo>
                        <a:pt x="872" y="184"/>
                      </a:lnTo>
                      <a:lnTo>
                        <a:pt x="849" y="171"/>
                      </a:lnTo>
                      <a:lnTo>
                        <a:pt x="843" y="166"/>
                      </a:lnTo>
                      <a:lnTo>
                        <a:pt x="837" y="160"/>
                      </a:lnTo>
                      <a:lnTo>
                        <a:pt x="833" y="154"/>
                      </a:lnTo>
                      <a:lnTo>
                        <a:pt x="829" y="142"/>
                      </a:lnTo>
                      <a:lnTo>
                        <a:pt x="826" y="135"/>
                      </a:lnTo>
                      <a:lnTo>
                        <a:pt x="826" y="133"/>
                      </a:lnTo>
                      <a:lnTo>
                        <a:pt x="821" y="123"/>
                      </a:lnTo>
                      <a:lnTo>
                        <a:pt x="818" y="117"/>
                      </a:lnTo>
                      <a:lnTo>
                        <a:pt x="818" y="31"/>
                      </a:lnTo>
                      <a:lnTo>
                        <a:pt x="801" y="36"/>
                      </a:lnTo>
                      <a:lnTo>
                        <a:pt x="795" y="26"/>
                      </a:lnTo>
                      <a:lnTo>
                        <a:pt x="791" y="22"/>
                      </a:lnTo>
                      <a:lnTo>
                        <a:pt x="776" y="15"/>
                      </a:lnTo>
                      <a:lnTo>
                        <a:pt x="773" y="11"/>
                      </a:lnTo>
                      <a:lnTo>
                        <a:pt x="768" y="7"/>
                      </a:lnTo>
                      <a:lnTo>
                        <a:pt x="759" y="5"/>
                      </a:lnTo>
                      <a:lnTo>
                        <a:pt x="720" y="1"/>
                      </a:lnTo>
                      <a:lnTo>
                        <a:pt x="677" y="2"/>
                      </a:lnTo>
                      <a:lnTo>
                        <a:pt x="646" y="0"/>
                      </a:lnTo>
                      <a:lnTo>
                        <a:pt x="643" y="1"/>
                      </a:lnTo>
                      <a:lnTo>
                        <a:pt x="638" y="4"/>
                      </a:lnTo>
                      <a:lnTo>
                        <a:pt x="612" y="22"/>
                      </a:lnTo>
                      <a:lnTo>
                        <a:pt x="568" y="53"/>
                      </a:lnTo>
                      <a:lnTo>
                        <a:pt x="525" y="84"/>
                      </a:lnTo>
                      <a:lnTo>
                        <a:pt x="482" y="114"/>
                      </a:lnTo>
                      <a:lnTo>
                        <a:pt x="437" y="145"/>
                      </a:lnTo>
                      <a:lnTo>
                        <a:pt x="393" y="176"/>
                      </a:lnTo>
                      <a:lnTo>
                        <a:pt x="350" y="206"/>
                      </a:lnTo>
                      <a:lnTo>
                        <a:pt x="307" y="236"/>
                      </a:lnTo>
                      <a:lnTo>
                        <a:pt x="292" y="241"/>
                      </a:lnTo>
                      <a:lnTo>
                        <a:pt x="230" y="255"/>
                      </a:lnTo>
                      <a:lnTo>
                        <a:pt x="221" y="257"/>
                      </a:lnTo>
                      <a:lnTo>
                        <a:pt x="221" y="259"/>
                      </a:lnTo>
                      <a:lnTo>
                        <a:pt x="222" y="260"/>
                      </a:lnTo>
                      <a:lnTo>
                        <a:pt x="222" y="27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35" name="Google Shape;2435;p5">
                  <a:extLst>
                    <a:ext uri="{FF2B5EF4-FFF2-40B4-BE49-F238E27FC236}">
                      <a16:creationId xmlns:a16="http://schemas.microsoft.com/office/drawing/2014/main" id="{2A578C01-6DBB-BF91-48D2-BAC4B7171089}"/>
                    </a:ext>
                  </a:extLst>
                </p:cNvPr>
                <p:cNvSpPr/>
                <p:nvPr/>
              </p:nvSpPr>
              <p:spPr>
                <a:xfrm>
                  <a:off x="5334792" y="3432522"/>
                  <a:ext cx="261938" cy="198438"/>
                </a:xfrm>
                <a:custGeom>
                  <a:avLst/>
                  <a:gdLst/>
                  <a:ahLst/>
                  <a:cxnLst/>
                  <a:rect l="l" t="t" r="r" b="b"/>
                  <a:pathLst>
                    <a:path w="824" h="626" extrusionOk="0">
                      <a:moveTo>
                        <a:pt x="192" y="32"/>
                      </a:moveTo>
                      <a:lnTo>
                        <a:pt x="192" y="48"/>
                      </a:lnTo>
                      <a:lnTo>
                        <a:pt x="174" y="105"/>
                      </a:lnTo>
                      <a:lnTo>
                        <a:pt x="167" y="113"/>
                      </a:lnTo>
                      <a:lnTo>
                        <a:pt x="158" y="115"/>
                      </a:lnTo>
                      <a:lnTo>
                        <a:pt x="149" y="125"/>
                      </a:lnTo>
                      <a:lnTo>
                        <a:pt x="114" y="174"/>
                      </a:lnTo>
                      <a:lnTo>
                        <a:pt x="109" y="188"/>
                      </a:lnTo>
                      <a:lnTo>
                        <a:pt x="104" y="215"/>
                      </a:lnTo>
                      <a:lnTo>
                        <a:pt x="99" y="220"/>
                      </a:lnTo>
                      <a:lnTo>
                        <a:pt x="88" y="220"/>
                      </a:lnTo>
                      <a:lnTo>
                        <a:pt x="81" y="225"/>
                      </a:lnTo>
                      <a:lnTo>
                        <a:pt x="74" y="237"/>
                      </a:lnTo>
                      <a:lnTo>
                        <a:pt x="71" y="244"/>
                      </a:lnTo>
                      <a:lnTo>
                        <a:pt x="67" y="242"/>
                      </a:lnTo>
                      <a:lnTo>
                        <a:pt x="67" y="253"/>
                      </a:lnTo>
                      <a:lnTo>
                        <a:pt x="69" y="259"/>
                      </a:lnTo>
                      <a:lnTo>
                        <a:pt x="67" y="270"/>
                      </a:lnTo>
                      <a:lnTo>
                        <a:pt x="63" y="286"/>
                      </a:lnTo>
                      <a:lnTo>
                        <a:pt x="63" y="331"/>
                      </a:lnTo>
                      <a:lnTo>
                        <a:pt x="61" y="346"/>
                      </a:lnTo>
                      <a:lnTo>
                        <a:pt x="54" y="352"/>
                      </a:lnTo>
                      <a:lnTo>
                        <a:pt x="43" y="357"/>
                      </a:lnTo>
                      <a:lnTo>
                        <a:pt x="21" y="355"/>
                      </a:lnTo>
                      <a:lnTo>
                        <a:pt x="11" y="359"/>
                      </a:lnTo>
                      <a:lnTo>
                        <a:pt x="11" y="373"/>
                      </a:lnTo>
                      <a:lnTo>
                        <a:pt x="5" y="378"/>
                      </a:lnTo>
                      <a:lnTo>
                        <a:pt x="0" y="386"/>
                      </a:lnTo>
                      <a:lnTo>
                        <a:pt x="6" y="390"/>
                      </a:lnTo>
                      <a:lnTo>
                        <a:pt x="12" y="390"/>
                      </a:lnTo>
                      <a:lnTo>
                        <a:pt x="20" y="397"/>
                      </a:lnTo>
                      <a:lnTo>
                        <a:pt x="28" y="395"/>
                      </a:lnTo>
                      <a:lnTo>
                        <a:pt x="39" y="399"/>
                      </a:lnTo>
                      <a:lnTo>
                        <a:pt x="48" y="404"/>
                      </a:lnTo>
                      <a:lnTo>
                        <a:pt x="56" y="414"/>
                      </a:lnTo>
                      <a:lnTo>
                        <a:pt x="58" y="424"/>
                      </a:lnTo>
                      <a:lnTo>
                        <a:pt x="64" y="432"/>
                      </a:lnTo>
                      <a:lnTo>
                        <a:pt x="71" y="440"/>
                      </a:lnTo>
                      <a:lnTo>
                        <a:pt x="93" y="453"/>
                      </a:lnTo>
                      <a:lnTo>
                        <a:pt x="98" y="463"/>
                      </a:lnTo>
                      <a:lnTo>
                        <a:pt x="103" y="475"/>
                      </a:lnTo>
                      <a:lnTo>
                        <a:pt x="113" y="502"/>
                      </a:lnTo>
                      <a:lnTo>
                        <a:pt x="118" y="511"/>
                      </a:lnTo>
                      <a:lnTo>
                        <a:pt x="126" y="517"/>
                      </a:lnTo>
                      <a:lnTo>
                        <a:pt x="150" y="522"/>
                      </a:lnTo>
                      <a:lnTo>
                        <a:pt x="157" y="527"/>
                      </a:lnTo>
                      <a:lnTo>
                        <a:pt x="158" y="534"/>
                      </a:lnTo>
                      <a:lnTo>
                        <a:pt x="157" y="544"/>
                      </a:lnTo>
                      <a:lnTo>
                        <a:pt x="156" y="566"/>
                      </a:lnTo>
                      <a:lnTo>
                        <a:pt x="169" y="571"/>
                      </a:lnTo>
                      <a:lnTo>
                        <a:pt x="185" y="569"/>
                      </a:lnTo>
                      <a:lnTo>
                        <a:pt x="200" y="570"/>
                      </a:lnTo>
                      <a:lnTo>
                        <a:pt x="217" y="578"/>
                      </a:lnTo>
                      <a:lnTo>
                        <a:pt x="255" y="600"/>
                      </a:lnTo>
                      <a:lnTo>
                        <a:pt x="266" y="613"/>
                      </a:lnTo>
                      <a:lnTo>
                        <a:pt x="286" y="619"/>
                      </a:lnTo>
                      <a:lnTo>
                        <a:pt x="303" y="619"/>
                      </a:lnTo>
                      <a:lnTo>
                        <a:pt x="325" y="625"/>
                      </a:lnTo>
                      <a:lnTo>
                        <a:pt x="350" y="626"/>
                      </a:lnTo>
                      <a:lnTo>
                        <a:pt x="373" y="614"/>
                      </a:lnTo>
                      <a:lnTo>
                        <a:pt x="389" y="598"/>
                      </a:lnTo>
                      <a:lnTo>
                        <a:pt x="408" y="592"/>
                      </a:lnTo>
                      <a:lnTo>
                        <a:pt x="427" y="588"/>
                      </a:lnTo>
                      <a:lnTo>
                        <a:pt x="461" y="604"/>
                      </a:lnTo>
                      <a:lnTo>
                        <a:pt x="474" y="603"/>
                      </a:lnTo>
                      <a:lnTo>
                        <a:pt x="483" y="604"/>
                      </a:lnTo>
                      <a:lnTo>
                        <a:pt x="488" y="603"/>
                      </a:lnTo>
                      <a:lnTo>
                        <a:pt x="491" y="599"/>
                      </a:lnTo>
                      <a:lnTo>
                        <a:pt x="506" y="592"/>
                      </a:lnTo>
                      <a:lnTo>
                        <a:pt x="542" y="580"/>
                      </a:lnTo>
                      <a:lnTo>
                        <a:pt x="554" y="567"/>
                      </a:lnTo>
                      <a:lnTo>
                        <a:pt x="567" y="559"/>
                      </a:lnTo>
                      <a:lnTo>
                        <a:pt x="588" y="550"/>
                      </a:lnTo>
                      <a:lnTo>
                        <a:pt x="596" y="545"/>
                      </a:lnTo>
                      <a:lnTo>
                        <a:pt x="661" y="545"/>
                      </a:lnTo>
                      <a:lnTo>
                        <a:pt x="742" y="463"/>
                      </a:lnTo>
                      <a:lnTo>
                        <a:pt x="813" y="393"/>
                      </a:lnTo>
                      <a:lnTo>
                        <a:pt x="823" y="381"/>
                      </a:lnTo>
                      <a:lnTo>
                        <a:pt x="824" y="378"/>
                      </a:lnTo>
                      <a:lnTo>
                        <a:pt x="771" y="379"/>
                      </a:lnTo>
                      <a:lnTo>
                        <a:pt x="684" y="347"/>
                      </a:lnTo>
                      <a:lnTo>
                        <a:pt x="606" y="320"/>
                      </a:lnTo>
                      <a:lnTo>
                        <a:pt x="599" y="313"/>
                      </a:lnTo>
                      <a:lnTo>
                        <a:pt x="579" y="298"/>
                      </a:lnTo>
                      <a:lnTo>
                        <a:pt x="572" y="288"/>
                      </a:lnTo>
                      <a:lnTo>
                        <a:pt x="566" y="282"/>
                      </a:lnTo>
                      <a:lnTo>
                        <a:pt x="564" y="276"/>
                      </a:lnTo>
                      <a:lnTo>
                        <a:pt x="559" y="273"/>
                      </a:lnTo>
                      <a:lnTo>
                        <a:pt x="553" y="266"/>
                      </a:lnTo>
                      <a:lnTo>
                        <a:pt x="550" y="261"/>
                      </a:lnTo>
                      <a:lnTo>
                        <a:pt x="543" y="254"/>
                      </a:lnTo>
                      <a:lnTo>
                        <a:pt x="538" y="231"/>
                      </a:lnTo>
                      <a:lnTo>
                        <a:pt x="539" y="226"/>
                      </a:lnTo>
                      <a:lnTo>
                        <a:pt x="543" y="221"/>
                      </a:lnTo>
                      <a:lnTo>
                        <a:pt x="543" y="220"/>
                      </a:lnTo>
                      <a:lnTo>
                        <a:pt x="534" y="212"/>
                      </a:lnTo>
                      <a:lnTo>
                        <a:pt x="529" y="211"/>
                      </a:lnTo>
                      <a:lnTo>
                        <a:pt x="517" y="216"/>
                      </a:lnTo>
                      <a:lnTo>
                        <a:pt x="516" y="218"/>
                      </a:lnTo>
                      <a:lnTo>
                        <a:pt x="515" y="220"/>
                      </a:lnTo>
                      <a:lnTo>
                        <a:pt x="508" y="217"/>
                      </a:lnTo>
                      <a:lnTo>
                        <a:pt x="504" y="220"/>
                      </a:lnTo>
                      <a:lnTo>
                        <a:pt x="491" y="218"/>
                      </a:lnTo>
                      <a:lnTo>
                        <a:pt x="485" y="212"/>
                      </a:lnTo>
                      <a:lnTo>
                        <a:pt x="484" y="203"/>
                      </a:lnTo>
                      <a:lnTo>
                        <a:pt x="484" y="200"/>
                      </a:lnTo>
                      <a:lnTo>
                        <a:pt x="493" y="190"/>
                      </a:lnTo>
                      <a:lnTo>
                        <a:pt x="499" y="177"/>
                      </a:lnTo>
                      <a:lnTo>
                        <a:pt x="501" y="166"/>
                      </a:lnTo>
                      <a:lnTo>
                        <a:pt x="506" y="144"/>
                      </a:lnTo>
                      <a:lnTo>
                        <a:pt x="512" y="140"/>
                      </a:lnTo>
                      <a:lnTo>
                        <a:pt x="506" y="132"/>
                      </a:lnTo>
                      <a:lnTo>
                        <a:pt x="502" y="125"/>
                      </a:lnTo>
                      <a:lnTo>
                        <a:pt x="495" y="119"/>
                      </a:lnTo>
                      <a:lnTo>
                        <a:pt x="486" y="115"/>
                      </a:lnTo>
                      <a:lnTo>
                        <a:pt x="483" y="109"/>
                      </a:lnTo>
                      <a:lnTo>
                        <a:pt x="480" y="99"/>
                      </a:lnTo>
                      <a:lnTo>
                        <a:pt x="474" y="93"/>
                      </a:lnTo>
                      <a:lnTo>
                        <a:pt x="462" y="83"/>
                      </a:lnTo>
                      <a:lnTo>
                        <a:pt x="445" y="71"/>
                      </a:lnTo>
                      <a:lnTo>
                        <a:pt x="440" y="62"/>
                      </a:lnTo>
                      <a:lnTo>
                        <a:pt x="432" y="51"/>
                      </a:lnTo>
                      <a:lnTo>
                        <a:pt x="420" y="40"/>
                      </a:lnTo>
                      <a:lnTo>
                        <a:pt x="413" y="39"/>
                      </a:lnTo>
                      <a:lnTo>
                        <a:pt x="403" y="34"/>
                      </a:lnTo>
                      <a:lnTo>
                        <a:pt x="389" y="23"/>
                      </a:lnTo>
                      <a:lnTo>
                        <a:pt x="378" y="24"/>
                      </a:lnTo>
                      <a:lnTo>
                        <a:pt x="376" y="26"/>
                      </a:lnTo>
                      <a:lnTo>
                        <a:pt x="372" y="26"/>
                      </a:lnTo>
                      <a:lnTo>
                        <a:pt x="371" y="22"/>
                      </a:lnTo>
                      <a:lnTo>
                        <a:pt x="361" y="22"/>
                      </a:lnTo>
                      <a:lnTo>
                        <a:pt x="356" y="18"/>
                      </a:lnTo>
                      <a:lnTo>
                        <a:pt x="352" y="18"/>
                      </a:lnTo>
                      <a:lnTo>
                        <a:pt x="348" y="22"/>
                      </a:lnTo>
                      <a:lnTo>
                        <a:pt x="340" y="23"/>
                      </a:lnTo>
                      <a:lnTo>
                        <a:pt x="339" y="24"/>
                      </a:lnTo>
                      <a:lnTo>
                        <a:pt x="337" y="24"/>
                      </a:lnTo>
                      <a:lnTo>
                        <a:pt x="334" y="18"/>
                      </a:lnTo>
                      <a:lnTo>
                        <a:pt x="329" y="13"/>
                      </a:lnTo>
                      <a:lnTo>
                        <a:pt x="324" y="13"/>
                      </a:lnTo>
                      <a:lnTo>
                        <a:pt x="324" y="17"/>
                      </a:lnTo>
                      <a:lnTo>
                        <a:pt x="318" y="22"/>
                      </a:lnTo>
                      <a:lnTo>
                        <a:pt x="305" y="24"/>
                      </a:lnTo>
                      <a:lnTo>
                        <a:pt x="301" y="26"/>
                      </a:lnTo>
                      <a:lnTo>
                        <a:pt x="292" y="26"/>
                      </a:lnTo>
                      <a:lnTo>
                        <a:pt x="284" y="15"/>
                      </a:lnTo>
                      <a:lnTo>
                        <a:pt x="284" y="12"/>
                      </a:lnTo>
                      <a:lnTo>
                        <a:pt x="281" y="11"/>
                      </a:lnTo>
                      <a:lnTo>
                        <a:pt x="274" y="11"/>
                      </a:lnTo>
                      <a:lnTo>
                        <a:pt x="268" y="5"/>
                      </a:lnTo>
                      <a:lnTo>
                        <a:pt x="264" y="0"/>
                      </a:lnTo>
                      <a:lnTo>
                        <a:pt x="244" y="44"/>
                      </a:lnTo>
                      <a:lnTo>
                        <a:pt x="236" y="34"/>
                      </a:lnTo>
                      <a:lnTo>
                        <a:pt x="236" y="31"/>
                      </a:lnTo>
                      <a:lnTo>
                        <a:pt x="231" y="26"/>
                      </a:lnTo>
                      <a:lnTo>
                        <a:pt x="223" y="26"/>
                      </a:lnTo>
                      <a:lnTo>
                        <a:pt x="220" y="29"/>
                      </a:lnTo>
                      <a:lnTo>
                        <a:pt x="219" y="33"/>
                      </a:lnTo>
                      <a:lnTo>
                        <a:pt x="216" y="35"/>
                      </a:lnTo>
                      <a:lnTo>
                        <a:pt x="212" y="35"/>
                      </a:lnTo>
                      <a:lnTo>
                        <a:pt x="208" y="33"/>
                      </a:lnTo>
                      <a:lnTo>
                        <a:pt x="194" y="33"/>
                      </a:lnTo>
                      <a:lnTo>
                        <a:pt x="192" y="3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36" name="Google Shape;2436;p5">
                  <a:extLst>
                    <a:ext uri="{FF2B5EF4-FFF2-40B4-BE49-F238E27FC236}">
                      <a16:creationId xmlns:a16="http://schemas.microsoft.com/office/drawing/2014/main" id="{C8BBA22A-729F-B903-1BC4-0832C83F060B}"/>
                    </a:ext>
                  </a:extLst>
                </p:cNvPr>
                <p:cNvSpPr/>
                <p:nvPr/>
              </p:nvSpPr>
              <p:spPr>
                <a:xfrm>
                  <a:off x="5296692" y="4153247"/>
                  <a:ext cx="20638" cy="28575"/>
                </a:xfrm>
                <a:custGeom>
                  <a:avLst/>
                  <a:gdLst/>
                  <a:ahLst/>
                  <a:cxnLst/>
                  <a:rect l="l" t="t" r="r" b="b"/>
                  <a:pathLst>
                    <a:path w="67" h="90" extrusionOk="0">
                      <a:moveTo>
                        <a:pt x="67" y="63"/>
                      </a:moveTo>
                      <a:lnTo>
                        <a:pt x="65" y="35"/>
                      </a:lnTo>
                      <a:lnTo>
                        <a:pt x="65" y="14"/>
                      </a:lnTo>
                      <a:lnTo>
                        <a:pt x="63" y="6"/>
                      </a:lnTo>
                      <a:lnTo>
                        <a:pt x="56" y="15"/>
                      </a:lnTo>
                      <a:lnTo>
                        <a:pt x="33" y="0"/>
                      </a:lnTo>
                      <a:lnTo>
                        <a:pt x="19" y="9"/>
                      </a:lnTo>
                      <a:lnTo>
                        <a:pt x="12" y="21"/>
                      </a:lnTo>
                      <a:lnTo>
                        <a:pt x="4" y="38"/>
                      </a:lnTo>
                      <a:lnTo>
                        <a:pt x="0" y="54"/>
                      </a:lnTo>
                      <a:lnTo>
                        <a:pt x="2" y="67"/>
                      </a:lnTo>
                      <a:lnTo>
                        <a:pt x="12" y="86"/>
                      </a:lnTo>
                      <a:lnTo>
                        <a:pt x="35" y="89"/>
                      </a:lnTo>
                      <a:lnTo>
                        <a:pt x="47" y="90"/>
                      </a:lnTo>
                      <a:lnTo>
                        <a:pt x="55" y="81"/>
                      </a:lnTo>
                      <a:lnTo>
                        <a:pt x="61" y="67"/>
                      </a:lnTo>
                      <a:lnTo>
                        <a:pt x="67" y="6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37" name="Google Shape;2437;p5">
                  <a:extLst>
                    <a:ext uri="{FF2B5EF4-FFF2-40B4-BE49-F238E27FC236}">
                      <a16:creationId xmlns:a16="http://schemas.microsoft.com/office/drawing/2014/main" id="{F923C944-764D-937D-ED09-E69C161C3FEA}"/>
                    </a:ext>
                  </a:extLst>
                </p:cNvPr>
                <p:cNvSpPr/>
                <p:nvPr/>
              </p:nvSpPr>
              <p:spPr>
                <a:xfrm>
                  <a:off x="5045867" y="4083397"/>
                  <a:ext cx="285750" cy="250825"/>
                </a:xfrm>
                <a:custGeom>
                  <a:avLst/>
                  <a:gdLst/>
                  <a:ahLst/>
                  <a:cxnLst/>
                  <a:rect l="l" t="t" r="r" b="b"/>
                  <a:pathLst>
                    <a:path w="898" h="791" extrusionOk="0">
                      <a:moveTo>
                        <a:pt x="188" y="161"/>
                      </a:moveTo>
                      <a:lnTo>
                        <a:pt x="188" y="216"/>
                      </a:lnTo>
                      <a:lnTo>
                        <a:pt x="188" y="275"/>
                      </a:lnTo>
                      <a:lnTo>
                        <a:pt x="188" y="334"/>
                      </a:lnTo>
                      <a:lnTo>
                        <a:pt x="188" y="390"/>
                      </a:lnTo>
                      <a:lnTo>
                        <a:pt x="182" y="394"/>
                      </a:lnTo>
                      <a:lnTo>
                        <a:pt x="171" y="396"/>
                      </a:lnTo>
                      <a:lnTo>
                        <a:pt x="157" y="406"/>
                      </a:lnTo>
                      <a:lnTo>
                        <a:pt x="141" y="421"/>
                      </a:lnTo>
                      <a:lnTo>
                        <a:pt x="129" y="421"/>
                      </a:lnTo>
                      <a:lnTo>
                        <a:pt x="120" y="418"/>
                      </a:lnTo>
                      <a:lnTo>
                        <a:pt x="101" y="418"/>
                      </a:lnTo>
                      <a:lnTo>
                        <a:pt x="86" y="423"/>
                      </a:lnTo>
                      <a:lnTo>
                        <a:pt x="70" y="421"/>
                      </a:lnTo>
                      <a:lnTo>
                        <a:pt x="59" y="409"/>
                      </a:lnTo>
                      <a:lnTo>
                        <a:pt x="59" y="396"/>
                      </a:lnTo>
                      <a:lnTo>
                        <a:pt x="33" y="378"/>
                      </a:lnTo>
                      <a:lnTo>
                        <a:pt x="21" y="379"/>
                      </a:lnTo>
                      <a:lnTo>
                        <a:pt x="15" y="390"/>
                      </a:lnTo>
                      <a:lnTo>
                        <a:pt x="8" y="398"/>
                      </a:lnTo>
                      <a:lnTo>
                        <a:pt x="5" y="400"/>
                      </a:lnTo>
                      <a:lnTo>
                        <a:pt x="0" y="401"/>
                      </a:lnTo>
                      <a:lnTo>
                        <a:pt x="2" y="405"/>
                      </a:lnTo>
                      <a:lnTo>
                        <a:pt x="1" y="411"/>
                      </a:lnTo>
                      <a:lnTo>
                        <a:pt x="5" y="416"/>
                      </a:lnTo>
                      <a:lnTo>
                        <a:pt x="13" y="426"/>
                      </a:lnTo>
                      <a:lnTo>
                        <a:pt x="28" y="464"/>
                      </a:lnTo>
                      <a:lnTo>
                        <a:pt x="37" y="491"/>
                      </a:lnTo>
                      <a:lnTo>
                        <a:pt x="51" y="528"/>
                      </a:lnTo>
                      <a:lnTo>
                        <a:pt x="59" y="536"/>
                      </a:lnTo>
                      <a:lnTo>
                        <a:pt x="64" y="552"/>
                      </a:lnTo>
                      <a:lnTo>
                        <a:pt x="70" y="562"/>
                      </a:lnTo>
                      <a:lnTo>
                        <a:pt x="91" y="595"/>
                      </a:lnTo>
                      <a:lnTo>
                        <a:pt x="97" y="608"/>
                      </a:lnTo>
                      <a:lnTo>
                        <a:pt x="99" y="648"/>
                      </a:lnTo>
                      <a:lnTo>
                        <a:pt x="90" y="665"/>
                      </a:lnTo>
                      <a:lnTo>
                        <a:pt x="78" y="660"/>
                      </a:lnTo>
                      <a:lnTo>
                        <a:pt x="76" y="667"/>
                      </a:lnTo>
                      <a:lnTo>
                        <a:pt x="75" y="678"/>
                      </a:lnTo>
                      <a:lnTo>
                        <a:pt x="77" y="678"/>
                      </a:lnTo>
                      <a:lnTo>
                        <a:pt x="85" y="683"/>
                      </a:lnTo>
                      <a:lnTo>
                        <a:pt x="87" y="690"/>
                      </a:lnTo>
                      <a:lnTo>
                        <a:pt x="83" y="691"/>
                      </a:lnTo>
                      <a:lnTo>
                        <a:pt x="88" y="701"/>
                      </a:lnTo>
                      <a:lnTo>
                        <a:pt x="93" y="705"/>
                      </a:lnTo>
                      <a:lnTo>
                        <a:pt x="99" y="716"/>
                      </a:lnTo>
                      <a:lnTo>
                        <a:pt x="107" y="726"/>
                      </a:lnTo>
                      <a:lnTo>
                        <a:pt x="108" y="734"/>
                      </a:lnTo>
                      <a:lnTo>
                        <a:pt x="103" y="742"/>
                      </a:lnTo>
                      <a:lnTo>
                        <a:pt x="103" y="749"/>
                      </a:lnTo>
                      <a:lnTo>
                        <a:pt x="103" y="760"/>
                      </a:lnTo>
                      <a:lnTo>
                        <a:pt x="109" y="770"/>
                      </a:lnTo>
                      <a:lnTo>
                        <a:pt x="110" y="769"/>
                      </a:lnTo>
                      <a:lnTo>
                        <a:pt x="109" y="761"/>
                      </a:lnTo>
                      <a:lnTo>
                        <a:pt x="109" y="754"/>
                      </a:lnTo>
                      <a:lnTo>
                        <a:pt x="112" y="750"/>
                      </a:lnTo>
                      <a:lnTo>
                        <a:pt x="119" y="749"/>
                      </a:lnTo>
                      <a:lnTo>
                        <a:pt x="128" y="750"/>
                      </a:lnTo>
                      <a:lnTo>
                        <a:pt x="129" y="762"/>
                      </a:lnTo>
                      <a:lnTo>
                        <a:pt x="128" y="769"/>
                      </a:lnTo>
                      <a:lnTo>
                        <a:pt x="133" y="771"/>
                      </a:lnTo>
                      <a:lnTo>
                        <a:pt x="151" y="770"/>
                      </a:lnTo>
                      <a:lnTo>
                        <a:pt x="156" y="775"/>
                      </a:lnTo>
                      <a:lnTo>
                        <a:pt x="155" y="782"/>
                      </a:lnTo>
                      <a:lnTo>
                        <a:pt x="166" y="788"/>
                      </a:lnTo>
                      <a:lnTo>
                        <a:pt x="174" y="788"/>
                      </a:lnTo>
                      <a:lnTo>
                        <a:pt x="183" y="791"/>
                      </a:lnTo>
                      <a:lnTo>
                        <a:pt x="195" y="791"/>
                      </a:lnTo>
                      <a:lnTo>
                        <a:pt x="204" y="788"/>
                      </a:lnTo>
                      <a:lnTo>
                        <a:pt x="214" y="776"/>
                      </a:lnTo>
                      <a:lnTo>
                        <a:pt x="232" y="775"/>
                      </a:lnTo>
                      <a:lnTo>
                        <a:pt x="236" y="771"/>
                      </a:lnTo>
                      <a:lnTo>
                        <a:pt x="244" y="770"/>
                      </a:lnTo>
                      <a:lnTo>
                        <a:pt x="264" y="772"/>
                      </a:lnTo>
                      <a:lnTo>
                        <a:pt x="266" y="769"/>
                      </a:lnTo>
                      <a:lnTo>
                        <a:pt x="287" y="771"/>
                      </a:lnTo>
                      <a:lnTo>
                        <a:pt x="293" y="769"/>
                      </a:lnTo>
                      <a:lnTo>
                        <a:pt x="296" y="761"/>
                      </a:lnTo>
                      <a:lnTo>
                        <a:pt x="305" y="758"/>
                      </a:lnTo>
                      <a:lnTo>
                        <a:pt x="311" y="753"/>
                      </a:lnTo>
                      <a:lnTo>
                        <a:pt x="316" y="748"/>
                      </a:lnTo>
                      <a:lnTo>
                        <a:pt x="333" y="745"/>
                      </a:lnTo>
                      <a:lnTo>
                        <a:pt x="341" y="746"/>
                      </a:lnTo>
                      <a:lnTo>
                        <a:pt x="365" y="753"/>
                      </a:lnTo>
                      <a:lnTo>
                        <a:pt x="372" y="753"/>
                      </a:lnTo>
                      <a:lnTo>
                        <a:pt x="381" y="745"/>
                      </a:lnTo>
                      <a:lnTo>
                        <a:pt x="394" y="744"/>
                      </a:lnTo>
                      <a:lnTo>
                        <a:pt x="408" y="746"/>
                      </a:lnTo>
                      <a:lnTo>
                        <a:pt x="446" y="758"/>
                      </a:lnTo>
                      <a:lnTo>
                        <a:pt x="459" y="758"/>
                      </a:lnTo>
                      <a:lnTo>
                        <a:pt x="467" y="744"/>
                      </a:lnTo>
                      <a:lnTo>
                        <a:pt x="479" y="743"/>
                      </a:lnTo>
                      <a:lnTo>
                        <a:pt x="491" y="748"/>
                      </a:lnTo>
                      <a:lnTo>
                        <a:pt x="507" y="749"/>
                      </a:lnTo>
                      <a:lnTo>
                        <a:pt x="508" y="743"/>
                      </a:lnTo>
                      <a:lnTo>
                        <a:pt x="505" y="733"/>
                      </a:lnTo>
                      <a:lnTo>
                        <a:pt x="512" y="728"/>
                      </a:lnTo>
                      <a:lnTo>
                        <a:pt x="519" y="727"/>
                      </a:lnTo>
                      <a:lnTo>
                        <a:pt x="532" y="726"/>
                      </a:lnTo>
                      <a:lnTo>
                        <a:pt x="553" y="727"/>
                      </a:lnTo>
                      <a:lnTo>
                        <a:pt x="564" y="726"/>
                      </a:lnTo>
                      <a:lnTo>
                        <a:pt x="586" y="715"/>
                      </a:lnTo>
                      <a:lnTo>
                        <a:pt x="623" y="689"/>
                      </a:lnTo>
                      <a:lnTo>
                        <a:pt x="633" y="679"/>
                      </a:lnTo>
                      <a:lnTo>
                        <a:pt x="642" y="668"/>
                      </a:lnTo>
                      <a:lnTo>
                        <a:pt x="663" y="652"/>
                      </a:lnTo>
                      <a:lnTo>
                        <a:pt x="689" y="624"/>
                      </a:lnTo>
                      <a:lnTo>
                        <a:pt x="705" y="600"/>
                      </a:lnTo>
                      <a:lnTo>
                        <a:pt x="714" y="589"/>
                      </a:lnTo>
                      <a:lnTo>
                        <a:pt x="723" y="582"/>
                      </a:lnTo>
                      <a:lnTo>
                        <a:pt x="747" y="561"/>
                      </a:lnTo>
                      <a:lnTo>
                        <a:pt x="765" y="533"/>
                      </a:lnTo>
                      <a:lnTo>
                        <a:pt x="774" y="520"/>
                      </a:lnTo>
                      <a:lnTo>
                        <a:pt x="796" y="480"/>
                      </a:lnTo>
                      <a:lnTo>
                        <a:pt x="800" y="473"/>
                      </a:lnTo>
                      <a:lnTo>
                        <a:pt x="804" y="465"/>
                      </a:lnTo>
                      <a:lnTo>
                        <a:pt x="808" y="454"/>
                      </a:lnTo>
                      <a:lnTo>
                        <a:pt x="819" y="437"/>
                      </a:lnTo>
                      <a:lnTo>
                        <a:pt x="828" y="426"/>
                      </a:lnTo>
                      <a:lnTo>
                        <a:pt x="836" y="420"/>
                      </a:lnTo>
                      <a:lnTo>
                        <a:pt x="846" y="417"/>
                      </a:lnTo>
                      <a:lnTo>
                        <a:pt x="866" y="401"/>
                      </a:lnTo>
                      <a:lnTo>
                        <a:pt x="875" y="388"/>
                      </a:lnTo>
                      <a:lnTo>
                        <a:pt x="881" y="357"/>
                      </a:lnTo>
                      <a:lnTo>
                        <a:pt x="886" y="345"/>
                      </a:lnTo>
                      <a:lnTo>
                        <a:pt x="888" y="331"/>
                      </a:lnTo>
                      <a:lnTo>
                        <a:pt x="888" y="318"/>
                      </a:lnTo>
                      <a:lnTo>
                        <a:pt x="894" y="305"/>
                      </a:lnTo>
                      <a:lnTo>
                        <a:pt x="897" y="294"/>
                      </a:lnTo>
                      <a:lnTo>
                        <a:pt x="898" y="282"/>
                      </a:lnTo>
                      <a:lnTo>
                        <a:pt x="892" y="281"/>
                      </a:lnTo>
                      <a:lnTo>
                        <a:pt x="856" y="281"/>
                      </a:lnTo>
                      <a:lnTo>
                        <a:pt x="850" y="285"/>
                      </a:lnTo>
                      <a:lnTo>
                        <a:pt x="844" y="299"/>
                      </a:lnTo>
                      <a:lnTo>
                        <a:pt x="836" y="308"/>
                      </a:lnTo>
                      <a:lnTo>
                        <a:pt x="824" y="307"/>
                      </a:lnTo>
                      <a:lnTo>
                        <a:pt x="801" y="304"/>
                      </a:lnTo>
                      <a:lnTo>
                        <a:pt x="791" y="285"/>
                      </a:lnTo>
                      <a:lnTo>
                        <a:pt x="789" y="272"/>
                      </a:lnTo>
                      <a:lnTo>
                        <a:pt x="793" y="256"/>
                      </a:lnTo>
                      <a:lnTo>
                        <a:pt x="801" y="239"/>
                      </a:lnTo>
                      <a:lnTo>
                        <a:pt x="808" y="227"/>
                      </a:lnTo>
                      <a:lnTo>
                        <a:pt x="822" y="218"/>
                      </a:lnTo>
                      <a:lnTo>
                        <a:pt x="845" y="233"/>
                      </a:lnTo>
                      <a:lnTo>
                        <a:pt x="852" y="224"/>
                      </a:lnTo>
                      <a:lnTo>
                        <a:pt x="849" y="131"/>
                      </a:lnTo>
                      <a:lnTo>
                        <a:pt x="836" y="87"/>
                      </a:lnTo>
                      <a:lnTo>
                        <a:pt x="830" y="55"/>
                      </a:lnTo>
                      <a:lnTo>
                        <a:pt x="828" y="34"/>
                      </a:lnTo>
                      <a:lnTo>
                        <a:pt x="827" y="33"/>
                      </a:lnTo>
                      <a:lnTo>
                        <a:pt x="822" y="32"/>
                      </a:lnTo>
                      <a:lnTo>
                        <a:pt x="807" y="17"/>
                      </a:lnTo>
                      <a:lnTo>
                        <a:pt x="786" y="11"/>
                      </a:lnTo>
                      <a:lnTo>
                        <a:pt x="774" y="9"/>
                      </a:lnTo>
                      <a:lnTo>
                        <a:pt x="761" y="12"/>
                      </a:lnTo>
                      <a:lnTo>
                        <a:pt x="749" y="9"/>
                      </a:lnTo>
                      <a:lnTo>
                        <a:pt x="726" y="2"/>
                      </a:lnTo>
                      <a:lnTo>
                        <a:pt x="717" y="0"/>
                      </a:lnTo>
                      <a:lnTo>
                        <a:pt x="705" y="5"/>
                      </a:lnTo>
                      <a:lnTo>
                        <a:pt x="704" y="8"/>
                      </a:lnTo>
                      <a:lnTo>
                        <a:pt x="693" y="13"/>
                      </a:lnTo>
                      <a:lnTo>
                        <a:pt x="679" y="22"/>
                      </a:lnTo>
                      <a:lnTo>
                        <a:pt x="641" y="40"/>
                      </a:lnTo>
                      <a:lnTo>
                        <a:pt x="625" y="57"/>
                      </a:lnTo>
                      <a:lnTo>
                        <a:pt x="605" y="70"/>
                      </a:lnTo>
                      <a:lnTo>
                        <a:pt x="586" y="88"/>
                      </a:lnTo>
                      <a:lnTo>
                        <a:pt x="575" y="104"/>
                      </a:lnTo>
                      <a:lnTo>
                        <a:pt x="558" y="129"/>
                      </a:lnTo>
                      <a:lnTo>
                        <a:pt x="531" y="148"/>
                      </a:lnTo>
                      <a:lnTo>
                        <a:pt x="516" y="167"/>
                      </a:lnTo>
                      <a:lnTo>
                        <a:pt x="501" y="201"/>
                      </a:lnTo>
                      <a:lnTo>
                        <a:pt x="496" y="207"/>
                      </a:lnTo>
                      <a:lnTo>
                        <a:pt x="488" y="211"/>
                      </a:lnTo>
                      <a:lnTo>
                        <a:pt x="477" y="212"/>
                      </a:lnTo>
                      <a:lnTo>
                        <a:pt x="452" y="218"/>
                      </a:lnTo>
                      <a:lnTo>
                        <a:pt x="437" y="217"/>
                      </a:lnTo>
                      <a:lnTo>
                        <a:pt x="414" y="204"/>
                      </a:lnTo>
                      <a:lnTo>
                        <a:pt x="402" y="199"/>
                      </a:lnTo>
                      <a:lnTo>
                        <a:pt x="388" y="197"/>
                      </a:lnTo>
                      <a:lnTo>
                        <a:pt x="376" y="201"/>
                      </a:lnTo>
                      <a:lnTo>
                        <a:pt x="357" y="221"/>
                      </a:lnTo>
                      <a:lnTo>
                        <a:pt x="351" y="229"/>
                      </a:lnTo>
                      <a:lnTo>
                        <a:pt x="348" y="237"/>
                      </a:lnTo>
                      <a:lnTo>
                        <a:pt x="339" y="248"/>
                      </a:lnTo>
                      <a:lnTo>
                        <a:pt x="327" y="255"/>
                      </a:lnTo>
                      <a:lnTo>
                        <a:pt x="322" y="260"/>
                      </a:lnTo>
                      <a:lnTo>
                        <a:pt x="312" y="277"/>
                      </a:lnTo>
                      <a:lnTo>
                        <a:pt x="277" y="286"/>
                      </a:lnTo>
                      <a:lnTo>
                        <a:pt x="259" y="285"/>
                      </a:lnTo>
                      <a:lnTo>
                        <a:pt x="243" y="282"/>
                      </a:lnTo>
                      <a:lnTo>
                        <a:pt x="233" y="280"/>
                      </a:lnTo>
                      <a:lnTo>
                        <a:pt x="230" y="271"/>
                      </a:lnTo>
                      <a:lnTo>
                        <a:pt x="237" y="250"/>
                      </a:lnTo>
                      <a:lnTo>
                        <a:pt x="239" y="237"/>
                      </a:lnTo>
                      <a:lnTo>
                        <a:pt x="239" y="231"/>
                      </a:lnTo>
                      <a:lnTo>
                        <a:pt x="238" y="213"/>
                      </a:lnTo>
                      <a:lnTo>
                        <a:pt x="231" y="201"/>
                      </a:lnTo>
                      <a:lnTo>
                        <a:pt x="217" y="190"/>
                      </a:lnTo>
                      <a:lnTo>
                        <a:pt x="212" y="181"/>
                      </a:lnTo>
                      <a:lnTo>
                        <a:pt x="200" y="170"/>
                      </a:lnTo>
                      <a:lnTo>
                        <a:pt x="198" y="167"/>
                      </a:lnTo>
                      <a:lnTo>
                        <a:pt x="192" y="161"/>
                      </a:lnTo>
                      <a:lnTo>
                        <a:pt x="188" y="16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38" name="Google Shape;2438;p5">
                  <a:extLst>
                    <a:ext uri="{FF2B5EF4-FFF2-40B4-BE49-F238E27FC236}">
                      <a16:creationId xmlns:a16="http://schemas.microsoft.com/office/drawing/2014/main" id="{7C542C5E-5318-054E-7AD1-A62D4C898AF4}"/>
                    </a:ext>
                  </a:extLst>
                </p:cNvPr>
                <p:cNvSpPr/>
                <p:nvPr/>
              </p:nvSpPr>
              <p:spPr>
                <a:xfrm>
                  <a:off x="5330030" y="3854797"/>
                  <a:ext cx="55563" cy="138113"/>
                </a:xfrm>
                <a:custGeom>
                  <a:avLst/>
                  <a:gdLst/>
                  <a:ahLst/>
                  <a:cxnLst/>
                  <a:rect l="l" t="t" r="r" b="b"/>
                  <a:pathLst>
                    <a:path w="175" h="431" extrusionOk="0">
                      <a:moveTo>
                        <a:pt x="64" y="18"/>
                      </a:moveTo>
                      <a:lnTo>
                        <a:pt x="62" y="14"/>
                      </a:lnTo>
                      <a:lnTo>
                        <a:pt x="61" y="11"/>
                      </a:lnTo>
                      <a:lnTo>
                        <a:pt x="58" y="10"/>
                      </a:lnTo>
                      <a:lnTo>
                        <a:pt x="53" y="10"/>
                      </a:lnTo>
                      <a:lnTo>
                        <a:pt x="42" y="14"/>
                      </a:lnTo>
                      <a:lnTo>
                        <a:pt x="40" y="13"/>
                      </a:lnTo>
                      <a:lnTo>
                        <a:pt x="35" y="6"/>
                      </a:lnTo>
                      <a:lnTo>
                        <a:pt x="25" y="8"/>
                      </a:lnTo>
                      <a:lnTo>
                        <a:pt x="14" y="0"/>
                      </a:lnTo>
                      <a:lnTo>
                        <a:pt x="13" y="3"/>
                      </a:lnTo>
                      <a:lnTo>
                        <a:pt x="13" y="8"/>
                      </a:lnTo>
                      <a:lnTo>
                        <a:pt x="14" y="9"/>
                      </a:lnTo>
                      <a:lnTo>
                        <a:pt x="16" y="15"/>
                      </a:lnTo>
                      <a:lnTo>
                        <a:pt x="25" y="15"/>
                      </a:lnTo>
                      <a:lnTo>
                        <a:pt x="32" y="24"/>
                      </a:lnTo>
                      <a:lnTo>
                        <a:pt x="34" y="29"/>
                      </a:lnTo>
                      <a:lnTo>
                        <a:pt x="37" y="40"/>
                      </a:lnTo>
                      <a:lnTo>
                        <a:pt x="43" y="45"/>
                      </a:lnTo>
                      <a:lnTo>
                        <a:pt x="46" y="63"/>
                      </a:lnTo>
                      <a:lnTo>
                        <a:pt x="50" y="65"/>
                      </a:lnTo>
                      <a:lnTo>
                        <a:pt x="51" y="72"/>
                      </a:lnTo>
                      <a:lnTo>
                        <a:pt x="51" y="75"/>
                      </a:lnTo>
                      <a:lnTo>
                        <a:pt x="42" y="80"/>
                      </a:lnTo>
                      <a:lnTo>
                        <a:pt x="40" y="81"/>
                      </a:lnTo>
                      <a:lnTo>
                        <a:pt x="36" y="84"/>
                      </a:lnTo>
                      <a:lnTo>
                        <a:pt x="35" y="94"/>
                      </a:lnTo>
                      <a:lnTo>
                        <a:pt x="36" y="102"/>
                      </a:lnTo>
                      <a:lnTo>
                        <a:pt x="30" y="119"/>
                      </a:lnTo>
                      <a:lnTo>
                        <a:pt x="31" y="127"/>
                      </a:lnTo>
                      <a:lnTo>
                        <a:pt x="32" y="142"/>
                      </a:lnTo>
                      <a:lnTo>
                        <a:pt x="30" y="156"/>
                      </a:lnTo>
                      <a:lnTo>
                        <a:pt x="31" y="159"/>
                      </a:lnTo>
                      <a:lnTo>
                        <a:pt x="35" y="164"/>
                      </a:lnTo>
                      <a:lnTo>
                        <a:pt x="40" y="166"/>
                      </a:lnTo>
                      <a:lnTo>
                        <a:pt x="41" y="172"/>
                      </a:lnTo>
                      <a:lnTo>
                        <a:pt x="38" y="175"/>
                      </a:lnTo>
                      <a:lnTo>
                        <a:pt x="30" y="176"/>
                      </a:lnTo>
                      <a:lnTo>
                        <a:pt x="24" y="181"/>
                      </a:lnTo>
                      <a:lnTo>
                        <a:pt x="19" y="182"/>
                      </a:lnTo>
                      <a:lnTo>
                        <a:pt x="18" y="183"/>
                      </a:lnTo>
                      <a:lnTo>
                        <a:pt x="14" y="198"/>
                      </a:lnTo>
                      <a:lnTo>
                        <a:pt x="14" y="213"/>
                      </a:lnTo>
                      <a:lnTo>
                        <a:pt x="9" y="228"/>
                      </a:lnTo>
                      <a:lnTo>
                        <a:pt x="2" y="235"/>
                      </a:lnTo>
                      <a:lnTo>
                        <a:pt x="0" y="239"/>
                      </a:lnTo>
                      <a:lnTo>
                        <a:pt x="3" y="247"/>
                      </a:lnTo>
                      <a:lnTo>
                        <a:pt x="8" y="248"/>
                      </a:lnTo>
                      <a:lnTo>
                        <a:pt x="11" y="256"/>
                      </a:lnTo>
                      <a:lnTo>
                        <a:pt x="19" y="255"/>
                      </a:lnTo>
                      <a:lnTo>
                        <a:pt x="23" y="257"/>
                      </a:lnTo>
                      <a:lnTo>
                        <a:pt x="23" y="258"/>
                      </a:lnTo>
                      <a:lnTo>
                        <a:pt x="24" y="261"/>
                      </a:lnTo>
                      <a:lnTo>
                        <a:pt x="30" y="263"/>
                      </a:lnTo>
                      <a:lnTo>
                        <a:pt x="37" y="279"/>
                      </a:lnTo>
                      <a:lnTo>
                        <a:pt x="47" y="289"/>
                      </a:lnTo>
                      <a:lnTo>
                        <a:pt x="51" y="289"/>
                      </a:lnTo>
                      <a:lnTo>
                        <a:pt x="59" y="287"/>
                      </a:lnTo>
                      <a:lnTo>
                        <a:pt x="89" y="283"/>
                      </a:lnTo>
                      <a:lnTo>
                        <a:pt x="93" y="284"/>
                      </a:lnTo>
                      <a:lnTo>
                        <a:pt x="96" y="289"/>
                      </a:lnTo>
                      <a:lnTo>
                        <a:pt x="100" y="302"/>
                      </a:lnTo>
                      <a:lnTo>
                        <a:pt x="101" y="310"/>
                      </a:lnTo>
                      <a:lnTo>
                        <a:pt x="102" y="328"/>
                      </a:lnTo>
                      <a:lnTo>
                        <a:pt x="100" y="336"/>
                      </a:lnTo>
                      <a:lnTo>
                        <a:pt x="94" y="343"/>
                      </a:lnTo>
                      <a:lnTo>
                        <a:pt x="95" y="349"/>
                      </a:lnTo>
                      <a:lnTo>
                        <a:pt x="89" y="354"/>
                      </a:lnTo>
                      <a:lnTo>
                        <a:pt x="86" y="365"/>
                      </a:lnTo>
                      <a:lnTo>
                        <a:pt x="89" y="369"/>
                      </a:lnTo>
                      <a:lnTo>
                        <a:pt x="94" y="385"/>
                      </a:lnTo>
                      <a:lnTo>
                        <a:pt x="97" y="388"/>
                      </a:lnTo>
                      <a:lnTo>
                        <a:pt x="101" y="390"/>
                      </a:lnTo>
                      <a:lnTo>
                        <a:pt x="104" y="395"/>
                      </a:lnTo>
                      <a:lnTo>
                        <a:pt x="112" y="404"/>
                      </a:lnTo>
                      <a:lnTo>
                        <a:pt x="117" y="411"/>
                      </a:lnTo>
                      <a:lnTo>
                        <a:pt x="121" y="413"/>
                      </a:lnTo>
                      <a:lnTo>
                        <a:pt x="128" y="414"/>
                      </a:lnTo>
                      <a:lnTo>
                        <a:pt x="132" y="419"/>
                      </a:lnTo>
                      <a:lnTo>
                        <a:pt x="132" y="423"/>
                      </a:lnTo>
                      <a:lnTo>
                        <a:pt x="127" y="429"/>
                      </a:lnTo>
                      <a:lnTo>
                        <a:pt x="128" y="431"/>
                      </a:lnTo>
                      <a:lnTo>
                        <a:pt x="140" y="431"/>
                      </a:lnTo>
                      <a:lnTo>
                        <a:pt x="142" y="430"/>
                      </a:lnTo>
                      <a:lnTo>
                        <a:pt x="140" y="420"/>
                      </a:lnTo>
                      <a:lnTo>
                        <a:pt x="142" y="414"/>
                      </a:lnTo>
                      <a:lnTo>
                        <a:pt x="139" y="409"/>
                      </a:lnTo>
                      <a:lnTo>
                        <a:pt x="136" y="406"/>
                      </a:lnTo>
                      <a:lnTo>
                        <a:pt x="136" y="400"/>
                      </a:lnTo>
                      <a:lnTo>
                        <a:pt x="139" y="392"/>
                      </a:lnTo>
                      <a:lnTo>
                        <a:pt x="139" y="388"/>
                      </a:lnTo>
                      <a:lnTo>
                        <a:pt x="140" y="385"/>
                      </a:lnTo>
                      <a:lnTo>
                        <a:pt x="153" y="377"/>
                      </a:lnTo>
                      <a:lnTo>
                        <a:pt x="159" y="376"/>
                      </a:lnTo>
                      <a:lnTo>
                        <a:pt x="165" y="374"/>
                      </a:lnTo>
                      <a:lnTo>
                        <a:pt x="169" y="368"/>
                      </a:lnTo>
                      <a:lnTo>
                        <a:pt x="170" y="347"/>
                      </a:lnTo>
                      <a:lnTo>
                        <a:pt x="172" y="339"/>
                      </a:lnTo>
                      <a:lnTo>
                        <a:pt x="169" y="325"/>
                      </a:lnTo>
                      <a:lnTo>
                        <a:pt x="172" y="315"/>
                      </a:lnTo>
                      <a:lnTo>
                        <a:pt x="175" y="307"/>
                      </a:lnTo>
                      <a:lnTo>
                        <a:pt x="172" y="295"/>
                      </a:lnTo>
                      <a:lnTo>
                        <a:pt x="167" y="288"/>
                      </a:lnTo>
                      <a:lnTo>
                        <a:pt x="154" y="275"/>
                      </a:lnTo>
                      <a:lnTo>
                        <a:pt x="148" y="266"/>
                      </a:lnTo>
                      <a:lnTo>
                        <a:pt x="133" y="247"/>
                      </a:lnTo>
                      <a:lnTo>
                        <a:pt x="123" y="240"/>
                      </a:lnTo>
                      <a:lnTo>
                        <a:pt x="116" y="230"/>
                      </a:lnTo>
                      <a:lnTo>
                        <a:pt x="115" y="231"/>
                      </a:lnTo>
                      <a:lnTo>
                        <a:pt x="115" y="239"/>
                      </a:lnTo>
                      <a:lnTo>
                        <a:pt x="116" y="242"/>
                      </a:lnTo>
                      <a:lnTo>
                        <a:pt x="117" y="245"/>
                      </a:lnTo>
                      <a:lnTo>
                        <a:pt x="122" y="246"/>
                      </a:lnTo>
                      <a:lnTo>
                        <a:pt x="126" y="250"/>
                      </a:lnTo>
                      <a:lnTo>
                        <a:pt x="136" y="274"/>
                      </a:lnTo>
                      <a:lnTo>
                        <a:pt x="136" y="280"/>
                      </a:lnTo>
                      <a:lnTo>
                        <a:pt x="134" y="282"/>
                      </a:lnTo>
                      <a:lnTo>
                        <a:pt x="132" y="280"/>
                      </a:lnTo>
                      <a:lnTo>
                        <a:pt x="126" y="272"/>
                      </a:lnTo>
                      <a:lnTo>
                        <a:pt x="121" y="269"/>
                      </a:lnTo>
                      <a:lnTo>
                        <a:pt x="117" y="262"/>
                      </a:lnTo>
                      <a:lnTo>
                        <a:pt x="116" y="262"/>
                      </a:lnTo>
                      <a:lnTo>
                        <a:pt x="115" y="262"/>
                      </a:lnTo>
                      <a:lnTo>
                        <a:pt x="111" y="271"/>
                      </a:lnTo>
                      <a:lnTo>
                        <a:pt x="109" y="272"/>
                      </a:lnTo>
                      <a:lnTo>
                        <a:pt x="102" y="272"/>
                      </a:lnTo>
                      <a:lnTo>
                        <a:pt x="101" y="269"/>
                      </a:lnTo>
                      <a:lnTo>
                        <a:pt x="99" y="266"/>
                      </a:lnTo>
                      <a:lnTo>
                        <a:pt x="97" y="261"/>
                      </a:lnTo>
                      <a:lnTo>
                        <a:pt x="97" y="256"/>
                      </a:lnTo>
                      <a:lnTo>
                        <a:pt x="100" y="247"/>
                      </a:lnTo>
                      <a:lnTo>
                        <a:pt x="100" y="245"/>
                      </a:lnTo>
                      <a:lnTo>
                        <a:pt x="97" y="241"/>
                      </a:lnTo>
                      <a:lnTo>
                        <a:pt x="91" y="235"/>
                      </a:lnTo>
                      <a:lnTo>
                        <a:pt x="89" y="231"/>
                      </a:lnTo>
                      <a:lnTo>
                        <a:pt x="86" y="223"/>
                      </a:lnTo>
                      <a:lnTo>
                        <a:pt x="86" y="209"/>
                      </a:lnTo>
                      <a:lnTo>
                        <a:pt x="85" y="208"/>
                      </a:lnTo>
                      <a:lnTo>
                        <a:pt x="80" y="187"/>
                      </a:lnTo>
                      <a:lnTo>
                        <a:pt x="68" y="164"/>
                      </a:lnTo>
                      <a:lnTo>
                        <a:pt x="68" y="159"/>
                      </a:lnTo>
                      <a:lnTo>
                        <a:pt x="68" y="154"/>
                      </a:lnTo>
                      <a:lnTo>
                        <a:pt x="73" y="145"/>
                      </a:lnTo>
                      <a:lnTo>
                        <a:pt x="79" y="140"/>
                      </a:lnTo>
                      <a:lnTo>
                        <a:pt x="83" y="128"/>
                      </a:lnTo>
                      <a:lnTo>
                        <a:pt x="81" y="94"/>
                      </a:lnTo>
                      <a:lnTo>
                        <a:pt x="79" y="70"/>
                      </a:lnTo>
                      <a:lnTo>
                        <a:pt x="81" y="63"/>
                      </a:lnTo>
                      <a:lnTo>
                        <a:pt x="81" y="57"/>
                      </a:lnTo>
                      <a:lnTo>
                        <a:pt x="78" y="51"/>
                      </a:lnTo>
                      <a:lnTo>
                        <a:pt x="72" y="48"/>
                      </a:lnTo>
                      <a:lnTo>
                        <a:pt x="69" y="46"/>
                      </a:lnTo>
                      <a:lnTo>
                        <a:pt x="63" y="32"/>
                      </a:lnTo>
                      <a:lnTo>
                        <a:pt x="62" y="26"/>
                      </a:lnTo>
                      <a:lnTo>
                        <a:pt x="64" y="18"/>
                      </a:lnTo>
                      <a:lnTo>
                        <a:pt x="69" y="10"/>
                      </a:lnTo>
                      <a:lnTo>
                        <a:pt x="64" y="1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39" name="Google Shape;2439;p5">
                  <a:extLst>
                    <a:ext uri="{FF2B5EF4-FFF2-40B4-BE49-F238E27FC236}">
                      <a16:creationId xmlns:a16="http://schemas.microsoft.com/office/drawing/2014/main" id="{F4000539-915B-ECE3-DA9A-BDC4A7D9EE31}"/>
                    </a:ext>
                  </a:extLst>
                </p:cNvPr>
                <p:cNvSpPr/>
                <p:nvPr/>
              </p:nvSpPr>
              <p:spPr>
                <a:xfrm>
                  <a:off x="5511005" y="3904009"/>
                  <a:ext cx="123825" cy="247650"/>
                </a:xfrm>
                <a:custGeom>
                  <a:avLst/>
                  <a:gdLst/>
                  <a:ahLst/>
                  <a:cxnLst/>
                  <a:rect l="l" t="t" r="r" b="b"/>
                  <a:pathLst>
                    <a:path w="391" h="776" extrusionOk="0">
                      <a:moveTo>
                        <a:pt x="64" y="230"/>
                      </a:moveTo>
                      <a:lnTo>
                        <a:pt x="69" y="224"/>
                      </a:lnTo>
                      <a:lnTo>
                        <a:pt x="76" y="226"/>
                      </a:lnTo>
                      <a:lnTo>
                        <a:pt x="92" y="225"/>
                      </a:lnTo>
                      <a:lnTo>
                        <a:pt x="96" y="221"/>
                      </a:lnTo>
                      <a:lnTo>
                        <a:pt x="107" y="215"/>
                      </a:lnTo>
                      <a:lnTo>
                        <a:pt x="109" y="220"/>
                      </a:lnTo>
                      <a:lnTo>
                        <a:pt x="113" y="221"/>
                      </a:lnTo>
                      <a:lnTo>
                        <a:pt x="118" y="215"/>
                      </a:lnTo>
                      <a:lnTo>
                        <a:pt x="124" y="217"/>
                      </a:lnTo>
                      <a:lnTo>
                        <a:pt x="129" y="211"/>
                      </a:lnTo>
                      <a:lnTo>
                        <a:pt x="130" y="204"/>
                      </a:lnTo>
                      <a:lnTo>
                        <a:pt x="140" y="202"/>
                      </a:lnTo>
                      <a:lnTo>
                        <a:pt x="146" y="205"/>
                      </a:lnTo>
                      <a:lnTo>
                        <a:pt x="152" y="199"/>
                      </a:lnTo>
                      <a:lnTo>
                        <a:pt x="159" y="202"/>
                      </a:lnTo>
                      <a:lnTo>
                        <a:pt x="164" y="211"/>
                      </a:lnTo>
                      <a:lnTo>
                        <a:pt x="170" y="219"/>
                      </a:lnTo>
                      <a:lnTo>
                        <a:pt x="178" y="221"/>
                      </a:lnTo>
                      <a:lnTo>
                        <a:pt x="184" y="220"/>
                      </a:lnTo>
                      <a:lnTo>
                        <a:pt x="182" y="210"/>
                      </a:lnTo>
                      <a:lnTo>
                        <a:pt x="172" y="202"/>
                      </a:lnTo>
                      <a:lnTo>
                        <a:pt x="173" y="192"/>
                      </a:lnTo>
                      <a:lnTo>
                        <a:pt x="183" y="181"/>
                      </a:lnTo>
                      <a:lnTo>
                        <a:pt x="195" y="173"/>
                      </a:lnTo>
                      <a:lnTo>
                        <a:pt x="202" y="176"/>
                      </a:lnTo>
                      <a:lnTo>
                        <a:pt x="204" y="189"/>
                      </a:lnTo>
                      <a:lnTo>
                        <a:pt x="211" y="189"/>
                      </a:lnTo>
                      <a:lnTo>
                        <a:pt x="218" y="186"/>
                      </a:lnTo>
                      <a:lnTo>
                        <a:pt x="208" y="167"/>
                      </a:lnTo>
                      <a:lnTo>
                        <a:pt x="215" y="161"/>
                      </a:lnTo>
                      <a:lnTo>
                        <a:pt x="224" y="150"/>
                      </a:lnTo>
                      <a:lnTo>
                        <a:pt x="221" y="149"/>
                      </a:lnTo>
                      <a:lnTo>
                        <a:pt x="227" y="141"/>
                      </a:lnTo>
                      <a:lnTo>
                        <a:pt x="231" y="149"/>
                      </a:lnTo>
                      <a:lnTo>
                        <a:pt x="229" y="160"/>
                      </a:lnTo>
                      <a:lnTo>
                        <a:pt x="245" y="140"/>
                      </a:lnTo>
                      <a:lnTo>
                        <a:pt x="253" y="141"/>
                      </a:lnTo>
                      <a:lnTo>
                        <a:pt x="258" y="140"/>
                      </a:lnTo>
                      <a:lnTo>
                        <a:pt x="256" y="135"/>
                      </a:lnTo>
                      <a:lnTo>
                        <a:pt x="247" y="133"/>
                      </a:lnTo>
                      <a:lnTo>
                        <a:pt x="242" y="125"/>
                      </a:lnTo>
                      <a:lnTo>
                        <a:pt x="245" y="119"/>
                      </a:lnTo>
                      <a:lnTo>
                        <a:pt x="253" y="108"/>
                      </a:lnTo>
                      <a:lnTo>
                        <a:pt x="258" y="113"/>
                      </a:lnTo>
                      <a:lnTo>
                        <a:pt x="259" y="101"/>
                      </a:lnTo>
                      <a:lnTo>
                        <a:pt x="256" y="93"/>
                      </a:lnTo>
                      <a:lnTo>
                        <a:pt x="253" y="81"/>
                      </a:lnTo>
                      <a:lnTo>
                        <a:pt x="256" y="77"/>
                      </a:lnTo>
                      <a:lnTo>
                        <a:pt x="267" y="81"/>
                      </a:lnTo>
                      <a:lnTo>
                        <a:pt x="270" y="92"/>
                      </a:lnTo>
                      <a:lnTo>
                        <a:pt x="283" y="74"/>
                      </a:lnTo>
                      <a:lnTo>
                        <a:pt x="285" y="63"/>
                      </a:lnTo>
                      <a:lnTo>
                        <a:pt x="293" y="68"/>
                      </a:lnTo>
                      <a:lnTo>
                        <a:pt x="301" y="61"/>
                      </a:lnTo>
                      <a:lnTo>
                        <a:pt x="306" y="47"/>
                      </a:lnTo>
                      <a:lnTo>
                        <a:pt x="307" y="25"/>
                      </a:lnTo>
                      <a:lnTo>
                        <a:pt x="301" y="15"/>
                      </a:lnTo>
                      <a:lnTo>
                        <a:pt x="306" y="17"/>
                      </a:lnTo>
                      <a:lnTo>
                        <a:pt x="316" y="5"/>
                      </a:lnTo>
                      <a:lnTo>
                        <a:pt x="323" y="0"/>
                      </a:lnTo>
                      <a:lnTo>
                        <a:pt x="334" y="10"/>
                      </a:lnTo>
                      <a:lnTo>
                        <a:pt x="344" y="23"/>
                      </a:lnTo>
                      <a:lnTo>
                        <a:pt x="354" y="33"/>
                      </a:lnTo>
                      <a:lnTo>
                        <a:pt x="361" y="47"/>
                      </a:lnTo>
                      <a:lnTo>
                        <a:pt x="365" y="60"/>
                      </a:lnTo>
                      <a:lnTo>
                        <a:pt x="366" y="73"/>
                      </a:lnTo>
                      <a:lnTo>
                        <a:pt x="371" y="89"/>
                      </a:lnTo>
                      <a:lnTo>
                        <a:pt x="374" y="106"/>
                      </a:lnTo>
                      <a:lnTo>
                        <a:pt x="377" y="120"/>
                      </a:lnTo>
                      <a:lnTo>
                        <a:pt x="379" y="135"/>
                      </a:lnTo>
                      <a:lnTo>
                        <a:pt x="382" y="151"/>
                      </a:lnTo>
                      <a:lnTo>
                        <a:pt x="388" y="167"/>
                      </a:lnTo>
                      <a:lnTo>
                        <a:pt x="391" y="183"/>
                      </a:lnTo>
                      <a:lnTo>
                        <a:pt x="388" y="198"/>
                      </a:lnTo>
                      <a:lnTo>
                        <a:pt x="383" y="210"/>
                      </a:lnTo>
                      <a:lnTo>
                        <a:pt x="376" y="211"/>
                      </a:lnTo>
                      <a:lnTo>
                        <a:pt x="370" y="198"/>
                      </a:lnTo>
                      <a:lnTo>
                        <a:pt x="366" y="183"/>
                      </a:lnTo>
                      <a:lnTo>
                        <a:pt x="356" y="184"/>
                      </a:lnTo>
                      <a:lnTo>
                        <a:pt x="353" y="206"/>
                      </a:lnTo>
                      <a:lnTo>
                        <a:pt x="353" y="222"/>
                      </a:lnTo>
                      <a:lnTo>
                        <a:pt x="360" y="235"/>
                      </a:lnTo>
                      <a:lnTo>
                        <a:pt x="360" y="251"/>
                      </a:lnTo>
                      <a:lnTo>
                        <a:pt x="355" y="262"/>
                      </a:lnTo>
                      <a:lnTo>
                        <a:pt x="349" y="268"/>
                      </a:lnTo>
                      <a:lnTo>
                        <a:pt x="342" y="283"/>
                      </a:lnTo>
                      <a:lnTo>
                        <a:pt x="339" y="300"/>
                      </a:lnTo>
                      <a:lnTo>
                        <a:pt x="339" y="315"/>
                      </a:lnTo>
                      <a:lnTo>
                        <a:pt x="329" y="366"/>
                      </a:lnTo>
                      <a:lnTo>
                        <a:pt x="318" y="397"/>
                      </a:lnTo>
                      <a:lnTo>
                        <a:pt x="317" y="397"/>
                      </a:lnTo>
                      <a:lnTo>
                        <a:pt x="316" y="405"/>
                      </a:lnTo>
                      <a:lnTo>
                        <a:pt x="300" y="459"/>
                      </a:lnTo>
                      <a:lnTo>
                        <a:pt x="288" y="488"/>
                      </a:lnTo>
                      <a:lnTo>
                        <a:pt x="283" y="511"/>
                      </a:lnTo>
                      <a:lnTo>
                        <a:pt x="273" y="549"/>
                      </a:lnTo>
                      <a:lnTo>
                        <a:pt x="266" y="566"/>
                      </a:lnTo>
                      <a:lnTo>
                        <a:pt x="254" y="606"/>
                      </a:lnTo>
                      <a:lnTo>
                        <a:pt x="248" y="635"/>
                      </a:lnTo>
                      <a:lnTo>
                        <a:pt x="243" y="651"/>
                      </a:lnTo>
                      <a:lnTo>
                        <a:pt x="236" y="684"/>
                      </a:lnTo>
                      <a:lnTo>
                        <a:pt x="227" y="700"/>
                      </a:lnTo>
                      <a:lnTo>
                        <a:pt x="223" y="715"/>
                      </a:lnTo>
                      <a:lnTo>
                        <a:pt x="210" y="736"/>
                      </a:lnTo>
                      <a:lnTo>
                        <a:pt x="200" y="744"/>
                      </a:lnTo>
                      <a:lnTo>
                        <a:pt x="192" y="749"/>
                      </a:lnTo>
                      <a:lnTo>
                        <a:pt x="183" y="748"/>
                      </a:lnTo>
                      <a:lnTo>
                        <a:pt x="151" y="755"/>
                      </a:lnTo>
                      <a:lnTo>
                        <a:pt x="119" y="774"/>
                      </a:lnTo>
                      <a:lnTo>
                        <a:pt x="106" y="776"/>
                      </a:lnTo>
                      <a:lnTo>
                        <a:pt x="86" y="762"/>
                      </a:lnTo>
                      <a:lnTo>
                        <a:pt x="71" y="753"/>
                      </a:lnTo>
                      <a:lnTo>
                        <a:pt x="59" y="746"/>
                      </a:lnTo>
                      <a:lnTo>
                        <a:pt x="47" y="736"/>
                      </a:lnTo>
                      <a:lnTo>
                        <a:pt x="32" y="714"/>
                      </a:lnTo>
                      <a:lnTo>
                        <a:pt x="27" y="697"/>
                      </a:lnTo>
                      <a:lnTo>
                        <a:pt x="24" y="678"/>
                      </a:lnTo>
                      <a:lnTo>
                        <a:pt x="24" y="663"/>
                      </a:lnTo>
                      <a:lnTo>
                        <a:pt x="28" y="654"/>
                      </a:lnTo>
                      <a:lnTo>
                        <a:pt x="24" y="638"/>
                      </a:lnTo>
                      <a:lnTo>
                        <a:pt x="17" y="624"/>
                      </a:lnTo>
                      <a:lnTo>
                        <a:pt x="9" y="615"/>
                      </a:lnTo>
                      <a:lnTo>
                        <a:pt x="1" y="601"/>
                      </a:lnTo>
                      <a:lnTo>
                        <a:pt x="1" y="586"/>
                      </a:lnTo>
                      <a:lnTo>
                        <a:pt x="0" y="574"/>
                      </a:lnTo>
                      <a:lnTo>
                        <a:pt x="0" y="555"/>
                      </a:lnTo>
                      <a:lnTo>
                        <a:pt x="8" y="543"/>
                      </a:lnTo>
                      <a:lnTo>
                        <a:pt x="15" y="527"/>
                      </a:lnTo>
                      <a:lnTo>
                        <a:pt x="21" y="518"/>
                      </a:lnTo>
                      <a:lnTo>
                        <a:pt x="30" y="516"/>
                      </a:lnTo>
                      <a:lnTo>
                        <a:pt x="38" y="489"/>
                      </a:lnTo>
                      <a:lnTo>
                        <a:pt x="55" y="457"/>
                      </a:lnTo>
                      <a:lnTo>
                        <a:pt x="65" y="446"/>
                      </a:lnTo>
                      <a:lnTo>
                        <a:pt x="69" y="435"/>
                      </a:lnTo>
                      <a:lnTo>
                        <a:pt x="68" y="425"/>
                      </a:lnTo>
                      <a:lnTo>
                        <a:pt x="71" y="419"/>
                      </a:lnTo>
                      <a:lnTo>
                        <a:pt x="69" y="409"/>
                      </a:lnTo>
                      <a:lnTo>
                        <a:pt x="60" y="396"/>
                      </a:lnTo>
                      <a:lnTo>
                        <a:pt x="54" y="376"/>
                      </a:lnTo>
                      <a:lnTo>
                        <a:pt x="48" y="348"/>
                      </a:lnTo>
                      <a:lnTo>
                        <a:pt x="47" y="318"/>
                      </a:lnTo>
                      <a:lnTo>
                        <a:pt x="37" y="302"/>
                      </a:lnTo>
                      <a:lnTo>
                        <a:pt x="51" y="280"/>
                      </a:lnTo>
                      <a:lnTo>
                        <a:pt x="65" y="247"/>
                      </a:lnTo>
                      <a:lnTo>
                        <a:pt x="64" y="23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440" name="Google Shape;2440;p5">
                  <a:extLst>
                    <a:ext uri="{FF2B5EF4-FFF2-40B4-BE49-F238E27FC236}">
                      <a16:creationId xmlns:a16="http://schemas.microsoft.com/office/drawing/2014/main" id="{80120CA9-7B7E-4D97-5BC6-E85AF126A68C}"/>
                    </a:ext>
                  </a:extLst>
                </p:cNvPr>
                <p:cNvGrpSpPr/>
                <p:nvPr/>
              </p:nvGrpSpPr>
              <p:grpSpPr>
                <a:xfrm>
                  <a:off x="4961730" y="3769072"/>
                  <a:ext cx="219075" cy="239713"/>
                  <a:chOff x="2643" y="2535"/>
                  <a:chExt cx="138" cy="151"/>
                </a:xfrm>
                <a:grpFill/>
              </p:grpSpPr>
              <p:sp>
                <p:nvSpPr>
                  <p:cNvPr id="2441" name="Google Shape;2441;p5">
                    <a:extLst>
                      <a:ext uri="{FF2B5EF4-FFF2-40B4-BE49-F238E27FC236}">
                        <a16:creationId xmlns:a16="http://schemas.microsoft.com/office/drawing/2014/main" id="{8A795D7B-1086-BB9E-F477-B60D9E63C333}"/>
                      </a:ext>
                    </a:extLst>
                  </p:cNvPr>
                  <p:cNvSpPr/>
                  <p:nvPr/>
                </p:nvSpPr>
                <p:spPr>
                  <a:xfrm>
                    <a:off x="2643" y="2550"/>
                    <a:ext cx="138" cy="136"/>
                  </a:xfrm>
                  <a:custGeom>
                    <a:avLst/>
                    <a:gdLst/>
                    <a:ahLst/>
                    <a:cxnLst/>
                    <a:rect l="l" t="t" r="r" b="b"/>
                    <a:pathLst>
                      <a:path w="692" h="684" extrusionOk="0">
                        <a:moveTo>
                          <a:pt x="5" y="597"/>
                        </a:moveTo>
                        <a:lnTo>
                          <a:pt x="5" y="576"/>
                        </a:lnTo>
                        <a:lnTo>
                          <a:pt x="6" y="565"/>
                        </a:lnTo>
                        <a:lnTo>
                          <a:pt x="14" y="557"/>
                        </a:lnTo>
                        <a:lnTo>
                          <a:pt x="21" y="532"/>
                        </a:lnTo>
                        <a:lnTo>
                          <a:pt x="25" y="522"/>
                        </a:lnTo>
                        <a:lnTo>
                          <a:pt x="26" y="508"/>
                        </a:lnTo>
                        <a:lnTo>
                          <a:pt x="30" y="499"/>
                        </a:lnTo>
                        <a:lnTo>
                          <a:pt x="31" y="487"/>
                        </a:lnTo>
                        <a:lnTo>
                          <a:pt x="33" y="481"/>
                        </a:lnTo>
                        <a:lnTo>
                          <a:pt x="36" y="470"/>
                        </a:lnTo>
                        <a:lnTo>
                          <a:pt x="43" y="451"/>
                        </a:lnTo>
                        <a:lnTo>
                          <a:pt x="43" y="444"/>
                        </a:lnTo>
                        <a:lnTo>
                          <a:pt x="47" y="439"/>
                        </a:lnTo>
                        <a:lnTo>
                          <a:pt x="47" y="433"/>
                        </a:lnTo>
                        <a:lnTo>
                          <a:pt x="53" y="418"/>
                        </a:lnTo>
                        <a:lnTo>
                          <a:pt x="63" y="411"/>
                        </a:lnTo>
                        <a:lnTo>
                          <a:pt x="69" y="403"/>
                        </a:lnTo>
                        <a:lnTo>
                          <a:pt x="70" y="391"/>
                        </a:lnTo>
                        <a:lnTo>
                          <a:pt x="90" y="381"/>
                        </a:lnTo>
                        <a:lnTo>
                          <a:pt x="103" y="366"/>
                        </a:lnTo>
                        <a:lnTo>
                          <a:pt x="108" y="358"/>
                        </a:lnTo>
                        <a:lnTo>
                          <a:pt x="113" y="347"/>
                        </a:lnTo>
                        <a:lnTo>
                          <a:pt x="116" y="331"/>
                        </a:lnTo>
                        <a:lnTo>
                          <a:pt x="116" y="315"/>
                        </a:lnTo>
                        <a:lnTo>
                          <a:pt x="118" y="306"/>
                        </a:lnTo>
                        <a:lnTo>
                          <a:pt x="117" y="290"/>
                        </a:lnTo>
                        <a:lnTo>
                          <a:pt x="122" y="283"/>
                        </a:lnTo>
                        <a:lnTo>
                          <a:pt x="117" y="264"/>
                        </a:lnTo>
                        <a:lnTo>
                          <a:pt x="105" y="253"/>
                        </a:lnTo>
                        <a:lnTo>
                          <a:pt x="100" y="242"/>
                        </a:lnTo>
                        <a:lnTo>
                          <a:pt x="95" y="235"/>
                        </a:lnTo>
                        <a:lnTo>
                          <a:pt x="89" y="219"/>
                        </a:lnTo>
                        <a:lnTo>
                          <a:pt x="81" y="188"/>
                        </a:lnTo>
                        <a:lnTo>
                          <a:pt x="81" y="182"/>
                        </a:lnTo>
                        <a:lnTo>
                          <a:pt x="86" y="175"/>
                        </a:lnTo>
                        <a:lnTo>
                          <a:pt x="94" y="169"/>
                        </a:lnTo>
                        <a:lnTo>
                          <a:pt x="94" y="151"/>
                        </a:lnTo>
                        <a:lnTo>
                          <a:pt x="90" y="137"/>
                        </a:lnTo>
                        <a:lnTo>
                          <a:pt x="84" y="128"/>
                        </a:lnTo>
                        <a:lnTo>
                          <a:pt x="73" y="91"/>
                        </a:lnTo>
                        <a:lnTo>
                          <a:pt x="70" y="79"/>
                        </a:lnTo>
                        <a:lnTo>
                          <a:pt x="67" y="70"/>
                        </a:lnTo>
                        <a:lnTo>
                          <a:pt x="53" y="53"/>
                        </a:lnTo>
                        <a:lnTo>
                          <a:pt x="48" y="45"/>
                        </a:lnTo>
                        <a:lnTo>
                          <a:pt x="43" y="36"/>
                        </a:lnTo>
                        <a:lnTo>
                          <a:pt x="40" y="30"/>
                        </a:lnTo>
                        <a:lnTo>
                          <a:pt x="40" y="26"/>
                        </a:lnTo>
                        <a:lnTo>
                          <a:pt x="41" y="24"/>
                        </a:lnTo>
                        <a:lnTo>
                          <a:pt x="47" y="21"/>
                        </a:lnTo>
                        <a:lnTo>
                          <a:pt x="65" y="16"/>
                        </a:lnTo>
                        <a:lnTo>
                          <a:pt x="79" y="9"/>
                        </a:lnTo>
                        <a:lnTo>
                          <a:pt x="92" y="4"/>
                        </a:lnTo>
                        <a:lnTo>
                          <a:pt x="101" y="4"/>
                        </a:lnTo>
                        <a:lnTo>
                          <a:pt x="108" y="3"/>
                        </a:lnTo>
                        <a:lnTo>
                          <a:pt x="132" y="4"/>
                        </a:lnTo>
                        <a:lnTo>
                          <a:pt x="154" y="2"/>
                        </a:lnTo>
                        <a:lnTo>
                          <a:pt x="161" y="4"/>
                        </a:lnTo>
                        <a:lnTo>
                          <a:pt x="180" y="5"/>
                        </a:lnTo>
                        <a:lnTo>
                          <a:pt x="193" y="3"/>
                        </a:lnTo>
                        <a:lnTo>
                          <a:pt x="207" y="3"/>
                        </a:lnTo>
                        <a:lnTo>
                          <a:pt x="240" y="0"/>
                        </a:lnTo>
                        <a:lnTo>
                          <a:pt x="256" y="2"/>
                        </a:lnTo>
                        <a:lnTo>
                          <a:pt x="258" y="3"/>
                        </a:lnTo>
                        <a:lnTo>
                          <a:pt x="263" y="10"/>
                        </a:lnTo>
                        <a:lnTo>
                          <a:pt x="267" y="11"/>
                        </a:lnTo>
                        <a:lnTo>
                          <a:pt x="271" y="10"/>
                        </a:lnTo>
                        <a:lnTo>
                          <a:pt x="275" y="19"/>
                        </a:lnTo>
                        <a:lnTo>
                          <a:pt x="280" y="37"/>
                        </a:lnTo>
                        <a:lnTo>
                          <a:pt x="282" y="51"/>
                        </a:lnTo>
                        <a:lnTo>
                          <a:pt x="283" y="56"/>
                        </a:lnTo>
                        <a:lnTo>
                          <a:pt x="290" y="68"/>
                        </a:lnTo>
                        <a:lnTo>
                          <a:pt x="294" y="84"/>
                        </a:lnTo>
                        <a:lnTo>
                          <a:pt x="306" y="97"/>
                        </a:lnTo>
                        <a:lnTo>
                          <a:pt x="327" y="124"/>
                        </a:lnTo>
                        <a:lnTo>
                          <a:pt x="339" y="129"/>
                        </a:lnTo>
                        <a:lnTo>
                          <a:pt x="353" y="129"/>
                        </a:lnTo>
                        <a:lnTo>
                          <a:pt x="374" y="122"/>
                        </a:lnTo>
                        <a:lnTo>
                          <a:pt x="387" y="119"/>
                        </a:lnTo>
                        <a:lnTo>
                          <a:pt x="404" y="122"/>
                        </a:lnTo>
                        <a:lnTo>
                          <a:pt x="424" y="122"/>
                        </a:lnTo>
                        <a:lnTo>
                          <a:pt x="427" y="107"/>
                        </a:lnTo>
                        <a:lnTo>
                          <a:pt x="428" y="100"/>
                        </a:lnTo>
                        <a:lnTo>
                          <a:pt x="430" y="95"/>
                        </a:lnTo>
                        <a:lnTo>
                          <a:pt x="431" y="91"/>
                        </a:lnTo>
                        <a:lnTo>
                          <a:pt x="433" y="86"/>
                        </a:lnTo>
                        <a:lnTo>
                          <a:pt x="434" y="75"/>
                        </a:lnTo>
                        <a:lnTo>
                          <a:pt x="436" y="67"/>
                        </a:lnTo>
                        <a:lnTo>
                          <a:pt x="479" y="67"/>
                        </a:lnTo>
                        <a:lnTo>
                          <a:pt x="482" y="61"/>
                        </a:lnTo>
                        <a:lnTo>
                          <a:pt x="505" y="61"/>
                        </a:lnTo>
                        <a:lnTo>
                          <a:pt x="504" y="83"/>
                        </a:lnTo>
                        <a:lnTo>
                          <a:pt x="552" y="84"/>
                        </a:lnTo>
                        <a:lnTo>
                          <a:pt x="556" y="88"/>
                        </a:lnTo>
                        <a:lnTo>
                          <a:pt x="558" y="96"/>
                        </a:lnTo>
                        <a:lnTo>
                          <a:pt x="560" y="128"/>
                        </a:lnTo>
                        <a:lnTo>
                          <a:pt x="563" y="140"/>
                        </a:lnTo>
                        <a:lnTo>
                          <a:pt x="563" y="156"/>
                        </a:lnTo>
                        <a:lnTo>
                          <a:pt x="565" y="172"/>
                        </a:lnTo>
                        <a:lnTo>
                          <a:pt x="565" y="178"/>
                        </a:lnTo>
                        <a:lnTo>
                          <a:pt x="562" y="189"/>
                        </a:lnTo>
                        <a:lnTo>
                          <a:pt x="562" y="203"/>
                        </a:lnTo>
                        <a:lnTo>
                          <a:pt x="564" y="212"/>
                        </a:lnTo>
                        <a:lnTo>
                          <a:pt x="573" y="226"/>
                        </a:lnTo>
                        <a:lnTo>
                          <a:pt x="579" y="247"/>
                        </a:lnTo>
                        <a:lnTo>
                          <a:pt x="585" y="263"/>
                        </a:lnTo>
                        <a:lnTo>
                          <a:pt x="585" y="271"/>
                        </a:lnTo>
                        <a:lnTo>
                          <a:pt x="580" y="278"/>
                        </a:lnTo>
                        <a:lnTo>
                          <a:pt x="569" y="289"/>
                        </a:lnTo>
                        <a:lnTo>
                          <a:pt x="569" y="291"/>
                        </a:lnTo>
                        <a:lnTo>
                          <a:pt x="570" y="294"/>
                        </a:lnTo>
                        <a:lnTo>
                          <a:pt x="572" y="295"/>
                        </a:lnTo>
                        <a:lnTo>
                          <a:pt x="575" y="296"/>
                        </a:lnTo>
                        <a:lnTo>
                          <a:pt x="581" y="304"/>
                        </a:lnTo>
                        <a:lnTo>
                          <a:pt x="587" y="305"/>
                        </a:lnTo>
                        <a:lnTo>
                          <a:pt x="590" y="304"/>
                        </a:lnTo>
                        <a:lnTo>
                          <a:pt x="592" y="298"/>
                        </a:lnTo>
                        <a:lnTo>
                          <a:pt x="595" y="290"/>
                        </a:lnTo>
                        <a:lnTo>
                          <a:pt x="600" y="288"/>
                        </a:lnTo>
                        <a:lnTo>
                          <a:pt x="651" y="288"/>
                        </a:lnTo>
                        <a:lnTo>
                          <a:pt x="661" y="284"/>
                        </a:lnTo>
                        <a:lnTo>
                          <a:pt x="670" y="287"/>
                        </a:lnTo>
                        <a:lnTo>
                          <a:pt x="672" y="287"/>
                        </a:lnTo>
                        <a:lnTo>
                          <a:pt x="682" y="279"/>
                        </a:lnTo>
                        <a:lnTo>
                          <a:pt x="683" y="279"/>
                        </a:lnTo>
                        <a:lnTo>
                          <a:pt x="687" y="283"/>
                        </a:lnTo>
                        <a:lnTo>
                          <a:pt x="687" y="287"/>
                        </a:lnTo>
                        <a:lnTo>
                          <a:pt x="686" y="288"/>
                        </a:lnTo>
                        <a:lnTo>
                          <a:pt x="685" y="290"/>
                        </a:lnTo>
                        <a:lnTo>
                          <a:pt x="686" y="300"/>
                        </a:lnTo>
                        <a:lnTo>
                          <a:pt x="686" y="305"/>
                        </a:lnTo>
                        <a:lnTo>
                          <a:pt x="683" y="311"/>
                        </a:lnTo>
                        <a:lnTo>
                          <a:pt x="683" y="323"/>
                        </a:lnTo>
                        <a:lnTo>
                          <a:pt x="681" y="336"/>
                        </a:lnTo>
                        <a:lnTo>
                          <a:pt x="682" y="350"/>
                        </a:lnTo>
                        <a:lnTo>
                          <a:pt x="681" y="364"/>
                        </a:lnTo>
                        <a:lnTo>
                          <a:pt x="678" y="373"/>
                        </a:lnTo>
                        <a:lnTo>
                          <a:pt x="678" y="388"/>
                        </a:lnTo>
                        <a:lnTo>
                          <a:pt x="680" y="392"/>
                        </a:lnTo>
                        <a:lnTo>
                          <a:pt x="683" y="396"/>
                        </a:lnTo>
                        <a:lnTo>
                          <a:pt x="692" y="398"/>
                        </a:lnTo>
                        <a:lnTo>
                          <a:pt x="633" y="398"/>
                        </a:lnTo>
                        <a:lnTo>
                          <a:pt x="573" y="398"/>
                        </a:lnTo>
                        <a:lnTo>
                          <a:pt x="573" y="452"/>
                        </a:lnTo>
                        <a:lnTo>
                          <a:pt x="573" y="508"/>
                        </a:lnTo>
                        <a:lnTo>
                          <a:pt x="573" y="562"/>
                        </a:lnTo>
                        <a:lnTo>
                          <a:pt x="573" y="600"/>
                        </a:lnTo>
                        <a:lnTo>
                          <a:pt x="573" y="601"/>
                        </a:lnTo>
                        <a:lnTo>
                          <a:pt x="580" y="607"/>
                        </a:lnTo>
                        <a:lnTo>
                          <a:pt x="584" y="614"/>
                        </a:lnTo>
                        <a:lnTo>
                          <a:pt x="597" y="623"/>
                        </a:lnTo>
                        <a:lnTo>
                          <a:pt x="603" y="630"/>
                        </a:lnTo>
                        <a:lnTo>
                          <a:pt x="613" y="639"/>
                        </a:lnTo>
                        <a:lnTo>
                          <a:pt x="617" y="644"/>
                        </a:lnTo>
                        <a:lnTo>
                          <a:pt x="626" y="648"/>
                        </a:lnTo>
                        <a:lnTo>
                          <a:pt x="630" y="654"/>
                        </a:lnTo>
                        <a:lnTo>
                          <a:pt x="638" y="659"/>
                        </a:lnTo>
                        <a:lnTo>
                          <a:pt x="635" y="661"/>
                        </a:lnTo>
                        <a:lnTo>
                          <a:pt x="624" y="664"/>
                        </a:lnTo>
                        <a:lnTo>
                          <a:pt x="549" y="683"/>
                        </a:lnTo>
                        <a:lnTo>
                          <a:pt x="541" y="684"/>
                        </a:lnTo>
                        <a:lnTo>
                          <a:pt x="537" y="682"/>
                        </a:lnTo>
                        <a:lnTo>
                          <a:pt x="525" y="681"/>
                        </a:lnTo>
                        <a:lnTo>
                          <a:pt x="513" y="677"/>
                        </a:lnTo>
                        <a:lnTo>
                          <a:pt x="497" y="676"/>
                        </a:lnTo>
                        <a:lnTo>
                          <a:pt x="463" y="669"/>
                        </a:lnTo>
                        <a:lnTo>
                          <a:pt x="436" y="669"/>
                        </a:lnTo>
                        <a:lnTo>
                          <a:pt x="417" y="671"/>
                        </a:lnTo>
                        <a:lnTo>
                          <a:pt x="408" y="671"/>
                        </a:lnTo>
                        <a:lnTo>
                          <a:pt x="391" y="665"/>
                        </a:lnTo>
                        <a:lnTo>
                          <a:pt x="385" y="655"/>
                        </a:lnTo>
                        <a:lnTo>
                          <a:pt x="369" y="644"/>
                        </a:lnTo>
                        <a:lnTo>
                          <a:pt x="349" y="644"/>
                        </a:lnTo>
                        <a:lnTo>
                          <a:pt x="302" y="644"/>
                        </a:lnTo>
                        <a:lnTo>
                          <a:pt x="255" y="644"/>
                        </a:lnTo>
                        <a:lnTo>
                          <a:pt x="201" y="644"/>
                        </a:lnTo>
                        <a:lnTo>
                          <a:pt x="151" y="644"/>
                        </a:lnTo>
                        <a:lnTo>
                          <a:pt x="133" y="644"/>
                        </a:lnTo>
                        <a:lnTo>
                          <a:pt x="126" y="646"/>
                        </a:lnTo>
                        <a:lnTo>
                          <a:pt x="112" y="633"/>
                        </a:lnTo>
                        <a:lnTo>
                          <a:pt x="99" y="628"/>
                        </a:lnTo>
                        <a:lnTo>
                          <a:pt x="94" y="619"/>
                        </a:lnTo>
                        <a:lnTo>
                          <a:pt x="84" y="618"/>
                        </a:lnTo>
                        <a:lnTo>
                          <a:pt x="62" y="618"/>
                        </a:lnTo>
                        <a:lnTo>
                          <a:pt x="52" y="622"/>
                        </a:lnTo>
                        <a:lnTo>
                          <a:pt x="42" y="632"/>
                        </a:lnTo>
                        <a:lnTo>
                          <a:pt x="36" y="635"/>
                        </a:lnTo>
                        <a:lnTo>
                          <a:pt x="26" y="629"/>
                        </a:lnTo>
                        <a:lnTo>
                          <a:pt x="15" y="638"/>
                        </a:lnTo>
                        <a:lnTo>
                          <a:pt x="4" y="644"/>
                        </a:lnTo>
                        <a:lnTo>
                          <a:pt x="4" y="638"/>
                        </a:lnTo>
                        <a:lnTo>
                          <a:pt x="0" y="617"/>
                        </a:lnTo>
                        <a:lnTo>
                          <a:pt x="0" y="606"/>
                        </a:lnTo>
                        <a:lnTo>
                          <a:pt x="5" y="608"/>
                        </a:lnTo>
                        <a:lnTo>
                          <a:pt x="5" y="59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42" name="Google Shape;2442;p5">
                    <a:extLst>
                      <a:ext uri="{FF2B5EF4-FFF2-40B4-BE49-F238E27FC236}">
                        <a16:creationId xmlns:a16="http://schemas.microsoft.com/office/drawing/2014/main" id="{EA5C99B0-3561-16DD-2E00-89A422294C10}"/>
                      </a:ext>
                    </a:extLst>
                  </p:cNvPr>
                  <p:cNvSpPr/>
                  <p:nvPr/>
                </p:nvSpPr>
                <p:spPr>
                  <a:xfrm>
                    <a:off x="2647" y="2535"/>
                    <a:ext cx="11" cy="16"/>
                  </a:xfrm>
                  <a:custGeom>
                    <a:avLst/>
                    <a:gdLst/>
                    <a:ahLst/>
                    <a:cxnLst/>
                    <a:rect l="l" t="t" r="r" b="b"/>
                    <a:pathLst>
                      <a:path w="56" h="78" extrusionOk="0">
                        <a:moveTo>
                          <a:pt x="56" y="14"/>
                        </a:moveTo>
                        <a:lnTo>
                          <a:pt x="51" y="3"/>
                        </a:lnTo>
                        <a:lnTo>
                          <a:pt x="41" y="0"/>
                        </a:lnTo>
                        <a:lnTo>
                          <a:pt x="31" y="5"/>
                        </a:lnTo>
                        <a:lnTo>
                          <a:pt x="24" y="19"/>
                        </a:lnTo>
                        <a:lnTo>
                          <a:pt x="14" y="25"/>
                        </a:lnTo>
                        <a:lnTo>
                          <a:pt x="0" y="35"/>
                        </a:lnTo>
                        <a:lnTo>
                          <a:pt x="5" y="40"/>
                        </a:lnTo>
                        <a:lnTo>
                          <a:pt x="8" y="55"/>
                        </a:lnTo>
                        <a:lnTo>
                          <a:pt x="8" y="64"/>
                        </a:lnTo>
                        <a:lnTo>
                          <a:pt x="9" y="71"/>
                        </a:lnTo>
                        <a:lnTo>
                          <a:pt x="18" y="78"/>
                        </a:lnTo>
                        <a:lnTo>
                          <a:pt x="26" y="73"/>
                        </a:lnTo>
                        <a:lnTo>
                          <a:pt x="27" y="61"/>
                        </a:lnTo>
                        <a:lnTo>
                          <a:pt x="30" y="46"/>
                        </a:lnTo>
                        <a:lnTo>
                          <a:pt x="34" y="30"/>
                        </a:lnTo>
                        <a:lnTo>
                          <a:pt x="43" y="22"/>
                        </a:lnTo>
                        <a:lnTo>
                          <a:pt x="52" y="16"/>
                        </a:lnTo>
                        <a:lnTo>
                          <a:pt x="56" y="1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sp>
              <p:nvSpPr>
                <p:cNvPr id="2443" name="Google Shape;2443;p5">
                  <a:extLst>
                    <a:ext uri="{FF2B5EF4-FFF2-40B4-BE49-F238E27FC236}">
                      <a16:creationId xmlns:a16="http://schemas.microsoft.com/office/drawing/2014/main" id="{4EFB72F3-2E23-AE4C-C1CC-97CB1F26109D}"/>
                    </a:ext>
                  </a:extLst>
                </p:cNvPr>
                <p:cNvSpPr/>
                <p:nvPr/>
              </p:nvSpPr>
              <p:spPr>
                <a:xfrm>
                  <a:off x="5231605" y="4207222"/>
                  <a:ext cx="39688" cy="41275"/>
                </a:xfrm>
                <a:custGeom>
                  <a:avLst/>
                  <a:gdLst/>
                  <a:ahLst/>
                  <a:cxnLst/>
                  <a:rect l="l" t="t" r="r" b="b"/>
                  <a:pathLst>
                    <a:path w="127" h="131" extrusionOk="0">
                      <a:moveTo>
                        <a:pt x="125" y="52"/>
                      </a:moveTo>
                      <a:lnTo>
                        <a:pt x="127" y="49"/>
                      </a:lnTo>
                      <a:lnTo>
                        <a:pt x="126" y="58"/>
                      </a:lnTo>
                      <a:lnTo>
                        <a:pt x="103" y="98"/>
                      </a:lnTo>
                      <a:lnTo>
                        <a:pt x="73" y="109"/>
                      </a:lnTo>
                      <a:lnTo>
                        <a:pt x="63" y="125"/>
                      </a:lnTo>
                      <a:lnTo>
                        <a:pt x="55" y="129"/>
                      </a:lnTo>
                      <a:lnTo>
                        <a:pt x="43" y="131"/>
                      </a:lnTo>
                      <a:lnTo>
                        <a:pt x="23" y="113"/>
                      </a:lnTo>
                      <a:lnTo>
                        <a:pt x="11" y="100"/>
                      </a:lnTo>
                      <a:lnTo>
                        <a:pt x="5" y="88"/>
                      </a:lnTo>
                      <a:lnTo>
                        <a:pt x="0" y="74"/>
                      </a:lnTo>
                      <a:lnTo>
                        <a:pt x="2" y="61"/>
                      </a:lnTo>
                      <a:lnTo>
                        <a:pt x="28" y="27"/>
                      </a:lnTo>
                      <a:lnTo>
                        <a:pt x="40" y="16"/>
                      </a:lnTo>
                      <a:lnTo>
                        <a:pt x="68" y="1"/>
                      </a:lnTo>
                      <a:lnTo>
                        <a:pt x="83" y="0"/>
                      </a:lnTo>
                      <a:lnTo>
                        <a:pt x="95" y="6"/>
                      </a:lnTo>
                      <a:lnTo>
                        <a:pt x="105" y="18"/>
                      </a:lnTo>
                      <a:lnTo>
                        <a:pt x="113" y="29"/>
                      </a:lnTo>
                      <a:lnTo>
                        <a:pt x="121" y="42"/>
                      </a:lnTo>
                      <a:lnTo>
                        <a:pt x="125" y="5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44" name="Google Shape;2444;p5">
                  <a:extLst>
                    <a:ext uri="{FF2B5EF4-FFF2-40B4-BE49-F238E27FC236}">
                      <a16:creationId xmlns:a16="http://schemas.microsoft.com/office/drawing/2014/main" id="{0366BBEC-6C2C-0502-2950-3914F79E0077}"/>
                    </a:ext>
                  </a:extLst>
                </p:cNvPr>
                <p:cNvSpPr/>
                <p:nvPr/>
              </p:nvSpPr>
              <p:spPr>
                <a:xfrm>
                  <a:off x="5142705" y="3834159"/>
                  <a:ext cx="203200" cy="174625"/>
                </a:xfrm>
                <a:custGeom>
                  <a:avLst/>
                  <a:gdLst/>
                  <a:ahLst/>
                  <a:cxnLst/>
                  <a:rect l="l" t="t" r="r" b="b"/>
                  <a:pathLst>
                    <a:path w="640" h="552" extrusionOk="0">
                      <a:moveTo>
                        <a:pt x="0" y="468"/>
                      </a:moveTo>
                      <a:lnTo>
                        <a:pt x="0" y="430"/>
                      </a:lnTo>
                      <a:lnTo>
                        <a:pt x="0" y="376"/>
                      </a:lnTo>
                      <a:lnTo>
                        <a:pt x="0" y="320"/>
                      </a:lnTo>
                      <a:lnTo>
                        <a:pt x="0" y="266"/>
                      </a:lnTo>
                      <a:lnTo>
                        <a:pt x="60" y="266"/>
                      </a:lnTo>
                      <a:lnTo>
                        <a:pt x="119" y="266"/>
                      </a:lnTo>
                      <a:lnTo>
                        <a:pt x="110" y="264"/>
                      </a:lnTo>
                      <a:lnTo>
                        <a:pt x="107" y="260"/>
                      </a:lnTo>
                      <a:lnTo>
                        <a:pt x="105" y="256"/>
                      </a:lnTo>
                      <a:lnTo>
                        <a:pt x="105" y="241"/>
                      </a:lnTo>
                      <a:lnTo>
                        <a:pt x="108" y="232"/>
                      </a:lnTo>
                      <a:lnTo>
                        <a:pt x="109" y="218"/>
                      </a:lnTo>
                      <a:lnTo>
                        <a:pt x="108" y="204"/>
                      </a:lnTo>
                      <a:lnTo>
                        <a:pt x="110" y="191"/>
                      </a:lnTo>
                      <a:lnTo>
                        <a:pt x="110" y="179"/>
                      </a:lnTo>
                      <a:lnTo>
                        <a:pt x="113" y="173"/>
                      </a:lnTo>
                      <a:lnTo>
                        <a:pt x="113" y="168"/>
                      </a:lnTo>
                      <a:lnTo>
                        <a:pt x="112" y="158"/>
                      </a:lnTo>
                      <a:lnTo>
                        <a:pt x="113" y="156"/>
                      </a:lnTo>
                      <a:lnTo>
                        <a:pt x="114" y="155"/>
                      </a:lnTo>
                      <a:lnTo>
                        <a:pt x="114" y="151"/>
                      </a:lnTo>
                      <a:lnTo>
                        <a:pt x="110" y="147"/>
                      </a:lnTo>
                      <a:lnTo>
                        <a:pt x="120" y="145"/>
                      </a:lnTo>
                      <a:lnTo>
                        <a:pt x="124" y="145"/>
                      </a:lnTo>
                      <a:lnTo>
                        <a:pt x="126" y="146"/>
                      </a:lnTo>
                      <a:lnTo>
                        <a:pt x="132" y="156"/>
                      </a:lnTo>
                      <a:lnTo>
                        <a:pt x="132" y="168"/>
                      </a:lnTo>
                      <a:lnTo>
                        <a:pt x="134" y="173"/>
                      </a:lnTo>
                      <a:lnTo>
                        <a:pt x="137" y="173"/>
                      </a:lnTo>
                      <a:lnTo>
                        <a:pt x="151" y="167"/>
                      </a:lnTo>
                      <a:lnTo>
                        <a:pt x="156" y="166"/>
                      </a:lnTo>
                      <a:lnTo>
                        <a:pt x="162" y="166"/>
                      </a:lnTo>
                      <a:lnTo>
                        <a:pt x="173" y="161"/>
                      </a:lnTo>
                      <a:lnTo>
                        <a:pt x="179" y="169"/>
                      </a:lnTo>
                      <a:lnTo>
                        <a:pt x="183" y="178"/>
                      </a:lnTo>
                      <a:lnTo>
                        <a:pt x="188" y="184"/>
                      </a:lnTo>
                      <a:lnTo>
                        <a:pt x="201" y="190"/>
                      </a:lnTo>
                      <a:lnTo>
                        <a:pt x="213" y="198"/>
                      </a:lnTo>
                      <a:lnTo>
                        <a:pt x="231" y="205"/>
                      </a:lnTo>
                      <a:lnTo>
                        <a:pt x="243" y="206"/>
                      </a:lnTo>
                      <a:lnTo>
                        <a:pt x="252" y="204"/>
                      </a:lnTo>
                      <a:lnTo>
                        <a:pt x="264" y="199"/>
                      </a:lnTo>
                      <a:lnTo>
                        <a:pt x="274" y="196"/>
                      </a:lnTo>
                      <a:lnTo>
                        <a:pt x="279" y="198"/>
                      </a:lnTo>
                      <a:lnTo>
                        <a:pt x="298" y="216"/>
                      </a:lnTo>
                      <a:lnTo>
                        <a:pt x="312" y="222"/>
                      </a:lnTo>
                      <a:lnTo>
                        <a:pt x="323" y="226"/>
                      </a:lnTo>
                      <a:lnTo>
                        <a:pt x="334" y="227"/>
                      </a:lnTo>
                      <a:lnTo>
                        <a:pt x="341" y="233"/>
                      </a:lnTo>
                      <a:lnTo>
                        <a:pt x="346" y="245"/>
                      </a:lnTo>
                      <a:lnTo>
                        <a:pt x="350" y="252"/>
                      </a:lnTo>
                      <a:lnTo>
                        <a:pt x="363" y="264"/>
                      </a:lnTo>
                      <a:lnTo>
                        <a:pt x="377" y="272"/>
                      </a:lnTo>
                      <a:lnTo>
                        <a:pt x="387" y="276"/>
                      </a:lnTo>
                      <a:lnTo>
                        <a:pt x="397" y="277"/>
                      </a:lnTo>
                      <a:lnTo>
                        <a:pt x="400" y="277"/>
                      </a:lnTo>
                      <a:lnTo>
                        <a:pt x="406" y="275"/>
                      </a:lnTo>
                      <a:lnTo>
                        <a:pt x="410" y="274"/>
                      </a:lnTo>
                      <a:lnTo>
                        <a:pt x="411" y="275"/>
                      </a:lnTo>
                      <a:lnTo>
                        <a:pt x="416" y="282"/>
                      </a:lnTo>
                      <a:lnTo>
                        <a:pt x="420" y="283"/>
                      </a:lnTo>
                      <a:lnTo>
                        <a:pt x="424" y="283"/>
                      </a:lnTo>
                      <a:lnTo>
                        <a:pt x="426" y="281"/>
                      </a:lnTo>
                      <a:lnTo>
                        <a:pt x="426" y="274"/>
                      </a:lnTo>
                      <a:lnTo>
                        <a:pt x="425" y="266"/>
                      </a:lnTo>
                      <a:lnTo>
                        <a:pt x="424" y="231"/>
                      </a:lnTo>
                      <a:lnTo>
                        <a:pt x="421" y="223"/>
                      </a:lnTo>
                      <a:lnTo>
                        <a:pt x="415" y="222"/>
                      </a:lnTo>
                      <a:lnTo>
                        <a:pt x="406" y="227"/>
                      </a:lnTo>
                      <a:lnTo>
                        <a:pt x="395" y="225"/>
                      </a:lnTo>
                      <a:lnTo>
                        <a:pt x="383" y="225"/>
                      </a:lnTo>
                      <a:lnTo>
                        <a:pt x="376" y="220"/>
                      </a:lnTo>
                      <a:lnTo>
                        <a:pt x="366" y="207"/>
                      </a:lnTo>
                      <a:lnTo>
                        <a:pt x="360" y="201"/>
                      </a:lnTo>
                      <a:lnTo>
                        <a:pt x="358" y="199"/>
                      </a:lnTo>
                      <a:lnTo>
                        <a:pt x="357" y="189"/>
                      </a:lnTo>
                      <a:lnTo>
                        <a:pt x="360" y="182"/>
                      </a:lnTo>
                      <a:lnTo>
                        <a:pt x="362" y="170"/>
                      </a:lnTo>
                      <a:lnTo>
                        <a:pt x="377" y="131"/>
                      </a:lnTo>
                      <a:lnTo>
                        <a:pt x="378" y="124"/>
                      </a:lnTo>
                      <a:lnTo>
                        <a:pt x="379" y="99"/>
                      </a:lnTo>
                      <a:lnTo>
                        <a:pt x="377" y="85"/>
                      </a:lnTo>
                      <a:lnTo>
                        <a:pt x="370" y="66"/>
                      </a:lnTo>
                      <a:lnTo>
                        <a:pt x="370" y="56"/>
                      </a:lnTo>
                      <a:lnTo>
                        <a:pt x="372" y="53"/>
                      </a:lnTo>
                      <a:lnTo>
                        <a:pt x="374" y="44"/>
                      </a:lnTo>
                      <a:lnTo>
                        <a:pt x="379" y="37"/>
                      </a:lnTo>
                      <a:lnTo>
                        <a:pt x="387" y="23"/>
                      </a:lnTo>
                      <a:lnTo>
                        <a:pt x="389" y="21"/>
                      </a:lnTo>
                      <a:lnTo>
                        <a:pt x="394" y="17"/>
                      </a:lnTo>
                      <a:lnTo>
                        <a:pt x="397" y="17"/>
                      </a:lnTo>
                      <a:lnTo>
                        <a:pt x="406" y="13"/>
                      </a:lnTo>
                      <a:lnTo>
                        <a:pt x="468" y="0"/>
                      </a:lnTo>
                      <a:lnTo>
                        <a:pt x="471" y="6"/>
                      </a:lnTo>
                      <a:lnTo>
                        <a:pt x="470" y="13"/>
                      </a:lnTo>
                      <a:lnTo>
                        <a:pt x="471" y="22"/>
                      </a:lnTo>
                      <a:lnTo>
                        <a:pt x="475" y="23"/>
                      </a:lnTo>
                      <a:lnTo>
                        <a:pt x="483" y="24"/>
                      </a:lnTo>
                      <a:lnTo>
                        <a:pt x="494" y="33"/>
                      </a:lnTo>
                      <a:lnTo>
                        <a:pt x="502" y="22"/>
                      </a:lnTo>
                      <a:lnTo>
                        <a:pt x="508" y="21"/>
                      </a:lnTo>
                      <a:lnTo>
                        <a:pt x="516" y="23"/>
                      </a:lnTo>
                      <a:lnTo>
                        <a:pt x="526" y="32"/>
                      </a:lnTo>
                      <a:lnTo>
                        <a:pt x="530" y="39"/>
                      </a:lnTo>
                      <a:lnTo>
                        <a:pt x="538" y="43"/>
                      </a:lnTo>
                      <a:lnTo>
                        <a:pt x="546" y="45"/>
                      </a:lnTo>
                      <a:lnTo>
                        <a:pt x="575" y="57"/>
                      </a:lnTo>
                      <a:lnTo>
                        <a:pt x="586" y="61"/>
                      </a:lnTo>
                      <a:lnTo>
                        <a:pt x="597" y="61"/>
                      </a:lnTo>
                      <a:lnTo>
                        <a:pt x="599" y="64"/>
                      </a:lnTo>
                      <a:lnTo>
                        <a:pt x="603" y="67"/>
                      </a:lnTo>
                      <a:lnTo>
                        <a:pt x="602" y="70"/>
                      </a:lnTo>
                      <a:lnTo>
                        <a:pt x="602" y="75"/>
                      </a:lnTo>
                      <a:lnTo>
                        <a:pt x="603" y="76"/>
                      </a:lnTo>
                      <a:lnTo>
                        <a:pt x="605" y="82"/>
                      </a:lnTo>
                      <a:lnTo>
                        <a:pt x="614" y="82"/>
                      </a:lnTo>
                      <a:lnTo>
                        <a:pt x="621" y="91"/>
                      </a:lnTo>
                      <a:lnTo>
                        <a:pt x="623" y="96"/>
                      </a:lnTo>
                      <a:lnTo>
                        <a:pt x="626" y="107"/>
                      </a:lnTo>
                      <a:lnTo>
                        <a:pt x="632" y="112"/>
                      </a:lnTo>
                      <a:lnTo>
                        <a:pt x="635" y="130"/>
                      </a:lnTo>
                      <a:lnTo>
                        <a:pt x="639" y="132"/>
                      </a:lnTo>
                      <a:lnTo>
                        <a:pt x="640" y="139"/>
                      </a:lnTo>
                      <a:lnTo>
                        <a:pt x="640" y="142"/>
                      </a:lnTo>
                      <a:lnTo>
                        <a:pt x="631" y="147"/>
                      </a:lnTo>
                      <a:lnTo>
                        <a:pt x="629" y="148"/>
                      </a:lnTo>
                      <a:lnTo>
                        <a:pt x="625" y="151"/>
                      </a:lnTo>
                      <a:lnTo>
                        <a:pt x="624" y="161"/>
                      </a:lnTo>
                      <a:lnTo>
                        <a:pt x="625" y="169"/>
                      </a:lnTo>
                      <a:lnTo>
                        <a:pt x="619" y="186"/>
                      </a:lnTo>
                      <a:lnTo>
                        <a:pt x="620" y="194"/>
                      </a:lnTo>
                      <a:lnTo>
                        <a:pt x="621" y="209"/>
                      </a:lnTo>
                      <a:lnTo>
                        <a:pt x="619" y="223"/>
                      </a:lnTo>
                      <a:lnTo>
                        <a:pt x="620" y="226"/>
                      </a:lnTo>
                      <a:lnTo>
                        <a:pt x="624" y="231"/>
                      </a:lnTo>
                      <a:lnTo>
                        <a:pt x="629" y="233"/>
                      </a:lnTo>
                      <a:lnTo>
                        <a:pt x="630" y="239"/>
                      </a:lnTo>
                      <a:lnTo>
                        <a:pt x="627" y="242"/>
                      </a:lnTo>
                      <a:lnTo>
                        <a:pt x="619" y="243"/>
                      </a:lnTo>
                      <a:lnTo>
                        <a:pt x="613" y="248"/>
                      </a:lnTo>
                      <a:lnTo>
                        <a:pt x="608" y="249"/>
                      </a:lnTo>
                      <a:lnTo>
                        <a:pt x="607" y="250"/>
                      </a:lnTo>
                      <a:lnTo>
                        <a:pt x="603" y="265"/>
                      </a:lnTo>
                      <a:lnTo>
                        <a:pt x="603" y="280"/>
                      </a:lnTo>
                      <a:lnTo>
                        <a:pt x="598" y="295"/>
                      </a:lnTo>
                      <a:lnTo>
                        <a:pt x="591" y="302"/>
                      </a:lnTo>
                      <a:lnTo>
                        <a:pt x="589" y="306"/>
                      </a:lnTo>
                      <a:lnTo>
                        <a:pt x="592" y="314"/>
                      </a:lnTo>
                      <a:lnTo>
                        <a:pt x="597" y="315"/>
                      </a:lnTo>
                      <a:lnTo>
                        <a:pt x="600" y="323"/>
                      </a:lnTo>
                      <a:lnTo>
                        <a:pt x="608" y="322"/>
                      </a:lnTo>
                      <a:lnTo>
                        <a:pt x="612" y="324"/>
                      </a:lnTo>
                      <a:lnTo>
                        <a:pt x="612" y="325"/>
                      </a:lnTo>
                      <a:lnTo>
                        <a:pt x="603" y="326"/>
                      </a:lnTo>
                      <a:lnTo>
                        <a:pt x="438" y="383"/>
                      </a:lnTo>
                      <a:lnTo>
                        <a:pt x="446" y="399"/>
                      </a:lnTo>
                      <a:lnTo>
                        <a:pt x="448" y="411"/>
                      </a:lnTo>
                      <a:lnTo>
                        <a:pt x="453" y="414"/>
                      </a:lnTo>
                      <a:lnTo>
                        <a:pt x="452" y="416"/>
                      </a:lnTo>
                      <a:lnTo>
                        <a:pt x="444" y="415"/>
                      </a:lnTo>
                      <a:lnTo>
                        <a:pt x="436" y="417"/>
                      </a:lnTo>
                      <a:lnTo>
                        <a:pt x="430" y="416"/>
                      </a:lnTo>
                      <a:lnTo>
                        <a:pt x="424" y="414"/>
                      </a:lnTo>
                      <a:lnTo>
                        <a:pt x="420" y="414"/>
                      </a:lnTo>
                      <a:lnTo>
                        <a:pt x="408" y="420"/>
                      </a:lnTo>
                      <a:lnTo>
                        <a:pt x="392" y="421"/>
                      </a:lnTo>
                      <a:lnTo>
                        <a:pt x="385" y="425"/>
                      </a:lnTo>
                      <a:lnTo>
                        <a:pt x="378" y="432"/>
                      </a:lnTo>
                      <a:lnTo>
                        <a:pt x="372" y="432"/>
                      </a:lnTo>
                      <a:lnTo>
                        <a:pt x="366" y="435"/>
                      </a:lnTo>
                      <a:lnTo>
                        <a:pt x="365" y="442"/>
                      </a:lnTo>
                      <a:lnTo>
                        <a:pt x="365" y="451"/>
                      </a:lnTo>
                      <a:lnTo>
                        <a:pt x="366" y="455"/>
                      </a:lnTo>
                      <a:lnTo>
                        <a:pt x="365" y="459"/>
                      </a:lnTo>
                      <a:lnTo>
                        <a:pt x="363" y="464"/>
                      </a:lnTo>
                      <a:lnTo>
                        <a:pt x="362" y="468"/>
                      </a:lnTo>
                      <a:lnTo>
                        <a:pt x="354" y="468"/>
                      </a:lnTo>
                      <a:lnTo>
                        <a:pt x="342" y="467"/>
                      </a:lnTo>
                      <a:lnTo>
                        <a:pt x="336" y="469"/>
                      </a:lnTo>
                      <a:lnTo>
                        <a:pt x="334" y="473"/>
                      </a:lnTo>
                      <a:lnTo>
                        <a:pt x="331" y="473"/>
                      </a:lnTo>
                      <a:lnTo>
                        <a:pt x="324" y="482"/>
                      </a:lnTo>
                      <a:lnTo>
                        <a:pt x="315" y="481"/>
                      </a:lnTo>
                      <a:lnTo>
                        <a:pt x="312" y="482"/>
                      </a:lnTo>
                      <a:lnTo>
                        <a:pt x="309" y="485"/>
                      </a:lnTo>
                      <a:lnTo>
                        <a:pt x="307" y="490"/>
                      </a:lnTo>
                      <a:lnTo>
                        <a:pt x="303" y="491"/>
                      </a:lnTo>
                      <a:lnTo>
                        <a:pt x="297" y="503"/>
                      </a:lnTo>
                      <a:lnTo>
                        <a:pt x="287" y="513"/>
                      </a:lnTo>
                      <a:lnTo>
                        <a:pt x="285" y="518"/>
                      </a:lnTo>
                      <a:lnTo>
                        <a:pt x="285" y="524"/>
                      </a:lnTo>
                      <a:lnTo>
                        <a:pt x="280" y="529"/>
                      </a:lnTo>
                      <a:lnTo>
                        <a:pt x="276" y="532"/>
                      </a:lnTo>
                      <a:lnTo>
                        <a:pt x="270" y="541"/>
                      </a:lnTo>
                      <a:lnTo>
                        <a:pt x="264" y="549"/>
                      </a:lnTo>
                      <a:lnTo>
                        <a:pt x="259" y="549"/>
                      </a:lnTo>
                      <a:lnTo>
                        <a:pt x="252" y="552"/>
                      </a:lnTo>
                      <a:lnTo>
                        <a:pt x="247" y="551"/>
                      </a:lnTo>
                      <a:lnTo>
                        <a:pt x="245" y="546"/>
                      </a:lnTo>
                      <a:lnTo>
                        <a:pt x="241" y="544"/>
                      </a:lnTo>
                      <a:lnTo>
                        <a:pt x="233" y="545"/>
                      </a:lnTo>
                      <a:lnTo>
                        <a:pt x="228" y="544"/>
                      </a:lnTo>
                      <a:lnTo>
                        <a:pt x="211" y="546"/>
                      </a:lnTo>
                      <a:lnTo>
                        <a:pt x="198" y="541"/>
                      </a:lnTo>
                      <a:lnTo>
                        <a:pt x="179" y="543"/>
                      </a:lnTo>
                      <a:lnTo>
                        <a:pt x="174" y="543"/>
                      </a:lnTo>
                      <a:lnTo>
                        <a:pt x="172" y="539"/>
                      </a:lnTo>
                      <a:lnTo>
                        <a:pt x="164" y="537"/>
                      </a:lnTo>
                      <a:lnTo>
                        <a:pt x="157" y="524"/>
                      </a:lnTo>
                      <a:lnTo>
                        <a:pt x="153" y="521"/>
                      </a:lnTo>
                      <a:lnTo>
                        <a:pt x="139" y="518"/>
                      </a:lnTo>
                      <a:lnTo>
                        <a:pt x="118" y="518"/>
                      </a:lnTo>
                      <a:lnTo>
                        <a:pt x="115" y="514"/>
                      </a:lnTo>
                      <a:lnTo>
                        <a:pt x="72" y="525"/>
                      </a:lnTo>
                      <a:lnTo>
                        <a:pt x="65" y="527"/>
                      </a:lnTo>
                      <a:lnTo>
                        <a:pt x="57" y="522"/>
                      </a:lnTo>
                      <a:lnTo>
                        <a:pt x="53" y="516"/>
                      </a:lnTo>
                      <a:lnTo>
                        <a:pt x="44" y="512"/>
                      </a:lnTo>
                      <a:lnTo>
                        <a:pt x="40" y="507"/>
                      </a:lnTo>
                      <a:lnTo>
                        <a:pt x="30" y="498"/>
                      </a:lnTo>
                      <a:lnTo>
                        <a:pt x="24" y="491"/>
                      </a:lnTo>
                      <a:lnTo>
                        <a:pt x="11" y="482"/>
                      </a:lnTo>
                      <a:lnTo>
                        <a:pt x="7" y="475"/>
                      </a:lnTo>
                      <a:lnTo>
                        <a:pt x="0" y="469"/>
                      </a:lnTo>
                      <a:lnTo>
                        <a:pt x="0" y="468"/>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45" name="Google Shape;2445;p5">
                  <a:extLst>
                    <a:ext uri="{FF2B5EF4-FFF2-40B4-BE49-F238E27FC236}">
                      <a16:creationId xmlns:a16="http://schemas.microsoft.com/office/drawing/2014/main" id="{29EFC2C8-3E4C-6DEC-1B3A-E726FB8D37A1}"/>
                    </a:ext>
                  </a:extLst>
                </p:cNvPr>
                <p:cNvSpPr/>
                <p:nvPr/>
              </p:nvSpPr>
              <p:spPr>
                <a:xfrm>
                  <a:off x="5198267" y="3965922"/>
                  <a:ext cx="134938" cy="128588"/>
                </a:xfrm>
                <a:custGeom>
                  <a:avLst/>
                  <a:gdLst/>
                  <a:ahLst/>
                  <a:cxnLst/>
                  <a:rect l="l" t="t" r="r" b="b"/>
                  <a:pathLst>
                    <a:path w="428" h="405" extrusionOk="0">
                      <a:moveTo>
                        <a:pt x="190" y="54"/>
                      </a:moveTo>
                      <a:lnTo>
                        <a:pt x="202" y="60"/>
                      </a:lnTo>
                      <a:lnTo>
                        <a:pt x="202" y="64"/>
                      </a:lnTo>
                      <a:lnTo>
                        <a:pt x="198" y="66"/>
                      </a:lnTo>
                      <a:lnTo>
                        <a:pt x="195" y="70"/>
                      </a:lnTo>
                      <a:lnTo>
                        <a:pt x="193" y="70"/>
                      </a:lnTo>
                      <a:lnTo>
                        <a:pt x="184" y="66"/>
                      </a:lnTo>
                      <a:lnTo>
                        <a:pt x="179" y="66"/>
                      </a:lnTo>
                      <a:lnTo>
                        <a:pt x="177" y="67"/>
                      </a:lnTo>
                      <a:lnTo>
                        <a:pt x="175" y="71"/>
                      </a:lnTo>
                      <a:lnTo>
                        <a:pt x="172" y="72"/>
                      </a:lnTo>
                      <a:lnTo>
                        <a:pt x="169" y="70"/>
                      </a:lnTo>
                      <a:lnTo>
                        <a:pt x="167" y="70"/>
                      </a:lnTo>
                      <a:lnTo>
                        <a:pt x="164" y="72"/>
                      </a:lnTo>
                      <a:lnTo>
                        <a:pt x="159" y="75"/>
                      </a:lnTo>
                      <a:lnTo>
                        <a:pt x="156" y="78"/>
                      </a:lnTo>
                      <a:lnTo>
                        <a:pt x="155" y="81"/>
                      </a:lnTo>
                      <a:lnTo>
                        <a:pt x="156" y="83"/>
                      </a:lnTo>
                      <a:lnTo>
                        <a:pt x="155" y="84"/>
                      </a:lnTo>
                      <a:lnTo>
                        <a:pt x="153" y="86"/>
                      </a:lnTo>
                      <a:lnTo>
                        <a:pt x="151" y="83"/>
                      </a:lnTo>
                      <a:lnTo>
                        <a:pt x="143" y="87"/>
                      </a:lnTo>
                      <a:lnTo>
                        <a:pt x="140" y="91"/>
                      </a:lnTo>
                      <a:lnTo>
                        <a:pt x="140" y="93"/>
                      </a:lnTo>
                      <a:lnTo>
                        <a:pt x="135" y="96"/>
                      </a:lnTo>
                      <a:lnTo>
                        <a:pt x="130" y="100"/>
                      </a:lnTo>
                      <a:lnTo>
                        <a:pt x="126" y="107"/>
                      </a:lnTo>
                      <a:lnTo>
                        <a:pt x="121" y="110"/>
                      </a:lnTo>
                      <a:lnTo>
                        <a:pt x="121" y="113"/>
                      </a:lnTo>
                      <a:lnTo>
                        <a:pt x="115" y="115"/>
                      </a:lnTo>
                      <a:lnTo>
                        <a:pt x="110" y="123"/>
                      </a:lnTo>
                      <a:lnTo>
                        <a:pt x="103" y="129"/>
                      </a:lnTo>
                      <a:lnTo>
                        <a:pt x="98" y="127"/>
                      </a:lnTo>
                      <a:lnTo>
                        <a:pt x="92" y="135"/>
                      </a:lnTo>
                      <a:lnTo>
                        <a:pt x="87" y="135"/>
                      </a:lnTo>
                      <a:lnTo>
                        <a:pt x="80" y="138"/>
                      </a:lnTo>
                      <a:lnTo>
                        <a:pt x="75" y="137"/>
                      </a:lnTo>
                      <a:lnTo>
                        <a:pt x="73" y="132"/>
                      </a:lnTo>
                      <a:lnTo>
                        <a:pt x="69" y="130"/>
                      </a:lnTo>
                      <a:lnTo>
                        <a:pt x="61" y="131"/>
                      </a:lnTo>
                      <a:lnTo>
                        <a:pt x="56" y="130"/>
                      </a:lnTo>
                      <a:lnTo>
                        <a:pt x="39" y="132"/>
                      </a:lnTo>
                      <a:lnTo>
                        <a:pt x="26" y="127"/>
                      </a:lnTo>
                      <a:lnTo>
                        <a:pt x="7" y="129"/>
                      </a:lnTo>
                      <a:lnTo>
                        <a:pt x="2" y="129"/>
                      </a:lnTo>
                      <a:lnTo>
                        <a:pt x="0" y="125"/>
                      </a:lnTo>
                      <a:lnTo>
                        <a:pt x="0" y="134"/>
                      </a:lnTo>
                      <a:lnTo>
                        <a:pt x="3" y="140"/>
                      </a:lnTo>
                      <a:lnTo>
                        <a:pt x="16" y="162"/>
                      </a:lnTo>
                      <a:lnTo>
                        <a:pt x="27" y="172"/>
                      </a:lnTo>
                      <a:lnTo>
                        <a:pt x="28" y="183"/>
                      </a:lnTo>
                      <a:lnTo>
                        <a:pt x="35" y="197"/>
                      </a:lnTo>
                      <a:lnTo>
                        <a:pt x="48" y="216"/>
                      </a:lnTo>
                      <a:lnTo>
                        <a:pt x="77" y="247"/>
                      </a:lnTo>
                      <a:lnTo>
                        <a:pt x="94" y="250"/>
                      </a:lnTo>
                      <a:lnTo>
                        <a:pt x="107" y="260"/>
                      </a:lnTo>
                      <a:lnTo>
                        <a:pt x="116" y="274"/>
                      </a:lnTo>
                      <a:lnTo>
                        <a:pt x="129" y="279"/>
                      </a:lnTo>
                      <a:lnTo>
                        <a:pt x="140" y="287"/>
                      </a:lnTo>
                      <a:lnTo>
                        <a:pt x="140" y="308"/>
                      </a:lnTo>
                      <a:lnTo>
                        <a:pt x="143" y="328"/>
                      </a:lnTo>
                      <a:lnTo>
                        <a:pt x="150" y="341"/>
                      </a:lnTo>
                      <a:lnTo>
                        <a:pt x="158" y="350"/>
                      </a:lnTo>
                      <a:lnTo>
                        <a:pt x="167" y="355"/>
                      </a:lnTo>
                      <a:lnTo>
                        <a:pt x="180" y="357"/>
                      </a:lnTo>
                      <a:lnTo>
                        <a:pt x="193" y="357"/>
                      </a:lnTo>
                      <a:lnTo>
                        <a:pt x="206" y="363"/>
                      </a:lnTo>
                      <a:lnTo>
                        <a:pt x="216" y="367"/>
                      </a:lnTo>
                      <a:lnTo>
                        <a:pt x="227" y="376"/>
                      </a:lnTo>
                      <a:lnTo>
                        <a:pt x="239" y="371"/>
                      </a:lnTo>
                      <a:lnTo>
                        <a:pt x="248" y="373"/>
                      </a:lnTo>
                      <a:lnTo>
                        <a:pt x="271" y="380"/>
                      </a:lnTo>
                      <a:lnTo>
                        <a:pt x="283" y="383"/>
                      </a:lnTo>
                      <a:lnTo>
                        <a:pt x="296" y="380"/>
                      </a:lnTo>
                      <a:lnTo>
                        <a:pt x="308" y="382"/>
                      </a:lnTo>
                      <a:lnTo>
                        <a:pt x="329" y="388"/>
                      </a:lnTo>
                      <a:lnTo>
                        <a:pt x="344" y="403"/>
                      </a:lnTo>
                      <a:lnTo>
                        <a:pt x="349" y="404"/>
                      </a:lnTo>
                      <a:lnTo>
                        <a:pt x="350" y="405"/>
                      </a:lnTo>
                      <a:lnTo>
                        <a:pt x="351" y="404"/>
                      </a:lnTo>
                      <a:lnTo>
                        <a:pt x="351" y="389"/>
                      </a:lnTo>
                      <a:lnTo>
                        <a:pt x="355" y="377"/>
                      </a:lnTo>
                      <a:lnTo>
                        <a:pt x="361" y="367"/>
                      </a:lnTo>
                      <a:lnTo>
                        <a:pt x="372" y="360"/>
                      </a:lnTo>
                      <a:lnTo>
                        <a:pt x="379" y="352"/>
                      </a:lnTo>
                      <a:lnTo>
                        <a:pt x="398" y="318"/>
                      </a:lnTo>
                      <a:lnTo>
                        <a:pt x="405" y="287"/>
                      </a:lnTo>
                      <a:lnTo>
                        <a:pt x="422" y="251"/>
                      </a:lnTo>
                      <a:lnTo>
                        <a:pt x="419" y="224"/>
                      </a:lnTo>
                      <a:lnTo>
                        <a:pt x="414" y="211"/>
                      </a:lnTo>
                      <a:lnTo>
                        <a:pt x="412" y="194"/>
                      </a:lnTo>
                      <a:lnTo>
                        <a:pt x="422" y="175"/>
                      </a:lnTo>
                      <a:lnTo>
                        <a:pt x="424" y="167"/>
                      </a:lnTo>
                      <a:lnTo>
                        <a:pt x="428" y="151"/>
                      </a:lnTo>
                      <a:lnTo>
                        <a:pt x="427" y="140"/>
                      </a:lnTo>
                      <a:lnTo>
                        <a:pt x="428" y="105"/>
                      </a:lnTo>
                      <a:lnTo>
                        <a:pt x="424" y="83"/>
                      </a:lnTo>
                      <a:lnTo>
                        <a:pt x="420" y="73"/>
                      </a:lnTo>
                      <a:lnTo>
                        <a:pt x="419" y="60"/>
                      </a:lnTo>
                      <a:lnTo>
                        <a:pt x="410" y="50"/>
                      </a:lnTo>
                      <a:lnTo>
                        <a:pt x="379" y="39"/>
                      </a:lnTo>
                      <a:lnTo>
                        <a:pt x="351" y="27"/>
                      </a:lnTo>
                      <a:lnTo>
                        <a:pt x="336" y="23"/>
                      </a:lnTo>
                      <a:lnTo>
                        <a:pt x="322" y="19"/>
                      </a:lnTo>
                      <a:lnTo>
                        <a:pt x="299" y="21"/>
                      </a:lnTo>
                      <a:lnTo>
                        <a:pt x="281" y="19"/>
                      </a:lnTo>
                      <a:lnTo>
                        <a:pt x="281" y="0"/>
                      </a:lnTo>
                      <a:lnTo>
                        <a:pt x="280" y="2"/>
                      </a:lnTo>
                      <a:lnTo>
                        <a:pt x="272" y="1"/>
                      </a:lnTo>
                      <a:lnTo>
                        <a:pt x="264" y="3"/>
                      </a:lnTo>
                      <a:lnTo>
                        <a:pt x="258" y="2"/>
                      </a:lnTo>
                      <a:lnTo>
                        <a:pt x="252" y="0"/>
                      </a:lnTo>
                      <a:lnTo>
                        <a:pt x="248" y="0"/>
                      </a:lnTo>
                      <a:lnTo>
                        <a:pt x="236" y="6"/>
                      </a:lnTo>
                      <a:lnTo>
                        <a:pt x="220" y="7"/>
                      </a:lnTo>
                      <a:lnTo>
                        <a:pt x="213" y="11"/>
                      </a:lnTo>
                      <a:lnTo>
                        <a:pt x="206" y="18"/>
                      </a:lnTo>
                      <a:lnTo>
                        <a:pt x="200" y="18"/>
                      </a:lnTo>
                      <a:lnTo>
                        <a:pt x="194" y="21"/>
                      </a:lnTo>
                      <a:lnTo>
                        <a:pt x="193" y="28"/>
                      </a:lnTo>
                      <a:lnTo>
                        <a:pt x="193" y="37"/>
                      </a:lnTo>
                      <a:lnTo>
                        <a:pt x="194" y="41"/>
                      </a:lnTo>
                      <a:lnTo>
                        <a:pt x="193" y="45"/>
                      </a:lnTo>
                      <a:lnTo>
                        <a:pt x="191" y="50"/>
                      </a:lnTo>
                      <a:lnTo>
                        <a:pt x="190" y="5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46" name="Google Shape;2446;p5">
                  <a:extLst>
                    <a:ext uri="{FF2B5EF4-FFF2-40B4-BE49-F238E27FC236}">
                      <a16:creationId xmlns:a16="http://schemas.microsoft.com/office/drawing/2014/main" id="{646BFF7F-43F9-29BF-12CF-4744882AFD84}"/>
                    </a:ext>
                  </a:extLst>
                </p:cNvPr>
                <p:cNvSpPr/>
                <p:nvPr/>
              </p:nvSpPr>
              <p:spPr>
                <a:xfrm>
                  <a:off x="4961730" y="3988147"/>
                  <a:ext cx="233363" cy="230188"/>
                </a:xfrm>
                <a:custGeom>
                  <a:avLst/>
                  <a:gdLst/>
                  <a:ahLst/>
                  <a:cxnLst/>
                  <a:rect l="l" t="t" r="r" b="b"/>
                  <a:pathLst>
                    <a:path w="734" h="722" extrusionOk="0">
                      <a:moveTo>
                        <a:pt x="346" y="26"/>
                      </a:moveTo>
                      <a:lnTo>
                        <a:pt x="299" y="26"/>
                      </a:lnTo>
                      <a:lnTo>
                        <a:pt x="252" y="26"/>
                      </a:lnTo>
                      <a:lnTo>
                        <a:pt x="198" y="26"/>
                      </a:lnTo>
                      <a:lnTo>
                        <a:pt x="148" y="26"/>
                      </a:lnTo>
                      <a:lnTo>
                        <a:pt x="130" y="26"/>
                      </a:lnTo>
                      <a:lnTo>
                        <a:pt x="123" y="28"/>
                      </a:lnTo>
                      <a:lnTo>
                        <a:pt x="109" y="15"/>
                      </a:lnTo>
                      <a:lnTo>
                        <a:pt x="96" y="10"/>
                      </a:lnTo>
                      <a:lnTo>
                        <a:pt x="91" y="1"/>
                      </a:lnTo>
                      <a:lnTo>
                        <a:pt x="81" y="0"/>
                      </a:lnTo>
                      <a:lnTo>
                        <a:pt x="59" y="0"/>
                      </a:lnTo>
                      <a:lnTo>
                        <a:pt x="49" y="4"/>
                      </a:lnTo>
                      <a:lnTo>
                        <a:pt x="39" y="14"/>
                      </a:lnTo>
                      <a:lnTo>
                        <a:pt x="33" y="17"/>
                      </a:lnTo>
                      <a:lnTo>
                        <a:pt x="23" y="11"/>
                      </a:lnTo>
                      <a:lnTo>
                        <a:pt x="12" y="20"/>
                      </a:lnTo>
                      <a:lnTo>
                        <a:pt x="1" y="26"/>
                      </a:lnTo>
                      <a:lnTo>
                        <a:pt x="0" y="49"/>
                      </a:lnTo>
                      <a:lnTo>
                        <a:pt x="0" y="55"/>
                      </a:lnTo>
                      <a:lnTo>
                        <a:pt x="3" y="64"/>
                      </a:lnTo>
                      <a:lnTo>
                        <a:pt x="3" y="74"/>
                      </a:lnTo>
                      <a:lnTo>
                        <a:pt x="12" y="92"/>
                      </a:lnTo>
                      <a:lnTo>
                        <a:pt x="17" y="100"/>
                      </a:lnTo>
                      <a:lnTo>
                        <a:pt x="19" y="102"/>
                      </a:lnTo>
                      <a:lnTo>
                        <a:pt x="28" y="108"/>
                      </a:lnTo>
                      <a:lnTo>
                        <a:pt x="34" y="117"/>
                      </a:lnTo>
                      <a:lnTo>
                        <a:pt x="38" y="127"/>
                      </a:lnTo>
                      <a:lnTo>
                        <a:pt x="44" y="134"/>
                      </a:lnTo>
                      <a:lnTo>
                        <a:pt x="46" y="139"/>
                      </a:lnTo>
                      <a:lnTo>
                        <a:pt x="55" y="150"/>
                      </a:lnTo>
                      <a:lnTo>
                        <a:pt x="56" y="157"/>
                      </a:lnTo>
                      <a:lnTo>
                        <a:pt x="62" y="168"/>
                      </a:lnTo>
                      <a:lnTo>
                        <a:pt x="65" y="176"/>
                      </a:lnTo>
                      <a:lnTo>
                        <a:pt x="81" y="202"/>
                      </a:lnTo>
                      <a:lnTo>
                        <a:pt x="82" y="209"/>
                      </a:lnTo>
                      <a:lnTo>
                        <a:pt x="86" y="215"/>
                      </a:lnTo>
                      <a:lnTo>
                        <a:pt x="88" y="224"/>
                      </a:lnTo>
                      <a:lnTo>
                        <a:pt x="96" y="238"/>
                      </a:lnTo>
                      <a:lnTo>
                        <a:pt x="110" y="263"/>
                      </a:lnTo>
                      <a:lnTo>
                        <a:pt x="116" y="273"/>
                      </a:lnTo>
                      <a:lnTo>
                        <a:pt x="118" y="278"/>
                      </a:lnTo>
                      <a:lnTo>
                        <a:pt x="121" y="288"/>
                      </a:lnTo>
                      <a:lnTo>
                        <a:pt x="141" y="312"/>
                      </a:lnTo>
                      <a:lnTo>
                        <a:pt x="150" y="331"/>
                      </a:lnTo>
                      <a:lnTo>
                        <a:pt x="151" y="334"/>
                      </a:lnTo>
                      <a:lnTo>
                        <a:pt x="152" y="350"/>
                      </a:lnTo>
                      <a:lnTo>
                        <a:pt x="151" y="369"/>
                      </a:lnTo>
                      <a:lnTo>
                        <a:pt x="152" y="406"/>
                      </a:lnTo>
                      <a:lnTo>
                        <a:pt x="151" y="424"/>
                      </a:lnTo>
                      <a:lnTo>
                        <a:pt x="153" y="435"/>
                      </a:lnTo>
                      <a:lnTo>
                        <a:pt x="157" y="445"/>
                      </a:lnTo>
                      <a:lnTo>
                        <a:pt x="162" y="458"/>
                      </a:lnTo>
                      <a:lnTo>
                        <a:pt x="172" y="477"/>
                      </a:lnTo>
                      <a:lnTo>
                        <a:pt x="173" y="484"/>
                      </a:lnTo>
                      <a:lnTo>
                        <a:pt x="171" y="498"/>
                      </a:lnTo>
                      <a:lnTo>
                        <a:pt x="172" y="521"/>
                      </a:lnTo>
                      <a:lnTo>
                        <a:pt x="174" y="531"/>
                      </a:lnTo>
                      <a:lnTo>
                        <a:pt x="182" y="546"/>
                      </a:lnTo>
                      <a:lnTo>
                        <a:pt x="179" y="555"/>
                      </a:lnTo>
                      <a:lnTo>
                        <a:pt x="182" y="559"/>
                      </a:lnTo>
                      <a:lnTo>
                        <a:pt x="185" y="569"/>
                      </a:lnTo>
                      <a:lnTo>
                        <a:pt x="188" y="589"/>
                      </a:lnTo>
                      <a:lnTo>
                        <a:pt x="191" y="600"/>
                      </a:lnTo>
                      <a:lnTo>
                        <a:pt x="194" y="622"/>
                      </a:lnTo>
                      <a:lnTo>
                        <a:pt x="214" y="646"/>
                      </a:lnTo>
                      <a:lnTo>
                        <a:pt x="222" y="665"/>
                      </a:lnTo>
                      <a:lnTo>
                        <a:pt x="233" y="676"/>
                      </a:lnTo>
                      <a:lnTo>
                        <a:pt x="243" y="683"/>
                      </a:lnTo>
                      <a:lnTo>
                        <a:pt x="256" y="698"/>
                      </a:lnTo>
                      <a:lnTo>
                        <a:pt x="261" y="698"/>
                      </a:lnTo>
                      <a:lnTo>
                        <a:pt x="264" y="700"/>
                      </a:lnTo>
                      <a:lnTo>
                        <a:pt x="269" y="699"/>
                      </a:lnTo>
                      <a:lnTo>
                        <a:pt x="272" y="697"/>
                      </a:lnTo>
                      <a:lnTo>
                        <a:pt x="279" y="689"/>
                      </a:lnTo>
                      <a:lnTo>
                        <a:pt x="285" y="678"/>
                      </a:lnTo>
                      <a:lnTo>
                        <a:pt x="297" y="677"/>
                      </a:lnTo>
                      <a:lnTo>
                        <a:pt x="323" y="695"/>
                      </a:lnTo>
                      <a:lnTo>
                        <a:pt x="323" y="708"/>
                      </a:lnTo>
                      <a:lnTo>
                        <a:pt x="334" y="720"/>
                      </a:lnTo>
                      <a:lnTo>
                        <a:pt x="350" y="722"/>
                      </a:lnTo>
                      <a:lnTo>
                        <a:pt x="365" y="717"/>
                      </a:lnTo>
                      <a:lnTo>
                        <a:pt x="384" y="717"/>
                      </a:lnTo>
                      <a:lnTo>
                        <a:pt x="393" y="720"/>
                      </a:lnTo>
                      <a:lnTo>
                        <a:pt x="405" y="720"/>
                      </a:lnTo>
                      <a:lnTo>
                        <a:pt x="421" y="705"/>
                      </a:lnTo>
                      <a:lnTo>
                        <a:pt x="435" y="695"/>
                      </a:lnTo>
                      <a:lnTo>
                        <a:pt x="446" y="693"/>
                      </a:lnTo>
                      <a:lnTo>
                        <a:pt x="452" y="689"/>
                      </a:lnTo>
                      <a:lnTo>
                        <a:pt x="452" y="633"/>
                      </a:lnTo>
                      <a:lnTo>
                        <a:pt x="452" y="574"/>
                      </a:lnTo>
                      <a:lnTo>
                        <a:pt x="452" y="515"/>
                      </a:lnTo>
                      <a:lnTo>
                        <a:pt x="452" y="460"/>
                      </a:lnTo>
                      <a:lnTo>
                        <a:pt x="452" y="407"/>
                      </a:lnTo>
                      <a:lnTo>
                        <a:pt x="452" y="349"/>
                      </a:lnTo>
                      <a:lnTo>
                        <a:pt x="452" y="295"/>
                      </a:lnTo>
                      <a:lnTo>
                        <a:pt x="507" y="295"/>
                      </a:lnTo>
                      <a:lnTo>
                        <a:pt x="507" y="257"/>
                      </a:lnTo>
                      <a:lnTo>
                        <a:pt x="507" y="200"/>
                      </a:lnTo>
                      <a:lnTo>
                        <a:pt x="507" y="144"/>
                      </a:lnTo>
                      <a:lnTo>
                        <a:pt x="507" y="91"/>
                      </a:lnTo>
                      <a:lnTo>
                        <a:pt x="512" y="86"/>
                      </a:lnTo>
                      <a:lnTo>
                        <a:pt x="592" y="71"/>
                      </a:lnTo>
                      <a:lnTo>
                        <a:pt x="609" y="68"/>
                      </a:lnTo>
                      <a:lnTo>
                        <a:pt x="615" y="68"/>
                      </a:lnTo>
                      <a:lnTo>
                        <a:pt x="632" y="69"/>
                      </a:lnTo>
                      <a:lnTo>
                        <a:pt x="643" y="73"/>
                      </a:lnTo>
                      <a:lnTo>
                        <a:pt x="650" y="85"/>
                      </a:lnTo>
                      <a:lnTo>
                        <a:pt x="653" y="100"/>
                      </a:lnTo>
                      <a:lnTo>
                        <a:pt x="659" y="92"/>
                      </a:lnTo>
                      <a:lnTo>
                        <a:pt x="668" y="81"/>
                      </a:lnTo>
                      <a:lnTo>
                        <a:pt x="684" y="69"/>
                      </a:lnTo>
                      <a:lnTo>
                        <a:pt x="711" y="63"/>
                      </a:lnTo>
                      <a:lnTo>
                        <a:pt x="716" y="57"/>
                      </a:lnTo>
                      <a:lnTo>
                        <a:pt x="723" y="52"/>
                      </a:lnTo>
                      <a:lnTo>
                        <a:pt x="734" y="51"/>
                      </a:lnTo>
                      <a:lnTo>
                        <a:pt x="727" y="38"/>
                      </a:lnTo>
                      <a:lnTo>
                        <a:pt x="723" y="35"/>
                      </a:lnTo>
                      <a:lnTo>
                        <a:pt x="709" y="32"/>
                      </a:lnTo>
                      <a:lnTo>
                        <a:pt x="688" y="32"/>
                      </a:lnTo>
                      <a:lnTo>
                        <a:pt x="685" y="28"/>
                      </a:lnTo>
                      <a:lnTo>
                        <a:pt x="642" y="39"/>
                      </a:lnTo>
                      <a:lnTo>
                        <a:pt x="635" y="41"/>
                      </a:lnTo>
                      <a:lnTo>
                        <a:pt x="632" y="43"/>
                      </a:lnTo>
                      <a:lnTo>
                        <a:pt x="621" y="46"/>
                      </a:lnTo>
                      <a:lnTo>
                        <a:pt x="546" y="65"/>
                      </a:lnTo>
                      <a:lnTo>
                        <a:pt x="538" y="66"/>
                      </a:lnTo>
                      <a:lnTo>
                        <a:pt x="534" y="64"/>
                      </a:lnTo>
                      <a:lnTo>
                        <a:pt x="522" y="63"/>
                      </a:lnTo>
                      <a:lnTo>
                        <a:pt x="510" y="59"/>
                      </a:lnTo>
                      <a:lnTo>
                        <a:pt x="494" y="58"/>
                      </a:lnTo>
                      <a:lnTo>
                        <a:pt x="460" y="51"/>
                      </a:lnTo>
                      <a:lnTo>
                        <a:pt x="433" y="51"/>
                      </a:lnTo>
                      <a:lnTo>
                        <a:pt x="414" y="53"/>
                      </a:lnTo>
                      <a:lnTo>
                        <a:pt x="405" y="53"/>
                      </a:lnTo>
                      <a:lnTo>
                        <a:pt x="388" y="47"/>
                      </a:lnTo>
                      <a:lnTo>
                        <a:pt x="382" y="37"/>
                      </a:lnTo>
                      <a:lnTo>
                        <a:pt x="366" y="26"/>
                      </a:lnTo>
                      <a:lnTo>
                        <a:pt x="346" y="2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47" name="Google Shape;2447;p5">
                  <a:extLst>
                    <a:ext uri="{FF2B5EF4-FFF2-40B4-BE49-F238E27FC236}">
                      <a16:creationId xmlns:a16="http://schemas.microsoft.com/office/drawing/2014/main" id="{5349444C-D639-C0A5-843D-5DADA998020F}"/>
                    </a:ext>
                  </a:extLst>
                </p:cNvPr>
                <p:cNvSpPr/>
                <p:nvPr/>
              </p:nvSpPr>
              <p:spPr>
                <a:xfrm>
                  <a:off x="5282405" y="3875434"/>
                  <a:ext cx="185738" cy="296863"/>
                </a:xfrm>
                <a:custGeom>
                  <a:avLst/>
                  <a:gdLst/>
                  <a:ahLst/>
                  <a:cxnLst/>
                  <a:rect l="l" t="t" r="r" b="b"/>
                  <a:pathLst>
                    <a:path w="586" h="937" extrusionOk="0">
                      <a:moveTo>
                        <a:pt x="580" y="0"/>
                      </a:moveTo>
                      <a:lnTo>
                        <a:pt x="584" y="2"/>
                      </a:lnTo>
                      <a:lnTo>
                        <a:pt x="586" y="7"/>
                      </a:lnTo>
                      <a:lnTo>
                        <a:pt x="584" y="10"/>
                      </a:lnTo>
                      <a:lnTo>
                        <a:pt x="585" y="27"/>
                      </a:lnTo>
                      <a:lnTo>
                        <a:pt x="583" y="33"/>
                      </a:lnTo>
                      <a:lnTo>
                        <a:pt x="578" y="42"/>
                      </a:lnTo>
                      <a:lnTo>
                        <a:pt x="570" y="56"/>
                      </a:lnTo>
                      <a:lnTo>
                        <a:pt x="567" y="70"/>
                      </a:lnTo>
                      <a:lnTo>
                        <a:pt x="568" y="95"/>
                      </a:lnTo>
                      <a:lnTo>
                        <a:pt x="570" y="113"/>
                      </a:lnTo>
                      <a:lnTo>
                        <a:pt x="572" y="128"/>
                      </a:lnTo>
                      <a:lnTo>
                        <a:pt x="565" y="133"/>
                      </a:lnTo>
                      <a:lnTo>
                        <a:pt x="568" y="142"/>
                      </a:lnTo>
                      <a:lnTo>
                        <a:pt x="570" y="142"/>
                      </a:lnTo>
                      <a:lnTo>
                        <a:pt x="569" y="176"/>
                      </a:lnTo>
                      <a:lnTo>
                        <a:pt x="572" y="196"/>
                      </a:lnTo>
                      <a:lnTo>
                        <a:pt x="570" y="205"/>
                      </a:lnTo>
                      <a:lnTo>
                        <a:pt x="574" y="208"/>
                      </a:lnTo>
                      <a:lnTo>
                        <a:pt x="578" y="205"/>
                      </a:lnTo>
                      <a:lnTo>
                        <a:pt x="581" y="212"/>
                      </a:lnTo>
                      <a:lnTo>
                        <a:pt x="575" y="220"/>
                      </a:lnTo>
                      <a:lnTo>
                        <a:pt x="580" y="220"/>
                      </a:lnTo>
                      <a:lnTo>
                        <a:pt x="585" y="224"/>
                      </a:lnTo>
                      <a:lnTo>
                        <a:pt x="585" y="232"/>
                      </a:lnTo>
                      <a:lnTo>
                        <a:pt x="580" y="242"/>
                      </a:lnTo>
                      <a:lnTo>
                        <a:pt x="576" y="253"/>
                      </a:lnTo>
                      <a:lnTo>
                        <a:pt x="568" y="263"/>
                      </a:lnTo>
                      <a:lnTo>
                        <a:pt x="575" y="265"/>
                      </a:lnTo>
                      <a:lnTo>
                        <a:pt x="574" y="274"/>
                      </a:lnTo>
                      <a:lnTo>
                        <a:pt x="573" y="280"/>
                      </a:lnTo>
                      <a:lnTo>
                        <a:pt x="564" y="285"/>
                      </a:lnTo>
                      <a:lnTo>
                        <a:pt x="547" y="305"/>
                      </a:lnTo>
                      <a:lnTo>
                        <a:pt x="543" y="313"/>
                      </a:lnTo>
                      <a:lnTo>
                        <a:pt x="526" y="323"/>
                      </a:lnTo>
                      <a:lnTo>
                        <a:pt x="532" y="328"/>
                      </a:lnTo>
                      <a:lnTo>
                        <a:pt x="527" y="337"/>
                      </a:lnTo>
                      <a:lnTo>
                        <a:pt x="517" y="344"/>
                      </a:lnTo>
                      <a:lnTo>
                        <a:pt x="505" y="351"/>
                      </a:lnTo>
                      <a:lnTo>
                        <a:pt x="497" y="355"/>
                      </a:lnTo>
                      <a:lnTo>
                        <a:pt x="490" y="366"/>
                      </a:lnTo>
                      <a:lnTo>
                        <a:pt x="477" y="373"/>
                      </a:lnTo>
                      <a:lnTo>
                        <a:pt x="460" y="373"/>
                      </a:lnTo>
                      <a:lnTo>
                        <a:pt x="447" y="378"/>
                      </a:lnTo>
                      <a:lnTo>
                        <a:pt x="403" y="398"/>
                      </a:lnTo>
                      <a:lnTo>
                        <a:pt x="375" y="420"/>
                      </a:lnTo>
                      <a:lnTo>
                        <a:pt x="373" y="430"/>
                      </a:lnTo>
                      <a:lnTo>
                        <a:pt x="368" y="434"/>
                      </a:lnTo>
                      <a:lnTo>
                        <a:pt x="360" y="435"/>
                      </a:lnTo>
                      <a:lnTo>
                        <a:pt x="355" y="436"/>
                      </a:lnTo>
                      <a:lnTo>
                        <a:pt x="361" y="442"/>
                      </a:lnTo>
                      <a:lnTo>
                        <a:pt x="345" y="462"/>
                      </a:lnTo>
                      <a:lnTo>
                        <a:pt x="338" y="473"/>
                      </a:lnTo>
                      <a:lnTo>
                        <a:pt x="333" y="470"/>
                      </a:lnTo>
                      <a:lnTo>
                        <a:pt x="330" y="461"/>
                      </a:lnTo>
                      <a:lnTo>
                        <a:pt x="323" y="477"/>
                      </a:lnTo>
                      <a:lnTo>
                        <a:pt x="315" y="480"/>
                      </a:lnTo>
                      <a:lnTo>
                        <a:pt x="305" y="493"/>
                      </a:lnTo>
                      <a:lnTo>
                        <a:pt x="287" y="512"/>
                      </a:lnTo>
                      <a:lnTo>
                        <a:pt x="273" y="521"/>
                      </a:lnTo>
                      <a:lnTo>
                        <a:pt x="266" y="529"/>
                      </a:lnTo>
                      <a:lnTo>
                        <a:pt x="255" y="533"/>
                      </a:lnTo>
                      <a:lnTo>
                        <a:pt x="252" y="563"/>
                      </a:lnTo>
                      <a:lnTo>
                        <a:pt x="253" y="572"/>
                      </a:lnTo>
                      <a:lnTo>
                        <a:pt x="267" y="582"/>
                      </a:lnTo>
                      <a:lnTo>
                        <a:pt x="271" y="588"/>
                      </a:lnTo>
                      <a:lnTo>
                        <a:pt x="272" y="597"/>
                      </a:lnTo>
                      <a:lnTo>
                        <a:pt x="273" y="598"/>
                      </a:lnTo>
                      <a:lnTo>
                        <a:pt x="274" y="608"/>
                      </a:lnTo>
                      <a:lnTo>
                        <a:pt x="287" y="642"/>
                      </a:lnTo>
                      <a:lnTo>
                        <a:pt x="288" y="662"/>
                      </a:lnTo>
                      <a:lnTo>
                        <a:pt x="289" y="667"/>
                      </a:lnTo>
                      <a:lnTo>
                        <a:pt x="295" y="662"/>
                      </a:lnTo>
                      <a:lnTo>
                        <a:pt x="299" y="666"/>
                      </a:lnTo>
                      <a:lnTo>
                        <a:pt x="299" y="688"/>
                      </a:lnTo>
                      <a:lnTo>
                        <a:pt x="295" y="725"/>
                      </a:lnTo>
                      <a:lnTo>
                        <a:pt x="283" y="771"/>
                      </a:lnTo>
                      <a:lnTo>
                        <a:pt x="285" y="782"/>
                      </a:lnTo>
                      <a:lnTo>
                        <a:pt x="289" y="774"/>
                      </a:lnTo>
                      <a:lnTo>
                        <a:pt x="295" y="764"/>
                      </a:lnTo>
                      <a:lnTo>
                        <a:pt x="295" y="768"/>
                      </a:lnTo>
                      <a:lnTo>
                        <a:pt x="293" y="781"/>
                      </a:lnTo>
                      <a:lnTo>
                        <a:pt x="288" y="792"/>
                      </a:lnTo>
                      <a:lnTo>
                        <a:pt x="273" y="811"/>
                      </a:lnTo>
                      <a:lnTo>
                        <a:pt x="258" y="822"/>
                      </a:lnTo>
                      <a:lnTo>
                        <a:pt x="240" y="829"/>
                      </a:lnTo>
                      <a:lnTo>
                        <a:pt x="228" y="830"/>
                      </a:lnTo>
                      <a:lnTo>
                        <a:pt x="192" y="843"/>
                      </a:lnTo>
                      <a:lnTo>
                        <a:pt x="183" y="849"/>
                      </a:lnTo>
                      <a:lnTo>
                        <a:pt x="176" y="855"/>
                      </a:lnTo>
                      <a:lnTo>
                        <a:pt x="166" y="861"/>
                      </a:lnTo>
                      <a:lnTo>
                        <a:pt x="156" y="863"/>
                      </a:lnTo>
                      <a:lnTo>
                        <a:pt x="151" y="868"/>
                      </a:lnTo>
                      <a:lnTo>
                        <a:pt x="144" y="881"/>
                      </a:lnTo>
                      <a:lnTo>
                        <a:pt x="135" y="893"/>
                      </a:lnTo>
                      <a:lnTo>
                        <a:pt x="134" y="893"/>
                      </a:lnTo>
                      <a:lnTo>
                        <a:pt x="142" y="900"/>
                      </a:lnTo>
                      <a:lnTo>
                        <a:pt x="148" y="910"/>
                      </a:lnTo>
                      <a:lnTo>
                        <a:pt x="154" y="905"/>
                      </a:lnTo>
                      <a:lnTo>
                        <a:pt x="158" y="899"/>
                      </a:lnTo>
                      <a:lnTo>
                        <a:pt x="154" y="937"/>
                      </a:lnTo>
                      <a:lnTo>
                        <a:pt x="148" y="936"/>
                      </a:lnTo>
                      <a:lnTo>
                        <a:pt x="112" y="936"/>
                      </a:lnTo>
                      <a:lnTo>
                        <a:pt x="110" y="908"/>
                      </a:lnTo>
                      <a:lnTo>
                        <a:pt x="110" y="887"/>
                      </a:lnTo>
                      <a:lnTo>
                        <a:pt x="108" y="879"/>
                      </a:lnTo>
                      <a:lnTo>
                        <a:pt x="105" y="786"/>
                      </a:lnTo>
                      <a:lnTo>
                        <a:pt x="92" y="742"/>
                      </a:lnTo>
                      <a:lnTo>
                        <a:pt x="86" y="710"/>
                      </a:lnTo>
                      <a:lnTo>
                        <a:pt x="84" y="689"/>
                      </a:lnTo>
                      <a:lnTo>
                        <a:pt x="85" y="688"/>
                      </a:lnTo>
                      <a:lnTo>
                        <a:pt x="85" y="673"/>
                      </a:lnTo>
                      <a:lnTo>
                        <a:pt x="89" y="661"/>
                      </a:lnTo>
                      <a:lnTo>
                        <a:pt x="95" y="651"/>
                      </a:lnTo>
                      <a:lnTo>
                        <a:pt x="106" y="644"/>
                      </a:lnTo>
                      <a:lnTo>
                        <a:pt x="113" y="636"/>
                      </a:lnTo>
                      <a:lnTo>
                        <a:pt x="132" y="602"/>
                      </a:lnTo>
                      <a:lnTo>
                        <a:pt x="139" y="571"/>
                      </a:lnTo>
                      <a:lnTo>
                        <a:pt x="156" y="535"/>
                      </a:lnTo>
                      <a:lnTo>
                        <a:pt x="153" y="508"/>
                      </a:lnTo>
                      <a:lnTo>
                        <a:pt x="148" y="495"/>
                      </a:lnTo>
                      <a:lnTo>
                        <a:pt x="146" y="478"/>
                      </a:lnTo>
                      <a:lnTo>
                        <a:pt x="156" y="459"/>
                      </a:lnTo>
                      <a:lnTo>
                        <a:pt x="158" y="451"/>
                      </a:lnTo>
                      <a:lnTo>
                        <a:pt x="162" y="435"/>
                      </a:lnTo>
                      <a:lnTo>
                        <a:pt x="161" y="424"/>
                      </a:lnTo>
                      <a:lnTo>
                        <a:pt x="162" y="389"/>
                      </a:lnTo>
                      <a:lnTo>
                        <a:pt x="158" y="367"/>
                      </a:lnTo>
                      <a:lnTo>
                        <a:pt x="154" y="357"/>
                      </a:lnTo>
                      <a:lnTo>
                        <a:pt x="153" y="344"/>
                      </a:lnTo>
                      <a:lnTo>
                        <a:pt x="144" y="334"/>
                      </a:lnTo>
                      <a:lnTo>
                        <a:pt x="113" y="323"/>
                      </a:lnTo>
                      <a:lnTo>
                        <a:pt x="85" y="311"/>
                      </a:lnTo>
                      <a:lnTo>
                        <a:pt x="70" y="307"/>
                      </a:lnTo>
                      <a:lnTo>
                        <a:pt x="56" y="303"/>
                      </a:lnTo>
                      <a:lnTo>
                        <a:pt x="33" y="305"/>
                      </a:lnTo>
                      <a:lnTo>
                        <a:pt x="15" y="303"/>
                      </a:lnTo>
                      <a:lnTo>
                        <a:pt x="15" y="284"/>
                      </a:lnTo>
                      <a:lnTo>
                        <a:pt x="10" y="281"/>
                      </a:lnTo>
                      <a:lnTo>
                        <a:pt x="8" y="269"/>
                      </a:lnTo>
                      <a:lnTo>
                        <a:pt x="0" y="253"/>
                      </a:lnTo>
                      <a:lnTo>
                        <a:pt x="165" y="196"/>
                      </a:lnTo>
                      <a:lnTo>
                        <a:pt x="174" y="195"/>
                      </a:lnTo>
                      <a:lnTo>
                        <a:pt x="175" y="198"/>
                      </a:lnTo>
                      <a:lnTo>
                        <a:pt x="181" y="200"/>
                      </a:lnTo>
                      <a:lnTo>
                        <a:pt x="188" y="216"/>
                      </a:lnTo>
                      <a:lnTo>
                        <a:pt x="198" y="226"/>
                      </a:lnTo>
                      <a:lnTo>
                        <a:pt x="202" y="226"/>
                      </a:lnTo>
                      <a:lnTo>
                        <a:pt x="210" y="224"/>
                      </a:lnTo>
                      <a:lnTo>
                        <a:pt x="240" y="220"/>
                      </a:lnTo>
                      <a:lnTo>
                        <a:pt x="244" y="221"/>
                      </a:lnTo>
                      <a:lnTo>
                        <a:pt x="247" y="226"/>
                      </a:lnTo>
                      <a:lnTo>
                        <a:pt x="251" y="239"/>
                      </a:lnTo>
                      <a:lnTo>
                        <a:pt x="252" y="247"/>
                      </a:lnTo>
                      <a:lnTo>
                        <a:pt x="253" y="265"/>
                      </a:lnTo>
                      <a:lnTo>
                        <a:pt x="251" y="273"/>
                      </a:lnTo>
                      <a:lnTo>
                        <a:pt x="245" y="280"/>
                      </a:lnTo>
                      <a:lnTo>
                        <a:pt x="246" y="286"/>
                      </a:lnTo>
                      <a:lnTo>
                        <a:pt x="240" y="291"/>
                      </a:lnTo>
                      <a:lnTo>
                        <a:pt x="236" y="302"/>
                      </a:lnTo>
                      <a:lnTo>
                        <a:pt x="240" y="306"/>
                      </a:lnTo>
                      <a:lnTo>
                        <a:pt x="245" y="322"/>
                      </a:lnTo>
                      <a:lnTo>
                        <a:pt x="248" y="325"/>
                      </a:lnTo>
                      <a:lnTo>
                        <a:pt x="252" y="327"/>
                      </a:lnTo>
                      <a:lnTo>
                        <a:pt x="255" y="332"/>
                      </a:lnTo>
                      <a:lnTo>
                        <a:pt x="263" y="341"/>
                      </a:lnTo>
                      <a:lnTo>
                        <a:pt x="268" y="348"/>
                      </a:lnTo>
                      <a:lnTo>
                        <a:pt x="272" y="350"/>
                      </a:lnTo>
                      <a:lnTo>
                        <a:pt x="279" y="351"/>
                      </a:lnTo>
                      <a:lnTo>
                        <a:pt x="283" y="356"/>
                      </a:lnTo>
                      <a:lnTo>
                        <a:pt x="283" y="360"/>
                      </a:lnTo>
                      <a:lnTo>
                        <a:pt x="278" y="366"/>
                      </a:lnTo>
                      <a:lnTo>
                        <a:pt x="279" y="368"/>
                      </a:lnTo>
                      <a:lnTo>
                        <a:pt x="291" y="368"/>
                      </a:lnTo>
                      <a:lnTo>
                        <a:pt x="293" y="367"/>
                      </a:lnTo>
                      <a:lnTo>
                        <a:pt x="291" y="357"/>
                      </a:lnTo>
                      <a:lnTo>
                        <a:pt x="293" y="351"/>
                      </a:lnTo>
                      <a:lnTo>
                        <a:pt x="290" y="346"/>
                      </a:lnTo>
                      <a:lnTo>
                        <a:pt x="287" y="343"/>
                      </a:lnTo>
                      <a:lnTo>
                        <a:pt x="287" y="337"/>
                      </a:lnTo>
                      <a:lnTo>
                        <a:pt x="290" y="329"/>
                      </a:lnTo>
                      <a:lnTo>
                        <a:pt x="290" y="325"/>
                      </a:lnTo>
                      <a:lnTo>
                        <a:pt x="291" y="322"/>
                      </a:lnTo>
                      <a:lnTo>
                        <a:pt x="304" y="314"/>
                      </a:lnTo>
                      <a:lnTo>
                        <a:pt x="310" y="313"/>
                      </a:lnTo>
                      <a:lnTo>
                        <a:pt x="316" y="311"/>
                      </a:lnTo>
                      <a:lnTo>
                        <a:pt x="320" y="305"/>
                      </a:lnTo>
                      <a:lnTo>
                        <a:pt x="321" y="284"/>
                      </a:lnTo>
                      <a:lnTo>
                        <a:pt x="323" y="276"/>
                      </a:lnTo>
                      <a:lnTo>
                        <a:pt x="320" y="262"/>
                      </a:lnTo>
                      <a:lnTo>
                        <a:pt x="323" y="252"/>
                      </a:lnTo>
                      <a:lnTo>
                        <a:pt x="326" y="244"/>
                      </a:lnTo>
                      <a:lnTo>
                        <a:pt x="323" y="232"/>
                      </a:lnTo>
                      <a:lnTo>
                        <a:pt x="318" y="225"/>
                      </a:lnTo>
                      <a:lnTo>
                        <a:pt x="305" y="212"/>
                      </a:lnTo>
                      <a:lnTo>
                        <a:pt x="299" y="203"/>
                      </a:lnTo>
                      <a:lnTo>
                        <a:pt x="284" y="184"/>
                      </a:lnTo>
                      <a:lnTo>
                        <a:pt x="274" y="177"/>
                      </a:lnTo>
                      <a:lnTo>
                        <a:pt x="267" y="167"/>
                      </a:lnTo>
                      <a:lnTo>
                        <a:pt x="266" y="167"/>
                      </a:lnTo>
                      <a:lnTo>
                        <a:pt x="263" y="156"/>
                      </a:lnTo>
                      <a:lnTo>
                        <a:pt x="263" y="146"/>
                      </a:lnTo>
                      <a:lnTo>
                        <a:pt x="262" y="138"/>
                      </a:lnTo>
                      <a:lnTo>
                        <a:pt x="262" y="123"/>
                      </a:lnTo>
                      <a:lnTo>
                        <a:pt x="258" y="115"/>
                      </a:lnTo>
                      <a:lnTo>
                        <a:pt x="258" y="107"/>
                      </a:lnTo>
                      <a:lnTo>
                        <a:pt x="262" y="92"/>
                      </a:lnTo>
                      <a:lnTo>
                        <a:pt x="269" y="76"/>
                      </a:lnTo>
                      <a:lnTo>
                        <a:pt x="273" y="58"/>
                      </a:lnTo>
                      <a:lnTo>
                        <a:pt x="314" y="59"/>
                      </a:lnTo>
                      <a:lnTo>
                        <a:pt x="317" y="58"/>
                      </a:lnTo>
                      <a:lnTo>
                        <a:pt x="323" y="53"/>
                      </a:lnTo>
                      <a:lnTo>
                        <a:pt x="331" y="53"/>
                      </a:lnTo>
                      <a:lnTo>
                        <a:pt x="338" y="55"/>
                      </a:lnTo>
                      <a:lnTo>
                        <a:pt x="344" y="61"/>
                      </a:lnTo>
                      <a:lnTo>
                        <a:pt x="349" y="65"/>
                      </a:lnTo>
                      <a:lnTo>
                        <a:pt x="354" y="66"/>
                      </a:lnTo>
                      <a:lnTo>
                        <a:pt x="361" y="64"/>
                      </a:lnTo>
                      <a:lnTo>
                        <a:pt x="370" y="64"/>
                      </a:lnTo>
                      <a:lnTo>
                        <a:pt x="381" y="56"/>
                      </a:lnTo>
                      <a:lnTo>
                        <a:pt x="412" y="58"/>
                      </a:lnTo>
                      <a:lnTo>
                        <a:pt x="419" y="58"/>
                      </a:lnTo>
                      <a:lnTo>
                        <a:pt x="423" y="56"/>
                      </a:lnTo>
                      <a:lnTo>
                        <a:pt x="436" y="43"/>
                      </a:lnTo>
                      <a:lnTo>
                        <a:pt x="450" y="42"/>
                      </a:lnTo>
                      <a:lnTo>
                        <a:pt x="459" y="39"/>
                      </a:lnTo>
                      <a:lnTo>
                        <a:pt x="472" y="45"/>
                      </a:lnTo>
                      <a:lnTo>
                        <a:pt x="482" y="45"/>
                      </a:lnTo>
                      <a:lnTo>
                        <a:pt x="490" y="44"/>
                      </a:lnTo>
                      <a:lnTo>
                        <a:pt x="524" y="32"/>
                      </a:lnTo>
                      <a:lnTo>
                        <a:pt x="543" y="27"/>
                      </a:lnTo>
                      <a:lnTo>
                        <a:pt x="547" y="25"/>
                      </a:lnTo>
                      <a:lnTo>
                        <a:pt x="562" y="11"/>
                      </a:lnTo>
                      <a:lnTo>
                        <a:pt x="576" y="1"/>
                      </a:lnTo>
                      <a:lnTo>
                        <a:pt x="580"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48" name="Google Shape;2448;p5">
                  <a:extLst>
                    <a:ext uri="{FF2B5EF4-FFF2-40B4-BE49-F238E27FC236}">
                      <a16:creationId xmlns:a16="http://schemas.microsoft.com/office/drawing/2014/main" id="{E6874063-A6AD-3CF8-CA56-FB5081712D96}"/>
                    </a:ext>
                  </a:extLst>
                </p:cNvPr>
                <p:cNvSpPr/>
                <p:nvPr/>
              </p:nvSpPr>
              <p:spPr>
                <a:xfrm>
                  <a:off x="5104605" y="4004022"/>
                  <a:ext cx="165100" cy="169863"/>
                </a:xfrm>
                <a:custGeom>
                  <a:avLst/>
                  <a:gdLst/>
                  <a:ahLst/>
                  <a:cxnLst/>
                  <a:rect l="l" t="t" r="r" b="b"/>
                  <a:pathLst>
                    <a:path w="518" h="534" extrusionOk="0">
                      <a:moveTo>
                        <a:pt x="0" y="409"/>
                      </a:moveTo>
                      <a:lnTo>
                        <a:pt x="0" y="356"/>
                      </a:lnTo>
                      <a:lnTo>
                        <a:pt x="0" y="298"/>
                      </a:lnTo>
                      <a:lnTo>
                        <a:pt x="0" y="244"/>
                      </a:lnTo>
                      <a:lnTo>
                        <a:pt x="56" y="244"/>
                      </a:lnTo>
                      <a:lnTo>
                        <a:pt x="56" y="206"/>
                      </a:lnTo>
                      <a:lnTo>
                        <a:pt x="56" y="149"/>
                      </a:lnTo>
                      <a:lnTo>
                        <a:pt x="56" y="93"/>
                      </a:lnTo>
                      <a:lnTo>
                        <a:pt x="56" y="40"/>
                      </a:lnTo>
                      <a:lnTo>
                        <a:pt x="61" y="35"/>
                      </a:lnTo>
                      <a:lnTo>
                        <a:pt x="141" y="20"/>
                      </a:lnTo>
                      <a:lnTo>
                        <a:pt x="158" y="17"/>
                      </a:lnTo>
                      <a:lnTo>
                        <a:pt x="164" y="17"/>
                      </a:lnTo>
                      <a:lnTo>
                        <a:pt x="181" y="18"/>
                      </a:lnTo>
                      <a:lnTo>
                        <a:pt x="192" y="22"/>
                      </a:lnTo>
                      <a:lnTo>
                        <a:pt x="199" y="34"/>
                      </a:lnTo>
                      <a:lnTo>
                        <a:pt x="202" y="49"/>
                      </a:lnTo>
                      <a:lnTo>
                        <a:pt x="208" y="41"/>
                      </a:lnTo>
                      <a:lnTo>
                        <a:pt x="217" y="30"/>
                      </a:lnTo>
                      <a:lnTo>
                        <a:pt x="233" y="18"/>
                      </a:lnTo>
                      <a:lnTo>
                        <a:pt x="260" y="12"/>
                      </a:lnTo>
                      <a:lnTo>
                        <a:pt x="265" y="6"/>
                      </a:lnTo>
                      <a:lnTo>
                        <a:pt x="272" y="1"/>
                      </a:lnTo>
                      <a:lnTo>
                        <a:pt x="283" y="0"/>
                      </a:lnTo>
                      <a:lnTo>
                        <a:pt x="291" y="2"/>
                      </a:lnTo>
                      <a:lnTo>
                        <a:pt x="291" y="11"/>
                      </a:lnTo>
                      <a:lnTo>
                        <a:pt x="294" y="17"/>
                      </a:lnTo>
                      <a:lnTo>
                        <a:pt x="307" y="39"/>
                      </a:lnTo>
                      <a:lnTo>
                        <a:pt x="317" y="49"/>
                      </a:lnTo>
                      <a:lnTo>
                        <a:pt x="319" y="60"/>
                      </a:lnTo>
                      <a:lnTo>
                        <a:pt x="325" y="74"/>
                      </a:lnTo>
                      <a:lnTo>
                        <a:pt x="339" y="93"/>
                      </a:lnTo>
                      <a:lnTo>
                        <a:pt x="368" y="124"/>
                      </a:lnTo>
                      <a:lnTo>
                        <a:pt x="385" y="127"/>
                      </a:lnTo>
                      <a:lnTo>
                        <a:pt x="398" y="137"/>
                      </a:lnTo>
                      <a:lnTo>
                        <a:pt x="407" y="151"/>
                      </a:lnTo>
                      <a:lnTo>
                        <a:pt x="420" y="154"/>
                      </a:lnTo>
                      <a:lnTo>
                        <a:pt x="431" y="164"/>
                      </a:lnTo>
                      <a:lnTo>
                        <a:pt x="431" y="185"/>
                      </a:lnTo>
                      <a:lnTo>
                        <a:pt x="434" y="205"/>
                      </a:lnTo>
                      <a:lnTo>
                        <a:pt x="441" y="218"/>
                      </a:lnTo>
                      <a:lnTo>
                        <a:pt x="449" y="227"/>
                      </a:lnTo>
                      <a:lnTo>
                        <a:pt x="458" y="232"/>
                      </a:lnTo>
                      <a:lnTo>
                        <a:pt x="470" y="234"/>
                      </a:lnTo>
                      <a:lnTo>
                        <a:pt x="484" y="234"/>
                      </a:lnTo>
                      <a:lnTo>
                        <a:pt x="497" y="240"/>
                      </a:lnTo>
                      <a:lnTo>
                        <a:pt x="507" y="244"/>
                      </a:lnTo>
                      <a:lnTo>
                        <a:pt x="518" y="253"/>
                      </a:lnTo>
                      <a:lnTo>
                        <a:pt x="517" y="256"/>
                      </a:lnTo>
                      <a:lnTo>
                        <a:pt x="506" y="261"/>
                      </a:lnTo>
                      <a:lnTo>
                        <a:pt x="492" y="270"/>
                      </a:lnTo>
                      <a:lnTo>
                        <a:pt x="454" y="288"/>
                      </a:lnTo>
                      <a:lnTo>
                        <a:pt x="438" y="305"/>
                      </a:lnTo>
                      <a:lnTo>
                        <a:pt x="418" y="318"/>
                      </a:lnTo>
                      <a:lnTo>
                        <a:pt x="399" y="336"/>
                      </a:lnTo>
                      <a:lnTo>
                        <a:pt x="388" y="352"/>
                      </a:lnTo>
                      <a:lnTo>
                        <a:pt x="371" y="377"/>
                      </a:lnTo>
                      <a:lnTo>
                        <a:pt x="344" y="396"/>
                      </a:lnTo>
                      <a:lnTo>
                        <a:pt x="329" y="415"/>
                      </a:lnTo>
                      <a:lnTo>
                        <a:pt x="314" y="449"/>
                      </a:lnTo>
                      <a:lnTo>
                        <a:pt x="309" y="455"/>
                      </a:lnTo>
                      <a:lnTo>
                        <a:pt x="301" y="459"/>
                      </a:lnTo>
                      <a:lnTo>
                        <a:pt x="290" y="460"/>
                      </a:lnTo>
                      <a:lnTo>
                        <a:pt x="265" y="466"/>
                      </a:lnTo>
                      <a:lnTo>
                        <a:pt x="250" y="465"/>
                      </a:lnTo>
                      <a:lnTo>
                        <a:pt x="227" y="452"/>
                      </a:lnTo>
                      <a:lnTo>
                        <a:pt x="215" y="447"/>
                      </a:lnTo>
                      <a:lnTo>
                        <a:pt x="201" y="445"/>
                      </a:lnTo>
                      <a:lnTo>
                        <a:pt x="189" y="449"/>
                      </a:lnTo>
                      <a:lnTo>
                        <a:pt x="170" y="469"/>
                      </a:lnTo>
                      <a:lnTo>
                        <a:pt x="163" y="477"/>
                      </a:lnTo>
                      <a:lnTo>
                        <a:pt x="161" y="485"/>
                      </a:lnTo>
                      <a:lnTo>
                        <a:pt x="152" y="496"/>
                      </a:lnTo>
                      <a:lnTo>
                        <a:pt x="140" y="503"/>
                      </a:lnTo>
                      <a:lnTo>
                        <a:pt x="135" y="508"/>
                      </a:lnTo>
                      <a:lnTo>
                        <a:pt x="125" y="525"/>
                      </a:lnTo>
                      <a:lnTo>
                        <a:pt x="90" y="534"/>
                      </a:lnTo>
                      <a:lnTo>
                        <a:pt x="72" y="533"/>
                      </a:lnTo>
                      <a:lnTo>
                        <a:pt x="56" y="530"/>
                      </a:lnTo>
                      <a:lnTo>
                        <a:pt x="46" y="528"/>
                      </a:lnTo>
                      <a:lnTo>
                        <a:pt x="43" y="519"/>
                      </a:lnTo>
                      <a:lnTo>
                        <a:pt x="50" y="498"/>
                      </a:lnTo>
                      <a:lnTo>
                        <a:pt x="52" y="485"/>
                      </a:lnTo>
                      <a:lnTo>
                        <a:pt x="52" y="479"/>
                      </a:lnTo>
                      <a:lnTo>
                        <a:pt x="51" y="461"/>
                      </a:lnTo>
                      <a:lnTo>
                        <a:pt x="44" y="449"/>
                      </a:lnTo>
                      <a:lnTo>
                        <a:pt x="30" y="438"/>
                      </a:lnTo>
                      <a:lnTo>
                        <a:pt x="25" y="429"/>
                      </a:lnTo>
                      <a:lnTo>
                        <a:pt x="13" y="418"/>
                      </a:lnTo>
                      <a:lnTo>
                        <a:pt x="11" y="415"/>
                      </a:lnTo>
                      <a:lnTo>
                        <a:pt x="5" y="409"/>
                      </a:lnTo>
                      <a:lnTo>
                        <a:pt x="0" y="40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49" name="Google Shape;2449;p5">
                  <a:extLst>
                    <a:ext uri="{FF2B5EF4-FFF2-40B4-BE49-F238E27FC236}">
                      <a16:creationId xmlns:a16="http://schemas.microsoft.com/office/drawing/2014/main" id="{69193FFC-C4CC-93D6-5DFA-84B00243DF4F}"/>
                    </a:ext>
                  </a:extLst>
                </p:cNvPr>
                <p:cNvSpPr/>
                <p:nvPr/>
              </p:nvSpPr>
              <p:spPr>
                <a:xfrm>
                  <a:off x="4498181" y="3470622"/>
                  <a:ext cx="128588" cy="96838"/>
                </a:xfrm>
                <a:custGeom>
                  <a:avLst/>
                  <a:gdLst/>
                  <a:ahLst/>
                  <a:cxnLst/>
                  <a:rect l="l" t="t" r="r" b="b"/>
                  <a:pathLst>
                    <a:path w="404" h="307" extrusionOk="0">
                      <a:moveTo>
                        <a:pt x="205" y="15"/>
                      </a:moveTo>
                      <a:lnTo>
                        <a:pt x="195" y="15"/>
                      </a:lnTo>
                      <a:lnTo>
                        <a:pt x="189" y="18"/>
                      </a:lnTo>
                      <a:lnTo>
                        <a:pt x="185" y="18"/>
                      </a:lnTo>
                      <a:lnTo>
                        <a:pt x="174" y="17"/>
                      </a:lnTo>
                      <a:lnTo>
                        <a:pt x="172" y="18"/>
                      </a:lnTo>
                      <a:lnTo>
                        <a:pt x="165" y="18"/>
                      </a:lnTo>
                      <a:lnTo>
                        <a:pt x="157" y="20"/>
                      </a:lnTo>
                      <a:lnTo>
                        <a:pt x="151" y="20"/>
                      </a:lnTo>
                      <a:lnTo>
                        <a:pt x="146" y="18"/>
                      </a:lnTo>
                      <a:lnTo>
                        <a:pt x="142" y="18"/>
                      </a:lnTo>
                      <a:lnTo>
                        <a:pt x="135" y="15"/>
                      </a:lnTo>
                      <a:lnTo>
                        <a:pt x="128" y="15"/>
                      </a:lnTo>
                      <a:lnTo>
                        <a:pt x="122" y="9"/>
                      </a:lnTo>
                      <a:lnTo>
                        <a:pt x="119" y="11"/>
                      </a:lnTo>
                      <a:lnTo>
                        <a:pt x="119" y="14"/>
                      </a:lnTo>
                      <a:lnTo>
                        <a:pt x="112" y="13"/>
                      </a:lnTo>
                      <a:lnTo>
                        <a:pt x="112" y="7"/>
                      </a:lnTo>
                      <a:lnTo>
                        <a:pt x="109" y="4"/>
                      </a:lnTo>
                      <a:lnTo>
                        <a:pt x="101" y="3"/>
                      </a:lnTo>
                      <a:lnTo>
                        <a:pt x="95" y="4"/>
                      </a:lnTo>
                      <a:lnTo>
                        <a:pt x="90" y="1"/>
                      </a:lnTo>
                      <a:lnTo>
                        <a:pt x="76" y="0"/>
                      </a:lnTo>
                      <a:lnTo>
                        <a:pt x="76" y="7"/>
                      </a:lnTo>
                      <a:lnTo>
                        <a:pt x="80" y="14"/>
                      </a:lnTo>
                      <a:lnTo>
                        <a:pt x="80" y="18"/>
                      </a:lnTo>
                      <a:lnTo>
                        <a:pt x="77" y="24"/>
                      </a:lnTo>
                      <a:lnTo>
                        <a:pt x="75" y="25"/>
                      </a:lnTo>
                      <a:lnTo>
                        <a:pt x="69" y="25"/>
                      </a:lnTo>
                      <a:lnTo>
                        <a:pt x="67" y="27"/>
                      </a:lnTo>
                      <a:lnTo>
                        <a:pt x="65" y="30"/>
                      </a:lnTo>
                      <a:lnTo>
                        <a:pt x="71" y="34"/>
                      </a:lnTo>
                      <a:lnTo>
                        <a:pt x="74" y="39"/>
                      </a:lnTo>
                      <a:lnTo>
                        <a:pt x="75" y="57"/>
                      </a:lnTo>
                      <a:lnTo>
                        <a:pt x="69" y="57"/>
                      </a:lnTo>
                      <a:lnTo>
                        <a:pt x="65" y="60"/>
                      </a:lnTo>
                      <a:lnTo>
                        <a:pt x="45" y="60"/>
                      </a:lnTo>
                      <a:lnTo>
                        <a:pt x="28" y="67"/>
                      </a:lnTo>
                      <a:lnTo>
                        <a:pt x="21" y="73"/>
                      </a:lnTo>
                      <a:lnTo>
                        <a:pt x="17" y="81"/>
                      </a:lnTo>
                      <a:lnTo>
                        <a:pt x="13" y="89"/>
                      </a:lnTo>
                      <a:lnTo>
                        <a:pt x="11" y="93"/>
                      </a:lnTo>
                      <a:lnTo>
                        <a:pt x="6" y="97"/>
                      </a:lnTo>
                      <a:lnTo>
                        <a:pt x="0" y="99"/>
                      </a:lnTo>
                      <a:lnTo>
                        <a:pt x="1" y="109"/>
                      </a:lnTo>
                      <a:lnTo>
                        <a:pt x="5" y="110"/>
                      </a:lnTo>
                      <a:lnTo>
                        <a:pt x="7" y="110"/>
                      </a:lnTo>
                      <a:lnTo>
                        <a:pt x="10" y="109"/>
                      </a:lnTo>
                      <a:lnTo>
                        <a:pt x="13" y="101"/>
                      </a:lnTo>
                      <a:lnTo>
                        <a:pt x="17" y="100"/>
                      </a:lnTo>
                      <a:lnTo>
                        <a:pt x="17" y="100"/>
                      </a:lnTo>
                      <a:lnTo>
                        <a:pt x="21" y="114"/>
                      </a:lnTo>
                      <a:lnTo>
                        <a:pt x="29" y="115"/>
                      </a:lnTo>
                      <a:lnTo>
                        <a:pt x="31" y="116"/>
                      </a:lnTo>
                      <a:lnTo>
                        <a:pt x="31" y="128"/>
                      </a:lnTo>
                      <a:lnTo>
                        <a:pt x="36" y="141"/>
                      </a:lnTo>
                      <a:lnTo>
                        <a:pt x="39" y="146"/>
                      </a:lnTo>
                      <a:lnTo>
                        <a:pt x="47" y="148"/>
                      </a:lnTo>
                      <a:lnTo>
                        <a:pt x="55" y="154"/>
                      </a:lnTo>
                      <a:lnTo>
                        <a:pt x="66" y="159"/>
                      </a:lnTo>
                      <a:lnTo>
                        <a:pt x="74" y="168"/>
                      </a:lnTo>
                      <a:lnTo>
                        <a:pt x="75" y="179"/>
                      </a:lnTo>
                      <a:lnTo>
                        <a:pt x="83" y="183"/>
                      </a:lnTo>
                      <a:lnTo>
                        <a:pt x="86" y="187"/>
                      </a:lnTo>
                      <a:lnTo>
                        <a:pt x="88" y="190"/>
                      </a:lnTo>
                      <a:lnTo>
                        <a:pt x="88" y="192"/>
                      </a:lnTo>
                      <a:lnTo>
                        <a:pt x="93" y="195"/>
                      </a:lnTo>
                      <a:lnTo>
                        <a:pt x="97" y="200"/>
                      </a:lnTo>
                      <a:lnTo>
                        <a:pt x="98" y="201"/>
                      </a:lnTo>
                      <a:lnTo>
                        <a:pt x="104" y="203"/>
                      </a:lnTo>
                      <a:lnTo>
                        <a:pt x="110" y="203"/>
                      </a:lnTo>
                      <a:lnTo>
                        <a:pt x="113" y="202"/>
                      </a:lnTo>
                      <a:lnTo>
                        <a:pt x="115" y="201"/>
                      </a:lnTo>
                      <a:lnTo>
                        <a:pt x="119" y="191"/>
                      </a:lnTo>
                      <a:lnTo>
                        <a:pt x="124" y="191"/>
                      </a:lnTo>
                      <a:lnTo>
                        <a:pt x="128" y="189"/>
                      </a:lnTo>
                      <a:lnTo>
                        <a:pt x="128" y="184"/>
                      </a:lnTo>
                      <a:lnTo>
                        <a:pt x="133" y="183"/>
                      </a:lnTo>
                      <a:lnTo>
                        <a:pt x="139" y="175"/>
                      </a:lnTo>
                      <a:lnTo>
                        <a:pt x="142" y="168"/>
                      </a:lnTo>
                      <a:lnTo>
                        <a:pt x="141" y="159"/>
                      </a:lnTo>
                      <a:lnTo>
                        <a:pt x="145" y="158"/>
                      </a:lnTo>
                      <a:lnTo>
                        <a:pt x="153" y="157"/>
                      </a:lnTo>
                      <a:lnTo>
                        <a:pt x="157" y="159"/>
                      </a:lnTo>
                      <a:lnTo>
                        <a:pt x="161" y="159"/>
                      </a:lnTo>
                      <a:lnTo>
                        <a:pt x="166" y="157"/>
                      </a:lnTo>
                      <a:lnTo>
                        <a:pt x="172" y="157"/>
                      </a:lnTo>
                      <a:lnTo>
                        <a:pt x="172" y="152"/>
                      </a:lnTo>
                      <a:lnTo>
                        <a:pt x="198" y="152"/>
                      </a:lnTo>
                      <a:lnTo>
                        <a:pt x="211" y="153"/>
                      </a:lnTo>
                      <a:lnTo>
                        <a:pt x="215" y="160"/>
                      </a:lnTo>
                      <a:lnTo>
                        <a:pt x="221" y="164"/>
                      </a:lnTo>
                      <a:lnTo>
                        <a:pt x="225" y="169"/>
                      </a:lnTo>
                      <a:lnTo>
                        <a:pt x="230" y="173"/>
                      </a:lnTo>
                      <a:lnTo>
                        <a:pt x="230" y="175"/>
                      </a:lnTo>
                      <a:lnTo>
                        <a:pt x="232" y="179"/>
                      </a:lnTo>
                      <a:lnTo>
                        <a:pt x="231" y="181"/>
                      </a:lnTo>
                      <a:lnTo>
                        <a:pt x="231" y="184"/>
                      </a:lnTo>
                      <a:lnTo>
                        <a:pt x="238" y="186"/>
                      </a:lnTo>
                      <a:lnTo>
                        <a:pt x="241" y="187"/>
                      </a:lnTo>
                      <a:lnTo>
                        <a:pt x="241" y="190"/>
                      </a:lnTo>
                      <a:lnTo>
                        <a:pt x="239" y="192"/>
                      </a:lnTo>
                      <a:lnTo>
                        <a:pt x="241" y="197"/>
                      </a:lnTo>
                      <a:lnTo>
                        <a:pt x="239" y="197"/>
                      </a:lnTo>
                      <a:lnTo>
                        <a:pt x="241" y="202"/>
                      </a:lnTo>
                      <a:lnTo>
                        <a:pt x="242" y="205"/>
                      </a:lnTo>
                      <a:lnTo>
                        <a:pt x="247" y="208"/>
                      </a:lnTo>
                      <a:lnTo>
                        <a:pt x="248" y="212"/>
                      </a:lnTo>
                      <a:lnTo>
                        <a:pt x="251" y="222"/>
                      </a:lnTo>
                      <a:lnTo>
                        <a:pt x="249" y="223"/>
                      </a:lnTo>
                      <a:lnTo>
                        <a:pt x="244" y="226"/>
                      </a:lnTo>
                      <a:lnTo>
                        <a:pt x="242" y="237"/>
                      </a:lnTo>
                      <a:lnTo>
                        <a:pt x="239" y="242"/>
                      </a:lnTo>
                      <a:lnTo>
                        <a:pt x="239" y="244"/>
                      </a:lnTo>
                      <a:lnTo>
                        <a:pt x="252" y="239"/>
                      </a:lnTo>
                      <a:lnTo>
                        <a:pt x="258" y="234"/>
                      </a:lnTo>
                      <a:lnTo>
                        <a:pt x="259" y="234"/>
                      </a:lnTo>
                      <a:lnTo>
                        <a:pt x="260" y="237"/>
                      </a:lnTo>
                      <a:lnTo>
                        <a:pt x="260" y="240"/>
                      </a:lnTo>
                      <a:lnTo>
                        <a:pt x="264" y="240"/>
                      </a:lnTo>
                      <a:lnTo>
                        <a:pt x="266" y="234"/>
                      </a:lnTo>
                      <a:lnTo>
                        <a:pt x="270" y="232"/>
                      </a:lnTo>
                      <a:lnTo>
                        <a:pt x="274" y="233"/>
                      </a:lnTo>
                      <a:lnTo>
                        <a:pt x="280" y="238"/>
                      </a:lnTo>
                      <a:lnTo>
                        <a:pt x="281" y="238"/>
                      </a:lnTo>
                      <a:lnTo>
                        <a:pt x="284" y="235"/>
                      </a:lnTo>
                      <a:lnTo>
                        <a:pt x="292" y="233"/>
                      </a:lnTo>
                      <a:lnTo>
                        <a:pt x="295" y="234"/>
                      </a:lnTo>
                      <a:lnTo>
                        <a:pt x="295" y="235"/>
                      </a:lnTo>
                      <a:lnTo>
                        <a:pt x="297" y="239"/>
                      </a:lnTo>
                      <a:lnTo>
                        <a:pt x="305" y="244"/>
                      </a:lnTo>
                      <a:lnTo>
                        <a:pt x="305" y="251"/>
                      </a:lnTo>
                      <a:lnTo>
                        <a:pt x="309" y="257"/>
                      </a:lnTo>
                      <a:lnTo>
                        <a:pt x="311" y="271"/>
                      </a:lnTo>
                      <a:lnTo>
                        <a:pt x="313" y="273"/>
                      </a:lnTo>
                      <a:lnTo>
                        <a:pt x="312" y="288"/>
                      </a:lnTo>
                      <a:lnTo>
                        <a:pt x="309" y="292"/>
                      </a:lnTo>
                      <a:lnTo>
                        <a:pt x="306" y="294"/>
                      </a:lnTo>
                      <a:lnTo>
                        <a:pt x="305" y="297"/>
                      </a:lnTo>
                      <a:lnTo>
                        <a:pt x="306" y="298"/>
                      </a:lnTo>
                      <a:lnTo>
                        <a:pt x="311" y="298"/>
                      </a:lnTo>
                      <a:lnTo>
                        <a:pt x="314" y="294"/>
                      </a:lnTo>
                      <a:lnTo>
                        <a:pt x="317" y="296"/>
                      </a:lnTo>
                      <a:lnTo>
                        <a:pt x="322" y="299"/>
                      </a:lnTo>
                      <a:lnTo>
                        <a:pt x="327" y="307"/>
                      </a:lnTo>
                      <a:lnTo>
                        <a:pt x="332" y="305"/>
                      </a:lnTo>
                      <a:lnTo>
                        <a:pt x="334" y="303"/>
                      </a:lnTo>
                      <a:lnTo>
                        <a:pt x="341" y="302"/>
                      </a:lnTo>
                      <a:lnTo>
                        <a:pt x="343" y="298"/>
                      </a:lnTo>
                      <a:lnTo>
                        <a:pt x="348" y="292"/>
                      </a:lnTo>
                      <a:lnTo>
                        <a:pt x="348" y="283"/>
                      </a:lnTo>
                      <a:lnTo>
                        <a:pt x="351" y="281"/>
                      </a:lnTo>
                      <a:lnTo>
                        <a:pt x="357" y="282"/>
                      </a:lnTo>
                      <a:lnTo>
                        <a:pt x="361" y="288"/>
                      </a:lnTo>
                      <a:lnTo>
                        <a:pt x="365" y="286"/>
                      </a:lnTo>
                      <a:lnTo>
                        <a:pt x="378" y="287"/>
                      </a:lnTo>
                      <a:lnTo>
                        <a:pt x="378" y="282"/>
                      </a:lnTo>
                      <a:lnTo>
                        <a:pt x="383" y="276"/>
                      </a:lnTo>
                      <a:lnTo>
                        <a:pt x="383" y="267"/>
                      </a:lnTo>
                      <a:lnTo>
                        <a:pt x="384" y="262"/>
                      </a:lnTo>
                      <a:lnTo>
                        <a:pt x="389" y="260"/>
                      </a:lnTo>
                      <a:lnTo>
                        <a:pt x="388" y="257"/>
                      </a:lnTo>
                      <a:lnTo>
                        <a:pt x="386" y="257"/>
                      </a:lnTo>
                      <a:lnTo>
                        <a:pt x="387" y="255"/>
                      </a:lnTo>
                      <a:lnTo>
                        <a:pt x="386" y="251"/>
                      </a:lnTo>
                      <a:lnTo>
                        <a:pt x="382" y="251"/>
                      </a:lnTo>
                      <a:lnTo>
                        <a:pt x="376" y="251"/>
                      </a:lnTo>
                      <a:lnTo>
                        <a:pt x="373" y="249"/>
                      </a:lnTo>
                      <a:lnTo>
                        <a:pt x="376" y="244"/>
                      </a:lnTo>
                      <a:lnTo>
                        <a:pt x="375" y="239"/>
                      </a:lnTo>
                      <a:lnTo>
                        <a:pt x="373" y="239"/>
                      </a:lnTo>
                      <a:lnTo>
                        <a:pt x="373" y="238"/>
                      </a:lnTo>
                      <a:lnTo>
                        <a:pt x="382" y="234"/>
                      </a:lnTo>
                      <a:lnTo>
                        <a:pt x="391" y="235"/>
                      </a:lnTo>
                      <a:lnTo>
                        <a:pt x="394" y="239"/>
                      </a:lnTo>
                      <a:lnTo>
                        <a:pt x="397" y="239"/>
                      </a:lnTo>
                      <a:lnTo>
                        <a:pt x="400" y="238"/>
                      </a:lnTo>
                      <a:lnTo>
                        <a:pt x="403" y="244"/>
                      </a:lnTo>
                      <a:lnTo>
                        <a:pt x="404" y="244"/>
                      </a:lnTo>
                      <a:lnTo>
                        <a:pt x="403" y="235"/>
                      </a:lnTo>
                      <a:lnTo>
                        <a:pt x="403" y="230"/>
                      </a:lnTo>
                      <a:lnTo>
                        <a:pt x="400" y="227"/>
                      </a:lnTo>
                      <a:lnTo>
                        <a:pt x="400" y="221"/>
                      </a:lnTo>
                      <a:lnTo>
                        <a:pt x="397" y="221"/>
                      </a:lnTo>
                      <a:lnTo>
                        <a:pt x="393" y="219"/>
                      </a:lnTo>
                      <a:lnTo>
                        <a:pt x="391" y="219"/>
                      </a:lnTo>
                      <a:lnTo>
                        <a:pt x="394" y="211"/>
                      </a:lnTo>
                      <a:lnTo>
                        <a:pt x="398" y="207"/>
                      </a:lnTo>
                      <a:lnTo>
                        <a:pt x="400" y="206"/>
                      </a:lnTo>
                      <a:lnTo>
                        <a:pt x="400" y="203"/>
                      </a:lnTo>
                      <a:lnTo>
                        <a:pt x="397" y="199"/>
                      </a:lnTo>
                      <a:lnTo>
                        <a:pt x="393" y="200"/>
                      </a:lnTo>
                      <a:lnTo>
                        <a:pt x="394" y="186"/>
                      </a:lnTo>
                      <a:lnTo>
                        <a:pt x="387" y="186"/>
                      </a:lnTo>
                      <a:lnTo>
                        <a:pt x="380" y="183"/>
                      </a:lnTo>
                      <a:lnTo>
                        <a:pt x="380" y="180"/>
                      </a:lnTo>
                      <a:lnTo>
                        <a:pt x="380" y="163"/>
                      </a:lnTo>
                      <a:lnTo>
                        <a:pt x="378" y="154"/>
                      </a:lnTo>
                      <a:lnTo>
                        <a:pt x="381" y="152"/>
                      </a:lnTo>
                      <a:lnTo>
                        <a:pt x="382" y="149"/>
                      </a:lnTo>
                      <a:lnTo>
                        <a:pt x="388" y="142"/>
                      </a:lnTo>
                      <a:lnTo>
                        <a:pt x="389" y="140"/>
                      </a:lnTo>
                      <a:lnTo>
                        <a:pt x="389" y="137"/>
                      </a:lnTo>
                      <a:lnTo>
                        <a:pt x="387" y="133"/>
                      </a:lnTo>
                      <a:lnTo>
                        <a:pt x="382" y="131"/>
                      </a:lnTo>
                      <a:lnTo>
                        <a:pt x="380" y="126"/>
                      </a:lnTo>
                      <a:lnTo>
                        <a:pt x="375" y="126"/>
                      </a:lnTo>
                      <a:lnTo>
                        <a:pt x="371" y="120"/>
                      </a:lnTo>
                      <a:lnTo>
                        <a:pt x="370" y="97"/>
                      </a:lnTo>
                      <a:lnTo>
                        <a:pt x="370" y="93"/>
                      </a:lnTo>
                      <a:lnTo>
                        <a:pt x="365" y="92"/>
                      </a:lnTo>
                      <a:lnTo>
                        <a:pt x="360" y="92"/>
                      </a:lnTo>
                      <a:lnTo>
                        <a:pt x="354" y="99"/>
                      </a:lnTo>
                      <a:lnTo>
                        <a:pt x="351" y="99"/>
                      </a:lnTo>
                      <a:lnTo>
                        <a:pt x="351" y="92"/>
                      </a:lnTo>
                      <a:lnTo>
                        <a:pt x="352" y="89"/>
                      </a:lnTo>
                      <a:lnTo>
                        <a:pt x="357" y="88"/>
                      </a:lnTo>
                      <a:lnTo>
                        <a:pt x="357" y="83"/>
                      </a:lnTo>
                      <a:lnTo>
                        <a:pt x="361" y="83"/>
                      </a:lnTo>
                      <a:lnTo>
                        <a:pt x="364" y="79"/>
                      </a:lnTo>
                      <a:lnTo>
                        <a:pt x="367" y="79"/>
                      </a:lnTo>
                      <a:lnTo>
                        <a:pt x="367" y="73"/>
                      </a:lnTo>
                      <a:lnTo>
                        <a:pt x="366" y="72"/>
                      </a:lnTo>
                      <a:lnTo>
                        <a:pt x="361" y="72"/>
                      </a:lnTo>
                      <a:lnTo>
                        <a:pt x="357" y="70"/>
                      </a:lnTo>
                      <a:lnTo>
                        <a:pt x="354" y="67"/>
                      </a:lnTo>
                      <a:lnTo>
                        <a:pt x="349" y="57"/>
                      </a:lnTo>
                      <a:lnTo>
                        <a:pt x="344" y="60"/>
                      </a:lnTo>
                      <a:lnTo>
                        <a:pt x="343" y="58"/>
                      </a:lnTo>
                      <a:lnTo>
                        <a:pt x="343" y="41"/>
                      </a:lnTo>
                      <a:lnTo>
                        <a:pt x="341" y="36"/>
                      </a:lnTo>
                      <a:lnTo>
                        <a:pt x="339" y="36"/>
                      </a:lnTo>
                      <a:lnTo>
                        <a:pt x="339" y="30"/>
                      </a:lnTo>
                      <a:lnTo>
                        <a:pt x="338" y="28"/>
                      </a:lnTo>
                      <a:lnTo>
                        <a:pt x="334" y="28"/>
                      </a:lnTo>
                      <a:lnTo>
                        <a:pt x="333" y="28"/>
                      </a:lnTo>
                      <a:lnTo>
                        <a:pt x="334" y="15"/>
                      </a:lnTo>
                      <a:lnTo>
                        <a:pt x="334" y="14"/>
                      </a:lnTo>
                      <a:lnTo>
                        <a:pt x="330" y="12"/>
                      </a:lnTo>
                      <a:lnTo>
                        <a:pt x="328" y="12"/>
                      </a:lnTo>
                      <a:lnTo>
                        <a:pt x="324" y="15"/>
                      </a:lnTo>
                      <a:lnTo>
                        <a:pt x="323" y="15"/>
                      </a:lnTo>
                      <a:lnTo>
                        <a:pt x="316" y="11"/>
                      </a:lnTo>
                      <a:lnTo>
                        <a:pt x="313" y="11"/>
                      </a:lnTo>
                      <a:lnTo>
                        <a:pt x="312" y="12"/>
                      </a:lnTo>
                      <a:lnTo>
                        <a:pt x="312" y="20"/>
                      </a:lnTo>
                      <a:lnTo>
                        <a:pt x="309" y="24"/>
                      </a:lnTo>
                      <a:lnTo>
                        <a:pt x="296" y="28"/>
                      </a:lnTo>
                      <a:lnTo>
                        <a:pt x="296" y="34"/>
                      </a:lnTo>
                      <a:lnTo>
                        <a:pt x="294" y="38"/>
                      </a:lnTo>
                      <a:lnTo>
                        <a:pt x="280" y="34"/>
                      </a:lnTo>
                      <a:lnTo>
                        <a:pt x="270" y="28"/>
                      </a:lnTo>
                      <a:lnTo>
                        <a:pt x="262" y="27"/>
                      </a:lnTo>
                      <a:lnTo>
                        <a:pt x="259" y="27"/>
                      </a:lnTo>
                      <a:lnTo>
                        <a:pt x="255" y="33"/>
                      </a:lnTo>
                      <a:lnTo>
                        <a:pt x="249" y="34"/>
                      </a:lnTo>
                      <a:lnTo>
                        <a:pt x="247" y="40"/>
                      </a:lnTo>
                      <a:lnTo>
                        <a:pt x="243" y="44"/>
                      </a:lnTo>
                      <a:lnTo>
                        <a:pt x="238" y="41"/>
                      </a:lnTo>
                      <a:lnTo>
                        <a:pt x="230" y="30"/>
                      </a:lnTo>
                      <a:lnTo>
                        <a:pt x="227" y="28"/>
                      </a:lnTo>
                      <a:lnTo>
                        <a:pt x="222" y="28"/>
                      </a:lnTo>
                      <a:lnTo>
                        <a:pt x="216" y="34"/>
                      </a:lnTo>
                      <a:lnTo>
                        <a:pt x="212" y="38"/>
                      </a:lnTo>
                      <a:lnTo>
                        <a:pt x="208" y="39"/>
                      </a:lnTo>
                      <a:lnTo>
                        <a:pt x="203" y="35"/>
                      </a:lnTo>
                      <a:lnTo>
                        <a:pt x="198" y="31"/>
                      </a:lnTo>
                      <a:lnTo>
                        <a:pt x="199" y="28"/>
                      </a:lnTo>
                      <a:lnTo>
                        <a:pt x="203" y="23"/>
                      </a:lnTo>
                      <a:lnTo>
                        <a:pt x="203" y="19"/>
                      </a:lnTo>
                      <a:lnTo>
                        <a:pt x="205" y="1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50" name="Google Shape;2450;p5">
                  <a:extLst>
                    <a:ext uri="{FF2B5EF4-FFF2-40B4-BE49-F238E27FC236}">
                      <a16:creationId xmlns:a16="http://schemas.microsoft.com/office/drawing/2014/main" id="{00B434EA-19E9-0A93-73FF-CD18F6CAF0F9}"/>
                    </a:ext>
                  </a:extLst>
                </p:cNvPr>
                <p:cNvSpPr/>
                <p:nvPr/>
              </p:nvSpPr>
              <p:spPr>
                <a:xfrm>
                  <a:off x="5010942" y="3499197"/>
                  <a:ext cx="228600" cy="144463"/>
                </a:xfrm>
                <a:custGeom>
                  <a:avLst/>
                  <a:gdLst/>
                  <a:ahLst/>
                  <a:cxnLst/>
                  <a:rect l="l" t="t" r="r" b="b"/>
                  <a:pathLst>
                    <a:path w="718" h="451" extrusionOk="0">
                      <a:moveTo>
                        <a:pt x="453" y="0"/>
                      </a:moveTo>
                      <a:lnTo>
                        <a:pt x="442" y="3"/>
                      </a:lnTo>
                      <a:lnTo>
                        <a:pt x="433" y="6"/>
                      </a:lnTo>
                      <a:lnTo>
                        <a:pt x="417" y="7"/>
                      </a:lnTo>
                      <a:lnTo>
                        <a:pt x="411" y="10"/>
                      </a:lnTo>
                      <a:lnTo>
                        <a:pt x="405" y="15"/>
                      </a:lnTo>
                      <a:lnTo>
                        <a:pt x="400" y="26"/>
                      </a:lnTo>
                      <a:lnTo>
                        <a:pt x="400" y="42"/>
                      </a:lnTo>
                      <a:lnTo>
                        <a:pt x="393" y="44"/>
                      </a:lnTo>
                      <a:lnTo>
                        <a:pt x="387" y="54"/>
                      </a:lnTo>
                      <a:lnTo>
                        <a:pt x="383" y="57"/>
                      </a:lnTo>
                      <a:lnTo>
                        <a:pt x="378" y="58"/>
                      </a:lnTo>
                      <a:lnTo>
                        <a:pt x="362" y="74"/>
                      </a:lnTo>
                      <a:lnTo>
                        <a:pt x="358" y="84"/>
                      </a:lnTo>
                      <a:lnTo>
                        <a:pt x="355" y="87"/>
                      </a:lnTo>
                      <a:lnTo>
                        <a:pt x="342" y="93"/>
                      </a:lnTo>
                      <a:lnTo>
                        <a:pt x="336" y="95"/>
                      </a:lnTo>
                      <a:lnTo>
                        <a:pt x="331" y="102"/>
                      </a:lnTo>
                      <a:lnTo>
                        <a:pt x="329" y="105"/>
                      </a:lnTo>
                      <a:lnTo>
                        <a:pt x="322" y="108"/>
                      </a:lnTo>
                      <a:lnTo>
                        <a:pt x="317" y="106"/>
                      </a:lnTo>
                      <a:lnTo>
                        <a:pt x="309" y="106"/>
                      </a:lnTo>
                      <a:lnTo>
                        <a:pt x="302" y="108"/>
                      </a:lnTo>
                      <a:lnTo>
                        <a:pt x="292" y="109"/>
                      </a:lnTo>
                      <a:lnTo>
                        <a:pt x="290" y="112"/>
                      </a:lnTo>
                      <a:lnTo>
                        <a:pt x="270" y="112"/>
                      </a:lnTo>
                      <a:lnTo>
                        <a:pt x="259" y="113"/>
                      </a:lnTo>
                      <a:lnTo>
                        <a:pt x="249" y="117"/>
                      </a:lnTo>
                      <a:lnTo>
                        <a:pt x="247" y="118"/>
                      </a:lnTo>
                      <a:lnTo>
                        <a:pt x="245" y="122"/>
                      </a:lnTo>
                      <a:lnTo>
                        <a:pt x="245" y="124"/>
                      </a:lnTo>
                      <a:lnTo>
                        <a:pt x="252" y="129"/>
                      </a:lnTo>
                      <a:lnTo>
                        <a:pt x="254" y="136"/>
                      </a:lnTo>
                      <a:lnTo>
                        <a:pt x="252" y="140"/>
                      </a:lnTo>
                      <a:lnTo>
                        <a:pt x="247" y="144"/>
                      </a:lnTo>
                      <a:lnTo>
                        <a:pt x="244" y="152"/>
                      </a:lnTo>
                      <a:lnTo>
                        <a:pt x="239" y="155"/>
                      </a:lnTo>
                      <a:lnTo>
                        <a:pt x="234" y="156"/>
                      </a:lnTo>
                      <a:lnTo>
                        <a:pt x="232" y="159"/>
                      </a:lnTo>
                      <a:lnTo>
                        <a:pt x="231" y="165"/>
                      </a:lnTo>
                      <a:lnTo>
                        <a:pt x="229" y="166"/>
                      </a:lnTo>
                      <a:lnTo>
                        <a:pt x="205" y="166"/>
                      </a:lnTo>
                      <a:lnTo>
                        <a:pt x="198" y="170"/>
                      </a:lnTo>
                      <a:lnTo>
                        <a:pt x="189" y="170"/>
                      </a:lnTo>
                      <a:lnTo>
                        <a:pt x="183" y="170"/>
                      </a:lnTo>
                      <a:lnTo>
                        <a:pt x="161" y="177"/>
                      </a:lnTo>
                      <a:lnTo>
                        <a:pt x="157" y="181"/>
                      </a:lnTo>
                      <a:lnTo>
                        <a:pt x="153" y="183"/>
                      </a:lnTo>
                      <a:lnTo>
                        <a:pt x="147" y="187"/>
                      </a:lnTo>
                      <a:lnTo>
                        <a:pt x="139" y="188"/>
                      </a:lnTo>
                      <a:lnTo>
                        <a:pt x="136" y="192"/>
                      </a:lnTo>
                      <a:lnTo>
                        <a:pt x="132" y="193"/>
                      </a:lnTo>
                      <a:lnTo>
                        <a:pt x="125" y="187"/>
                      </a:lnTo>
                      <a:lnTo>
                        <a:pt x="123" y="184"/>
                      </a:lnTo>
                      <a:lnTo>
                        <a:pt x="119" y="178"/>
                      </a:lnTo>
                      <a:lnTo>
                        <a:pt x="116" y="177"/>
                      </a:lnTo>
                      <a:lnTo>
                        <a:pt x="113" y="177"/>
                      </a:lnTo>
                      <a:lnTo>
                        <a:pt x="112" y="179"/>
                      </a:lnTo>
                      <a:lnTo>
                        <a:pt x="108" y="179"/>
                      </a:lnTo>
                      <a:lnTo>
                        <a:pt x="105" y="187"/>
                      </a:lnTo>
                      <a:lnTo>
                        <a:pt x="92" y="189"/>
                      </a:lnTo>
                      <a:lnTo>
                        <a:pt x="82" y="197"/>
                      </a:lnTo>
                      <a:lnTo>
                        <a:pt x="77" y="198"/>
                      </a:lnTo>
                      <a:lnTo>
                        <a:pt x="71" y="195"/>
                      </a:lnTo>
                      <a:lnTo>
                        <a:pt x="66" y="195"/>
                      </a:lnTo>
                      <a:lnTo>
                        <a:pt x="60" y="197"/>
                      </a:lnTo>
                      <a:lnTo>
                        <a:pt x="51" y="198"/>
                      </a:lnTo>
                      <a:lnTo>
                        <a:pt x="48" y="200"/>
                      </a:lnTo>
                      <a:lnTo>
                        <a:pt x="38" y="226"/>
                      </a:lnTo>
                      <a:lnTo>
                        <a:pt x="28" y="241"/>
                      </a:lnTo>
                      <a:lnTo>
                        <a:pt x="21" y="257"/>
                      </a:lnTo>
                      <a:lnTo>
                        <a:pt x="11" y="272"/>
                      </a:lnTo>
                      <a:lnTo>
                        <a:pt x="0" y="283"/>
                      </a:lnTo>
                      <a:lnTo>
                        <a:pt x="0" y="296"/>
                      </a:lnTo>
                      <a:lnTo>
                        <a:pt x="3" y="310"/>
                      </a:lnTo>
                      <a:lnTo>
                        <a:pt x="2" y="327"/>
                      </a:lnTo>
                      <a:lnTo>
                        <a:pt x="3" y="343"/>
                      </a:lnTo>
                      <a:lnTo>
                        <a:pt x="13" y="361"/>
                      </a:lnTo>
                      <a:lnTo>
                        <a:pt x="22" y="372"/>
                      </a:lnTo>
                      <a:lnTo>
                        <a:pt x="46" y="419"/>
                      </a:lnTo>
                      <a:lnTo>
                        <a:pt x="58" y="431"/>
                      </a:lnTo>
                      <a:lnTo>
                        <a:pt x="81" y="451"/>
                      </a:lnTo>
                      <a:lnTo>
                        <a:pt x="88" y="451"/>
                      </a:lnTo>
                      <a:lnTo>
                        <a:pt x="97" y="437"/>
                      </a:lnTo>
                      <a:lnTo>
                        <a:pt x="114" y="421"/>
                      </a:lnTo>
                      <a:lnTo>
                        <a:pt x="137" y="407"/>
                      </a:lnTo>
                      <a:lnTo>
                        <a:pt x="157" y="404"/>
                      </a:lnTo>
                      <a:lnTo>
                        <a:pt x="174" y="414"/>
                      </a:lnTo>
                      <a:lnTo>
                        <a:pt x="191" y="420"/>
                      </a:lnTo>
                      <a:lnTo>
                        <a:pt x="207" y="416"/>
                      </a:lnTo>
                      <a:lnTo>
                        <a:pt x="222" y="409"/>
                      </a:lnTo>
                      <a:lnTo>
                        <a:pt x="228" y="404"/>
                      </a:lnTo>
                      <a:lnTo>
                        <a:pt x="241" y="402"/>
                      </a:lnTo>
                      <a:lnTo>
                        <a:pt x="238" y="393"/>
                      </a:lnTo>
                      <a:lnTo>
                        <a:pt x="239" y="374"/>
                      </a:lnTo>
                      <a:lnTo>
                        <a:pt x="242" y="360"/>
                      </a:lnTo>
                      <a:lnTo>
                        <a:pt x="250" y="355"/>
                      </a:lnTo>
                      <a:lnTo>
                        <a:pt x="257" y="340"/>
                      </a:lnTo>
                      <a:lnTo>
                        <a:pt x="263" y="334"/>
                      </a:lnTo>
                      <a:lnTo>
                        <a:pt x="276" y="323"/>
                      </a:lnTo>
                      <a:lnTo>
                        <a:pt x="290" y="323"/>
                      </a:lnTo>
                      <a:lnTo>
                        <a:pt x="306" y="324"/>
                      </a:lnTo>
                      <a:lnTo>
                        <a:pt x="313" y="334"/>
                      </a:lnTo>
                      <a:lnTo>
                        <a:pt x="315" y="343"/>
                      </a:lnTo>
                      <a:lnTo>
                        <a:pt x="336" y="361"/>
                      </a:lnTo>
                      <a:lnTo>
                        <a:pt x="344" y="364"/>
                      </a:lnTo>
                      <a:lnTo>
                        <a:pt x="351" y="355"/>
                      </a:lnTo>
                      <a:lnTo>
                        <a:pt x="365" y="365"/>
                      </a:lnTo>
                      <a:lnTo>
                        <a:pt x="388" y="371"/>
                      </a:lnTo>
                      <a:lnTo>
                        <a:pt x="438" y="371"/>
                      </a:lnTo>
                      <a:lnTo>
                        <a:pt x="446" y="367"/>
                      </a:lnTo>
                      <a:lnTo>
                        <a:pt x="448" y="350"/>
                      </a:lnTo>
                      <a:lnTo>
                        <a:pt x="462" y="342"/>
                      </a:lnTo>
                      <a:lnTo>
                        <a:pt x="480" y="345"/>
                      </a:lnTo>
                      <a:lnTo>
                        <a:pt x="489" y="350"/>
                      </a:lnTo>
                      <a:lnTo>
                        <a:pt x="507" y="345"/>
                      </a:lnTo>
                      <a:lnTo>
                        <a:pt x="518" y="339"/>
                      </a:lnTo>
                      <a:lnTo>
                        <a:pt x="544" y="334"/>
                      </a:lnTo>
                      <a:lnTo>
                        <a:pt x="555" y="328"/>
                      </a:lnTo>
                      <a:lnTo>
                        <a:pt x="561" y="328"/>
                      </a:lnTo>
                      <a:lnTo>
                        <a:pt x="562" y="334"/>
                      </a:lnTo>
                      <a:lnTo>
                        <a:pt x="561" y="334"/>
                      </a:lnTo>
                      <a:lnTo>
                        <a:pt x="569" y="337"/>
                      </a:lnTo>
                      <a:lnTo>
                        <a:pt x="576" y="334"/>
                      </a:lnTo>
                      <a:lnTo>
                        <a:pt x="588" y="334"/>
                      </a:lnTo>
                      <a:lnTo>
                        <a:pt x="592" y="322"/>
                      </a:lnTo>
                      <a:lnTo>
                        <a:pt x="612" y="327"/>
                      </a:lnTo>
                      <a:lnTo>
                        <a:pt x="635" y="323"/>
                      </a:lnTo>
                      <a:lnTo>
                        <a:pt x="650" y="318"/>
                      </a:lnTo>
                      <a:lnTo>
                        <a:pt x="663" y="334"/>
                      </a:lnTo>
                      <a:lnTo>
                        <a:pt x="670" y="327"/>
                      </a:lnTo>
                      <a:lnTo>
                        <a:pt x="682" y="334"/>
                      </a:lnTo>
                      <a:lnTo>
                        <a:pt x="690" y="323"/>
                      </a:lnTo>
                      <a:lnTo>
                        <a:pt x="718" y="323"/>
                      </a:lnTo>
                      <a:lnTo>
                        <a:pt x="712" y="316"/>
                      </a:lnTo>
                      <a:lnTo>
                        <a:pt x="711" y="305"/>
                      </a:lnTo>
                      <a:lnTo>
                        <a:pt x="705" y="296"/>
                      </a:lnTo>
                      <a:lnTo>
                        <a:pt x="675" y="276"/>
                      </a:lnTo>
                      <a:lnTo>
                        <a:pt x="666" y="273"/>
                      </a:lnTo>
                      <a:lnTo>
                        <a:pt x="664" y="262"/>
                      </a:lnTo>
                      <a:lnTo>
                        <a:pt x="657" y="253"/>
                      </a:lnTo>
                      <a:lnTo>
                        <a:pt x="653" y="242"/>
                      </a:lnTo>
                      <a:lnTo>
                        <a:pt x="648" y="232"/>
                      </a:lnTo>
                      <a:lnTo>
                        <a:pt x="637" y="226"/>
                      </a:lnTo>
                      <a:lnTo>
                        <a:pt x="630" y="216"/>
                      </a:lnTo>
                      <a:lnTo>
                        <a:pt x="612" y="204"/>
                      </a:lnTo>
                      <a:lnTo>
                        <a:pt x="593" y="192"/>
                      </a:lnTo>
                      <a:lnTo>
                        <a:pt x="587" y="181"/>
                      </a:lnTo>
                      <a:lnTo>
                        <a:pt x="588" y="171"/>
                      </a:lnTo>
                      <a:lnTo>
                        <a:pt x="587" y="166"/>
                      </a:lnTo>
                      <a:lnTo>
                        <a:pt x="577" y="159"/>
                      </a:lnTo>
                      <a:lnTo>
                        <a:pt x="569" y="152"/>
                      </a:lnTo>
                      <a:lnTo>
                        <a:pt x="546" y="152"/>
                      </a:lnTo>
                      <a:lnTo>
                        <a:pt x="535" y="148"/>
                      </a:lnTo>
                      <a:lnTo>
                        <a:pt x="530" y="133"/>
                      </a:lnTo>
                      <a:lnTo>
                        <a:pt x="517" y="129"/>
                      </a:lnTo>
                      <a:lnTo>
                        <a:pt x="506" y="128"/>
                      </a:lnTo>
                      <a:lnTo>
                        <a:pt x="496" y="118"/>
                      </a:lnTo>
                      <a:lnTo>
                        <a:pt x="494" y="105"/>
                      </a:lnTo>
                      <a:lnTo>
                        <a:pt x="496" y="89"/>
                      </a:lnTo>
                      <a:lnTo>
                        <a:pt x="501" y="71"/>
                      </a:lnTo>
                      <a:lnTo>
                        <a:pt x="496" y="55"/>
                      </a:lnTo>
                      <a:lnTo>
                        <a:pt x="480" y="34"/>
                      </a:lnTo>
                      <a:lnTo>
                        <a:pt x="463" y="15"/>
                      </a:lnTo>
                      <a:lnTo>
                        <a:pt x="453"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51" name="Google Shape;2451;p5">
                  <a:extLst>
                    <a:ext uri="{FF2B5EF4-FFF2-40B4-BE49-F238E27FC236}">
                      <a16:creationId xmlns:a16="http://schemas.microsoft.com/office/drawing/2014/main" id="{43ED4550-C032-C716-42B0-36F39DB085CF}"/>
                    </a:ext>
                  </a:extLst>
                </p:cNvPr>
                <p:cNvSpPr/>
                <p:nvPr/>
              </p:nvSpPr>
              <p:spPr>
                <a:xfrm>
                  <a:off x="4912518" y="3651597"/>
                  <a:ext cx="96838" cy="109538"/>
                </a:xfrm>
                <a:custGeom>
                  <a:avLst/>
                  <a:gdLst/>
                  <a:ahLst/>
                  <a:cxnLst/>
                  <a:rect l="l" t="t" r="r" b="b"/>
                  <a:pathLst>
                    <a:path w="304" h="343" extrusionOk="0">
                      <a:moveTo>
                        <a:pt x="127" y="343"/>
                      </a:moveTo>
                      <a:lnTo>
                        <a:pt x="120" y="330"/>
                      </a:lnTo>
                      <a:lnTo>
                        <a:pt x="110" y="320"/>
                      </a:lnTo>
                      <a:lnTo>
                        <a:pt x="97" y="305"/>
                      </a:lnTo>
                      <a:lnTo>
                        <a:pt x="61" y="274"/>
                      </a:lnTo>
                      <a:lnTo>
                        <a:pt x="54" y="262"/>
                      </a:lnTo>
                      <a:lnTo>
                        <a:pt x="45" y="251"/>
                      </a:lnTo>
                      <a:lnTo>
                        <a:pt x="34" y="237"/>
                      </a:lnTo>
                      <a:lnTo>
                        <a:pt x="27" y="231"/>
                      </a:lnTo>
                      <a:lnTo>
                        <a:pt x="17" y="208"/>
                      </a:lnTo>
                      <a:lnTo>
                        <a:pt x="13" y="194"/>
                      </a:lnTo>
                      <a:lnTo>
                        <a:pt x="4" y="177"/>
                      </a:lnTo>
                      <a:lnTo>
                        <a:pt x="0" y="169"/>
                      </a:lnTo>
                      <a:lnTo>
                        <a:pt x="4" y="167"/>
                      </a:lnTo>
                      <a:lnTo>
                        <a:pt x="12" y="165"/>
                      </a:lnTo>
                      <a:lnTo>
                        <a:pt x="17" y="156"/>
                      </a:lnTo>
                      <a:lnTo>
                        <a:pt x="24" y="150"/>
                      </a:lnTo>
                      <a:lnTo>
                        <a:pt x="27" y="138"/>
                      </a:lnTo>
                      <a:lnTo>
                        <a:pt x="28" y="113"/>
                      </a:lnTo>
                      <a:lnTo>
                        <a:pt x="31" y="113"/>
                      </a:lnTo>
                      <a:lnTo>
                        <a:pt x="36" y="118"/>
                      </a:lnTo>
                      <a:lnTo>
                        <a:pt x="45" y="122"/>
                      </a:lnTo>
                      <a:lnTo>
                        <a:pt x="57" y="122"/>
                      </a:lnTo>
                      <a:lnTo>
                        <a:pt x="60" y="120"/>
                      </a:lnTo>
                      <a:lnTo>
                        <a:pt x="56" y="117"/>
                      </a:lnTo>
                      <a:lnTo>
                        <a:pt x="47" y="115"/>
                      </a:lnTo>
                      <a:lnTo>
                        <a:pt x="40" y="110"/>
                      </a:lnTo>
                      <a:lnTo>
                        <a:pt x="34" y="105"/>
                      </a:lnTo>
                      <a:lnTo>
                        <a:pt x="30" y="99"/>
                      </a:lnTo>
                      <a:lnTo>
                        <a:pt x="33" y="94"/>
                      </a:lnTo>
                      <a:lnTo>
                        <a:pt x="40" y="94"/>
                      </a:lnTo>
                      <a:lnTo>
                        <a:pt x="43" y="89"/>
                      </a:lnTo>
                      <a:lnTo>
                        <a:pt x="43" y="73"/>
                      </a:lnTo>
                      <a:lnTo>
                        <a:pt x="66" y="68"/>
                      </a:lnTo>
                      <a:lnTo>
                        <a:pt x="137" y="65"/>
                      </a:lnTo>
                      <a:lnTo>
                        <a:pt x="135" y="63"/>
                      </a:lnTo>
                      <a:lnTo>
                        <a:pt x="132" y="43"/>
                      </a:lnTo>
                      <a:lnTo>
                        <a:pt x="131" y="20"/>
                      </a:lnTo>
                      <a:lnTo>
                        <a:pt x="137" y="5"/>
                      </a:lnTo>
                      <a:lnTo>
                        <a:pt x="151" y="2"/>
                      </a:lnTo>
                      <a:lnTo>
                        <a:pt x="165" y="4"/>
                      </a:lnTo>
                      <a:lnTo>
                        <a:pt x="185" y="0"/>
                      </a:lnTo>
                      <a:lnTo>
                        <a:pt x="201" y="4"/>
                      </a:lnTo>
                      <a:lnTo>
                        <a:pt x="237" y="5"/>
                      </a:lnTo>
                      <a:lnTo>
                        <a:pt x="245" y="8"/>
                      </a:lnTo>
                      <a:lnTo>
                        <a:pt x="239" y="22"/>
                      </a:lnTo>
                      <a:lnTo>
                        <a:pt x="238" y="41"/>
                      </a:lnTo>
                      <a:lnTo>
                        <a:pt x="239" y="59"/>
                      </a:lnTo>
                      <a:lnTo>
                        <a:pt x="248" y="64"/>
                      </a:lnTo>
                      <a:lnTo>
                        <a:pt x="264" y="41"/>
                      </a:lnTo>
                      <a:lnTo>
                        <a:pt x="293" y="48"/>
                      </a:lnTo>
                      <a:lnTo>
                        <a:pt x="303" y="61"/>
                      </a:lnTo>
                      <a:lnTo>
                        <a:pt x="304" y="81"/>
                      </a:lnTo>
                      <a:lnTo>
                        <a:pt x="286" y="111"/>
                      </a:lnTo>
                      <a:lnTo>
                        <a:pt x="285" y="128"/>
                      </a:lnTo>
                      <a:lnTo>
                        <a:pt x="289" y="142"/>
                      </a:lnTo>
                      <a:lnTo>
                        <a:pt x="300" y="170"/>
                      </a:lnTo>
                      <a:lnTo>
                        <a:pt x="299" y="186"/>
                      </a:lnTo>
                      <a:lnTo>
                        <a:pt x="296" y="199"/>
                      </a:lnTo>
                      <a:lnTo>
                        <a:pt x="293" y="236"/>
                      </a:lnTo>
                      <a:lnTo>
                        <a:pt x="288" y="253"/>
                      </a:lnTo>
                      <a:lnTo>
                        <a:pt x="272" y="258"/>
                      </a:lnTo>
                      <a:lnTo>
                        <a:pt x="254" y="242"/>
                      </a:lnTo>
                      <a:lnTo>
                        <a:pt x="229" y="245"/>
                      </a:lnTo>
                      <a:lnTo>
                        <a:pt x="219" y="234"/>
                      </a:lnTo>
                      <a:lnTo>
                        <a:pt x="212" y="229"/>
                      </a:lnTo>
                      <a:lnTo>
                        <a:pt x="201" y="237"/>
                      </a:lnTo>
                      <a:lnTo>
                        <a:pt x="192" y="248"/>
                      </a:lnTo>
                      <a:lnTo>
                        <a:pt x="169" y="257"/>
                      </a:lnTo>
                      <a:lnTo>
                        <a:pt x="159" y="266"/>
                      </a:lnTo>
                      <a:lnTo>
                        <a:pt x="154" y="274"/>
                      </a:lnTo>
                      <a:lnTo>
                        <a:pt x="153" y="287"/>
                      </a:lnTo>
                      <a:lnTo>
                        <a:pt x="158" y="299"/>
                      </a:lnTo>
                      <a:lnTo>
                        <a:pt x="160" y="314"/>
                      </a:lnTo>
                      <a:lnTo>
                        <a:pt x="158" y="318"/>
                      </a:lnTo>
                      <a:lnTo>
                        <a:pt x="146" y="318"/>
                      </a:lnTo>
                      <a:lnTo>
                        <a:pt x="135" y="321"/>
                      </a:lnTo>
                      <a:lnTo>
                        <a:pt x="129" y="328"/>
                      </a:lnTo>
                      <a:lnTo>
                        <a:pt x="127" y="34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52" name="Google Shape;2452;p5">
                  <a:extLst>
                    <a:ext uri="{FF2B5EF4-FFF2-40B4-BE49-F238E27FC236}">
                      <a16:creationId xmlns:a16="http://schemas.microsoft.com/office/drawing/2014/main" id="{3F7D1A62-23D5-E5B0-0088-9C13C9239C74}"/>
                    </a:ext>
                  </a:extLst>
                </p:cNvPr>
                <p:cNvSpPr/>
                <p:nvPr/>
              </p:nvSpPr>
              <p:spPr>
                <a:xfrm>
                  <a:off x="4466431" y="3449984"/>
                  <a:ext cx="53975" cy="14288"/>
                </a:xfrm>
                <a:custGeom>
                  <a:avLst/>
                  <a:gdLst/>
                  <a:ahLst/>
                  <a:cxnLst/>
                  <a:rect l="l" t="t" r="r" b="b"/>
                  <a:pathLst>
                    <a:path w="168" h="45" extrusionOk="0">
                      <a:moveTo>
                        <a:pt x="4" y="44"/>
                      </a:moveTo>
                      <a:lnTo>
                        <a:pt x="8" y="38"/>
                      </a:lnTo>
                      <a:lnTo>
                        <a:pt x="47" y="34"/>
                      </a:lnTo>
                      <a:lnTo>
                        <a:pt x="55" y="34"/>
                      </a:lnTo>
                      <a:lnTo>
                        <a:pt x="56" y="34"/>
                      </a:lnTo>
                      <a:lnTo>
                        <a:pt x="59" y="27"/>
                      </a:lnTo>
                      <a:lnTo>
                        <a:pt x="64" y="26"/>
                      </a:lnTo>
                      <a:lnTo>
                        <a:pt x="67" y="27"/>
                      </a:lnTo>
                      <a:lnTo>
                        <a:pt x="80" y="26"/>
                      </a:lnTo>
                      <a:lnTo>
                        <a:pt x="88" y="22"/>
                      </a:lnTo>
                      <a:lnTo>
                        <a:pt x="92" y="17"/>
                      </a:lnTo>
                      <a:lnTo>
                        <a:pt x="94" y="16"/>
                      </a:lnTo>
                      <a:lnTo>
                        <a:pt x="101" y="17"/>
                      </a:lnTo>
                      <a:lnTo>
                        <a:pt x="104" y="21"/>
                      </a:lnTo>
                      <a:lnTo>
                        <a:pt x="112" y="23"/>
                      </a:lnTo>
                      <a:lnTo>
                        <a:pt x="120" y="28"/>
                      </a:lnTo>
                      <a:lnTo>
                        <a:pt x="128" y="29"/>
                      </a:lnTo>
                      <a:lnTo>
                        <a:pt x="136" y="33"/>
                      </a:lnTo>
                      <a:lnTo>
                        <a:pt x="144" y="33"/>
                      </a:lnTo>
                      <a:lnTo>
                        <a:pt x="146" y="34"/>
                      </a:lnTo>
                      <a:lnTo>
                        <a:pt x="152" y="31"/>
                      </a:lnTo>
                      <a:lnTo>
                        <a:pt x="164" y="28"/>
                      </a:lnTo>
                      <a:lnTo>
                        <a:pt x="168" y="24"/>
                      </a:lnTo>
                      <a:lnTo>
                        <a:pt x="168" y="21"/>
                      </a:lnTo>
                      <a:lnTo>
                        <a:pt x="168" y="16"/>
                      </a:lnTo>
                      <a:lnTo>
                        <a:pt x="167" y="16"/>
                      </a:lnTo>
                      <a:lnTo>
                        <a:pt x="164" y="16"/>
                      </a:lnTo>
                      <a:lnTo>
                        <a:pt x="161" y="15"/>
                      </a:lnTo>
                      <a:lnTo>
                        <a:pt x="156" y="15"/>
                      </a:lnTo>
                      <a:lnTo>
                        <a:pt x="152" y="16"/>
                      </a:lnTo>
                      <a:lnTo>
                        <a:pt x="141" y="21"/>
                      </a:lnTo>
                      <a:lnTo>
                        <a:pt x="136" y="20"/>
                      </a:lnTo>
                      <a:lnTo>
                        <a:pt x="130" y="17"/>
                      </a:lnTo>
                      <a:lnTo>
                        <a:pt x="126" y="11"/>
                      </a:lnTo>
                      <a:lnTo>
                        <a:pt x="125" y="10"/>
                      </a:lnTo>
                      <a:lnTo>
                        <a:pt x="113" y="10"/>
                      </a:lnTo>
                      <a:lnTo>
                        <a:pt x="107" y="2"/>
                      </a:lnTo>
                      <a:lnTo>
                        <a:pt x="101" y="1"/>
                      </a:lnTo>
                      <a:lnTo>
                        <a:pt x="98" y="0"/>
                      </a:lnTo>
                      <a:lnTo>
                        <a:pt x="92" y="1"/>
                      </a:lnTo>
                      <a:lnTo>
                        <a:pt x="87" y="4"/>
                      </a:lnTo>
                      <a:lnTo>
                        <a:pt x="81" y="2"/>
                      </a:lnTo>
                      <a:lnTo>
                        <a:pt x="76" y="7"/>
                      </a:lnTo>
                      <a:lnTo>
                        <a:pt x="72" y="13"/>
                      </a:lnTo>
                      <a:lnTo>
                        <a:pt x="16" y="13"/>
                      </a:lnTo>
                      <a:lnTo>
                        <a:pt x="15" y="13"/>
                      </a:lnTo>
                      <a:lnTo>
                        <a:pt x="13" y="17"/>
                      </a:lnTo>
                      <a:lnTo>
                        <a:pt x="15" y="21"/>
                      </a:lnTo>
                      <a:lnTo>
                        <a:pt x="8" y="20"/>
                      </a:lnTo>
                      <a:lnTo>
                        <a:pt x="6" y="21"/>
                      </a:lnTo>
                      <a:lnTo>
                        <a:pt x="4" y="26"/>
                      </a:lnTo>
                      <a:lnTo>
                        <a:pt x="1" y="28"/>
                      </a:lnTo>
                      <a:lnTo>
                        <a:pt x="0" y="34"/>
                      </a:lnTo>
                      <a:lnTo>
                        <a:pt x="1" y="44"/>
                      </a:lnTo>
                      <a:lnTo>
                        <a:pt x="2" y="45"/>
                      </a:lnTo>
                      <a:lnTo>
                        <a:pt x="4" y="4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53" name="Google Shape;2453;p5">
                  <a:extLst>
                    <a:ext uri="{FF2B5EF4-FFF2-40B4-BE49-F238E27FC236}">
                      <a16:creationId xmlns:a16="http://schemas.microsoft.com/office/drawing/2014/main" id="{9AFC8F3A-9656-EFF2-6168-2C39A051CD9E}"/>
                    </a:ext>
                  </a:extLst>
                </p:cNvPr>
                <p:cNvSpPr/>
                <p:nvPr/>
              </p:nvSpPr>
              <p:spPr>
                <a:xfrm>
                  <a:off x="4468018" y="3470622"/>
                  <a:ext cx="55563" cy="30163"/>
                </a:xfrm>
                <a:custGeom>
                  <a:avLst/>
                  <a:gdLst/>
                  <a:ahLst/>
                  <a:cxnLst/>
                  <a:rect l="l" t="t" r="r" b="b"/>
                  <a:pathLst>
                    <a:path w="173" h="99" extrusionOk="0">
                      <a:moveTo>
                        <a:pt x="169" y="0"/>
                      </a:moveTo>
                      <a:lnTo>
                        <a:pt x="169" y="7"/>
                      </a:lnTo>
                      <a:lnTo>
                        <a:pt x="173" y="14"/>
                      </a:lnTo>
                      <a:lnTo>
                        <a:pt x="173" y="18"/>
                      </a:lnTo>
                      <a:lnTo>
                        <a:pt x="170" y="24"/>
                      </a:lnTo>
                      <a:lnTo>
                        <a:pt x="168" y="25"/>
                      </a:lnTo>
                      <a:lnTo>
                        <a:pt x="162" y="25"/>
                      </a:lnTo>
                      <a:lnTo>
                        <a:pt x="160" y="27"/>
                      </a:lnTo>
                      <a:lnTo>
                        <a:pt x="158" y="30"/>
                      </a:lnTo>
                      <a:lnTo>
                        <a:pt x="164" y="34"/>
                      </a:lnTo>
                      <a:lnTo>
                        <a:pt x="167" y="39"/>
                      </a:lnTo>
                      <a:lnTo>
                        <a:pt x="168" y="57"/>
                      </a:lnTo>
                      <a:lnTo>
                        <a:pt x="162" y="57"/>
                      </a:lnTo>
                      <a:lnTo>
                        <a:pt x="158" y="60"/>
                      </a:lnTo>
                      <a:lnTo>
                        <a:pt x="138" y="60"/>
                      </a:lnTo>
                      <a:lnTo>
                        <a:pt x="121" y="67"/>
                      </a:lnTo>
                      <a:lnTo>
                        <a:pt x="114" y="73"/>
                      </a:lnTo>
                      <a:lnTo>
                        <a:pt x="110" y="81"/>
                      </a:lnTo>
                      <a:lnTo>
                        <a:pt x="106" y="89"/>
                      </a:lnTo>
                      <a:lnTo>
                        <a:pt x="104" y="93"/>
                      </a:lnTo>
                      <a:lnTo>
                        <a:pt x="99" y="97"/>
                      </a:lnTo>
                      <a:lnTo>
                        <a:pt x="93" y="99"/>
                      </a:lnTo>
                      <a:lnTo>
                        <a:pt x="93" y="95"/>
                      </a:lnTo>
                      <a:lnTo>
                        <a:pt x="94" y="93"/>
                      </a:lnTo>
                      <a:lnTo>
                        <a:pt x="86" y="94"/>
                      </a:lnTo>
                      <a:lnTo>
                        <a:pt x="81" y="93"/>
                      </a:lnTo>
                      <a:lnTo>
                        <a:pt x="76" y="87"/>
                      </a:lnTo>
                      <a:lnTo>
                        <a:pt x="74" y="79"/>
                      </a:lnTo>
                      <a:lnTo>
                        <a:pt x="77" y="70"/>
                      </a:lnTo>
                      <a:lnTo>
                        <a:pt x="72" y="58"/>
                      </a:lnTo>
                      <a:lnTo>
                        <a:pt x="79" y="54"/>
                      </a:lnTo>
                      <a:lnTo>
                        <a:pt x="84" y="51"/>
                      </a:lnTo>
                      <a:lnTo>
                        <a:pt x="103" y="50"/>
                      </a:lnTo>
                      <a:lnTo>
                        <a:pt x="104" y="45"/>
                      </a:lnTo>
                      <a:lnTo>
                        <a:pt x="81" y="47"/>
                      </a:lnTo>
                      <a:lnTo>
                        <a:pt x="72" y="50"/>
                      </a:lnTo>
                      <a:lnTo>
                        <a:pt x="59" y="57"/>
                      </a:lnTo>
                      <a:lnTo>
                        <a:pt x="51" y="58"/>
                      </a:lnTo>
                      <a:lnTo>
                        <a:pt x="47" y="57"/>
                      </a:lnTo>
                      <a:lnTo>
                        <a:pt x="46" y="49"/>
                      </a:lnTo>
                      <a:lnTo>
                        <a:pt x="40" y="50"/>
                      </a:lnTo>
                      <a:lnTo>
                        <a:pt x="30" y="47"/>
                      </a:lnTo>
                      <a:lnTo>
                        <a:pt x="27" y="43"/>
                      </a:lnTo>
                      <a:lnTo>
                        <a:pt x="25" y="34"/>
                      </a:lnTo>
                      <a:lnTo>
                        <a:pt x="4" y="28"/>
                      </a:lnTo>
                      <a:lnTo>
                        <a:pt x="0" y="20"/>
                      </a:lnTo>
                      <a:lnTo>
                        <a:pt x="2" y="17"/>
                      </a:lnTo>
                      <a:lnTo>
                        <a:pt x="3" y="19"/>
                      </a:lnTo>
                      <a:lnTo>
                        <a:pt x="7" y="20"/>
                      </a:lnTo>
                      <a:lnTo>
                        <a:pt x="14" y="20"/>
                      </a:lnTo>
                      <a:lnTo>
                        <a:pt x="25" y="15"/>
                      </a:lnTo>
                      <a:lnTo>
                        <a:pt x="29" y="13"/>
                      </a:lnTo>
                      <a:lnTo>
                        <a:pt x="59" y="14"/>
                      </a:lnTo>
                      <a:lnTo>
                        <a:pt x="68" y="12"/>
                      </a:lnTo>
                      <a:lnTo>
                        <a:pt x="79" y="7"/>
                      </a:lnTo>
                      <a:lnTo>
                        <a:pt x="92" y="1"/>
                      </a:lnTo>
                      <a:lnTo>
                        <a:pt x="116" y="1"/>
                      </a:lnTo>
                      <a:lnTo>
                        <a:pt x="119" y="0"/>
                      </a:lnTo>
                      <a:lnTo>
                        <a:pt x="169"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54" name="Google Shape;2454;p5">
                  <a:extLst>
                    <a:ext uri="{FF2B5EF4-FFF2-40B4-BE49-F238E27FC236}">
                      <a16:creationId xmlns:a16="http://schemas.microsoft.com/office/drawing/2014/main" id="{1B168F68-7B04-D11B-0369-D1A94CAC9C6C}"/>
                    </a:ext>
                  </a:extLst>
                </p:cNvPr>
                <p:cNvSpPr/>
                <p:nvPr/>
              </p:nvSpPr>
              <p:spPr>
                <a:xfrm>
                  <a:off x="4560093" y="3543647"/>
                  <a:ext cx="71438" cy="73025"/>
                </a:xfrm>
                <a:custGeom>
                  <a:avLst/>
                  <a:gdLst/>
                  <a:ahLst/>
                  <a:cxnLst/>
                  <a:rect l="l" t="t" r="r" b="b"/>
                  <a:pathLst>
                    <a:path w="227" h="228" extrusionOk="0">
                      <a:moveTo>
                        <a:pt x="3" y="86"/>
                      </a:moveTo>
                      <a:lnTo>
                        <a:pt x="4" y="86"/>
                      </a:lnTo>
                      <a:lnTo>
                        <a:pt x="9" y="83"/>
                      </a:lnTo>
                      <a:lnTo>
                        <a:pt x="10" y="77"/>
                      </a:lnTo>
                      <a:lnTo>
                        <a:pt x="13" y="76"/>
                      </a:lnTo>
                      <a:lnTo>
                        <a:pt x="13" y="71"/>
                      </a:lnTo>
                      <a:lnTo>
                        <a:pt x="14" y="68"/>
                      </a:lnTo>
                      <a:lnTo>
                        <a:pt x="19" y="68"/>
                      </a:lnTo>
                      <a:lnTo>
                        <a:pt x="22" y="66"/>
                      </a:lnTo>
                      <a:lnTo>
                        <a:pt x="31" y="57"/>
                      </a:lnTo>
                      <a:lnTo>
                        <a:pt x="37" y="56"/>
                      </a:lnTo>
                      <a:lnTo>
                        <a:pt x="41" y="49"/>
                      </a:lnTo>
                      <a:lnTo>
                        <a:pt x="44" y="49"/>
                      </a:lnTo>
                      <a:lnTo>
                        <a:pt x="47" y="44"/>
                      </a:lnTo>
                      <a:lnTo>
                        <a:pt x="51" y="43"/>
                      </a:lnTo>
                      <a:lnTo>
                        <a:pt x="51" y="27"/>
                      </a:lnTo>
                      <a:lnTo>
                        <a:pt x="53" y="25"/>
                      </a:lnTo>
                      <a:lnTo>
                        <a:pt x="58" y="19"/>
                      </a:lnTo>
                      <a:lnTo>
                        <a:pt x="68" y="18"/>
                      </a:lnTo>
                      <a:lnTo>
                        <a:pt x="68" y="17"/>
                      </a:lnTo>
                      <a:lnTo>
                        <a:pt x="64" y="13"/>
                      </a:lnTo>
                      <a:lnTo>
                        <a:pt x="65" y="8"/>
                      </a:lnTo>
                      <a:lnTo>
                        <a:pt x="69" y="8"/>
                      </a:lnTo>
                      <a:lnTo>
                        <a:pt x="71" y="2"/>
                      </a:lnTo>
                      <a:lnTo>
                        <a:pt x="75" y="0"/>
                      </a:lnTo>
                      <a:lnTo>
                        <a:pt x="79" y="1"/>
                      </a:lnTo>
                      <a:lnTo>
                        <a:pt x="85" y="6"/>
                      </a:lnTo>
                      <a:lnTo>
                        <a:pt x="86" y="6"/>
                      </a:lnTo>
                      <a:lnTo>
                        <a:pt x="89" y="3"/>
                      </a:lnTo>
                      <a:lnTo>
                        <a:pt x="97" y="1"/>
                      </a:lnTo>
                      <a:lnTo>
                        <a:pt x="100" y="2"/>
                      </a:lnTo>
                      <a:lnTo>
                        <a:pt x="100" y="3"/>
                      </a:lnTo>
                      <a:lnTo>
                        <a:pt x="102" y="7"/>
                      </a:lnTo>
                      <a:lnTo>
                        <a:pt x="110" y="12"/>
                      </a:lnTo>
                      <a:lnTo>
                        <a:pt x="110" y="19"/>
                      </a:lnTo>
                      <a:lnTo>
                        <a:pt x="114" y="25"/>
                      </a:lnTo>
                      <a:lnTo>
                        <a:pt x="116" y="39"/>
                      </a:lnTo>
                      <a:lnTo>
                        <a:pt x="118" y="41"/>
                      </a:lnTo>
                      <a:lnTo>
                        <a:pt x="117" y="56"/>
                      </a:lnTo>
                      <a:lnTo>
                        <a:pt x="114" y="60"/>
                      </a:lnTo>
                      <a:lnTo>
                        <a:pt x="111" y="62"/>
                      </a:lnTo>
                      <a:lnTo>
                        <a:pt x="110" y="65"/>
                      </a:lnTo>
                      <a:lnTo>
                        <a:pt x="111" y="66"/>
                      </a:lnTo>
                      <a:lnTo>
                        <a:pt x="116" y="66"/>
                      </a:lnTo>
                      <a:lnTo>
                        <a:pt x="119" y="62"/>
                      </a:lnTo>
                      <a:lnTo>
                        <a:pt x="122" y="64"/>
                      </a:lnTo>
                      <a:lnTo>
                        <a:pt x="127" y="67"/>
                      </a:lnTo>
                      <a:lnTo>
                        <a:pt x="132" y="75"/>
                      </a:lnTo>
                      <a:lnTo>
                        <a:pt x="137" y="73"/>
                      </a:lnTo>
                      <a:lnTo>
                        <a:pt x="139" y="71"/>
                      </a:lnTo>
                      <a:lnTo>
                        <a:pt x="146" y="70"/>
                      </a:lnTo>
                      <a:lnTo>
                        <a:pt x="148" y="66"/>
                      </a:lnTo>
                      <a:lnTo>
                        <a:pt x="153" y="60"/>
                      </a:lnTo>
                      <a:lnTo>
                        <a:pt x="153" y="51"/>
                      </a:lnTo>
                      <a:lnTo>
                        <a:pt x="156" y="49"/>
                      </a:lnTo>
                      <a:lnTo>
                        <a:pt x="162" y="50"/>
                      </a:lnTo>
                      <a:lnTo>
                        <a:pt x="166" y="56"/>
                      </a:lnTo>
                      <a:lnTo>
                        <a:pt x="167" y="61"/>
                      </a:lnTo>
                      <a:lnTo>
                        <a:pt x="169" y="70"/>
                      </a:lnTo>
                      <a:lnTo>
                        <a:pt x="171" y="71"/>
                      </a:lnTo>
                      <a:lnTo>
                        <a:pt x="173" y="75"/>
                      </a:lnTo>
                      <a:lnTo>
                        <a:pt x="173" y="76"/>
                      </a:lnTo>
                      <a:lnTo>
                        <a:pt x="178" y="80"/>
                      </a:lnTo>
                      <a:lnTo>
                        <a:pt x="175" y="95"/>
                      </a:lnTo>
                      <a:lnTo>
                        <a:pt x="173" y="98"/>
                      </a:lnTo>
                      <a:lnTo>
                        <a:pt x="165" y="105"/>
                      </a:lnTo>
                      <a:lnTo>
                        <a:pt x="161" y="111"/>
                      </a:lnTo>
                      <a:lnTo>
                        <a:pt x="161" y="113"/>
                      </a:lnTo>
                      <a:lnTo>
                        <a:pt x="164" y="113"/>
                      </a:lnTo>
                      <a:lnTo>
                        <a:pt x="165" y="115"/>
                      </a:lnTo>
                      <a:lnTo>
                        <a:pt x="169" y="114"/>
                      </a:lnTo>
                      <a:lnTo>
                        <a:pt x="170" y="116"/>
                      </a:lnTo>
                      <a:lnTo>
                        <a:pt x="172" y="118"/>
                      </a:lnTo>
                      <a:lnTo>
                        <a:pt x="176" y="118"/>
                      </a:lnTo>
                      <a:lnTo>
                        <a:pt x="183" y="123"/>
                      </a:lnTo>
                      <a:lnTo>
                        <a:pt x="193" y="123"/>
                      </a:lnTo>
                      <a:lnTo>
                        <a:pt x="196" y="123"/>
                      </a:lnTo>
                      <a:lnTo>
                        <a:pt x="199" y="130"/>
                      </a:lnTo>
                      <a:lnTo>
                        <a:pt x="199" y="134"/>
                      </a:lnTo>
                      <a:lnTo>
                        <a:pt x="202" y="135"/>
                      </a:lnTo>
                      <a:lnTo>
                        <a:pt x="205" y="140"/>
                      </a:lnTo>
                      <a:lnTo>
                        <a:pt x="207" y="143"/>
                      </a:lnTo>
                      <a:lnTo>
                        <a:pt x="213" y="145"/>
                      </a:lnTo>
                      <a:lnTo>
                        <a:pt x="218" y="150"/>
                      </a:lnTo>
                      <a:lnTo>
                        <a:pt x="224" y="148"/>
                      </a:lnTo>
                      <a:lnTo>
                        <a:pt x="224" y="153"/>
                      </a:lnTo>
                      <a:lnTo>
                        <a:pt x="226" y="158"/>
                      </a:lnTo>
                      <a:lnTo>
                        <a:pt x="227" y="164"/>
                      </a:lnTo>
                      <a:lnTo>
                        <a:pt x="225" y="172"/>
                      </a:lnTo>
                      <a:lnTo>
                        <a:pt x="227" y="177"/>
                      </a:lnTo>
                      <a:lnTo>
                        <a:pt x="227" y="178"/>
                      </a:lnTo>
                      <a:lnTo>
                        <a:pt x="223" y="178"/>
                      </a:lnTo>
                      <a:lnTo>
                        <a:pt x="221" y="181"/>
                      </a:lnTo>
                      <a:lnTo>
                        <a:pt x="221" y="189"/>
                      </a:lnTo>
                      <a:lnTo>
                        <a:pt x="218" y="189"/>
                      </a:lnTo>
                      <a:lnTo>
                        <a:pt x="218" y="191"/>
                      </a:lnTo>
                      <a:lnTo>
                        <a:pt x="218" y="196"/>
                      </a:lnTo>
                      <a:lnTo>
                        <a:pt x="216" y="201"/>
                      </a:lnTo>
                      <a:lnTo>
                        <a:pt x="218" y="228"/>
                      </a:lnTo>
                      <a:lnTo>
                        <a:pt x="196" y="224"/>
                      </a:lnTo>
                      <a:lnTo>
                        <a:pt x="189" y="220"/>
                      </a:lnTo>
                      <a:lnTo>
                        <a:pt x="186" y="217"/>
                      </a:lnTo>
                      <a:lnTo>
                        <a:pt x="180" y="217"/>
                      </a:lnTo>
                      <a:lnTo>
                        <a:pt x="169" y="215"/>
                      </a:lnTo>
                      <a:lnTo>
                        <a:pt x="160" y="210"/>
                      </a:lnTo>
                      <a:lnTo>
                        <a:pt x="154" y="206"/>
                      </a:lnTo>
                      <a:lnTo>
                        <a:pt x="144" y="201"/>
                      </a:lnTo>
                      <a:lnTo>
                        <a:pt x="133" y="193"/>
                      </a:lnTo>
                      <a:lnTo>
                        <a:pt x="119" y="188"/>
                      </a:lnTo>
                      <a:lnTo>
                        <a:pt x="105" y="169"/>
                      </a:lnTo>
                      <a:lnTo>
                        <a:pt x="69" y="141"/>
                      </a:lnTo>
                      <a:lnTo>
                        <a:pt x="64" y="135"/>
                      </a:lnTo>
                      <a:lnTo>
                        <a:pt x="59" y="131"/>
                      </a:lnTo>
                      <a:lnTo>
                        <a:pt x="49" y="129"/>
                      </a:lnTo>
                      <a:lnTo>
                        <a:pt x="36" y="123"/>
                      </a:lnTo>
                      <a:lnTo>
                        <a:pt x="28" y="109"/>
                      </a:lnTo>
                      <a:lnTo>
                        <a:pt x="19" y="105"/>
                      </a:lnTo>
                      <a:lnTo>
                        <a:pt x="16" y="103"/>
                      </a:lnTo>
                      <a:lnTo>
                        <a:pt x="16" y="98"/>
                      </a:lnTo>
                      <a:lnTo>
                        <a:pt x="15" y="95"/>
                      </a:lnTo>
                      <a:lnTo>
                        <a:pt x="4" y="92"/>
                      </a:lnTo>
                      <a:lnTo>
                        <a:pt x="3" y="88"/>
                      </a:lnTo>
                      <a:lnTo>
                        <a:pt x="0" y="88"/>
                      </a:lnTo>
                      <a:lnTo>
                        <a:pt x="3" y="87"/>
                      </a:lnTo>
                      <a:lnTo>
                        <a:pt x="3" y="86"/>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55" name="Google Shape;2455;p5">
                  <a:extLst>
                    <a:ext uri="{FF2B5EF4-FFF2-40B4-BE49-F238E27FC236}">
                      <a16:creationId xmlns:a16="http://schemas.microsoft.com/office/drawing/2014/main" id="{721AA56B-DE6F-0AE0-F12A-6E753073B8A3}"/>
                    </a:ext>
                  </a:extLst>
                </p:cNvPr>
                <p:cNvSpPr/>
                <p:nvPr/>
              </p:nvSpPr>
              <p:spPr>
                <a:xfrm>
                  <a:off x="4806156" y="3449984"/>
                  <a:ext cx="204788" cy="169863"/>
                </a:xfrm>
                <a:custGeom>
                  <a:avLst/>
                  <a:gdLst/>
                  <a:ahLst/>
                  <a:cxnLst/>
                  <a:rect l="l" t="t" r="r" b="b"/>
                  <a:pathLst>
                    <a:path w="642" h="532" extrusionOk="0">
                      <a:moveTo>
                        <a:pt x="49" y="117"/>
                      </a:moveTo>
                      <a:lnTo>
                        <a:pt x="50" y="110"/>
                      </a:lnTo>
                      <a:lnTo>
                        <a:pt x="48" y="85"/>
                      </a:lnTo>
                      <a:lnTo>
                        <a:pt x="49" y="76"/>
                      </a:lnTo>
                      <a:lnTo>
                        <a:pt x="51" y="72"/>
                      </a:lnTo>
                      <a:lnTo>
                        <a:pt x="55" y="67"/>
                      </a:lnTo>
                      <a:lnTo>
                        <a:pt x="62" y="63"/>
                      </a:lnTo>
                      <a:lnTo>
                        <a:pt x="67" y="57"/>
                      </a:lnTo>
                      <a:lnTo>
                        <a:pt x="75" y="43"/>
                      </a:lnTo>
                      <a:lnTo>
                        <a:pt x="77" y="25"/>
                      </a:lnTo>
                      <a:lnTo>
                        <a:pt x="78" y="21"/>
                      </a:lnTo>
                      <a:lnTo>
                        <a:pt x="96" y="9"/>
                      </a:lnTo>
                      <a:lnTo>
                        <a:pt x="115" y="4"/>
                      </a:lnTo>
                      <a:lnTo>
                        <a:pt x="133" y="4"/>
                      </a:lnTo>
                      <a:lnTo>
                        <a:pt x="139" y="3"/>
                      </a:lnTo>
                      <a:lnTo>
                        <a:pt x="147" y="0"/>
                      </a:lnTo>
                      <a:lnTo>
                        <a:pt x="162" y="2"/>
                      </a:lnTo>
                      <a:lnTo>
                        <a:pt x="199" y="20"/>
                      </a:lnTo>
                      <a:lnTo>
                        <a:pt x="221" y="41"/>
                      </a:lnTo>
                      <a:lnTo>
                        <a:pt x="228" y="46"/>
                      </a:lnTo>
                      <a:lnTo>
                        <a:pt x="233" y="48"/>
                      </a:lnTo>
                      <a:lnTo>
                        <a:pt x="242" y="48"/>
                      </a:lnTo>
                      <a:lnTo>
                        <a:pt x="248" y="38"/>
                      </a:lnTo>
                      <a:lnTo>
                        <a:pt x="264" y="30"/>
                      </a:lnTo>
                      <a:lnTo>
                        <a:pt x="274" y="27"/>
                      </a:lnTo>
                      <a:lnTo>
                        <a:pt x="286" y="27"/>
                      </a:lnTo>
                      <a:lnTo>
                        <a:pt x="303" y="37"/>
                      </a:lnTo>
                      <a:lnTo>
                        <a:pt x="327" y="52"/>
                      </a:lnTo>
                      <a:lnTo>
                        <a:pt x="339" y="56"/>
                      </a:lnTo>
                      <a:lnTo>
                        <a:pt x="362" y="58"/>
                      </a:lnTo>
                      <a:lnTo>
                        <a:pt x="375" y="57"/>
                      </a:lnTo>
                      <a:lnTo>
                        <a:pt x="389" y="47"/>
                      </a:lnTo>
                      <a:lnTo>
                        <a:pt x="406" y="32"/>
                      </a:lnTo>
                      <a:lnTo>
                        <a:pt x="415" y="27"/>
                      </a:lnTo>
                      <a:lnTo>
                        <a:pt x="441" y="27"/>
                      </a:lnTo>
                      <a:lnTo>
                        <a:pt x="459" y="30"/>
                      </a:lnTo>
                      <a:lnTo>
                        <a:pt x="469" y="26"/>
                      </a:lnTo>
                      <a:lnTo>
                        <a:pt x="489" y="24"/>
                      </a:lnTo>
                      <a:lnTo>
                        <a:pt x="496" y="26"/>
                      </a:lnTo>
                      <a:lnTo>
                        <a:pt x="503" y="30"/>
                      </a:lnTo>
                      <a:lnTo>
                        <a:pt x="511" y="32"/>
                      </a:lnTo>
                      <a:lnTo>
                        <a:pt x="517" y="36"/>
                      </a:lnTo>
                      <a:lnTo>
                        <a:pt x="528" y="36"/>
                      </a:lnTo>
                      <a:lnTo>
                        <a:pt x="534" y="32"/>
                      </a:lnTo>
                      <a:lnTo>
                        <a:pt x="544" y="22"/>
                      </a:lnTo>
                      <a:lnTo>
                        <a:pt x="544" y="21"/>
                      </a:lnTo>
                      <a:lnTo>
                        <a:pt x="550" y="16"/>
                      </a:lnTo>
                      <a:lnTo>
                        <a:pt x="558" y="15"/>
                      </a:lnTo>
                      <a:lnTo>
                        <a:pt x="564" y="15"/>
                      </a:lnTo>
                      <a:lnTo>
                        <a:pt x="570" y="3"/>
                      </a:lnTo>
                      <a:lnTo>
                        <a:pt x="571" y="3"/>
                      </a:lnTo>
                      <a:lnTo>
                        <a:pt x="574" y="0"/>
                      </a:lnTo>
                      <a:lnTo>
                        <a:pt x="577" y="11"/>
                      </a:lnTo>
                      <a:lnTo>
                        <a:pt x="581" y="20"/>
                      </a:lnTo>
                      <a:lnTo>
                        <a:pt x="588" y="30"/>
                      </a:lnTo>
                      <a:lnTo>
                        <a:pt x="599" y="36"/>
                      </a:lnTo>
                      <a:lnTo>
                        <a:pt x="604" y="43"/>
                      </a:lnTo>
                      <a:lnTo>
                        <a:pt x="613" y="65"/>
                      </a:lnTo>
                      <a:lnTo>
                        <a:pt x="623" y="73"/>
                      </a:lnTo>
                      <a:lnTo>
                        <a:pt x="624" y="76"/>
                      </a:lnTo>
                      <a:lnTo>
                        <a:pt x="635" y="80"/>
                      </a:lnTo>
                      <a:lnTo>
                        <a:pt x="636" y="81"/>
                      </a:lnTo>
                      <a:lnTo>
                        <a:pt x="639" y="84"/>
                      </a:lnTo>
                      <a:lnTo>
                        <a:pt x="641" y="89"/>
                      </a:lnTo>
                      <a:lnTo>
                        <a:pt x="640" y="106"/>
                      </a:lnTo>
                      <a:lnTo>
                        <a:pt x="642" y="119"/>
                      </a:lnTo>
                      <a:lnTo>
                        <a:pt x="623" y="132"/>
                      </a:lnTo>
                      <a:lnTo>
                        <a:pt x="620" y="135"/>
                      </a:lnTo>
                      <a:lnTo>
                        <a:pt x="604" y="142"/>
                      </a:lnTo>
                      <a:lnTo>
                        <a:pt x="601" y="143"/>
                      </a:lnTo>
                      <a:lnTo>
                        <a:pt x="592" y="153"/>
                      </a:lnTo>
                      <a:lnTo>
                        <a:pt x="587" y="159"/>
                      </a:lnTo>
                      <a:lnTo>
                        <a:pt x="583" y="166"/>
                      </a:lnTo>
                      <a:lnTo>
                        <a:pt x="576" y="189"/>
                      </a:lnTo>
                      <a:lnTo>
                        <a:pt x="567" y="207"/>
                      </a:lnTo>
                      <a:lnTo>
                        <a:pt x="564" y="218"/>
                      </a:lnTo>
                      <a:lnTo>
                        <a:pt x="562" y="229"/>
                      </a:lnTo>
                      <a:lnTo>
                        <a:pt x="554" y="257"/>
                      </a:lnTo>
                      <a:lnTo>
                        <a:pt x="553" y="269"/>
                      </a:lnTo>
                      <a:lnTo>
                        <a:pt x="551" y="275"/>
                      </a:lnTo>
                      <a:lnTo>
                        <a:pt x="549" y="280"/>
                      </a:lnTo>
                      <a:lnTo>
                        <a:pt x="534" y="287"/>
                      </a:lnTo>
                      <a:lnTo>
                        <a:pt x="523" y="299"/>
                      </a:lnTo>
                      <a:lnTo>
                        <a:pt x="517" y="315"/>
                      </a:lnTo>
                      <a:lnTo>
                        <a:pt x="513" y="331"/>
                      </a:lnTo>
                      <a:lnTo>
                        <a:pt x="511" y="338"/>
                      </a:lnTo>
                      <a:lnTo>
                        <a:pt x="501" y="360"/>
                      </a:lnTo>
                      <a:lnTo>
                        <a:pt x="483" y="391"/>
                      </a:lnTo>
                      <a:lnTo>
                        <a:pt x="481" y="400"/>
                      </a:lnTo>
                      <a:lnTo>
                        <a:pt x="478" y="406"/>
                      </a:lnTo>
                      <a:lnTo>
                        <a:pt x="469" y="409"/>
                      </a:lnTo>
                      <a:lnTo>
                        <a:pt x="456" y="408"/>
                      </a:lnTo>
                      <a:lnTo>
                        <a:pt x="447" y="401"/>
                      </a:lnTo>
                      <a:lnTo>
                        <a:pt x="443" y="398"/>
                      </a:lnTo>
                      <a:lnTo>
                        <a:pt x="443" y="397"/>
                      </a:lnTo>
                      <a:lnTo>
                        <a:pt x="440" y="392"/>
                      </a:lnTo>
                      <a:lnTo>
                        <a:pt x="429" y="382"/>
                      </a:lnTo>
                      <a:lnTo>
                        <a:pt x="414" y="381"/>
                      </a:lnTo>
                      <a:lnTo>
                        <a:pt x="392" y="386"/>
                      </a:lnTo>
                      <a:lnTo>
                        <a:pt x="377" y="386"/>
                      </a:lnTo>
                      <a:lnTo>
                        <a:pt x="375" y="386"/>
                      </a:lnTo>
                      <a:lnTo>
                        <a:pt x="371" y="403"/>
                      </a:lnTo>
                      <a:lnTo>
                        <a:pt x="360" y="408"/>
                      </a:lnTo>
                      <a:lnTo>
                        <a:pt x="352" y="416"/>
                      </a:lnTo>
                      <a:lnTo>
                        <a:pt x="344" y="427"/>
                      </a:lnTo>
                      <a:lnTo>
                        <a:pt x="335" y="443"/>
                      </a:lnTo>
                      <a:lnTo>
                        <a:pt x="332" y="458"/>
                      </a:lnTo>
                      <a:lnTo>
                        <a:pt x="330" y="472"/>
                      </a:lnTo>
                      <a:lnTo>
                        <a:pt x="327" y="481"/>
                      </a:lnTo>
                      <a:lnTo>
                        <a:pt x="320" y="490"/>
                      </a:lnTo>
                      <a:lnTo>
                        <a:pt x="313" y="497"/>
                      </a:lnTo>
                      <a:lnTo>
                        <a:pt x="313" y="504"/>
                      </a:lnTo>
                      <a:lnTo>
                        <a:pt x="309" y="498"/>
                      </a:lnTo>
                      <a:lnTo>
                        <a:pt x="304" y="497"/>
                      </a:lnTo>
                      <a:lnTo>
                        <a:pt x="301" y="505"/>
                      </a:lnTo>
                      <a:lnTo>
                        <a:pt x="300" y="517"/>
                      </a:lnTo>
                      <a:lnTo>
                        <a:pt x="276" y="516"/>
                      </a:lnTo>
                      <a:lnTo>
                        <a:pt x="265" y="517"/>
                      </a:lnTo>
                      <a:lnTo>
                        <a:pt x="242" y="508"/>
                      </a:lnTo>
                      <a:lnTo>
                        <a:pt x="237" y="515"/>
                      </a:lnTo>
                      <a:lnTo>
                        <a:pt x="234" y="516"/>
                      </a:lnTo>
                      <a:lnTo>
                        <a:pt x="231" y="521"/>
                      </a:lnTo>
                      <a:lnTo>
                        <a:pt x="227" y="524"/>
                      </a:lnTo>
                      <a:lnTo>
                        <a:pt x="225" y="524"/>
                      </a:lnTo>
                      <a:lnTo>
                        <a:pt x="221" y="525"/>
                      </a:lnTo>
                      <a:lnTo>
                        <a:pt x="216" y="522"/>
                      </a:lnTo>
                      <a:lnTo>
                        <a:pt x="212" y="525"/>
                      </a:lnTo>
                      <a:lnTo>
                        <a:pt x="210" y="524"/>
                      </a:lnTo>
                      <a:lnTo>
                        <a:pt x="193" y="532"/>
                      </a:lnTo>
                      <a:lnTo>
                        <a:pt x="190" y="524"/>
                      </a:lnTo>
                      <a:lnTo>
                        <a:pt x="182" y="524"/>
                      </a:lnTo>
                      <a:lnTo>
                        <a:pt x="180" y="524"/>
                      </a:lnTo>
                      <a:lnTo>
                        <a:pt x="168" y="521"/>
                      </a:lnTo>
                      <a:lnTo>
                        <a:pt x="163" y="513"/>
                      </a:lnTo>
                      <a:lnTo>
                        <a:pt x="151" y="500"/>
                      </a:lnTo>
                      <a:lnTo>
                        <a:pt x="146" y="482"/>
                      </a:lnTo>
                      <a:lnTo>
                        <a:pt x="146" y="471"/>
                      </a:lnTo>
                      <a:lnTo>
                        <a:pt x="151" y="467"/>
                      </a:lnTo>
                      <a:lnTo>
                        <a:pt x="147" y="467"/>
                      </a:lnTo>
                      <a:lnTo>
                        <a:pt x="140" y="465"/>
                      </a:lnTo>
                      <a:lnTo>
                        <a:pt x="136" y="454"/>
                      </a:lnTo>
                      <a:lnTo>
                        <a:pt x="133" y="451"/>
                      </a:lnTo>
                      <a:lnTo>
                        <a:pt x="130" y="445"/>
                      </a:lnTo>
                      <a:lnTo>
                        <a:pt x="126" y="444"/>
                      </a:lnTo>
                      <a:lnTo>
                        <a:pt x="124" y="439"/>
                      </a:lnTo>
                      <a:lnTo>
                        <a:pt x="117" y="429"/>
                      </a:lnTo>
                      <a:lnTo>
                        <a:pt x="96" y="417"/>
                      </a:lnTo>
                      <a:lnTo>
                        <a:pt x="86" y="416"/>
                      </a:lnTo>
                      <a:lnTo>
                        <a:pt x="64" y="413"/>
                      </a:lnTo>
                      <a:lnTo>
                        <a:pt x="5" y="417"/>
                      </a:lnTo>
                      <a:lnTo>
                        <a:pt x="2" y="414"/>
                      </a:lnTo>
                      <a:lnTo>
                        <a:pt x="0" y="375"/>
                      </a:lnTo>
                      <a:lnTo>
                        <a:pt x="1" y="366"/>
                      </a:lnTo>
                      <a:lnTo>
                        <a:pt x="6" y="345"/>
                      </a:lnTo>
                      <a:lnTo>
                        <a:pt x="5" y="315"/>
                      </a:lnTo>
                      <a:lnTo>
                        <a:pt x="6" y="295"/>
                      </a:lnTo>
                      <a:lnTo>
                        <a:pt x="10" y="283"/>
                      </a:lnTo>
                      <a:lnTo>
                        <a:pt x="22" y="263"/>
                      </a:lnTo>
                      <a:lnTo>
                        <a:pt x="23" y="248"/>
                      </a:lnTo>
                      <a:lnTo>
                        <a:pt x="26" y="239"/>
                      </a:lnTo>
                      <a:lnTo>
                        <a:pt x="34" y="229"/>
                      </a:lnTo>
                      <a:lnTo>
                        <a:pt x="49" y="218"/>
                      </a:lnTo>
                      <a:lnTo>
                        <a:pt x="49" y="212"/>
                      </a:lnTo>
                      <a:lnTo>
                        <a:pt x="53" y="209"/>
                      </a:lnTo>
                      <a:lnTo>
                        <a:pt x="53" y="208"/>
                      </a:lnTo>
                      <a:lnTo>
                        <a:pt x="53" y="204"/>
                      </a:lnTo>
                      <a:lnTo>
                        <a:pt x="48" y="199"/>
                      </a:lnTo>
                      <a:lnTo>
                        <a:pt x="48" y="197"/>
                      </a:lnTo>
                      <a:lnTo>
                        <a:pt x="50" y="191"/>
                      </a:lnTo>
                      <a:lnTo>
                        <a:pt x="53" y="189"/>
                      </a:lnTo>
                      <a:lnTo>
                        <a:pt x="58" y="189"/>
                      </a:lnTo>
                      <a:lnTo>
                        <a:pt x="59" y="187"/>
                      </a:lnTo>
                      <a:lnTo>
                        <a:pt x="59" y="169"/>
                      </a:lnTo>
                      <a:lnTo>
                        <a:pt x="55" y="154"/>
                      </a:lnTo>
                      <a:lnTo>
                        <a:pt x="54" y="149"/>
                      </a:lnTo>
                      <a:lnTo>
                        <a:pt x="44" y="139"/>
                      </a:lnTo>
                      <a:lnTo>
                        <a:pt x="43" y="134"/>
                      </a:lnTo>
                      <a:lnTo>
                        <a:pt x="44" y="123"/>
                      </a:lnTo>
                      <a:lnTo>
                        <a:pt x="49" y="11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56" name="Google Shape;2456;p5">
                  <a:extLst>
                    <a:ext uri="{FF2B5EF4-FFF2-40B4-BE49-F238E27FC236}">
                      <a16:creationId xmlns:a16="http://schemas.microsoft.com/office/drawing/2014/main" id="{2D5D6F4C-9484-E5A3-0D1B-198632CD58F9}"/>
                    </a:ext>
                  </a:extLst>
                </p:cNvPr>
                <p:cNvSpPr/>
                <p:nvPr/>
              </p:nvSpPr>
              <p:spPr>
                <a:xfrm>
                  <a:off x="4952206" y="3627784"/>
                  <a:ext cx="133350" cy="152400"/>
                </a:xfrm>
                <a:custGeom>
                  <a:avLst/>
                  <a:gdLst/>
                  <a:ahLst/>
                  <a:cxnLst/>
                  <a:rect l="l" t="t" r="r" b="b"/>
                  <a:pathLst>
                    <a:path w="417" h="479" extrusionOk="0">
                      <a:moveTo>
                        <a:pt x="414" y="0"/>
                      </a:moveTo>
                      <a:lnTo>
                        <a:pt x="408" y="5"/>
                      </a:lnTo>
                      <a:lnTo>
                        <a:pt x="393" y="12"/>
                      </a:lnTo>
                      <a:lnTo>
                        <a:pt x="377" y="16"/>
                      </a:lnTo>
                      <a:lnTo>
                        <a:pt x="360" y="10"/>
                      </a:lnTo>
                      <a:lnTo>
                        <a:pt x="343" y="0"/>
                      </a:lnTo>
                      <a:lnTo>
                        <a:pt x="323" y="3"/>
                      </a:lnTo>
                      <a:lnTo>
                        <a:pt x="300" y="17"/>
                      </a:lnTo>
                      <a:lnTo>
                        <a:pt x="283" y="33"/>
                      </a:lnTo>
                      <a:lnTo>
                        <a:pt x="274" y="47"/>
                      </a:lnTo>
                      <a:lnTo>
                        <a:pt x="272" y="58"/>
                      </a:lnTo>
                      <a:lnTo>
                        <a:pt x="274" y="101"/>
                      </a:lnTo>
                      <a:lnTo>
                        <a:pt x="272" y="111"/>
                      </a:lnTo>
                      <a:lnTo>
                        <a:pt x="267" y="114"/>
                      </a:lnTo>
                      <a:lnTo>
                        <a:pt x="244" y="96"/>
                      </a:lnTo>
                      <a:lnTo>
                        <a:pt x="234" y="96"/>
                      </a:lnTo>
                      <a:lnTo>
                        <a:pt x="220" y="91"/>
                      </a:lnTo>
                      <a:lnTo>
                        <a:pt x="205" y="90"/>
                      </a:lnTo>
                      <a:lnTo>
                        <a:pt x="194" y="84"/>
                      </a:lnTo>
                      <a:lnTo>
                        <a:pt x="118" y="84"/>
                      </a:lnTo>
                      <a:lnTo>
                        <a:pt x="112" y="98"/>
                      </a:lnTo>
                      <a:lnTo>
                        <a:pt x="111" y="117"/>
                      </a:lnTo>
                      <a:lnTo>
                        <a:pt x="112" y="135"/>
                      </a:lnTo>
                      <a:lnTo>
                        <a:pt x="121" y="140"/>
                      </a:lnTo>
                      <a:lnTo>
                        <a:pt x="137" y="117"/>
                      </a:lnTo>
                      <a:lnTo>
                        <a:pt x="166" y="124"/>
                      </a:lnTo>
                      <a:lnTo>
                        <a:pt x="176" y="137"/>
                      </a:lnTo>
                      <a:lnTo>
                        <a:pt x="177" y="157"/>
                      </a:lnTo>
                      <a:lnTo>
                        <a:pt x="159" y="187"/>
                      </a:lnTo>
                      <a:lnTo>
                        <a:pt x="158" y="204"/>
                      </a:lnTo>
                      <a:lnTo>
                        <a:pt x="162" y="218"/>
                      </a:lnTo>
                      <a:lnTo>
                        <a:pt x="173" y="246"/>
                      </a:lnTo>
                      <a:lnTo>
                        <a:pt x="172" y="262"/>
                      </a:lnTo>
                      <a:lnTo>
                        <a:pt x="169" y="275"/>
                      </a:lnTo>
                      <a:lnTo>
                        <a:pt x="166" y="312"/>
                      </a:lnTo>
                      <a:lnTo>
                        <a:pt x="161" y="329"/>
                      </a:lnTo>
                      <a:lnTo>
                        <a:pt x="145" y="334"/>
                      </a:lnTo>
                      <a:lnTo>
                        <a:pt x="127" y="318"/>
                      </a:lnTo>
                      <a:lnTo>
                        <a:pt x="102" y="321"/>
                      </a:lnTo>
                      <a:lnTo>
                        <a:pt x="92" y="310"/>
                      </a:lnTo>
                      <a:lnTo>
                        <a:pt x="85" y="305"/>
                      </a:lnTo>
                      <a:lnTo>
                        <a:pt x="74" y="313"/>
                      </a:lnTo>
                      <a:lnTo>
                        <a:pt x="65" y="324"/>
                      </a:lnTo>
                      <a:lnTo>
                        <a:pt x="42" y="333"/>
                      </a:lnTo>
                      <a:lnTo>
                        <a:pt x="32" y="342"/>
                      </a:lnTo>
                      <a:lnTo>
                        <a:pt x="27" y="350"/>
                      </a:lnTo>
                      <a:lnTo>
                        <a:pt x="26" y="363"/>
                      </a:lnTo>
                      <a:lnTo>
                        <a:pt x="31" y="375"/>
                      </a:lnTo>
                      <a:lnTo>
                        <a:pt x="33" y="390"/>
                      </a:lnTo>
                      <a:lnTo>
                        <a:pt x="31" y="394"/>
                      </a:lnTo>
                      <a:lnTo>
                        <a:pt x="19" y="394"/>
                      </a:lnTo>
                      <a:lnTo>
                        <a:pt x="8" y="397"/>
                      </a:lnTo>
                      <a:lnTo>
                        <a:pt x="2" y="404"/>
                      </a:lnTo>
                      <a:lnTo>
                        <a:pt x="0" y="419"/>
                      </a:lnTo>
                      <a:lnTo>
                        <a:pt x="13" y="425"/>
                      </a:lnTo>
                      <a:lnTo>
                        <a:pt x="19" y="434"/>
                      </a:lnTo>
                      <a:lnTo>
                        <a:pt x="33" y="449"/>
                      </a:lnTo>
                      <a:lnTo>
                        <a:pt x="40" y="456"/>
                      </a:lnTo>
                      <a:lnTo>
                        <a:pt x="49" y="479"/>
                      </a:lnTo>
                      <a:lnTo>
                        <a:pt x="63" y="469"/>
                      </a:lnTo>
                      <a:lnTo>
                        <a:pt x="73" y="463"/>
                      </a:lnTo>
                      <a:lnTo>
                        <a:pt x="80" y="449"/>
                      </a:lnTo>
                      <a:lnTo>
                        <a:pt x="90" y="444"/>
                      </a:lnTo>
                      <a:lnTo>
                        <a:pt x="100" y="447"/>
                      </a:lnTo>
                      <a:lnTo>
                        <a:pt x="105" y="458"/>
                      </a:lnTo>
                      <a:lnTo>
                        <a:pt x="121" y="468"/>
                      </a:lnTo>
                      <a:lnTo>
                        <a:pt x="133" y="465"/>
                      </a:lnTo>
                      <a:lnTo>
                        <a:pt x="140" y="452"/>
                      </a:lnTo>
                      <a:lnTo>
                        <a:pt x="148" y="446"/>
                      </a:lnTo>
                      <a:lnTo>
                        <a:pt x="161" y="444"/>
                      </a:lnTo>
                      <a:lnTo>
                        <a:pt x="175" y="440"/>
                      </a:lnTo>
                      <a:lnTo>
                        <a:pt x="177" y="445"/>
                      </a:lnTo>
                      <a:lnTo>
                        <a:pt x="178" y="463"/>
                      </a:lnTo>
                      <a:lnTo>
                        <a:pt x="188" y="466"/>
                      </a:lnTo>
                      <a:lnTo>
                        <a:pt x="209" y="458"/>
                      </a:lnTo>
                      <a:lnTo>
                        <a:pt x="232" y="437"/>
                      </a:lnTo>
                      <a:lnTo>
                        <a:pt x="246" y="430"/>
                      </a:lnTo>
                      <a:lnTo>
                        <a:pt x="261" y="415"/>
                      </a:lnTo>
                      <a:lnTo>
                        <a:pt x="274" y="394"/>
                      </a:lnTo>
                      <a:lnTo>
                        <a:pt x="278" y="376"/>
                      </a:lnTo>
                      <a:lnTo>
                        <a:pt x="278" y="358"/>
                      </a:lnTo>
                      <a:lnTo>
                        <a:pt x="282" y="337"/>
                      </a:lnTo>
                      <a:lnTo>
                        <a:pt x="289" y="316"/>
                      </a:lnTo>
                      <a:lnTo>
                        <a:pt x="312" y="280"/>
                      </a:lnTo>
                      <a:lnTo>
                        <a:pt x="329" y="264"/>
                      </a:lnTo>
                      <a:lnTo>
                        <a:pt x="348" y="254"/>
                      </a:lnTo>
                      <a:lnTo>
                        <a:pt x="363" y="241"/>
                      </a:lnTo>
                      <a:lnTo>
                        <a:pt x="364" y="237"/>
                      </a:lnTo>
                      <a:lnTo>
                        <a:pt x="371" y="207"/>
                      </a:lnTo>
                      <a:lnTo>
                        <a:pt x="372" y="141"/>
                      </a:lnTo>
                      <a:lnTo>
                        <a:pt x="381" y="97"/>
                      </a:lnTo>
                      <a:lnTo>
                        <a:pt x="391" y="73"/>
                      </a:lnTo>
                      <a:lnTo>
                        <a:pt x="412" y="36"/>
                      </a:lnTo>
                      <a:lnTo>
                        <a:pt x="417" y="17"/>
                      </a:lnTo>
                      <a:lnTo>
                        <a:pt x="414"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57" name="Google Shape;2457;p5">
                  <a:extLst>
                    <a:ext uri="{FF2B5EF4-FFF2-40B4-BE49-F238E27FC236}">
                      <a16:creationId xmlns:a16="http://schemas.microsoft.com/office/drawing/2014/main" id="{88BD4B9C-ED1A-BD64-16CA-69DFC77527D6}"/>
                    </a:ext>
                  </a:extLst>
                </p:cNvPr>
                <p:cNvSpPr/>
                <p:nvPr/>
              </p:nvSpPr>
              <p:spPr>
                <a:xfrm>
                  <a:off x="4922043" y="3653184"/>
                  <a:ext cx="33338" cy="22225"/>
                </a:xfrm>
                <a:custGeom>
                  <a:avLst/>
                  <a:gdLst/>
                  <a:ahLst/>
                  <a:cxnLst/>
                  <a:rect l="l" t="t" r="r" b="b"/>
                  <a:pathLst>
                    <a:path w="107" h="69" extrusionOk="0">
                      <a:moveTo>
                        <a:pt x="107" y="0"/>
                      </a:moveTo>
                      <a:lnTo>
                        <a:pt x="67" y="0"/>
                      </a:lnTo>
                      <a:lnTo>
                        <a:pt x="25" y="3"/>
                      </a:lnTo>
                      <a:lnTo>
                        <a:pt x="21" y="4"/>
                      </a:lnTo>
                      <a:lnTo>
                        <a:pt x="21" y="14"/>
                      </a:lnTo>
                      <a:lnTo>
                        <a:pt x="14" y="26"/>
                      </a:lnTo>
                      <a:lnTo>
                        <a:pt x="11" y="37"/>
                      </a:lnTo>
                      <a:lnTo>
                        <a:pt x="0" y="56"/>
                      </a:lnTo>
                      <a:lnTo>
                        <a:pt x="15" y="63"/>
                      </a:lnTo>
                      <a:lnTo>
                        <a:pt x="15" y="65"/>
                      </a:lnTo>
                      <a:lnTo>
                        <a:pt x="13" y="69"/>
                      </a:lnTo>
                      <a:lnTo>
                        <a:pt x="13" y="68"/>
                      </a:lnTo>
                      <a:lnTo>
                        <a:pt x="36" y="63"/>
                      </a:lnTo>
                      <a:lnTo>
                        <a:pt x="107" y="60"/>
                      </a:lnTo>
                      <a:lnTo>
                        <a:pt x="105" y="58"/>
                      </a:lnTo>
                      <a:lnTo>
                        <a:pt x="102" y="38"/>
                      </a:lnTo>
                      <a:lnTo>
                        <a:pt x="101" y="15"/>
                      </a:lnTo>
                      <a:lnTo>
                        <a:pt x="107"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58" name="Google Shape;2458;p5">
                  <a:extLst>
                    <a:ext uri="{FF2B5EF4-FFF2-40B4-BE49-F238E27FC236}">
                      <a16:creationId xmlns:a16="http://schemas.microsoft.com/office/drawing/2014/main" id="{9936AB19-2B84-C4A5-0E81-1765D15D852D}"/>
                    </a:ext>
                  </a:extLst>
                </p:cNvPr>
                <p:cNvSpPr/>
                <p:nvPr/>
              </p:nvSpPr>
              <p:spPr>
                <a:xfrm>
                  <a:off x="5268117" y="3732559"/>
                  <a:ext cx="28575" cy="34925"/>
                </a:xfrm>
                <a:custGeom>
                  <a:avLst/>
                  <a:gdLst/>
                  <a:ahLst/>
                  <a:cxnLst/>
                  <a:rect l="l" t="t" r="r" b="b"/>
                  <a:pathLst>
                    <a:path w="93" h="114" extrusionOk="0">
                      <a:moveTo>
                        <a:pt x="83" y="5"/>
                      </a:moveTo>
                      <a:lnTo>
                        <a:pt x="81" y="1"/>
                      </a:lnTo>
                      <a:lnTo>
                        <a:pt x="76" y="1"/>
                      </a:lnTo>
                      <a:lnTo>
                        <a:pt x="76" y="0"/>
                      </a:lnTo>
                      <a:lnTo>
                        <a:pt x="71" y="0"/>
                      </a:lnTo>
                      <a:lnTo>
                        <a:pt x="59" y="4"/>
                      </a:lnTo>
                      <a:lnTo>
                        <a:pt x="49" y="4"/>
                      </a:lnTo>
                      <a:lnTo>
                        <a:pt x="46" y="6"/>
                      </a:lnTo>
                      <a:lnTo>
                        <a:pt x="45" y="9"/>
                      </a:lnTo>
                      <a:lnTo>
                        <a:pt x="45" y="17"/>
                      </a:lnTo>
                      <a:lnTo>
                        <a:pt x="41" y="22"/>
                      </a:lnTo>
                      <a:lnTo>
                        <a:pt x="33" y="22"/>
                      </a:lnTo>
                      <a:lnTo>
                        <a:pt x="28" y="25"/>
                      </a:lnTo>
                      <a:lnTo>
                        <a:pt x="22" y="26"/>
                      </a:lnTo>
                      <a:lnTo>
                        <a:pt x="19" y="25"/>
                      </a:lnTo>
                      <a:lnTo>
                        <a:pt x="16" y="16"/>
                      </a:lnTo>
                      <a:lnTo>
                        <a:pt x="13" y="11"/>
                      </a:lnTo>
                      <a:lnTo>
                        <a:pt x="11" y="10"/>
                      </a:lnTo>
                      <a:lnTo>
                        <a:pt x="6" y="10"/>
                      </a:lnTo>
                      <a:lnTo>
                        <a:pt x="1" y="13"/>
                      </a:lnTo>
                      <a:lnTo>
                        <a:pt x="1" y="22"/>
                      </a:lnTo>
                      <a:lnTo>
                        <a:pt x="0" y="22"/>
                      </a:lnTo>
                      <a:lnTo>
                        <a:pt x="6" y="28"/>
                      </a:lnTo>
                      <a:lnTo>
                        <a:pt x="8" y="34"/>
                      </a:lnTo>
                      <a:lnTo>
                        <a:pt x="11" y="58"/>
                      </a:lnTo>
                      <a:lnTo>
                        <a:pt x="13" y="61"/>
                      </a:lnTo>
                      <a:lnTo>
                        <a:pt x="16" y="69"/>
                      </a:lnTo>
                      <a:lnTo>
                        <a:pt x="17" y="79"/>
                      </a:lnTo>
                      <a:lnTo>
                        <a:pt x="17" y="91"/>
                      </a:lnTo>
                      <a:lnTo>
                        <a:pt x="18" y="101"/>
                      </a:lnTo>
                      <a:lnTo>
                        <a:pt x="23" y="108"/>
                      </a:lnTo>
                      <a:lnTo>
                        <a:pt x="29" y="114"/>
                      </a:lnTo>
                      <a:lnTo>
                        <a:pt x="32" y="113"/>
                      </a:lnTo>
                      <a:lnTo>
                        <a:pt x="43" y="110"/>
                      </a:lnTo>
                      <a:lnTo>
                        <a:pt x="57" y="106"/>
                      </a:lnTo>
                      <a:lnTo>
                        <a:pt x="68" y="86"/>
                      </a:lnTo>
                      <a:lnTo>
                        <a:pt x="73" y="80"/>
                      </a:lnTo>
                      <a:lnTo>
                        <a:pt x="79" y="66"/>
                      </a:lnTo>
                      <a:lnTo>
                        <a:pt x="89" y="54"/>
                      </a:lnTo>
                      <a:lnTo>
                        <a:pt x="93" y="48"/>
                      </a:lnTo>
                      <a:lnTo>
                        <a:pt x="93" y="40"/>
                      </a:lnTo>
                      <a:lnTo>
                        <a:pt x="91" y="34"/>
                      </a:lnTo>
                      <a:lnTo>
                        <a:pt x="87" y="31"/>
                      </a:lnTo>
                      <a:lnTo>
                        <a:pt x="81" y="29"/>
                      </a:lnTo>
                      <a:lnTo>
                        <a:pt x="77" y="26"/>
                      </a:lnTo>
                      <a:lnTo>
                        <a:pt x="77" y="22"/>
                      </a:lnTo>
                      <a:lnTo>
                        <a:pt x="77" y="16"/>
                      </a:lnTo>
                      <a:lnTo>
                        <a:pt x="78" y="10"/>
                      </a:lnTo>
                      <a:lnTo>
                        <a:pt x="83" y="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59" name="Google Shape;2459;p5">
                  <a:extLst>
                    <a:ext uri="{FF2B5EF4-FFF2-40B4-BE49-F238E27FC236}">
                      <a16:creationId xmlns:a16="http://schemas.microsoft.com/office/drawing/2014/main" id="{1CA1ABEB-6D70-A7E6-A225-872FE3790932}"/>
                    </a:ext>
                  </a:extLst>
                </p:cNvPr>
                <p:cNvSpPr/>
                <p:nvPr/>
              </p:nvSpPr>
              <p:spPr>
                <a:xfrm>
                  <a:off x="5277642" y="3619847"/>
                  <a:ext cx="92075" cy="96838"/>
                </a:xfrm>
                <a:custGeom>
                  <a:avLst/>
                  <a:gdLst/>
                  <a:ahLst/>
                  <a:cxnLst/>
                  <a:rect l="l" t="t" r="r" b="b"/>
                  <a:pathLst>
                    <a:path w="289" h="302" extrusionOk="0">
                      <a:moveTo>
                        <a:pt x="232" y="3"/>
                      </a:moveTo>
                      <a:lnTo>
                        <a:pt x="232" y="0"/>
                      </a:lnTo>
                      <a:lnTo>
                        <a:pt x="232" y="3"/>
                      </a:lnTo>
                      <a:lnTo>
                        <a:pt x="205" y="21"/>
                      </a:lnTo>
                      <a:lnTo>
                        <a:pt x="186" y="21"/>
                      </a:lnTo>
                      <a:lnTo>
                        <a:pt x="170" y="19"/>
                      </a:lnTo>
                      <a:lnTo>
                        <a:pt x="157" y="24"/>
                      </a:lnTo>
                      <a:lnTo>
                        <a:pt x="143" y="25"/>
                      </a:lnTo>
                      <a:lnTo>
                        <a:pt x="126" y="29"/>
                      </a:lnTo>
                      <a:lnTo>
                        <a:pt x="120" y="22"/>
                      </a:lnTo>
                      <a:lnTo>
                        <a:pt x="108" y="23"/>
                      </a:lnTo>
                      <a:lnTo>
                        <a:pt x="98" y="25"/>
                      </a:lnTo>
                      <a:lnTo>
                        <a:pt x="87" y="22"/>
                      </a:lnTo>
                      <a:lnTo>
                        <a:pt x="73" y="23"/>
                      </a:lnTo>
                      <a:lnTo>
                        <a:pt x="66" y="28"/>
                      </a:lnTo>
                      <a:lnTo>
                        <a:pt x="66" y="32"/>
                      </a:lnTo>
                      <a:lnTo>
                        <a:pt x="63" y="41"/>
                      </a:lnTo>
                      <a:lnTo>
                        <a:pt x="60" y="59"/>
                      </a:lnTo>
                      <a:lnTo>
                        <a:pt x="61" y="81"/>
                      </a:lnTo>
                      <a:lnTo>
                        <a:pt x="63" y="89"/>
                      </a:lnTo>
                      <a:lnTo>
                        <a:pt x="68" y="94"/>
                      </a:lnTo>
                      <a:lnTo>
                        <a:pt x="73" y="98"/>
                      </a:lnTo>
                      <a:lnTo>
                        <a:pt x="82" y="100"/>
                      </a:lnTo>
                      <a:lnTo>
                        <a:pt x="84" y="105"/>
                      </a:lnTo>
                      <a:lnTo>
                        <a:pt x="86" y="113"/>
                      </a:lnTo>
                      <a:lnTo>
                        <a:pt x="82" y="121"/>
                      </a:lnTo>
                      <a:lnTo>
                        <a:pt x="73" y="130"/>
                      </a:lnTo>
                      <a:lnTo>
                        <a:pt x="67" y="135"/>
                      </a:lnTo>
                      <a:lnTo>
                        <a:pt x="56" y="140"/>
                      </a:lnTo>
                      <a:lnTo>
                        <a:pt x="52" y="147"/>
                      </a:lnTo>
                      <a:lnTo>
                        <a:pt x="50" y="153"/>
                      </a:lnTo>
                      <a:lnTo>
                        <a:pt x="44" y="159"/>
                      </a:lnTo>
                      <a:lnTo>
                        <a:pt x="33" y="172"/>
                      </a:lnTo>
                      <a:lnTo>
                        <a:pt x="20" y="186"/>
                      </a:lnTo>
                      <a:lnTo>
                        <a:pt x="17" y="191"/>
                      </a:lnTo>
                      <a:lnTo>
                        <a:pt x="11" y="202"/>
                      </a:lnTo>
                      <a:lnTo>
                        <a:pt x="3" y="233"/>
                      </a:lnTo>
                      <a:lnTo>
                        <a:pt x="3" y="247"/>
                      </a:lnTo>
                      <a:lnTo>
                        <a:pt x="1" y="275"/>
                      </a:lnTo>
                      <a:lnTo>
                        <a:pt x="0" y="296"/>
                      </a:lnTo>
                      <a:lnTo>
                        <a:pt x="4" y="299"/>
                      </a:lnTo>
                      <a:lnTo>
                        <a:pt x="11" y="302"/>
                      </a:lnTo>
                      <a:lnTo>
                        <a:pt x="19" y="301"/>
                      </a:lnTo>
                      <a:lnTo>
                        <a:pt x="25" y="290"/>
                      </a:lnTo>
                      <a:lnTo>
                        <a:pt x="29" y="286"/>
                      </a:lnTo>
                      <a:lnTo>
                        <a:pt x="36" y="285"/>
                      </a:lnTo>
                      <a:lnTo>
                        <a:pt x="41" y="281"/>
                      </a:lnTo>
                      <a:lnTo>
                        <a:pt x="63" y="283"/>
                      </a:lnTo>
                      <a:lnTo>
                        <a:pt x="70" y="280"/>
                      </a:lnTo>
                      <a:lnTo>
                        <a:pt x="70" y="278"/>
                      </a:lnTo>
                      <a:lnTo>
                        <a:pt x="115" y="278"/>
                      </a:lnTo>
                      <a:lnTo>
                        <a:pt x="110" y="274"/>
                      </a:lnTo>
                      <a:lnTo>
                        <a:pt x="122" y="247"/>
                      </a:lnTo>
                      <a:lnTo>
                        <a:pt x="120" y="240"/>
                      </a:lnTo>
                      <a:lnTo>
                        <a:pt x="121" y="234"/>
                      </a:lnTo>
                      <a:lnTo>
                        <a:pt x="132" y="232"/>
                      </a:lnTo>
                      <a:lnTo>
                        <a:pt x="142" y="228"/>
                      </a:lnTo>
                      <a:lnTo>
                        <a:pt x="147" y="221"/>
                      </a:lnTo>
                      <a:lnTo>
                        <a:pt x="153" y="223"/>
                      </a:lnTo>
                      <a:lnTo>
                        <a:pt x="157" y="222"/>
                      </a:lnTo>
                      <a:lnTo>
                        <a:pt x="159" y="216"/>
                      </a:lnTo>
                      <a:lnTo>
                        <a:pt x="164" y="218"/>
                      </a:lnTo>
                      <a:lnTo>
                        <a:pt x="175" y="220"/>
                      </a:lnTo>
                      <a:lnTo>
                        <a:pt x="183" y="223"/>
                      </a:lnTo>
                      <a:lnTo>
                        <a:pt x="195" y="207"/>
                      </a:lnTo>
                      <a:lnTo>
                        <a:pt x="201" y="211"/>
                      </a:lnTo>
                      <a:lnTo>
                        <a:pt x="215" y="216"/>
                      </a:lnTo>
                      <a:lnTo>
                        <a:pt x="223" y="213"/>
                      </a:lnTo>
                      <a:lnTo>
                        <a:pt x="232" y="216"/>
                      </a:lnTo>
                      <a:lnTo>
                        <a:pt x="234" y="213"/>
                      </a:lnTo>
                      <a:lnTo>
                        <a:pt x="240" y="208"/>
                      </a:lnTo>
                      <a:lnTo>
                        <a:pt x="258" y="181"/>
                      </a:lnTo>
                      <a:lnTo>
                        <a:pt x="267" y="170"/>
                      </a:lnTo>
                      <a:lnTo>
                        <a:pt x="270" y="167"/>
                      </a:lnTo>
                      <a:lnTo>
                        <a:pt x="278" y="156"/>
                      </a:lnTo>
                      <a:lnTo>
                        <a:pt x="286" y="143"/>
                      </a:lnTo>
                      <a:lnTo>
                        <a:pt x="288" y="130"/>
                      </a:lnTo>
                      <a:lnTo>
                        <a:pt x="289" y="110"/>
                      </a:lnTo>
                      <a:lnTo>
                        <a:pt x="287" y="100"/>
                      </a:lnTo>
                      <a:lnTo>
                        <a:pt x="287" y="82"/>
                      </a:lnTo>
                      <a:lnTo>
                        <a:pt x="286" y="76"/>
                      </a:lnTo>
                      <a:lnTo>
                        <a:pt x="278" y="67"/>
                      </a:lnTo>
                      <a:lnTo>
                        <a:pt x="274" y="65"/>
                      </a:lnTo>
                      <a:lnTo>
                        <a:pt x="267" y="61"/>
                      </a:lnTo>
                      <a:lnTo>
                        <a:pt x="262" y="56"/>
                      </a:lnTo>
                      <a:lnTo>
                        <a:pt x="260" y="50"/>
                      </a:lnTo>
                      <a:lnTo>
                        <a:pt x="255" y="23"/>
                      </a:lnTo>
                      <a:lnTo>
                        <a:pt x="253" y="21"/>
                      </a:lnTo>
                      <a:lnTo>
                        <a:pt x="251" y="18"/>
                      </a:lnTo>
                      <a:lnTo>
                        <a:pt x="251" y="11"/>
                      </a:lnTo>
                      <a:lnTo>
                        <a:pt x="249" y="9"/>
                      </a:lnTo>
                      <a:lnTo>
                        <a:pt x="237" y="7"/>
                      </a:lnTo>
                      <a:lnTo>
                        <a:pt x="234" y="5"/>
                      </a:lnTo>
                      <a:lnTo>
                        <a:pt x="232" y="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60" name="Google Shape;2460;p5">
                  <a:extLst>
                    <a:ext uri="{FF2B5EF4-FFF2-40B4-BE49-F238E27FC236}">
                      <a16:creationId xmlns:a16="http://schemas.microsoft.com/office/drawing/2014/main" id="{FE0BB932-94C3-355C-B8C4-35CDB5966BB1}"/>
                    </a:ext>
                  </a:extLst>
                </p:cNvPr>
                <p:cNvSpPr/>
                <p:nvPr/>
              </p:nvSpPr>
              <p:spPr>
                <a:xfrm>
                  <a:off x="5264942" y="3710334"/>
                  <a:ext cx="33338" cy="30163"/>
                </a:xfrm>
                <a:custGeom>
                  <a:avLst/>
                  <a:gdLst/>
                  <a:ahLst/>
                  <a:cxnLst/>
                  <a:rect l="l" t="t" r="r" b="b"/>
                  <a:pathLst>
                    <a:path w="104" h="96" extrusionOk="0">
                      <a:moveTo>
                        <a:pt x="7" y="92"/>
                      </a:moveTo>
                      <a:lnTo>
                        <a:pt x="8" y="92"/>
                      </a:lnTo>
                      <a:lnTo>
                        <a:pt x="8" y="83"/>
                      </a:lnTo>
                      <a:lnTo>
                        <a:pt x="13" y="80"/>
                      </a:lnTo>
                      <a:lnTo>
                        <a:pt x="18" y="80"/>
                      </a:lnTo>
                      <a:lnTo>
                        <a:pt x="20" y="81"/>
                      </a:lnTo>
                      <a:lnTo>
                        <a:pt x="23" y="86"/>
                      </a:lnTo>
                      <a:lnTo>
                        <a:pt x="26" y="95"/>
                      </a:lnTo>
                      <a:lnTo>
                        <a:pt x="29" y="96"/>
                      </a:lnTo>
                      <a:lnTo>
                        <a:pt x="35" y="95"/>
                      </a:lnTo>
                      <a:lnTo>
                        <a:pt x="40" y="92"/>
                      </a:lnTo>
                      <a:lnTo>
                        <a:pt x="48" y="92"/>
                      </a:lnTo>
                      <a:lnTo>
                        <a:pt x="52" y="87"/>
                      </a:lnTo>
                      <a:lnTo>
                        <a:pt x="52" y="79"/>
                      </a:lnTo>
                      <a:lnTo>
                        <a:pt x="53" y="76"/>
                      </a:lnTo>
                      <a:lnTo>
                        <a:pt x="56" y="74"/>
                      </a:lnTo>
                      <a:lnTo>
                        <a:pt x="66" y="74"/>
                      </a:lnTo>
                      <a:lnTo>
                        <a:pt x="78" y="70"/>
                      </a:lnTo>
                      <a:lnTo>
                        <a:pt x="83" y="70"/>
                      </a:lnTo>
                      <a:lnTo>
                        <a:pt x="83" y="71"/>
                      </a:lnTo>
                      <a:lnTo>
                        <a:pt x="88" y="71"/>
                      </a:lnTo>
                      <a:lnTo>
                        <a:pt x="90" y="75"/>
                      </a:lnTo>
                      <a:lnTo>
                        <a:pt x="101" y="60"/>
                      </a:lnTo>
                      <a:lnTo>
                        <a:pt x="104" y="50"/>
                      </a:lnTo>
                      <a:lnTo>
                        <a:pt x="102" y="43"/>
                      </a:lnTo>
                      <a:lnTo>
                        <a:pt x="98" y="28"/>
                      </a:lnTo>
                      <a:lnTo>
                        <a:pt x="85" y="7"/>
                      </a:lnTo>
                      <a:lnTo>
                        <a:pt x="80" y="0"/>
                      </a:lnTo>
                      <a:lnTo>
                        <a:pt x="75" y="4"/>
                      </a:lnTo>
                      <a:lnTo>
                        <a:pt x="68" y="5"/>
                      </a:lnTo>
                      <a:lnTo>
                        <a:pt x="64" y="9"/>
                      </a:lnTo>
                      <a:lnTo>
                        <a:pt x="58" y="20"/>
                      </a:lnTo>
                      <a:lnTo>
                        <a:pt x="50" y="21"/>
                      </a:lnTo>
                      <a:lnTo>
                        <a:pt x="43" y="18"/>
                      </a:lnTo>
                      <a:lnTo>
                        <a:pt x="39" y="15"/>
                      </a:lnTo>
                      <a:lnTo>
                        <a:pt x="36" y="17"/>
                      </a:lnTo>
                      <a:lnTo>
                        <a:pt x="29" y="24"/>
                      </a:lnTo>
                      <a:lnTo>
                        <a:pt x="21" y="36"/>
                      </a:lnTo>
                      <a:lnTo>
                        <a:pt x="14" y="49"/>
                      </a:lnTo>
                      <a:lnTo>
                        <a:pt x="10" y="60"/>
                      </a:lnTo>
                      <a:lnTo>
                        <a:pt x="0" y="74"/>
                      </a:lnTo>
                      <a:lnTo>
                        <a:pt x="0" y="81"/>
                      </a:lnTo>
                      <a:lnTo>
                        <a:pt x="2" y="85"/>
                      </a:lnTo>
                      <a:lnTo>
                        <a:pt x="7" y="9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61" name="Google Shape;2461;p5">
                  <a:extLst>
                    <a:ext uri="{FF2B5EF4-FFF2-40B4-BE49-F238E27FC236}">
                      <a16:creationId xmlns:a16="http://schemas.microsoft.com/office/drawing/2014/main" id="{3FC27F3A-9D62-174E-C88D-3B51B1229D87}"/>
                    </a:ext>
                  </a:extLst>
                </p:cNvPr>
                <p:cNvSpPr/>
                <p:nvPr/>
              </p:nvSpPr>
              <p:spPr>
                <a:xfrm>
                  <a:off x="5350667" y="3611909"/>
                  <a:ext cx="138113" cy="160338"/>
                </a:xfrm>
                <a:custGeom>
                  <a:avLst/>
                  <a:gdLst/>
                  <a:ahLst/>
                  <a:cxnLst/>
                  <a:rect l="l" t="t" r="r" b="b"/>
                  <a:pathLst>
                    <a:path w="435" h="504" extrusionOk="0">
                      <a:moveTo>
                        <a:pt x="387" y="257"/>
                      </a:moveTo>
                      <a:lnTo>
                        <a:pt x="387" y="204"/>
                      </a:lnTo>
                      <a:lnTo>
                        <a:pt x="387" y="151"/>
                      </a:lnTo>
                      <a:lnTo>
                        <a:pt x="387" y="98"/>
                      </a:lnTo>
                      <a:lnTo>
                        <a:pt x="390" y="96"/>
                      </a:lnTo>
                      <a:lnTo>
                        <a:pt x="412" y="74"/>
                      </a:lnTo>
                      <a:lnTo>
                        <a:pt x="433" y="42"/>
                      </a:lnTo>
                      <a:lnTo>
                        <a:pt x="435" y="37"/>
                      </a:lnTo>
                      <a:lnTo>
                        <a:pt x="430" y="38"/>
                      </a:lnTo>
                      <a:lnTo>
                        <a:pt x="421" y="37"/>
                      </a:lnTo>
                      <a:lnTo>
                        <a:pt x="408" y="38"/>
                      </a:lnTo>
                      <a:lnTo>
                        <a:pt x="374" y="22"/>
                      </a:lnTo>
                      <a:lnTo>
                        <a:pt x="355" y="26"/>
                      </a:lnTo>
                      <a:lnTo>
                        <a:pt x="336" y="32"/>
                      </a:lnTo>
                      <a:lnTo>
                        <a:pt x="320" y="48"/>
                      </a:lnTo>
                      <a:lnTo>
                        <a:pt x="297" y="60"/>
                      </a:lnTo>
                      <a:lnTo>
                        <a:pt x="272" y="59"/>
                      </a:lnTo>
                      <a:lnTo>
                        <a:pt x="250" y="53"/>
                      </a:lnTo>
                      <a:lnTo>
                        <a:pt x="233" y="53"/>
                      </a:lnTo>
                      <a:lnTo>
                        <a:pt x="213" y="47"/>
                      </a:lnTo>
                      <a:lnTo>
                        <a:pt x="202" y="34"/>
                      </a:lnTo>
                      <a:lnTo>
                        <a:pt x="164" y="12"/>
                      </a:lnTo>
                      <a:lnTo>
                        <a:pt x="147" y="4"/>
                      </a:lnTo>
                      <a:lnTo>
                        <a:pt x="132" y="3"/>
                      </a:lnTo>
                      <a:lnTo>
                        <a:pt x="116" y="5"/>
                      </a:lnTo>
                      <a:lnTo>
                        <a:pt x="103" y="0"/>
                      </a:lnTo>
                      <a:lnTo>
                        <a:pt x="82" y="3"/>
                      </a:lnTo>
                      <a:lnTo>
                        <a:pt x="69" y="3"/>
                      </a:lnTo>
                      <a:lnTo>
                        <a:pt x="39" y="0"/>
                      </a:lnTo>
                      <a:lnTo>
                        <a:pt x="28" y="1"/>
                      </a:lnTo>
                      <a:lnTo>
                        <a:pt x="16" y="9"/>
                      </a:lnTo>
                      <a:lnTo>
                        <a:pt x="0" y="28"/>
                      </a:lnTo>
                      <a:lnTo>
                        <a:pt x="2" y="30"/>
                      </a:lnTo>
                      <a:lnTo>
                        <a:pt x="5" y="32"/>
                      </a:lnTo>
                      <a:lnTo>
                        <a:pt x="17" y="34"/>
                      </a:lnTo>
                      <a:lnTo>
                        <a:pt x="19" y="36"/>
                      </a:lnTo>
                      <a:lnTo>
                        <a:pt x="19" y="43"/>
                      </a:lnTo>
                      <a:lnTo>
                        <a:pt x="21" y="46"/>
                      </a:lnTo>
                      <a:lnTo>
                        <a:pt x="23" y="48"/>
                      </a:lnTo>
                      <a:lnTo>
                        <a:pt x="28" y="75"/>
                      </a:lnTo>
                      <a:lnTo>
                        <a:pt x="30" y="81"/>
                      </a:lnTo>
                      <a:lnTo>
                        <a:pt x="35" y="86"/>
                      </a:lnTo>
                      <a:lnTo>
                        <a:pt x="42" y="90"/>
                      </a:lnTo>
                      <a:lnTo>
                        <a:pt x="46" y="92"/>
                      </a:lnTo>
                      <a:lnTo>
                        <a:pt x="54" y="101"/>
                      </a:lnTo>
                      <a:lnTo>
                        <a:pt x="55" y="107"/>
                      </a:lnTo>
                      <a:lnTo>
                        <a:pt x="55" y="125"/>
                      </a:lnTo>
                      <a:lnTo>
                        <a:pt x="57" y="135"/>
                      </a:lnTo>
                      <a:lnTo>
                        <a:pt x="56" y="155"/>
                      </a:lnTo>
                      <a:lnTo>
                        <a:pt x="54" y="168"/>
                      </a:lnTo>
                      <a:lnTo>
                        <a:pt x="46" y="181"/>
                      </a:lnTo>
                      <a:lnTo>
                        <a:pt x="38" y="192"/>
                      </a:lnTo>
                      <a:lnTo>
                        <a:pt x="35" y="195"/>
                      </a:lnTo>
                      <a:lnTo>
                        <a:pt x="26" y="206"/>
                      </a:lnTo>
                      <a:lnTo>
                        <a:pt x="8" y="233"/>
                      </a:lnTo>
                      <a:lnTo>
                        <a:pt x="2" y="238"/>
                      </a:lnTo>
                      <a:lnTo>
                        <a:pt x="1" y="253"/>
                      </a:lnTo>
                      <a:lnTo>
                        <a:pt x="8" y="263"/>
                      </a:lnTo>
                      <a:lnTo>
                        <a:pt x="12" y="272"/>
                      </a:lnTo>
                      <a:lnTo>
                        <a:pt x="18" y="270"/>
                      </a:lnTo>
                      <a:lnTo>
                        <a:pt x="26" y="267"/>
                      </a:lnTo>
                      <a:lnTo>
                        <a:pt x="35" y="265"/>
                      </a:lnTo>
                      <a:lnTo>
                        <a:pt x="45" y="265"/>
                      </a:lnTo>
                      <a:lnTo>
                        <a:pt x="45" y="270"/>
                      </a:lnTo>
                      <a:lnTo>
                        <a:pt x="34" y="274"/>
                      </a:lnTo>
                      <a:lnTo>
                        <a:pt x="26" y="281"/>
                      </a:lnTo>
                      <a:lnTo>
                        <a:pt x="14" y="281"/>
                      </a:lnTo>
                      <a:lnTo>
                        <a:pt x="7" y="295"/>
                      </a:lnTo>
                      <a:lnTo>
                        <a:pt x="16" y="303"/>
                      </a:lnTo>
                      <a:lnTo>
                        <a:pt x="207" y="415"/>
                      </a:lnTo>
                      <a:lnTo>
                        <a:pt x="210" y="420"/>
                      </a:lnTo>
                      <a:lnTo>
                        <a:pt x="210" y="428"/>
                      </a:lnTo>
                      <a:lnTo>
                        <a:pt x="215" y="447"/>
                      </a:lnTo>
                      <a:lnTo>
                        <a:pt x="218" y="458"/>
                      </a:lnTo>
                      <a:lnTo>
                        <a:pt x="296" y="504"/>
                      </a:lnTo>
                      <a:lnTo>
                        <a:pt x="306" y="499"/>
                      </a:lnTo>
                      <a:lnTo>
                        <a:pt x="309" y="495"/>
                      </a:lnTo>
                      <a:lnTo>
                        <a:pt x="314" y="488"/>
                      </a:lnTo>
                      <a:lnTo>
                        <a:pt x="318" y="479"/>
                      </a:lnTo>
                      <a:lnTo>
                        <a:pt x="324" y="463"/>
                      </a:lnTo>
                      <a:lnTo>
                        <a:pt x="333" y="450"/>
                      </a:lnTo>
                      <a:lnTo>
                        <a:pt x="342" y="429"/>
                      </a:lnTo>
                      <a:lnTo>
                        <a:pt x="346" y="413"/>
                      </a:lnTo>
                      <a:lnTo>
                        <a:pt x="352" y="399"/>
                      </a:lnTo>
                      <a:lnTo>
                        <a:pt x="357" y="392"/>
                      </a:lnTo>
                      <a:lnTo>
                        <a:pt x="360" y="391"/>
                      </a:lnTo>
                      <a:lnTo>
                        <a:pt x="378" y="382"/>
                      </a:lnTo>
                      <a:lnTo>
                        <a:pt x="379" y="376"/>
                      </a:lnTo>
                      <a:lnTo>
                        <a:pt x="382" y="370"/>
                      </a:lnTo>
                      <a:lnTo>
                        <a:pt x="388" y="361"/>
                      </a:lnTo>
                      <a:lnTo>
                        <a:pt x="394" y="358"/>
                      </a:lnTo>
                      <a:lnTo>
                        <a:pt x="403" y="358"/>
                      </a:lnTo>
                      <a:lnTo>
                        <a:pt x="414" y="346"/>
                      </a:lnTo>
                      <a:lnTo>
                        <a:pt x="417" y="340"/>
                      </a:lnTo>
                      <a:lnTo>
                        <a:pt x="416" y="337"/>
                      </a:lnTo>
                      <a:lnTo>
                        <a:pt x="393" y="308"/>
                      </a:lnTo>
                      <a:lnTo>
                        <a:pt x="387" y="300"/>
                      </a:lnTo>
                      <a:lnTo>
                        <a:pt x="387" y="257"/>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62" name="Google Shape;2462;p5">
                  <a:extLst>
                    <a:ext uri="{FF2B5EF4-FFF2-40B4-BE49-F238E27FC236}">
                      <a16:creationId xmlns:a16="http://schemas.microsoft.com/office/drawing/2014/main" id="{F9D67A44-C2C4-6673-C66B-025475AE3BB0}"/>
                    </a:ext>
                  </a:extLst>
                </p:cNvPr>
                <p:cNvSpPr/>
                <p:nvPr/>
              </p:nvSpPr>
              <p:spPr>
                <a:xfrm>
                  <a:off x="4455318" y="3399184"/>
                  <a:ext cx="107950" cy="77788"/>
                </a:xfrm>
                <a:custGeom>
                  <a:avLst/>
                  <a:gdLst/>
                  <a:ahLst/>
                  <a:cxnLst/>
                  <a:rect l="l" t="t" r="r" b="b"/>
                  <a:pathLst>
                    <a:path w="344" h="244" extrusionOk="0">
                      <a:moveTo>
                        <a:pt x="55" y="174"/>
                      </a:moveTo>
                      <a:lnTo>
                        <a:pt x="54" y="174"/>
                      </a:lnTo>
                      <a:lnTo>
                        <a:pt x="50" y="168"/>
                      </a:lnTo>
                      <a:lnTo>
                        <a:pt x="43" y="160"/>
                      </a:lnTo>
                      <a:lnTo>
                        <a:pt x="41" y="147"/>
                      </a:lnTo>
                      <a:lnTo>
                        <a:pt x="39" y="144"/>
                      </a:lnTo>
                      <a:lnTo>
                        <a:pt x="33" y="138"/>
                      </a:lnTo>
                      <a:lnTo>
                        <a:pt x="28" y="129"/>
                      </a:lnTo>
                      <a:lnTo>
                        <a:pt x="18" y="119"/>
                      </a:lnTo>
                      <a:lnTo>
                        <a:pt x="14" y="112"/>
                      </a:lnTo>
                      <a:lnTo>
                        <a:pt x="9" y="112"/>
                      </a:lnTo>
                      <a:lnTo>
                        <a:pt x="7" y="113"/>
                      </a:lnTo>
                      <a:lnTo>
                        <a:pt x="4" y="117"/>
                      </a:lnTo>
                      <a:lnTo>
                        <a:pt x="1" y="112"/>
                      </a:lnTo>
                      <a:lnTo>
                        <a:pt x="0" y="109"/>
                      </a:lnTo>
                      <a:lnTo>
                        <a:pt x="1" y="107"/>
                      </a:lnTo>
                      <a:lnTo>
                        <a:pt x="6" y="107"/>
                      </a:lnTo>
                      <a:lnTo>
                        <a:pt x="17" y="103"/>
                      </a:lnTo>
                      <a:lnTo>
                        <a:pt x="31" y="91"/>
                      </a:lnTo>
                      <a:lnTo>
                        <a:pt x="35" y="86"/>
                      </a:lnTo>
                      <a:lnTo>
                        <a:pt x="40" y="77"/>
                      </a:lnTo>
                      <a:lnTo>
                        <a:pt x="55" y="56"/>
                      </a:lnTo>
                      <a:lnTo>
                        <a:pt x="56" y="50"/>
                      </a:lnTo>
                      <a:lnTo>
                        <a:pt x="56" y="33"/>
                      </a:lnTo>
                      <a:lnTo>
                        <a:pt x="57" y="32"/>
                      </a:lnTo>
                      <a:lnTo>
                        <a:pt x="61" y="29"/>
                      </a:lnTo>
                      <a:lnTo>
                        <a:pt x="65" y="22"/>
                      </a:lnTo>
                      <a:lnTo>
                        <a:pt x="70" y="9"/>
                      </a:lnTo>
                      <a:lnTo>
                        <a:pt x="73" y="9"/>
                      </a:lnTo>
                      <a:lnTo>
                        <a:pt x="76" y="7"/>
                      </a:lnTo>
                      <a:lnTo>
                        <a:pt x="83" y="9"/>
                      </a:lnTo>
                      <a:lnTo>
                        <a:pt x="92" y="9"/>
                      </a:lnTo>
                      <a:lnTo>
                        <a:pt x="102" y="11"/>
                      </a:lnTo>
                      <a:lnTo>
                        <a:pt x="109" y="10"/>
                      </a:lnTo>
                      <a:lnTo>
                        <a:pt x="111" y="7"/>
                      </a:lnTo>
                      <a:lnTo>
                        <a:pt x="122" y="5"/>
                      </a:lnTo>
                      <a:lnTo>
                        <a:pt x="131" y="6"/>
                      </a:lnTo>
                      <a:lnTo>
                        <a:pt x="133" y="5"/>
                      </a:lnTo>
                      <a:lnTo>
                        <a:pt x="133" y="1"/>
                      </a:lnTo>
                      <a:lnTo>
                        <a:pt x="135" y="1"/>
                      </a:lnTo>
                      <a:lnTo>
                        <a:pt x="141" y="1"/>
                      </a:lnTo>
                      <a:lnTo>
                        <a:pt x="146" y="0"/>
                      </a:lnTo>
                      <a:lnTo>
                        <a:pt x="152" y="2"/>
                      </a:lnTo>
                      <a:lnTo>
                        <a:pt x="168" y="2"/>
                      </a:lnTo>
                      <a:lnTo>
                        <a:pt x="169" y="4"/>
                      </a:lnTo>
                      <a:lnTo>
                        <a:pt x="174" y="2"/>
                      </a:lnTo>
                      <a:lnTo>
                        <a:pt x="176" y="7"/>
                      </a:lnTo>
                      <a:lnTo>
                        <a:pt x="183" y="9"/>
                      </a:lnTo>
                      <a:lnTo>
                        <a:pt x="194" y="17"/>
                      </a:lnTo>
                      <a:lnTo>
                        <a:pt x="195" y="23"/>
                      </a:lnTo>
                      <a:lnTo>
                        <a:pt x="202" y="31"/>
                      </a:lnTo>
                      <a:lnTo>
                        <a:pt x="206" y="29"/>
                      </a:lnTo>
                      <a:lnTo>
                        <a:pt x="212" y="28"/>
                      </a:lnTo>
                      <a:lnTo>
                        <a:pt x="212" y="32"/>
                      </a:lnTo>
                      <a:lnTo>
                        <a:pt x="216" y="33"/>
                      </a:lnTo>
                      <a:lnTo>
                        <a:pt x="221" y="29"/>
                      </a:lnTo>
                      <a:lnTo>
                        <a:pt x="223" y="29"/>
                      </a:lnTo>
                      <a:lnTo>
                        <a:pt x="233" y="44"/>
                      </a:lnTo>
                      <a:lnTo>
                        <a:pt x="238" y="54"/>
                      </a:lnTo>
                      <a:lnTo>
                        <a:pt x="238" y="58"/>
                      </a:lnTo>
                      <a:lnTo>
                        <a:pt x="242" y="59"/>
                      </a:lnTo>
                      <a:lnTo>
                        <a:pt x="245" y="64"/>
                      </a:lnTo>
                      <a:lnTo>
                        <a:pt x="245" y="66"/>
                      </a:lnTo>
                      <a:lnTo>
                        <a:pt x="248" y="68"/>
                      </a:lnTo>
                      <a:lnTo>
                        <a:pt x="251" y="66"/>
                      </a:lnTo>
                      <a:lnTo>
                        <a:pt x="253" y="66"/>
                      </a:lnTo>
                      <a:lnTo>
                        <a:pt x="255" y="74"/>
                      </a:lnTo>
                      <a:lnTo>
                        <a:pt x="258" y="75"/>
                      </a:lnTo>
                      <a:lnTo>
                        <a:pt x="260" y="79"/>
                      </a:lnTo>
                      <a:lnTo>
                        <a:pt x="256" y="80"/>
                      </a:lnTo>
                      <a:lnTo>
                        <a:pt x="256" y="81"/>
                      </a:lnTo>
                      <a:lnTo>
                        <a:pt x="261" y="82"/>
                      </a:lnTo>
                      <a:lnTo>
                        <a:pt x="264" y="86"/>
                      </a:lnTo>
                      <a:lnTo>
                        <a:pt x="267" y="88"/>
                      </a:lnTo>
                      <a:lnTo>
                        <a:pt x="271" y="88"/>
                      </a:lnTo>
                      <a:lnTo>
                        <a:pt x="277" y="91"/>
                      </a:lnTo>
                      <a:lnTo>
                        <a:pt x="280" y="95"/>
                      </a:lnTo>
                      <a:lnTo>
                        <a:pt x="281" y="99"/>
                      </a:lnTo>
                      <a:lnTo>
                        <a:pt x="283" y="101"/>
                      </a:lnTo>
                      <a:lnTo>
                        <a:pt x="289" y="103"/>
                      </a:lnTo>
                      <a:lnTo>
                        <a:pt x="296" y="109"/>
                      </a:lnTo>
                      <a:lnTo>
                        <a:pt x="298" y="112"/>
                      </a:lnTo>
                      <a:lnTo>
                        <a:pt x="299" y="115"/>
                      </a:lnTo>
                      <a:lnTo>
                        <a:pt x="297" y="123"/>
                      </a:lnTo>
                      <a:lnTo>
                        <a:pt x="297" y="129"/>
                      </a:lnTo>
                      <a:lnTo>
                        <a:pt x="299" y="129"/>
                      </a:lnTo>
                      <a:lnTo>
                        <a:pt x="301" y="133"/>
                      </a:lnTo>
                      <a:lnTo>
                        <a:pt x="302" y="133"/>
                      </a:lnTo>
                      <a:lnTo>
                        <a:pt x="305" y="136"/>
                      </a:lnTo>
                      <a:lnTo>
                        <a:pt x="307" y="144"/>
                      </a:lnTo>
                      <a:lnTo>
                        <a:pt x="307" y="150"/>
                      </a:lnTo>
                      <a:lnTo>
                        <a:pt x="309" y="156"/>
                      </a:lnTo>
                      <a:lnTo>
                        <a:pt x="310" y="160"/>
                      </a:lnTo>
                      <a:lnTo>
                        <a:pt x="305" y="167"/>
                      </a:lnTo>
                      <a:lnTo>
                        <a:pt x="305" y="169"/>
                      </a:lnTo>
                      <a:lnTo>
                        <a:pt x="313" y="181"/>
                      </a:lnTo>
                      <a:lnTo>
                        <a:pt x="315" y="187"/>
                      </a:lnTo>
                      <a:lnTo>
                        <a:pt x="316" y="188"/>
                      </a:lnTo>
                      <a:lnTo>
                        <a:pt x="320" y="188"/>
                      </a:lnTo>
                      <a:lnTo>
                        <a:pt x="323" y="185"/>
                      </a:lnTo>
                      <a:lnTo>
                        <a:pt x="328" y="185"/>
                      </a:lnTo>
                      <a:lnTo>
                        <a:pt x="328" y="189"/>
                      </a:lnTo>
                      <a:lnTo>
                        <a:pt x="331" y="193"/>
                      </a:lnTo>
                      <a:lnTo>
                        <a:pt x="332" y="197"/>
                      </a:lnTo>
                      <a:lnTo>
                        <a:pt x="335" y="199"/>
                      </a:lnTo>
                      <a:lnTo>
                        <a:pt x="337" y="204"/>
                      </a:lnTo>
                      <a:lnTo>
                        <a:pt x="341" y="209"/>
                      </a:lnTo>
                      <a:lnTo>
                        <a:pt x="342" y="212"/>
                      </a:lnTo>
                      <a:lnTo>
                        <a:pt x="341" y="212"/>
                      </a:lnTo>
                      <a:lnTo>
                        <a:pt x="340" y="214"/>
                      </a:lnTo>
                      <a:lnTo>
                        <a:pt x="342" y="217"/>
                      </a:lnTo>
                      <a:lnTo>
                        <a:pt x="342" y="221"/>
                      </a:lnTo>
                      <a:lnTo>
                        <a:pt x="339" y="225"/>
                      </a:lnTo>
                      <a:lnTo>
                        <a:pt x="340" y="232"/>
                      </a:lnTo>
                      <a:lnTo>
                        <a:pt x="344" y="236"/>
                      </a:lnTo>
                      <a:lnTo>
                        <a:pt x="344" y="238"/>
                      </a:lnTo>
                      <a:lnTo>
                        <a:pt x="341" y="239"/>
                      </a:lnTo>
                      <a:lnTo>
                        <a:pt x="331" y="239"/>
                      </a:lnTo>
                      <a:lnTo>
                        <a:pt x="325" y="242"/>
                      </a:lnTo>
                      <a:lnTo>
                        <a:pt x="321" y="242"/>
                      </a:lnTo>
                      <a:lnTo>
                        <a:pt x="310" y="241"/>
                      </a:lnTo>
                      <a:lnTo>
                        <a:pt x="308" y="242"/>
                      </a:lnTo>
                      <a:lnTo>
                        <a:pt x="301" y="242"/>
                      </a:lnTo>
                      <a:lnTo>
                        <a:pt x="293" y="244"/>
                      </a:lnTo>
                      <a:lnTo>
                        <a:pt x="287" y="244"/>
                      </a:lnTo>
                      <a:lnTo>
                        <a:pt x="282" y="242"/>
                      </a:lnTo>
                      <a:lnTo>
                        <a:pt x="278" y="242"/>
                      </a:lnTo>
                      <a:lnTo>
                        <a:pt x="271" y="239"/>
                      </a:lnTo>
                      <a:lnTo>
                        <a:pt x="264" y="239"/>
                      </a:lnTo>
                      <a:lnTo>
                        <a:pt x="258" y="233"/>
                      </a:lnTo>
                      <a:lnTo>
                        <a:pt x="255" y="235"/>
                      </a:lnTo>
                      <a:lnTo>
                        <a:pt x="255" y="238"/>
                      </a:lnTo>
                      <a:lnTo>
                        <a:pt x="248" y="237"/>
                      </a:lnTo>
                      <a:lnTo>
                        <a:pt x="248" y="231"/>
                      </a:lnTo>
                      <a:lnTo>
                        <a:pt x="245" y="228"/>
                      </a:lnTo>
                      <a:lnTo>
                        <a:pt x="237" y="227"/>
                      </a:lnTo>
                      <a:lnTo>
                        <a:pt x="231" y="228"/>
                      </a:lnTo>
                      <a:lnTo>
                        <a:pt x="226" y="225"/>
                      </a:lnTo>
                      <a:lnTo>
                        <a:pt x="212" y="224"/>
                      </a:lnTo>
                      <a:lnTo>
                        <a:pt x="162" y="224"/>
                      </a:lnTo>
                      <a:lnTo>
                        <a:pt x="159" y="225"/>
                      </a:lnTo>
                      <a:lnTo>
                        <a:pt x="135" y="225"/>
                      </a:lnTo>
                      <a:lnTo>
                        <a:pt x="122" y="231"/>
                      </a:lnTo>
                      <a:lnTo>
                        <a:pt x="111" y="236"/>
                      </a:lnTo>
                      <a:lnTo>
                        <a:pt x="102" y="238"/>
                      </a:lnTo>
                      <a:lnTo>
                        <a:pt x="72" y="237"/>
                      </a:lnTo>
                      <a:lnTo>
                        <a:pt x="68" y="239"/>
                      </a:lnTo>
                      <a:lnTo>
                        <a:pt x="57" y="244"/>
                      </a:lnTo>
                      <a:lnTo>
                        <a:pt x="50" y="244"/>
                      </a:lnTo>
                      <a:lnTo>
                        <a:pt x="46" y="243"/>
                      </a:lnTo>
                      <a:lnTo>
                        <a:pt x="45" y="241"/>
                      </a:lnTo>
                      <a:lnTo>
                        <a:pt x="43" y="242"/>
                      </a:lnTo>
                      <a:lnTo>
                        <a:pt x="44" y="241"/>
                      </a:lnTo>
                      <a:lnTo>
                        <a:pt x="41" y="239"/>
                      </a:lnTo>
                      <a:lnTo>
                        <a:pt x="43" y="205"/>
                      </a:lnTo>
                      <a:lnTo>
                        <a:pt x="47" y="199"/>
                      </a:lnTo>
                      <a:lnTo>
                        <a:pt x="86" y="195"/>
                      </a:lnTo>
                      <a:lnTo>
                        <a:pt x="94" y="195"/>
                      </a:lnTo>
                      <a:lnTo>
                        <a:pt x="95" y="195"/>
                      </a:lnTo>
                      <a:lnTo>
                        <a:pt x="98" y="188"/>
                      </a:lnTo>
                      <a:lnTo>
                        <a:pt x="103" y="187"/>
                      </a:lnTo>
                      <a:lnTo>
                        <a:pt x="106" y="188"/>
                      </a:lnTo>
                      <a:lnTo>
                        <a:pt x="119" y="187"/>
                      </a:lnTo>
                      <a:lnTo>
                        <a:pt x="127" y="183"/>
                      </a:lnTo>
                      <a:lnTo>
                        <a:pt x="131" y="178"/>
                      </a:lnTo>
                      <a:lnTo>
                        <a:pt x="133" y="177"/>
                      </a:lnTo>
                      <a:lnTo>
                        <a:pt x="140" y="178"/>
                      </a:lnTo>
                      <a:lnTo>
                        <a:pt x="143" y="182"/>
                      </a:lnTo>
                      <a:lnTo>
                        <a:pt x="151" y="184"/>
                      </a:lnTo>
                      <a:lnTo>
                        <a:pt x="159" y="189"/>
                      </a:lnTo>
                      <a:lnTo>
                        <a:pt x="167" y="190"/>
                      </a:lnTo>
                      <a:lnTo>
                        <a:pt x="175" y="194"/>
                      </a:lnTo>
                      <a:lnTo>
                        <a:pt x="183" y="194"/>
                      </a:lnTo>
                      <a:lnTo>
                        <a:pt x="185" y="195"/>
                      </a:lnTo>
                      <a:lnTo>
                        <a:pt x="191" y="192"/>
                      </a:lnTo>
                      <a:lnTo>
                        <a:pt x="203" y="189"/>
                      </a:lnTo>
                      <a:lnTo>
                        <a:pt x="207" y="185"/>
                      </a:lnTo>
                      <a:lnTo>
                        <a:pt x="207" y="182"/>
                      </a:lnTo>
                      <a:lnTo>
                        <a:pt x="207" y="177"/>
                      </a:lnTo>
                      <a:lnTo>
                        <a:pt x="206" y="177"/>
                      </a:lnTo>
                      <a:lnTo>
                        <a:pt x="203" y="177"/>
                      </a:lnTo>
                      <a:lnTo>
                        <a:pt x="200" y="176"/>
                      </a:lnTo>
                      <a:lnTo>
                        <a:pt x="195" y="176"/>
                      </a:lnTo>
                      <a:lnTo>
                        <a:pt x="191" y="177"/>
                      </a:lnTo>
                      <a:lnTo>
                        <a:pt x="180" y="182"/>
                      </a:lnTo>
                      <a:lnTo>
                        <a:pt x="175" y="181"/>
                      </a:lnTo>
                      <a:lnTo>
                        <a:pt x="169" y="178"/>
                      </a:lnTo>
                      <a:lnTo>
                        <a:pt x="165" y="172"/>
                      </a:lnTo>
                      <a:lnTo>
                        <a:pt x="164" y="171"/>
                      </a:lnTo>
                      <a:lnTo>
                        <a:pt x="152" y="171"/>
                      </a:lnTo>
                      <a:lnTo>
                        <a:pt x="146" y="163"/>
                      </a:lnTo>
                      <a:lnTo>
                        <a:pt x="140" y="162"/>
                      </a:lnTo>
                      <a:lnTo>
                        <a:pt x="137" y="161"/>
                      </a:lnTo>
                      <a:lnTo>
                        <a:pt x="131" y="162"/>
                      </a:lnTo>
                      <a:lnTo>
                        <a:pt x="126" y="165"/>
                      </a:lnTo>
                      <a:lnTo>
                        <a:pt x="120" y="163"/>
                      </a:lnTo>
                      <a:lnTo>
                        <a:pt x="115" y="168"/>
                      </a:lnTo>
                      <a:lnTo>
                        <a:pt x="111" y="174"/>
                      </a:lnTo>
                      <a:lnTo>
                        <a:pt x="55" y="174"/>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63" name="Google Shape;2463;p5">
                  <a:extLst>
                    <a:ext uri="{FF2B5EF4-FFF2-40B4-BE49-F238E27FC236}">
                      <a16:creationId xmlns:a16="http://schemas.microsoft.com/office/drawing/2014/main" id="{86F89F7D-CBF3-1C4C-6CE4-502451CF427D}"/>
                    </a:ext>
                  </a:extLst>
                </p:cNvPr>
                <p:cNvSpPr/>
                <p:nvPr/>
              </p:nvSpPr>
              <p:spPr>
                <a:xfrm>
                  <a:off x="5276055" y="3708747"/>
                  <a:ext cx="190500" cy="187325"/>
                </a:xfrm>
                <a:custGeom>
                  <a:avLst/>
                  <a:gdLst/>
                  <a:ahLst/>
                  <a:cxnLst/>
                  <a:rect l="l" t="t" r="r" b="b"/>
                  <a:pathLst>
                    <a:path w="596" h="591" extrusionOk="0">
                      <a:moveTo>
                        <a:pt x="442" y="112"/>
                      </a:moveTo>
                      <a:lnTo>
                        <a:pt x="445" y="117"/>
                      </a:lnTo>
                      <a:lnTo>
                        <a:pt x="445" y="125"/>
                      </a:lnTo>
                      <a:lnTo>
                        <a:pt x="450" y="144"/>
                      </a:lnTo>
                      <a:lnTo>
                        <a:pt x="453" y="155"/>
                      </a:lnTo>
                      <a:lnTo>
                        <a:pt x="531" y="201"/>
                      </a:lnTo>
                      <a:lnTo>
                        <a:pt x="528" y="207"/>
                      </a:lnTo>
                      <a:lnTo>
                        <a:pt x="521" y="238"/>
                      </a:lnTo>
                      <a:lnTo>
                        <a:pt x="517" y="244"/>
                      </a:lnTo>
                      <a:lnTo>
                        <a:pt x="514" y="256"/>
                      </a:lnTo>
                      <a:lnTo>
                        <a:pt x="504" y="281"/>
                      </a:lnTo>
                      <a:lnTo>
                        <a:pt x="505" y="292"/>
                      </a:lnTo>
                      <a:lnTo>
                        <a:pt x="507" y="298"/>
                      </a:lnTo>
                      <a:lnTo>
                        <a:pt x="523" y="309"/>
                      </a:lnTo>
                      <a:lnTo>
                        <a:pt x="530" y="317"/>
                      </a:lnTo>
                      <a:lnTo>
                        <a:pt x="538" y="325"/>
                      </a:lnTo>
                      <a:lnTo>
                        <a:pt x="544" y="336"/>
                      </a:lnTo>
                      <a:lnTo>
                        <a:pt x="544" y="341"/>
                      </a:lnTo>
                      <a:lnTo>
                        <a:pt x="542" y="342"/>
                      </a:lnTo>
                      <a:lnTo>
                        <a:pt x="537" y="349"/>
                      </a:lnTo>
                      <a:lnTo>
                        <a:pt x="536" y="362"/>
                      </a:lnTo>
                      <a:lnTo>
                        <a:pt x="533" y="368"/>
                      </a:lnTo>
                      <a:lnTo>
                        <a:pt x="537" y="374"/>
                      </a:lnTo>
                      <a:lnTo>
                        <a:pt x="536" y="380"/>
                      </a:lnTo>
                      <a:lnTo>
                        <a:pt x="538" y="385"/>
                      </a:lnTo>
                      <a:lnTo>
                        <a:pt x="537" y="395"/>
                      </a:lnTo>
                      <a:lnTo>
                        <a:pt x="531" y="395"/>
                      </a:lnTo>
                      <a:lnTo>
                        <a:pt x="528" y="402"/>
                      </a:lnTo>
                      <a:lnTo>
                        <a:pt x="531" y="412"/>
                      </a:lnTo>
                      <a:lnTo>
                        <a:pt x="537" y="425"/>
                      </a:lnTo>
                      <a:lnTo>
                        <a:pt x="542" y="429"/>
                      </a:lnTo>
                      <a:lnTo>
                        <a:pt x="542" y="432"/>
                      </a:lnTo>
                      <a:lnTo>
                        <a:pt x="538" y="435"/>
                      </a:lnTo>
                      <a:lnTo>
                        <a:pt x="550" y="455"/>
                      </a:lnTo>
                      <a:lnTo>
                        <a:pt x="552" y="460"/>
                      </a:lnTo>
                      <a:lnTo>
                        <a:pt x="550" y="467"/>
                      </a:lnTo>
                      <a:lnTo>
                        <a:pt x="555" y="472"/>
                      </a:lnTo>
                      <a:lnTo>
                        <a:pt x="558" y="478"/>
                      </a:lnTo>
                      <a:lnTo>
                        <a:pt x="558" y="484"/>
                      </a:lnTo>
                      <a:lnTo>
                        <a:pt x="561" y="488"/>
                      </a:lnTo>
                      <a:lnTo>
                        <a:pt x="561" y="497"/>
                      </a:lnTo>
                      <a:lnTo>
                        <a:pt x="573" y="503"/>
                      </a:lnTo>
                      <a:lnTo>
                        <a:pt x="577" y="513"/>
                      </a:lnTo>
                      <a:lnTo>
                        <a:pt x="587" y="514"/>
                      </a:lnTo>
                      <a:lnTo>
                        <a:pt x="592" y="518"/>
                      </a:lnTo>
                      <a:lnTo>
                        <a:pt x="595" y="519"/>
                      </a:lnTo>
                      <a:lnTo>
                        <a:pt x="596" y="525"/>
                      </a:lnTo>
                      <a:lnTo>
                        <a:pt x="593" y="526"/>
                      </a:lnTo>
                      <a:lnTo>
                        <a:pt x="579" y="536"/>
                      </a:lnTo>
                      <a:lnTo>
                        <a:pt x="564" y="550"/>
                      </a:lnTo>
                      <a:lnTo>
                        <a:pt x="560" y="552"/>
                      </a:lnTo>
                      <a:lnTo>
                        <a:pt x="541" y="557"/>
                      </a:lnTo>
                      <a:lnTo>
                        <a:pt x="507" y="569"/>
                      </a:lnTo>
                      <a:lnTo>
                        <a:pt x="499" y="570"/>
                      </a:lnTo>
                      <a:lnTo>
                        <a:pt x="489" y="570"/>
                      </a:lnTo>
                      <a:lnTo>
                        <a:pt x="476" y="564"/>
                      </a:lnTo>
                      <a:lnTo>
                        <a:pt x="467" y="567"/>
                      </a:lnTo>
                      <a:lnTo>
                        <a:pt x="453" y="568"/>
                      </a:lnTo>
                      <a:lnTo>
                        <a:pt x="440" y="581"/>
                      </a:lnTo>
                      <a:lnTo>
                        <a:pt x="436" y="583"/>
                      </a:lnTo>
                      <a:lnTo>
                        <a:pt x="429" y="583"/>
                      </a:lnTo>
                      <a:lnTo>
                        <a:pt x="398" y="581"/>
                      </a:lnTo>
                      <a:lnTo>
                        <a:pt x="387" y="589"/>
                      </a:lnTo>
                      <a:lnTo>
                        <a:pt x="378" y="589"/>
                      </a:lnTo>
                      <a:lnTo>
                        <a:pt x="371" y="591"/>
                      </a:lnTo>
                      <a:lnTo>
                        <a:pt x="366" y="590"/>
                      </a:lnTo>
                      <a:lnTo>
                        <a:pt x="361" y="588"/>
                      </a:lnTo>
                      <a:lnTo>
                        <a:pt x="355" y="580"/>
                      </a:lnTo>
                      <a:lnTo>
                        <a:pt x="348" y="578"/>
                      </a:lnTo>
                      <a:lnTo>
                        <a:pt x="340" y="578"/>
                      </a:lnTo>
                      <a:lnTo>
                        <a:pt x="334" y="583"/>
                      </a:lnTo>
                      <a:lnTo>
                        <a:pt x="331" y="584"/>
                      </a:lnTo>
                      <a:lnTo>
                        <a:pt x="290" y="583"/>
                      </a:lnTo>
                      <a:lnTo>
                        <a:pt x="290" y="579"/>
                      </a:lnTo>
                      <a:lnTo>
                        <a:pt x="285" y="570"/>
                      </a:lnTo>
                      <a:lnTo>
                        <a:pt x="280" y="567"/>
                      </a:lnTo>
                      <a:lnTo>
                        <a:pt x="275" y="559"/>
                      </a:lnTo>
                      <a:lnTo>
                        <a:pt x="274" y="557"/>
                      </a:lnTo>
                      <a:lnTo>
                        <a:pt x="275" y="538"/>
                      </a:lnTo>
                      <a:lnTo>
                        <a:pt x="270" y="531"/>
                      </a:lnTo>
                      <a:lnTo>
                        <a:pt x="269" y="513"/>
                      </a:lnTo>
                      <a:lnTo>
                        <a:pt x="264" y="494"/>
                      </a:lnTo>
                      <a:lnTo>
                        <a:pt x="261" y="487"/>
                      </a:lnTo>
                      <a:lnTo>
                        <a:pt x="249" y="476"/>
                      </a:lnTo>
                      <a:lnTo>
                        <a:pt x="237" y="472"/>
                      </a:lnTo>
                      <a:lnTo>
                        <a:pt x="232" y="480"/>
                      </a:lnTo>
                      <a:lnTo>
                        <a:pt x="230" y="476"/>
                      </a:lnTo>
                      <a:lnTo>
                        <a:pt x="229" y="473"/>
                      </a:lnTo>
                      <a:lnTo>
                        <a:pt x="226" y="472"/>
                      </a:lnTo>
                      <a:lnTo>
                        <a:pt x="221" y="472"/>
                      </a:lnTo>
                      <a:lnTo>
                        <a:pt x="210" y="476"/>
                      </a:lnTo>
                      <a:lnTo>
                        <a:pt x="208" y="475"/>
                      </a:lnTo>
                      <a:lnTo>
                        <a:pt x="203" y="468"/>
                      </a:lnTo>
                      <a:lnTo>
                        <a:pt x="193" y="470"/>
                      </a:lnTo>
                      <a:lnTo>
                        <a:pt x="182" y="462"/>
                      </a:lnTo>
                      <a:lnTo>
                        <a:pt x="178" y="459"/>
                      </a:lnTo>
                      <a:lnTo>
                        <a:pt x="176" y="456"/>
                      </a:lnTo>
                      <a:lnTo>
                        <a:pt x="165" y="456"/>
                      </a:lnTo>
                      <a:lnTo>
                        <a:pt x="154" y="452"/>
                      </a:lnTo>
                      <a:lnTo>
                        <a:pt x="125" y="440"/>
                      </a:lnTo>
                      <a:lnTo>
                        <a:pt x="117" y="438"/>
                      </a:lnTo>
                      <a:lnTo>
                        <a:pt x="109" y="434"/>
                      </a:lnTo>
                      <a:lnTo>
                        <a:pt x="105" y="427"/>
                      </a:lnTo>
                      <a:lnTo>
                        <a:pt x="95" y="418"/>
                      </a:lnTo>
                      <a:lnTo>
                        <a:pt x="87" y="416"/>
                      </a:lnTo>
                      <a:lnTo>
                        <a:pt x="81" y="417"/>
                      </a:lnTo>
                      <a:lnTo>
                        <a:pt x="70" y="398"/>
                      </a:lnTo>
                      <a:lnTo>
                        <a:pt x="65" y="386"/>
                      </a:lnTo>
                      <a:lnTo>
                        <a:pt x="58" y="374"/>
                      </a:lnTo>
                      <a:lnTo>
                        <a:pt x="49" y="352"/>
                      </a:lnTo>
                      <a:lnTo>
                        <a:pt x="50" y="338"/>
                      </a:lnTo>
                      <a:lnTo>
                        <a:pt x="49" y="328"/>
                      </a:lnTo>
                      <a:lnTo>
                        <a:pt x="31" y="310"/>
                      </a:lnTo>
                      <a:lnTo>
                        <a:pt x="9" y="298"/>
                      </a:lnTo>
                      <a:lnTo>
                        <a:pt x="6" y="284"/>
                      </a:lnTo>
                      <a:lnTo>
                        <a:pt x="11" y="278"/>
                      </a:lnTo>
                      <a:lnTo>
                        <a:pt x="15" y="272"/>
                      </a:lnTo>
                      <a:lnTo>
                        <a:pt x="11" y="258"/>
                      </a:lnTo>
                      <a:lnTo>
                        <a:pt x="9" y="246"/>
                      </a:lnTo>
                      <a:lnTo>
                        <a:pt x="9" y="231"/>
                      </a:lnTo>
                      <a:lnTo>
                        <a:pt x="5" y="225"/>
                      </a:lnTo>
                      <a:lnTo>
                        <a:pt x="1" y="222"/>
                      </a:lnTo>
                      <a:lnTo>
                        <a:pt x="0" y="206"/>
                      </a:lnTo>
                      <a:lnTo>
                        <a:pt x="0" y="187"/>
                      </a:lnTo>
                      <a:lnTo>
                        <a:pt x="3" y="186"/>
                      </a:lnTo>
                      <a:lnTo>
                        <a:pt x="14" y="183"/>
                      </a:lnTo>
                      <a:lnTo>
                        <a:pt x="28" y="179"/>
                      </a:lnTo>
                      <a:lnTo>
                        <a:pt x="39" y="159"/>
                      </a:lnTo>
                      <a:lnTo>
                        <a:pt x="44" y="153"/>
                      </a:lnTo>
                      <a:lnTo>
                        <a:pt x="50" y="139"/>
                      </a:lnTo>
                      <a:lnTo>
                        <a:pt x="60" y="127"/>
                      </a:lnTo>
                      <a:lnTo>
                        <a:pt x="64" y="121"/>
                      </a:lnTo>
                      <a:lnTo>
                        <a:pt x="64" y="113"/>
                      </a:lnTo>
                      <a:lnTo>
                        <a:pt x="62" y="107"/>
                      </a:lnTo>
                      <a:lnTo>
                        <a:pt x="58" y="104"/>
                      </a:lnTo>
                      <a:lnTo>
                        <a:pt x="52" y="102"/>
                      </a:lnTo>
                      <a:lnTo>
                        <a:pt x="48" y="99"/>
                      </a:lnTo>
                      <a:lnTo>
                        <a:pt x="48" y="95"/>
                      </a:lnTo>
                      <a:lnTo>
                        <a:pt x="48" y="89"/>
                      </a:lnTo>
                      <a:lnTo>
                        <a:pt x="49" y="83"/>
                      </a:lnTo>
                      <a:lnTo>
                        <a:pt x="54" y="78"/>
                      </a:lnTo>
                      <a:lnTo>
                        <a:pt x="65" y="63"/>
                      </a:lnTo>
                      <a:lnTo>
                        <a:pt x="68" y="53"/>
                      </a:lnTo>
                      <a:lnTo>
                        <a:pt x="66" y="46"/>
                      </a:lnTo>
                      <a:lnTo>
                        <a:pt x="62" y="31"/>
                      </a:lnTo>
                      <a:lnTo>
                        <a:pt x="49" y="10"/>
                      </a:lnTo>
                      <a:lnTo>
                        <a:pt x="44" y="3"/>
                      </a:lnTo>
                      <a:lnTo>
                        <a:pt x="66" y="5"/>
                      </a:lnTo>
                      <a:lnTo>
                        <a:pt x="73" y="2"/>
                      </a:lnTo>
                      <a:lnTo>
                        <a:pt x="73" y="0"/>
                      </a:lnTo>
                      <a:lnTo>
                        <a:pt x="118" y="0"/>
                      </a:lnTo>
                      <a:lnTo>
                        <a:pt x="119" y="7"/>
                      </a:lnTo>
                      <a:lnTo>
                        <a:pt x="118" y="26"/>
                      </a:lnTo>
                      <a:lnTo>
                        <a:pt x="114" y="40"/>
                      </a:lnTo>
                      <a:lnTo>
                        <a:pt x="113" y="61"/>
                      </a:lnTo>
                      <a:lnTo>
                        <a:pt x="118" y="83"/>
                      </a:lnTo>
                      <a:lnTo>
                        <a:pt x="117" y="90"/>
                      </a:lnTo>
                      <a:lnTo>
                        <a:pt x="122" y="99"/>
                      </a:lnTo>
                      <a:lnTo>
                        <a:pt x="129" y="95"/>
                      </a:lnTo>
                      <a:lnTo>
                        <a:pt x="133" y="88"/>
                      </a:lnTo>
                      <a:lnTo>
                        <a:pt x="139" y="86"/>
                      </a:lnTo>
                      <a:lnTo>
                        <a:pt x="138" y="78"/>
                      </a:lnTo>
                      <a:lnTo>
                        <a:pt x="143" y="72"/>
                      </a:lnTo>
                      <a:lnTo>
                        <a:pt x="148" y="75"/>
                      </a:lnTo>
                      <a:lnTo>
                        <a:pt x="157" y="85"/>
                      </a:lnTo>
                      <a:lnTo>
                        <a:pt x="163" y="90"/>
                      </a:lnTo>
                      <a:lnTo>
                        <a:pt x="170" y="86"/>
                      </a:lnTo>
                      <a:lnTo>
                        <a:pt x="173" y="86"/>
                      </a:lnTo>
                      <a:lnTo>
                        <a:pt x="176" y="107"/>
                      </a:lnTo>
                      <a:lnTo>
                        <a:pt x="183" y="101"/>
                      </a:lnTo>
                      <a:lnTo>
                        <a:pt x="182" y="94"/>
                      </a:lnTo>
                      <a:lnTo>
                        <a:pt x="186" y="84"/>
                      </a:lnTo>
                      <a:lnTo>
                        <a:pt x="189" y="83"/>
                      </a:lnTo>
                      <a:lnTo>
                        <a:pt x="200" y="83"/>
                      </a:lnTo>
                      <a:lnTo>
                        <a:pt x="205" y="83"/>
                      </a:lnTo>
                      <a:lnTo>
                        <a:pt x="214" y="79"/>
                      </a:lnTo>
                      <a:lnTo>
                        <a:pt x="225" y="72"/>
                      </a:lnTo>
                      <a:lnTo>
                        <a:pt x="226" y="69"/>
                      </a:lnTo>
                      <a:lnTo>
                        <a:pt x="224" y="64"/>
                      </a:lnTo>
                      <a:lnTo>
                        <a:pt x="209" y="66"/>
                      </a:lnTo>
                      <a:lnTo>
                        <a:pt x="200" y="62"/>
                      </a:lnTo>
                      <a:lnTo>
                        <a:pt x="202" y="58"/>
                      </a:lnTo>
                      <a:lnTo>
                        <a:pt x="211" y="52"/>
                      </a:lnTo>
                      <a:lnTo>
                        <a:pt x="209" y="48"/>
                      </a:lnTo>
                      <a:lnTo>
                        <a:pt x="211" y="46"/>
                      </a:lnTo>
                      <a:lnTo>
                        <a:pt x="219" y="46"/>
                      </a:lnTo>
                      <a:lnTo>
                        <a:pt x="220" y="42"/>
                      </a:lnTo>
                      <a:lnTo>
                        <a:pt x="225" y="35"/>
                      </a:lnTo>
                      <a:lnTo>
                        <a:pt x="226" y="30"/>
                      </a:lnTo>
                      <a:lnTo>
                        <a:pt x="231" y="29"/>
                      </a:lnTo>
                      <a:lnTo>
                        <a:pt x="234" y="20"/>
                      </a:lnTo>
                      <a:lnTo>
                        <a:pt x="238" y="21"/>
                      </a:lnTo>
                      <a:lnTo>
                        <a:pt x="240" y="18"/>
                      </a:lnTo>
                      <a:lnTo>
                        <a:pt x="236" y="12"/>
                      </a:lnTo>
                      <a:lnTo>
                        <a:pt x="240" y="5"/>
                      </a:lnTo>
                      <a:lnTo>
                        <a:pt x="251" y="0"/>
                      </a:lnTo>
                      <a:lnTo>
                        <a:pt x="442" y="11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64" name="Google Shape;2464;p5">
                  <a:extLst>
                    <a:ext uri="{FF2B5EF4-FFF2-40B4-BE49-F238E27FC236}">
                      <a16:creationId xmlns:a16="http://schemas.microsoft.com/office/drawing/2014/main" id="{643315A6-7D25-7F3D-4E93-3C973ABD5CFF}"/>
                    </a:ext>
                  </a:extLst>
                </p:cNvPr>
                <p:cNvSpPr/>
                <p:nvPr/>
              </p:nvSpPr>
              <p:spPr>
                <a:xfrm>
                  <a:off x="4528343" y="3518247"/>
                  <a:ext cx="52388" cy="52388"/>
                </a:xfrm>
                <a:custGeom>
                  <a:avLst/>
                  <a:gdLst/>
                  <a:ahLst/>
                  <a:cxnLst/>
                  <a:rect l="l" t="t" r="r" b="b"/>
                  <a:pathLst>
                    <a:path w="167" h="166" extrusionOk="0">
                      <a:moveTo>
                        <a:pt x="2" y="49"/>
                      </a:moveTo>
                      <a:lnTo>
                        <a:pt x="8" y="51"/>
                      </a:lnTo>
                      <a:lnTo>
                        <a:pt x="14" y="51"/>
                      </a:lnTo>
                      <a:lnTo>
                        <a:pt x="17" y="50"/>
                      </a:lnTo>
                      <a:lnTo>
                        <a:pt x="19" y="49"/>
                      </a:lnTo>
                      <a:lnTo>
                        <a:pt x="23" y="39"/>
                      </a:lnTo>
                      <a:lnTo>
                        <a:pt x="28" y="39"/>
                      </a:lnTo>
                      <a:lnTo>
                        <a:pt x="32" y="37"/>
                      </a:lnTo>
                      <a:lnTo>
                        <a:pt x="32" y="32"/>
                      </a:lnTo>
                      <a:lnTo>
                        <a:pt x="37" y="31"/>
                      </a:lnTo>
                      <a:lnTo>
                        <a:pt x="43" y="23"/>
                      </a:lnTo>
                      <a:lnTo>
                        <a:pt x="46" y="16"/>
                      </a:lnTo>
                      <a:lnTo>
                        <a:pt x="45" y="7"/>
                      </a:lnTo>
                      <a:lnTo>
                        <a:pt x="49" y="6"/>
                      </a:lnTo>
                      <a:lnTo>
                        <a:pt x="57" y="5"/>
                      </a:lnTo>
                      <a:lnTo>
                        <a:pt x="61" y="7"/>
                      </a:lnTo>
                      <a:lnTo>
                        <a:pt x="65" y="7"/>
                      </a:lnTo>
                      <a:lnTo>
                        <a:pt x="70" y="5"/>
                      </a:lnTo>
                      <a:lnTo>
                        <a:pt x="76" y="5"/>
                      </a:lnTo>
                      <a:lnTo>
                        <a:pt x="76" y="0"/>
                      </a:lnTo>
                      <a:lnTo>
                        <a:pt x="102" y="0"/>
                      </a:lnTo>
                      <a:lnTo>
                        <a:pt x="115" y="1"/>
                      </a:lnTo>
                      <a:lnTo>
                        <a:pt x="119" y="8"/>
                      </a:lnTo>
                      <a:lnTo>
                        <a:pt x="125" y="12"/>
                      </a:lnTo>
                      <a:lnTo>
                        <a:pt x="129" y="17"/>
                      </a:lnTo>
                      <a:lnTo>
                        <a:pt x="134" y="21"/>
                      </a:lnTo>
                      <a:lnTo>
                        <a:pt x="134" y="23"/>
                      </a:lnTo>
                      <a:lnTo>
                        <a:pt x="136" y="27"/>
                      </a:lnTo>
                      <a:lnTo>
                        <a:pt x="135" y="29"/>
                      </a:lnTo>
                      <a:lnTo>
                        <a:pt x="135" y="32"/>
                      </a:lnTo>
                      <a:lnTo>
                        <a:pt x="142" y="34"/>
                      </a:lnTo>
                      <a:lnTo>
                        <a:pt x="145" y="35"/>
                      </a:lnTo>
                      <a:lnTo>
                        <a:pt x="145" y="38"/>
                      </a:lnTo>
                      <a:lnTo>
                        <a:pt x="143" y="40"/>
                      </a:lnTo>
                      <a:lnTo>
                        <a:pt x="145" y="45"/>
                      </a:lnTo>
                      <a:lnTo>
                        <a:pt x="143" y="45"/>
                      </a:lnTo>
                      <a:lnTo>
                        <a:pt x="145" y="50"/>
                      </a:lnTo>
                      <a:lnTo>
                        <a:pt x="146" y="53"/>
                      </a:lnTo>
                      <a:lnTo>
                        <a:pt x="151" y="56"/>
                      </a:lnTo>
                      <a:lnTo>
                        <a:pt x="152" y="60"/>
                      </a:lnTo>
                      <a:lnTo>
                        <a:pt x="155" y="70"/>
                      </a:lnTo>
                      <a:lnTo>
                        <a:pt x="153" y="71"/>
                      </a:lnTo>
                      <a:lnTo>
                        <a:pt x="148" y="74"/>
                      </a:lnTo>
                      <a:lnTo>
                        <a:pt x="146" y="85"/>
                      </a:lnTo>
                      <a:lnTo>
                        <a:pt x="143" y="90"/>
                      </a:lnTo>
                      <a:lnTo>
                        <a:pt x="143" y="92"/>
                      </a:lnTo>
                      <a:lnTo>
                        <a:pt x="156" y="87"/>
                      </a:lnTo>
                      <a:lnTo>
                        <a:pt x="162" y="82"/>
                      </a:lnTo>
                      <a:lnTo>
                        <a:pt x="163" y="82"/>
                      </a:lnTo>
                      <a:lnTo>
                        <a:pt x="164" y="85"/>
                      </a:lnTo>
                      <a:lnTo>
                        <a:pt x="164" y="88"/>
                      </a:lnTo>
                      <a:lnTo>
                        <a:pt x="163" y="93"/>
                      </a:lnTo>
                      <a:lnTo>
                        <a:pt x="167" y="97"/>
                      </a:lnTo>
                      <a:lnTo>
                        <a:pt x="167" y="98"/>
                      </a:lnTo>
                      <a:lnTo>
                        <a:pt x="157" y="99"/>
                      </a:lnTo>
                      <a:lnTo>
                        <a:pt x="152" y="105"/>
                      </a:lnTo>
                      <a:lnTo>
                        <a:pt x="150" y="107"/>
                      </a:lnTo>
                      <a:lnTo>
                        <a:pt x="150" y="123"/>
                      </a:lnTo>
                      <a:lnTo>
                        <a:pt x="146" y="124"/>
                      </a:lnTo>
                      <a:lnTo>
                        <a:pt x="143" y="129"/>
                      </a:lnTo>
                      <a:lnTo>
                        <a:pt x="140" y="129"/>
                      </a:lnTo>
                      <a:lnTo>
                        <a:pt x="136" y="136"/>
                      </a:lnTo>
                      <a:lnTo>
                        <a:pt x="130" y="137"/>
                      </a:lnTo>
                      <a:lnTo>
                        <a:pt x="121" y="146"/>
                      </a:lnTo>
                      <a:lnTo>
                        <a:pt x="118" y="148"/>
                      </a:lnTo>
                      <a:lnTo>
                        <a:pt x="113" y="148"/>
                      </a:lnTo>
                      <a:lnTo>
                        <a:pt x="112" y="151"/>
                      </a:lnTo>
                      <a:lnTo>
                        <a:pt x="112" y="156"/>
                      </a:lnTo>
                      <a:lnTo>
                        <a:pt x="109" y="157"/>
                      </a:lnTo>
                      <a:lnTo>
                        <a:pt x="108" y="163"/>
                      </a:lnTo>
                      <a:lnTo>
                        <a:pt x="103" y="166"/>
                      </a:lnTo>
                      <a:lnTo>
                        <a:pt x="102" y="166"/>
                      </a:lnTo>
                      <a:lnTo>
                        <a:pt x="91" y="163"/>
                      </a:lnTo>
                      <a:lnTo>
                        <a:pt x="61" y="147"/>
                      </a:lnTo>
                      <a:lnTo>
                        <a:pt x="53" y="146"/>
                      </a:lnTo>
                      <a:lnTo>
                        <a:pt x="51" y="140"/>
                      </a:lnTo>
                      <a:lnTo>
                        <a:pt x="48" y="135"/>
                      </a:lnTo>
                      <a:lnTo>
                        <a:pt x="32" y="124"/>
                      </a:lnTo>
                      <a:lnTo>
                        <a:pt x="24" y="120"/>
                      </a:lnTo>
                      <a:lnTo>
                        <a:pt x="23" y="118"/>
                      </a:lnTo>
                      <a:lnTo>
                        <a:pt x="23" y="113"/>
                      </a:lnTo>
                      <a:lnTo>
                        <a:pt x="22" y="110"/>
                      </a:lnTo>
                      <a:lnTo>
                        <a:pt x="22" y="107"/>
                      </a:lnTo>
                      <a:lnTo>
                        <a:pt x="16" y="102"/>
                      </a:lnTo>
                      <a:lnTo>
                        <a:pt x="10" y="102"/>
                      </a:lnTo>
                      <a:lnTo>
                        <a:pt x="5" y="93"/>
                      </a:lnTo>
                      <a:lnTo>
                        <a:pt x="5" y="86"/>
                      </a:lnTo>
                      <a:lnTo>
                        <a:pt x="8" y="86"/>
                      </a:lnTo>
                      <a:lnTo>
                        <a:pt x="10" y="87"/>
                      </a:lnTo>
                      <a:lnTo>
                        <a:pt x="13" y="87"/>
                      </a:lnTo>
                      <a:lnTo>
                        <a:pt x="13" y="86"/>
                      </a:lnTo>
                      <a:lnTo>
                        <a:pt x="11" y="82"/>
                      </a:lnTo>
                      <a:lnTo>
                        <a:pt x="7" y="81"/>
                      </a:lnTo>
                      <a:lnTo>
                        <a:pt x="5" y="78"/>
                      </a:lnTo>
                      <a:lnTo>
                        <a:pt x="6" y="71"/>
                      </a:lnTo>
                      <a:lnTo>
                        <a:pt x="5" y="65"/>
                      </a:lnTo>
                      <a:lnTo>
                        <a:pt x="3" y="62"/>
                      </a:lnTo>
                      <a:lnTo>
                        <a:pt x="0" y="60"/>
                      </a:lnTo>
                      <a:lnTo>
                        <a:pt x="0" y="55"/>
                      </a:lnTo>
                      <a:lnTo>
                        <a:pt x="2" y="49"/>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65" name="Google Shape;2465;p5">
                  <a:extLst>
                    <a:ext uri="{FF2B5EF4-FFF2-40B4-BE49-F238E27FC236}">
                      <a16:creationId xmlns:a16="http://schemas.microsoft.com/office/drawing/2014/main" id="{AF5B72B1-7449-5CC6-EE8C-6028947A9314}"/>
                    </a:ext>
                  </a:extLst>
                </p:cNvPr>
                <p:cNvSpPr/>
                <p:nvPr/>
              </p:nvSpPr>
              <p:spPr>
                <a:xfrm>
                  <a:off x="4610893" y="3505547"/>
                  <a:ext cx="106363" cy="111125"/>
                </a:xfrm>
                <a:custGeom>
                  <a:avLst/>
                  <a:gdLst/>
                  <a:ahLst/>
                  <a:cxnLst/>
                  <a:rect l="l" t="t" r="r" b="b"/>
                  <a:pathLst>
                    <a:path w="337" h="354" extrusionOk="0">
                      <a:moveTo>
                        <a:pt x="57" y="350"/>
                      </a:moveTo>
                      <a:lnTo>
                        <a:pt x="58" y="353"/>
                      </a:lnTo>
                      <a:lnTo>
                        <a:pt x="74" y="354"/>
                      </a:lnTo>
                      <a:lnTo>
                        <a:pt x="97" y="342"/>
                      </a:lnTo>
                      <a:lnTo>
                        <a:pt x="121" y="332"/>
                      </a:lnTo>
                      <a:lnTo>
                        <a:pt x="135" y="326"/>
                      </a:lnTo>
                      <a:lnTo>
                        <a:pt x="160" y="318"/>
                      </a:lnTo>
                      <a:lnTo>
                        <a:pt x="173" y="317"/>
                      </a:lnTo>
                      <a:lnTo>
                        <a:pt x="208" y="311"/>
                      </a:lnTo>
                      <a:lnTo>
                        <a:pt x="219" y="310"/>
                      </a:lnTo>
                      <a:lnTo>
                        <a:pt x="240" y="307"/>
                      </a:lnTo>
                      <a:lnTo>
                        <a:pt x="258" y="307"/>
                      </a:lnTo>
                      <a:lnTo>
                        <a:pt x="274" y="312"/>
                      </a:lnTo>
                      <a:lnTo>
                        <a:pt x="295" y="316"/>
                      </a:lnTo>
                      <a:lnTo>
                        <a:pt x="299" y="316"/>
                      </a:lnTo>
                      <a:lnTo>
                        <a:pt x="301" y="315"/>
                      </a:lnTo>
                      <a:lnTo>
                        <a:pt x="305" y="308"/>
                      </a:lnTo>
                      <a:lnTo>
                        <a:pt x="307" y="307"/>
                      </a:lnTo>
                      <a:lnTo>
                        <a:pt x="313" y="307"/>
                      </a:lnTo>
                      <a:lnTo>
                        <a:pt x="317" y="310"/>
                      </a:lnTo>
                      <a:lnTo>
                        <a:pt x="323" y="308"/>
                      </a:lnTo>
                      <a:lnTo>
                        <a:pt x="323" y="294"/>
                      </a:lnTo>
                      <a:lnTo>
                        <a:pt x="321" y="281"/>
                      </a:lnTo>
                      <a:lnTo>
                        <a:pt x="318" y="280"/>
                      </a:lnTo>
                      <a:lnTo>
                        <a:pt x="311" y="279"/>
                      </a:lnTo>
                      <a:lnTo>
                        <a:pt x="307" y="274"/>
                      </a:lnTo>
                      <a:lnTo>
                        <a:pt x="304" y="258"/>
                      </a:lnTo>
                      <a:lnTo>
                        <a:pt x="296" y="238"/>
                      </a:lnTo>
                      <a:lnTo>
                        <a:pt x="296" y="230"/>
                      </a:lnTo>
                      <a:lnTo>
                        <a:pt x="297" y="213"/>
                      </a:lnTo>
                      <a:lnTo>
                        <a:pt x="301" y="206"/>
                      </a:lnTo>
                      <a:lnTo>
                        <a:pt x="307" y="199"/>
                      </a:lnTo>
                      <a:lnTo>
                        <a:pt x="310" y="194"/>
                      </a:lnTo>
                      <a:lnTo>
                        <a:pt x="310" y="183"/>
                      </a:lnTo>
                      <a:lnTo>
                        <a:pt x="312" y="174"/>
                      </a:lnTo>
                      <a:lnTo>
                        <a:pt x="318" y="161"/>
                      </a:lnTo>
                      <a:lnTo>
                        <a:pt x="322" y="152"/>
                      </a:lnTo>
                      <a:lnTo>
                        <a:pt x="324" y="150"/>
                      </a:lnTo>
                      <a:lnTo>
                        <a:pt x="328" y="145"/>
                      </a:lnTo>
                      <a:lnTo>
                        <a:pt x="332" y="144"/>
                      </a:lnTo>
                      <a:lnTo>
                        <a:pt x="332" y="139"/>
                      </a:lnTo>
                      <a:lnTo>
                        <a:pt x="337" y="138"/>
                      </a:lnTo>
                      <a:lnTo>
                        <a:pt x="334" y="122"/>
                      </a:lnTo>
                      <a:lnTo>
                        <a:pt x="327" y="95"/>
                      </a:lnTo>
                      <a:lnTo>
                        <a:pt x="324" y="91"/>
                      </a:lnTo>
                      <a:lnTo>
                        <a:pt x="321" y="90"/>
                      </a:lnTo>
                      <a:lnTo>
                        <a:pt x="321" y="87"/>
                      </a:lnTo>
                      <a:lnTo>
                        <a:pt x="326" y="82"/>
                      </a:lnTo>
                      <a:lnTo>
                        <a:pt x="323" y="77"/>
                      </a:lnTo>
                      <a:lnTo>
                        <a:pt x="324" y="74"/>
                      </a:lnTo>
                      <a:lnTo>
                        <a:pt x="324" y="68"/>
                      </a:lnTo>
                      <a:lnTo>
                        <a:pt x="322" y="70"/>
                      </a:lnTo>
                      <a:lnTo>
                        <a:pt x="316" y="70"/>
                      </a:lnTo>
                      <a:lnTo>
                        <a:pt x="313" y="69"/>
                      </a:lnTo>
                      <a:lnTo>
                        <a:pt x="308" y="59"/>
                      </a:lnTo>
                      <a:lnTo>
                        <a:pt x="307" y="54"/>
                      </a:lnTo>
                      <a:lnTo>
                        <a:pt x="302" y="53"/>
                      </a:lnTo>
                      <a:lnTo>
                        <a:pt x="296" y="43"/>
                      </a:lnTo>
                      <a:lnTo>
                        <a:pt x="295" y="43"/>
                      </a:lnTo>
                      <a:lnTo>
                        <a:pt x="290" y="48"/>
                      </a:lnTo>
                      <a:lnTo>
                        <a:pt x="279" y="43"/>
                      </a:lnTo>
                      <a:lnTo>
                        <a:pt x="272" y="43"/>
                      </a:lnTo>
                      <a:lnTo>
                        <a:pt x="262" y="46"/>
                      </a:lnTo>
                      <a:lnTo>
                        <a:pt x="250" y="49"/>
                      </a:lnTo>
                      <a:lnTo>
                        <a:pt x="242" y="52"/>
                      </a:lnTo>
                      <a:lnTo>
                        <a:pt x="236" y="53"/>
                      </a:lnTo>
                      <a:lnTo>
                        <a:pt x="234" y="59"/>
                      </a:lnTo>
                      <a:lnTo>
                        <a:pt x="230" y="61"/>
                      </a:lnTo>
                      <a:lnTo>
                        <a:pt x="223" y="58"/>
                      </a:lnTo>
                      <a:lnTo>
                        <a:pt x="221" y="54"/>
                      </a:lnTo>
                      <a:lnTo>
                        <a:pt x="220" y="54"/>
                      </a:lnTo>
                      <a:lnTo>
                        <a:pt x="218" y="57"/>
                      </a:lnTo>
                      <a:lnTo>
                        <a:pt x="214" y="57"/>
                      </a:lnTo>
                      <a:lnTo>
                        <a:pt x="214" y="58"/>
                      </a:lnTo>
                      <a:lnTo>
                        <a:pt x="207" y="54"/>
                      </a:lnTo>
                      <a:lnTo>
                        <a:pt x="205" y="50"/>
                      </a:lnTo>
                      <a:lnTo>
                        <a:pt x="202" y="47"/>
                      </a:lnTo>
                      <a:lnTo>
                        <a:pt x="198" y="47"/>
                      </a:lnTo>
                      <a:lnTo>
                        <a:pt x="198" y="42"/>
                      </a:lnTo>
                      <a:lnTo>
                        <a:pt x="197" y="39"/>
                      </a:lnTo>
                      <a:lnTo>
                        <a:pt x="194" y="38"/>
                      </a:lnTo>
                      <a:lnTo>
                        <a:pt x="191" y="32"/>
                      </a:lnTo>
                      <a:lnTo>
                        <a:pt x="189" y="31"/>
                      </a:lnTo>
                      <a:lnTo>
                        <a:pt x="188" y="30"/>
                      </a:lnTo>
                      <a:lnTo>
                        <a:pt x="187" y="25"/>
                      </a:lnTo>
                      <a:lnTo>
                        <a:pt x="187" y="23"/>
                      </a:lnTo>
                      <a:lnTo>
                        <a:pt x="184" y="22"/>
                      </a:lnTo>
                      <a:lnTo>
                        <a:pt x="173" y="25"/>
                      </a:lnTo>
                      <a:lnTo>
                        <a:pt x="171" y="23"/>
                      </a:lnTo>
                      <a:lnTo>
                        <a:pt x="167" y="17"/>
                      </a:lnTo>
                      <a:lnTo>
                        <a:pt x="165" y="16"/>
                      </a:lnTo>
                      <a:lnTo>
                        <a:pt x="154" y="16"/>
                      </a:lnTo>
                      <a:lnTo>
                        <a:pt x="150" y="16"/>
                      </a:lnTo>
                      <a:lnTo>
                        <a:pt x="148" y="23"/>
                      </a:lnTo>
                      <a:lnTo>
                        <a:pt x="144" y="23"/>
                      </a:lnTo>
                      <a:lnTo>
                        <a:pt x="140" y="27"/>
                      </a:lnTo>
                      <a:lnTo>
                        <a:pt x="130" y="27"/>
                      </a:lnTo>
                      <a:lnTo>
                        <a:pt x="132" y="25"/>
                      </a:lnTo>
                      <a:lnTo>
                        <a:pt x="130" y="14"/>
                      </a:lnTo>
                      <a:lnTo>
                        <a:pt x="129" y="10"/>
                      </a:lnTo>
                      <a:lnTo>
                        <a:pt x="129" y="9"/>
                      </a:lnTo>
                      <a:lnTo>
                        <a:pt x="129" y="4"/>
                      </a:lnTo>
                      <a:lnTo>
                        <a:pt x="127" y="0"/>
                      </a:lnTo>
                      <a:lnTo>
                        <a:pt x="124" y="1"/>
                      </a:lnTo>
                      <a:lnTo>
                        <a:pt x="118" y="1"/>
                      </a:lnTo>
                      <a:lnTo>
                        <a:pt x="116" y="9"/>
                      </a:lnTo>
                      <a:lnTo>
                        <a:pt x="114" y="9"/>
                      </a:lnTo>
                      <a:lnTo>
                        <a:pt x="108" y="5"/>
                      </a:lnTo>
                      <a:lnTo>
                        <a:pt x="106" y="5"/>
                      </a:lnTo>
                      <a:lnTo>
                        <a:pt x="103" y="9"/>
                      </a:lnTo>
                      <a:lnTo>
                        <a:pt x="103" y="12"/>
                      </a:lnTo>
                      <a:lnTo>
                        <a:pt x="105" y="18"/>
                      </a:lnTo>
                      <a:lnTo>
                        <a:pt x="103" y="21"/>
                      </a:lnTo>
                      <a:lnTo>
                        <a:pt x="92" y="21"/>
                      </a:lnTo>
                      <a:lnTo>
                        <a:pt x="86" y="23"/>
                      </a:lnTo>
                      <a:lnTo>
                        <a:pt x="86" y="27"/>
                      </a:lnTo>
                      <a:lnTo>
                        <a:pt x="84" y="32"/>
                      </a:lnTo>
                      <a:lnTo>
                        <a:pt x="80" y="32"/>
                      </a:lnTo>
                      <a:lnTo>
                        <a:pt x="76" y="30"/>
                      </a:lnTo>
                      <a:lnTo>
                        <a:pt x="73" y="25"/>
                      </a:lnTo>
                      <a:lnTo>
                        <a:pt x="70" y="25"/>
                      </a:lnTo>
                      <a:lnTo>
                        <a:pt x="68" y="26"/>
                      </a:lnTo>
                      <a:lnTo>
                        <a:pt x="66" y="27"/>
                      </a:lnTo>
                      <a:lnTo>
                        <a:pt x="65" y="27"/>
                      </a:lnTo>
                      <a:lnTo>
                        <a:pt x="64" y="21"/>
                      </a:lnTo>
                      <a:lnTo>
                        <a:pt x="60" y="16"/>
                      </a:lnTo>
                      <a:lnTo>
                        <a:pt x="57" y="15"/>
                      </a:lnTo>
                      <a:lnTo>
                        <a:pt x="53" y="18"/>
                      </a:lnTo>
                      <a:lnTo>
                        <a:pt x="48" y="17"/>
                      </a:lnTo>
                      <a:lnTo>
                        <a:pt x="46" y="18"/>
                      </a:lnTo>
                      <a:lnTo>
                        <a:pt x="43" y="21"/>
                      </a:lnTo>
                      <a:lnTo>
                        <a:pt x="42" y="25"/>
                      </a:lnTo>
                      <a:lnTo>
                        <a:pt x="39" y="28"/>
                      </a:lnTo>
                      <a:lnTo>
                        <a:pt x="33" y="30"/>
                      </a:lnTo>
                      <a:lnTo>
                        <a:pt x="32" y="32"/>
                      </a:lnTo>
                      <a:lnTo>
                        <a:pt x="26" y="39"/>
                      </a:lnTo>
                      <a:lnTo>
                        <a:pt x="25" y="42"/>
                      </a:lnTo>
                      <a:lnTo>
                        <a:pt x="22" y="44"/>
                      </a:lnTo>
                      <a:lnTo>
                        <a:pt x="24" y="53"/>
                      </a:lnTo>
                      <a:lnTo>
                        <a:pt x="24" y="70"/>
                      </a:lnTo>
                      <a:lnTo>
                        <a:pt x="24" y="73"/>
                      </a:lnTo>
                      <a:lnTo>
                        <a:pt x="31" y="76"/>
                      </a:lnTo>
                      <a:lnTo>
                        <a:pt x="38" y="76"/>
                      </a:lnTo>
                      <a:lnTo>
                        <a:pt x="37" y="90"/>
                      </a:lnTo>
                      <a:lnTo>
                        <a:pt x="41" y="89"/>
                      </a:lnTo>
                      <a:lnTo>
                        <a:pt x="44" y="93"/>
                      </a:lnTo>
                      <a:lnTo>
                        <a:pt x="44" y="96"/>
                      </a:lnTo>
                      <a:lnTo>
                        <a:pt x="42" y="97"/>
                      </a:lnTo>
                      <a:lnTo>
                        <a:pt x="38" y="101"/>
                      </a:lnTo>
                      <a:lnTo>
                        <a:pt x="35" y="109"/>
                      </a:lnTo>
                      <a:lnTo>
                        <a:pt x="37" y="109"/>
                      </a:lnTo>
                      <a:lnTo>
                        <a:pt x="41" y="111"/>
                      </a:lnTo>
                      <a:lnTo>
                        <a:pt x="44" y="111"/>
                      </a:lnTo>
                      <a:lnTo>
                        <a:pt x="44" y="117"/>
                      </a:lnTo>
                      <a:lnTo>
                        <a:pt x="47" y="120"/>
                      </a:lnTo>
                      <a:lnTo>
                        <a:pt x="47" y="125"/>
                      </a:lnTo>
                      <a:lnTo>
                        <a:pt x="48" y="134"/>
                      </a:lnTo>
                      <a:lnTo>
                        <a:pt x="47" y="134"/>
                      </a:lnTo>
                      <a:lnTo>
                        <a:pt x="44" y="128"/>
                      </a:lnTo>
                      <a:lnTo>
                        <a:pt x="41" y="129"/>
                      </a:lnTo>
                      <a:lnTo>
                        <a:pt x="38" y="129"/>
                      </a:lnTo>
                      <a:lnTo>
                        <a:pt x="35" y="125"/>
                      </a:lnTo>
                      <a:lnTo>
                        <a:pt x="26" y="124"/>
                      </a:lnTo>
                      <a:lnTo>
                        <a:pt x="17" y="128"/>
                      </a:lnTo>
                      <a:lnTo>
                        <a:pt x="17" y="129"/>
                      </a:lnTo>
                      <a:lnTo>
                        <a:pt x="19" y="129"/>
                      </a:lnTo>
                      <a:lnTo>
                        <a:pt x="20" y="134"/>
                      </a:lnTo>
                      <a:lnTo>
                        <a:pt x="17" y="139"/>
                      </a:lnTo>
                      <a:lnTo>
                        <a:pt x="20" y="141"/>
                      </a:lnTo>
                      <a:lnTo>
                        <a:pt x="26" y="141"/>
                      </a:lnTo>
                      <a:lnTo>
                        <a:pt x="30" y="141"/>
                      </a:lnTo>
                      <a:lnTo>
                        <a:pt x="31" y="145"/>
                      </a:lnTo>
                      <a:lnTo>
                        <a:pt x="30" y="147"/>
                      </a:lnTo>
                      <a:lnTo>
                        <a:pt x="32" y="147"/>
                      </a:lnTo>
                      <a:lnTo>
                        <a:pt x="33" y="150"/>
                      </a:lnTo>
                      <a:lnTo>
                        <a:pt x="28" y="152"/>
                      </a:lnTo>
                      <a:lnTo>
                        <a:pt x="27" y="157"/>
                      </a:lnTo>
                      <a:lnTo>
                        <a:pt x="27" y="166"/>
                      </a:lnTo>
                      <a:lnTo>
                        <a:pt x="22" y="172"/>
                      </a:lnTo>
                      <a:lnTo>
                        <a:pt x="22" y="177"/>
                      </a:lnTo>
                      <a:lnTo>
                        <a:pt x="9" y="176"/>
                      </a:lnTo>
                      <a:lnTo>
                        <a:pt x="5" y="178"/>
                      </a:lnTo>
                      <a:lnTo>
                        <a:pt x="6" y="183"/>
                      </a:lnTo>
                      <a:lnTo>
                        <a:pt x="8" y="192"/>
                      </a:lnTo>
                      <a:lnTo>
                        <a:pt x="10" y="193"/>
                      </a:lnTo>
                      <a:lnTo>
                        <a:pt x="12" y="197"/>
                      </a:lnTo>
                      <a:lnTo>
                        <a:pt x="12" y="198"/>
                      </a:lnTo>
                      <a:lnTo>
                        <a:pt x="17" y="202"/>
                      </a:lnTo>
                      <a:lnTo>
                        <a:pt x="14" y="217"/>
                      </a:lnTo>
                      <a:lnTo>
                        <a:pt x="12" y="220"/>
                      </a:lnTo>
                      <a:lnTo>
                        <a:pt x="4" y="227"/>
                      </a:lnTo>
                      <a:lnTo>
                        <a:pt x="0" y="233"/>
                      </a:lnTo>
                      <a:lnTo>
                        <a:pt x="0" y="235"/>
                      </a:lnTo>
                      <a:lnTo>
                        <a:pt x="3" y="235"/>
                      </a:lnTo>
                      <a:lnTo>
                        <a:pt x="4" y="237"/>
                      </a:lnTo>
                      <a:lnTo>
                        <a:pt x="8" y="236"/>
                      </a:lnTo>
                      <a:lnTo>
                        <a:pt x="9" y="238"/>
                      </a:lnTo>
                      <a:lnTo>
                        <a:pt x="11" y="240"/>
                      </a:lnTo>
                      <a:lnTo>
                        <a:pt x="15" y="240"/>
                      </a:lnTo>
                      <a:lnTo>
                        <a:pt x="22" y="245"/>
                      </a:lnTo>
                      <a:lnTo>
                        <a:pt x="32" y="245"/>
                      </a:lnTo>
                      <a:lnTo>
                        <a:pt x="35" y="245"/>
                      </a:lnTo>
                      <a:lnTo>
                        <a:pt x="38" y="252"/>
                      </a:lnTo>
                      <a:lnTo>
                        <a:pt x="38" y="256"/>
                      </a:lnTo>
                      <a:lnTo>
                        <a:pt x="41" y="257"/>
                      </a:lnTo>
                      <a:lnTo>
                        <a:pt x="44" y="262"/>
                      </a:lnTo>
                      <a:lnTo>
                        <a:pt x="46" y="265"/>
                      </a:lnTo>
                      <a:lnTo>
                        <a:pt x="52" y="267"/>
                      </a:lnTo>
                      <a:lnTo>
                        <a:pt x="57" y="272"/>
                      </a:lnTo>
                      <a:lnTo>
                        <a:pt x="63" y="270"/>
                      </a:lnTo>
                      <a:lnTo>
                        <a:pt x="63" y="275"/>
                      </a:lnTo>
                      <a:lnTo>
                        <a:pt x="65" y="280"/>
                      </a:lnTo>
                      <a:lnTo>
                        <a:pt x="66" y="286"/>
                      </a:lnTo>
                      <a:lnTo>
                        <a:pt x="64" y="294"/>
                      </a:lnTo>
                      <a:lnTo>
                        <a:pt x="66" y="299"/>
                      </a:lnTo>
                      <a:lnTo>
                        <a:pt x="66" y="300"/>
                      </a:lnTo>
                      <a:lnTo>
                        <a:pt x="62" y="300"/>
                      </a:lnTo>
                      <a:lnTo>
                        <a:pt x="60" y="303"/>
                      </a:lnTo>
                      <a:lnTo>
                        <a:pt x="60" y="311"/>
                      </a:lnTo>
                      <a:lnTo>
                        <a:pt x="57" y="311"/>
                      </a:lnTo>
                      <a:lnTo>
                        <a:pt x="57" y="313"/>
                      </a:lnTo>
                      <a:lnTo>
                        <a:pt x="57" y="318"/>
                      </a:lnTo>
                      <a:lnTo>
                        <a:pt x="55" y="323"/>
                      </a:lnTo>
                      <a:lnTo>
                        <a:pt x="57" y="35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66" name="Google Shape;2466;p5">
                  <a:extLst>
                    <a:ext uri="{FF2B5EF4-FFF2-40B4-BE49-F238E27FC236}">
                      <a16:creationId xmlns:a16="http://schemas.microsoft.com/office/drawing/2014/main" id="{00B083F3-E011-6B22-69B6-402AC61A9F70}"/>
                    </a:ext>
                  </a:extLst>
                </p:cNvPr>
                <p:cNvSpPr/>
                <p:nvPr/>
              </p:nvSpPr>
              <p:spPr>
                <a:xfrm>
                  <a:off x="4756943" y="3497609"/>
                  <a:ext cx="38100" cy="90488"/>
                </a:xfrm>
                <a:custGeom>
                  <a:avLst/>
                  <a:gdLst/>
                  <a:ahLst/>
                  <a:cxnLst/>
                  <a:rect l="l" t="t" r="r" b="b"/>
                  <a:pathLst>
                    <a:path w="120" h="281" extrusionOk="0">
                      <a:moveTo>
                        <a:pt x="80" y="281"/>
                      </a:moveTo>
                      <a:lnTo>
                        <a:pt x="77" y="279"/>
                      </a:lnTo>
                      <a:lnTo>
                        <a:pt x="61" y="262"/>
                      </a:lnTo>
                      <a:lnTo>
                        <a:pt x="53" y="252"/>
                      </a:lnTo>
                      <a:lnTo>
                        <a:pt x="48" y="241"/>
                      </a:lnTo>
                      <a:lnTo>
                        <a:pt x="47" y="231"/>
                      </a:lnTo>
                      <a:lnTo>
                        <a:pt x="46" y="209"/>
                      </a:lnTo>
                      <a:lnTo>
                        <a:pt x="47" y="188"/>
                      </a:lnTo>
                      <a:lnTo>
                        <a:pt x="43" y="148"/>
                      </a:lnTo>
                      <a:lnTo>
                        <a:pt x="42" y="114"/>
                      </a:lnTo>
                      <a:lnTo>
                        <a:pt x="41" y="101"/>
                      </a:lnTo>
                      <a:lnTo>
                        <a:pt x="38" y="95"/>
                      </a:lnTo>
                      <a:lnTo>
                        <a:pt x="34" y="89"/>
                      </a:lnTo>
                      <a:lnTo>
                        <a:pt x="32" y="68"/>
                      </a:lnTo>
                      <a:lnTo>
                        <a:pt x="29" y="53"/>
                      </a:lnTo>
                      <a:lnTo>
                        <a:pt x="25" y="48"/>
                      </a:lnTo>
                      <a:lnTo>
                        <a:pt x="18" y="41"/>
                      </a:lnTo>
                      <a:lnTo>
                        <a:pt x="14" y="33"/>
                      </a:lnTo>
                      <a:lnTo>
                        <a:pt x="5" y="27"/>
                      </a:lnTo>
                      <a:lnTo>
                        <a:pt x="4" y="21"/>
                      </a:lnTo>
                      <a:lnTo>
                        <a:pt x="8" y="16"/>
                      </a:lnTo>
                      <a:lnTo>
                        <a:pt x="8" y="11"/>
                      </a:lnTo>
                      <a:lnTo>
                        <a:pt x="11" y="6"/>
                      </a:lnTo>
                      <a:lnTo>
                        <a:pt x="10" y="5"/>
                      </a:lnTo>
                      <a:lnTo>
                        <a:pt x="2" y="4"/>
                      </a:lnTo>
                      <a:lnTo>
                        <a:pt x="0" y="3"/>
                      </a:lnTo>
                      <a:lnTo>
                        <a:pt x="0" y="0"/>
                      </a:lnTo>
                      <a:lnTo>
                        <a:pt x="0" y="1"/>
                      </a:lnTo>
                      <a:lnTo>
                        <a:pt x="35" y="6"/>
                      </a:lnTo>
                      <a:lnTo>
                        <a:pt x="38" y="11"/>
                      </a:lnTo>
                      <a:lnTo>
                        <a:pt x="42" y="11"/>
                      </a:lnTo>
                      <a:lnTo>
                        <a:pt x="45" y="8"/>
                      </a:lnTo>
                      <a:lnTo>
                        <a:pt x="59" y="9"/>
                      </a:lnTo>
                      <a:lnTo>
                        <a:pt x="61" y="8"/>
                      </a:lnTo>
                      <a:lnTo>
                        <a:pt x="58" y="10"/>
                      </a:lnTo>
                      <a:lnTo>
                        <a:pt x="57" y="17"/>
                      </a:lnTo>
                      <a:lnTo>
                        <a:pt x="53" y="25"/>
                      </a:lnTo>
                      <a:lnTo>
                        <a:pt x="52" y="35"/>
                      </a:lnTo>
                      <a:lnTo>
                        <a:pt x="52" y="43"/>
                      </a:lnTo>
                      <a:lnTo>
                        <a:pt x="57" y="47"/>
                      </a:lnTo>
                      <a:lnTo>
                        <a:pt x="63" y="51"/>
                      </a:lnTo>
                      <a:lnTo>
                        <a:pt x="67" y="51"/>
                      </a:lnTo>
                      <a:lnTo>
                        <a:pt x="72" y="53"/>
                      </a:lnTo>
                      <a:lnTo>
                        <a:pt x="84" y="69"/>
                      </a:lnTo>
                      <a:lnTo>
                        <a:pt x="93" y="89"/>
                      </a:lnTo>
                      <a:lnTo>
                        <a:pt x="99" y="110"/>
                      </a:lnTo>
                      <a:lnTo>
                        <a:pt x="102" y="119"/>
                      </a:lnTo>
                      <a:lnTo>
                        <a:pt x="104" y="125"/>
                      </a:lnTo>
                      <a:lnTo>
                        <a:pt x="106" y="134"/>
                      </a:lnTo>
                      <a:lnTo>
                        <a:pt x="108" y="145"/>
                      </a:lnTo>
                      <a:lnTo>
                        <a:pt x="110" y="164"/>
                      </a:lnTo>
                      <a:lnTo>
                        <a:pt x="110" y="215"/>
                      </a:lnTo>
                      <a:lnTo>
                        <a:pt x="106" y="238"/>
                      </a:lnTo>
                      <a:lnTo>
                        <a:pt x="106" y="248"/>
                      </a:lnTo>
                      <a:lnTo>
                        <a:pt x="110" y="261"/>
                      </a:lnTo>
                      <a:lnTo>
                        <a:pt x="112" y="268"/>
                      </a:lnTo>
                      <a:lnTo>
                        <a:pt x="113" y="269"/>
                      </a:lnTo>
                      <a:lnTo>
                        <a:pt x="120" y="270"/>
                      </a:lnTo>
                      <a:lnTo>
                        <a:pt x="99" y="275"/>
                      </a:lnTo>
                      <a:lnTo>
                        <a:pt x="80" y="281"/>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67" name="Google Shape;2467;p5">
                  <a:extLst>
                    <a:ext uri="{FF2B5EF4-FFF2-40B4-BE49-F238E27FC236}">
                      <a16:creationId xmlns:a16="http://schemas.microsoft.com/office/drawing/2014/main" id="{8DA5634A-5AA5-09D1-2739-5BEE30DD77E0}"/>
                    </a:ext>
                  </a:extLst>
                </p:cNvPr>
                <p:cNvSpPr/>
                <p:nvPr/>
              </p:nvSpPr>
              <p:spPr>
                <a:xfrm>
                  <a:off x="4972842" y="3600797"/>
                  <a:ext cx="331788" cy="323850"/>
                </a:xfrm>
                <a:custGeom>
                  <a:avLst/>
                  <a:gdLst/>
                  <a:ahLst/>
                  <a:cxnLst/>
                  <a:rect l="l" t="t" r="r" b="b"/>
                  <a:pathLst>
                    <a:path w="1045" h="1018" extrusionOk="0">
                      <a:moveTo>
                        <a:pt x="1003" y="735"/>
                      </a:moveTo>
                      <a:lnTo>
                        <a:pt x="995" y="700"/>
                      </a:lnTo>
                      <a:lnTo>
                        <a:pt x="986" y="688"/>
                      </a:lnTo>
                      <a:lnTo>
                        <a:pt x="972" y="684"/>
                      </a:lnTo>
                      <a:lnTo>
                        <a:pt x="960" y="671"/>
                      </a:lnTo>
                      <a:lnTo>
                        <a:pt x="952" y="662"/>
                      </a:lnTo>
                      <a:lnTo>
                        <a:pt x="945" y="646"/>
                      </a:lnTo>
                      <a:lnTo>
                        <a:pt x="940" y="639"/>
                      </a:lnTo>
                      <a:lnTo>
                        <a:pt x="936" y="622"/>
                      </a:lnTo>
                      <a:lnTo>
                        <a:pt x="939" y="609"/>
                      </a:lnTo>
                      <a:lnTo>
                        <a:pt x="939" y="597"/>
                      </a:lnTo>
                      <a:lnTo>
                        <a:pt x="933" y="585"/>
                      </a:lnTo>
                      <a:lnTo>
                        <a:pt x="927" y="566"/>
                      </a:lnTo>
                      <a:lnTo>
                        <a:pt x="928" y="551"/>
                      </a:lnTo>
                      <a:lnTo>
                        <a:pt x="933" y="528"/>
                      </a:lnTo>
                      <a:lnTo>
                        <a:pt x="932" y="517"/>
                      </a:lnTo>
                      <a:lnTo>
                        <a:pt x="928" y="520"/>
                      </a:lnTo>
                      <a:lnTo>
                        <a:pt x="927" y="515"/>
                      </a:lnTo>
                      <a:lnTo>
                        <a:pt x="928" y="503"/>
                      </a:lnTo>
                      <a:lnTo>
                        <a:pt x="933" y="488"/>
                      </a:lnTo>
                      <a:lnTo>
                        <a:pt x="934" y="478"/>
                      </a:lnTo>
                      <a:lnTo>
                        <a:pt x="938" y="471"/>
                      </a:lnTo>
                      <a:lnTo>
                        <a:pt x="935" y="447"/>
                      </a:lnTo>
                      <a:lnTo>
                        <a:pt x="933" y="441"/>
                      </a:lnTo>
                      <a:lnTo>
                        <a:pt x="927" y="435"/>
                      </a:lnTo>
                      <a:lnTo>
                        <a:pt x="922" y="428"/>
                      </a:lnTo>
                      <a:lnTo>
                        <a:pt x="920" y="424"/>
                      </a:lnTo>
                      <a:lnTo>
                        <a:pt x="920" y="417"/>
                      </a:lnTo>
                      <a:lnTo>
                        <a:pt x="930" y="403"/>
                      </a:lnTo>
                      <a:lnTo>
                        <a:pt x="934" y="392"/>
                      </a:lnTo>
                      <a:lnTo>
                        <a:pt x="941" y="379"/>
                      </a:lnTo>
                      <a:lnTo>
                        <a:pt x="949" y="367"/>
                      </a:lnTo>
                      <a:lnTo>
                        <a:pt x="956" y="360"/>
                      </a:lnTo>
                      <a:lnTo>
                        <a:pt x="959" y="358"/>
                      </a:lnTo>
                      <a:lnTo>
                        <a:pt x="960" y="337"/>
                      </a:lnTo>
                      <a:lnTo>
                        <a:pt x="962" y="309"/>
                      </a:lnTo>
                      <a:lnTo>
                        <a:pt x="962" y="295"/>
                      </a:lnTo>
                      <a:lnTo>
                        <a:pt x="970" y="264"/>
                      </a:lnTo>
                      <a:lnTo>
                        <a:pt x="976" y="253"/>
                      </a:lnTo>
                      <a:lnTo>
                        <a:pt x="979" y="248"/>
                      </a:lnTo>
                      <a:lnTo>
                        <a:pt x="992" y="234"/>
                      </a:lnTo>
                      <a:lnTo>
                        <a:pt x="1003" y="221"/>
                      </a:lnTo>
                      <a:lnTo>
                        <a:pt x="1009" y="215"/>
                      </a:lnTo>
                      <a:lnTo>
                        <a:pt x="1011" y="209"/>
                      </a:lnTo>
                      <a:lnTo>
                        <a:pt x="1015" y="202"/>
                      </a:lnTo>
                      <a:lnTo>
                        <a:pt x="1026" y="197"/>
                      </a:lnTo>
                      <a:lnTo>
                        <a:pt x="1032" y="192"/>
                      </a:lnTo>
                      <a:lnTo>
                        <a:pt x="1041" y="183"/>
                      </a:lnTo>
                      <a:lnTo>
                        <a:pt x="1045" y="175"/>
                      </a:lnTo>
                      <a:lnTo>
                        <a:pt x="1043" y="167"/>
                      </a:lnTo>
                      <a:lnTo>
                        <a:pt x="1041" y="162"/>
                      </a:lnTo>
                      <a:lnTo>
                        <a:pt x="1032" y="160"/>
                      </a:lnTo>
                      <a:lnTo>
                        <a:pt x="1027" y="156"/>
                      </a:lnTo>
                      <a:lnTo>
                        <a:pt x="1022" y="151"/>
                      </a:lnTo>
                      <a:lnTo>
                        <a:pt x="1020" y="143"/>
                      </a:lnTo>
                      <a:lnTo>
                        <a:pt x="1019" y="121"/>
                      </a:lnTo>
                      <a:lnTo>
                        <a:pt x="1022" y="103"/>
                      </a:lnTo>
                      <a:lnTo>
                        <a:pt x="1025" y="94"/>
                      </a:lnTo>
                      <a:lnTo>
                        <a:pt x="1025" y="90"/>
                      </a:lnTo>
                      <a:lnTo>
                        <a:pt x="1019" y="90"/>
                      </a:lnTo>
                      <a:lnTo>
                        <a:pt x="1013" y="85"/>
                      </a:lnTo>
                      <a:lnTo>
                        <a:pt x="1004" y="76"/>
                      </a:lnTo>
                      <a:lnTo>
                        <a:pt x="990" y="68"/>
                      </a:lnTo>
                      <a:lnTo>
                        <a:pt x="966" y="42"/>
                      </a:lnTo>
                      <a:lnTo>
                        <a:pt x="955" y="36"/>
                      </a:lnTo>
                      <a:lnTo>
                        <a:pt x="943" y="46"/>
                      </a:lnTo>
                      <a:lnTo>
                        <a:pt x="932" y="47"/>
                      </a:lnTo>
                      <a:lnTo>
                        <a:pt x="905" y="41"/>
                      </a:lnTo>
                      <a:lnTo>
                        <a:pt x="898" y="49"/>
                      </a:lnTo>
                      <a:lnTo>
                        <a:pt x="892" y="52"/>
                      </a:lnTo>
                      <a:lnTo>
                        <a:pt x="869" y="43"/>
                      </a:lnTo>
                      <a:lnTo>
                        <a:pt x="864" y="33"/>
                      </a:lnTo>
                      <a:lnTo>
                        <a:pt x="858" y="25"/>
                      </a:lnTo>
                      <a:lnTo>
                        <a:pt x="846" y="16"/>
                      </a:lnTo>
                      <a:lnTo>
                        <a:pt x="839" y="5"/>
                      </a:lnTo>
                      <a:lnTo>
                        <a:pt x="811" y="5"/>
                      </a:lnTo>
                      <a:lnTo>
                        <a:pt x="803" y="16"/>
                      </a:lnTo>
                      <a:lnTo>
                        <a:pt x="791" y="9"/>
                      </a:lnTo>
                      <a:lnTo>
                        <a:pt x="784" y="16"/>
                      </a:lnTo>
                      <a:lnTo>
                        <a:pt x="771" y="0"/>
                      </a:lnTo>
                      <a:lnTo>
                        <a:pt x="756" y="5"/>
                      </a:lnTo>
                      <a:lnTo>
                        <a:pt x="733" y="9"/>
                      </a:lnTo>
                      <a:lnTo>
                        <a:pt x="713" y="4"/>
                      </a:lnTo>
                      <a:lnTo>
                        <a:pt x="709" y="16"/>
                      </a:lnTo>
                      <a:lnTo>
                        <a:pt x="697" y="16"/>
                      </a:lnTo>
                      <a:lnTo>
                        <a:pt x="690" y="19"/>
                      </a:lnTo>
                      <a:lnTo>
                        <a:pt x="682" y="16"/>
                      </a:lnTo>
                      <a:lnTo>
                        <a:pt x="683" y="16"/>
                      </a:lnTo>
                      <a:lnTo>
                        <a:pt x="682" y="10"/>
                      </a:lnTo>
                      <a:lnTo>
                        <a:pt x="676" y="10"/>
                      </a:lnTo>
                      <a:lnTo>
                        <a:pt x="665" y="16"/>
                      </a:lnTo>
                      <a:lnTo>
                        <a:pt x="639" y="21"/>
                      </a:lnTo>
                      <a:lnTo>
                        <a:pt x="628" y="27"/>
                      </a:lnTo>
                      <a:lnTo>
                        <a:pt x="610" y="32"/>
                      </a:lnTo>
                      <a:lnTo>
                        <a:pt x="601" y="27"/>
                      </a:lnTo>
                      <a:lnTo>
                        <a:pt x="583" y="24"/>
                      </a:lnTo>
                      <a:lnTo>
                        <a:pt x="569" y="32"/>
                      </a:lnTo>
                      <a:lnTo>
                        <a:pt x="567" y="49"/>
                      </a:lnTo>
                      <a:lnTo>
                        <a:pt x="559" y="53"/>
                      </a:lnTo>
                      <a:lnTo>
                        <a:pt x="509" y="53"/>
                      </a:lnTo>
                      <a:lnTo>
                        <a:pt x="486" y="47"/>
                      </a:lnTo>
                      <a:lnTo>
                        <a:pt x="472" y="37"/>
                      </a:lnTo>
                      <a:lnTo>
                        <a:pt x="465" y="46"/>
                      </a:lnTo>
                      <a:lnTo>
                        <a:pt x="457" y="43"/>
                      </a:lnTo>
                      <a:lnTo>
                        <a:pt x="436" y="25"/>
                      </a:lnTo>
                      <a:lnTo>
                        <a:pt x="434" y="16"/>
                      </a:lnTo>
                      <a:lnTo>
                        <a:pt x="427" y="6"/>
                      </a:lnTo>
                      <a:lnTo>
                        <a:pt x="411" y="5"/>
                      </a:lnTo>
                      <a:lnTo>
                        <a:pt x="397" y="5"/>
                      </a:lnTo>
                      <a:lnTo>
                        <a:pt x="384" y="16"/>
                      </a:lnTo>
                      <a:lnTo>
                        <a:pt x="378" y="22"/>
                      </a:lnTo>
                      <a:lnTo>
                        <a:pt x="371" y="37"/>
                      </a:lnTo>
                      <a:lnTo>
                        <a:pt x="363" y="42"/>
                      </a:lnTo>
                      <a:lnTo>
                        <a:pt x="360" y="56"/>
                      </a:lnTo>
                      <a:lnTo>
                        <a:pt x="359" y="75"/>
                      </a:lnTo>
                      <a:lnTo>
                        <a:pt x="362" y="84"/>
                      </a:lnTo>
                      <a:lnTo>
                        <a:pt x="349" y="86"/>
                      </a:lnTo>
                      <a:lnTo>
                        <a:pt x="352" y="103"/>
                      </a:lnTo>
                      <a:lnTo>
                        <a:pt x="347" y="122"/>
                      </a:lnTo>
                      <a:lnTo>
                        <a:pt x="326" y="159"/>
                      </a:lnTo>
                      <a:lnTo>
                        <a:pt x="316" y="183"/>
                      </a:lnTo>
                      <a:lnTo>
                        <a:pt x="307" y="227"/>
                      </a:lnTo>
                      <a:lnTo>
                        <a:pt x="306" y="293"/>
                      </a:lnTo>
                      <a:lnTo>
                        <a:pt x="299" y="323"/>
                      </a:lnTo>
                      <a:lnTo>
                        <a:pt x="298" y="327"/>
                      </a:lnTo>
                      <a:lnTo>
                        <a:pt x="283" y="340"/>
                      </a:lnTo>
                      <a:lnTo>
                        <a:pt x="264" y="350"/>
                      </a:lnTo>
                      <a:lnTo>
                        <a:pt x="247" y="366"/>
                      </a:lnTo>
                      <a:lnTo>
                        <a:pt x="224" y="402"/>
                      </a:lnTo>
                      <a:lnTo>
                        <a:pt x="217" y="423"/>
                      </a:lnTo>
                      <a:lnTo>
                        <a:pt x="213" y="444"/>
                      </a:lnTo>
                      <a:lnTo>
                        <a:pt x="213" y="462"/>
                      </a:lnTo>
                      <a:lnTo>
                        <a:pt x="209" y="480"/>
                      </a:lnTo>
                      <a:lnTo>
                        <a:pt x="196" y="501"/>
                      </a:lnTo>
                      <a:lnTo>
                        <a:pt x="181" y="516"/>
                      </a:lnTo>
                      <a:lnTo>
                        <a:pt x="167" y="523"/>
                      </a:lnTo>
                      <a:lnTo>
                        <a:pt x="144" y="544"/>
                      </a:lnTo>
                      <a:lnTo>
                        <a:pt x="123" y="552"/>
                      </a:lnTo>
                      <a:lnTo>
                        <a:pt x="113" y="549"/>
                      </a:lnTo>
                      <a:lnTo>
                        <a:pt x="112" y="531"/>
                      </a:lnTo>
                      <a:lnTo>
                        <a:pt x="110" y="526"/>
                      </a:lnTo>
                      <a:lnTo>
                        <a:pt x="96" y="530"/>
                      </a:lnTo>
                      <a:lnTo>
                        <a:pt x="83" y="532"/>
                      </a:lnTo>
                      <a:lnTo>
                        <a:pt x="75" y="538"/>
                      </a:lnTo>
                      <a:lnTo>
                        <a:pt x="68" y="551"/>
                      </a:lnTo>
                      <a:lnTo>
                        <a:pt x="56" y="554"/>
                      </a:lnTo>
                      <a:lnTo>
                        <a:pt x="40" y="544"/>
                      </a:lnTo>
                      <a:lnTo>
                        <a:pt x="36" y="546"/>
                      </a:lnTo>
                      <a:lnTo>
                        <a:pt x="27" y="552"/>
                      </a:lnTo>
                      <a:lnTo>
                        <a:pt x="18" y="560"/>
                      </a:lnTo>
                      <a:lnTo>
                        <a:pt x="14" y="576"/>
                      </a:lnTo>
                      <a:lnTo>
                        <a:pt x="11" y="591"/>
                      </a:lnTo>
                      <a:lnTo>
                        <a:pt x="10" y="603"/>
                      </a:lnTo>
                      <a:lnTo>
                        <a:pt x="2" y="608"/>
                      </a:lnTo>
                      <a:lnTo>
                        <a:pt x="3" y="612"/>
                      </a:lnTo>
                      <a:lnTo>
                        <a:pt x="3" y="619"/>
                      </a:lnTo>
                      <a:lnTo>
                        <a:pt x="0" y="625"/>
                      </a:lnTo>
                      <a:lnTo>
                        <a:pt x="2" y="629"/>
                      </a:lnTo>
                      <a:lnTo>
                        <a:pt x="3" y="627"/>
                      </a:lnTo>
                      <a:lnTo>
                        <a:pt x="9" y="624"/>
                      </a:lnTo>
                      <a:lnTo>
                        <a:pt x="27" y="619"/>
                      </a:lnTo>
                      <a:lnTo>
                        <a:pt x="41" y="612"/>
                      </a:lnTo>
                      <a:lnTo>
                        <a:pt x="54" y="607"/>
                      </a:lnTo>
                      <a:lnTo>
                        <a:pt x="63" y="607"/>
                      </a:lnTo>
                      <a:lnTo>
                        <a:pt x="70" y="606"/>
                      </a:lnTo>
                      <a:lnTo>
                        <a:pt x="94" y="607"/>
                      </a:lnTo>
                      <a:lnTo>
                        <a:pt x="116" y="605"/>
                      </a:lnTo>
                      <a:lnTo>
                        <a:pt x="123" y="607"/>
                      </a:lnTo>
                      <a:lnTo>
                        <a:pt x="142" y="608"/>
                      </a:lnTo>
                      <a:lnTo>
                        <a:pt x="155" y="606"/>
                      </a:lnTo>
                      <a:lnTo>
                        <a:pt x="169" y="606"/>
                      </a:lnTo>
                      <a:lnTo>
                        <a:pt x="202" y="603"/>
                      </a:lnTo>
                      <a:lnTo>
                        <a:pt x="218" y="605"/>
                      </a:lnTo>
                      <a:lnTo>
                        <a:pt x="220" y="606"/>
                      </a:lnTo>
                      <a:lnTo>
                        <a:pt x="225" y="613"/>
                      </a:lnTo>
                      <a:lnTo>
                        <a:pt x="229" y="614"/>
                      </a:lnTo>
                      <a:lnTo>
                        <a:pt x="233" y="613"/>
                      </a:lnTo>
                      <a:lnTo>
                        <a:pt x="237" y="622"/>
                      </a:lnTo>
                      <a:lnTo>
                        <a:pt x="242" y="640"/>
                      </a:lnTo>
                      <a:lnTo>
                        <a:pt x="244" y="654"/>
                      </a:lnTo>
                      <a:lnTo>
                        <a:pt x="245" y="659"/>
                      </a:lnTo>
                      <a:lnTo>
                        <a:pt x="252" y="671"/>
                      </a:lnTo>
                      <a:lnTo>
                        <a:pt x="256" y="687"/>
                      </a:lnTo>
                      <a:lnTo>
                        <a:pt x="268" y="700"/>
                      </a:lnTo>
                      <a:lnTo>
                        <a:pt x="289" y="727"/>
                      </a:lnTo>
                      <a:lnTo>
                        <a:pt x="301" y="732"/>
                      </a:lnTo>
                      <a:lnTo>
                        <a:pt x="315" y="732"/>
                      </a:lnTo>
                      <a:lnTo>
                        <a:pt x="336" y="725"/>
                      </a:lnTo>
                      <a:lnTo>
                        <a:pt x="349" y="722"/>
                      </a:lnTo>
                      <a:lnTo>
                        <a:pt x="366" y="725"/>
                      </a:lnTo>
                      <a:lnTo>
                        <a:pt x="386" y="725"/>
                      </a:lnTo>
                      <a:lnTo>
                        <a:pt x="389" y="710"/>
                      </a:lnTo>
                      <a:lnTo>
                        <a:pt x="390" y="703"/>
                      </a:lnTo>
                      <a:lnTo>
                        <a:pt x="392" y="698"/>
                      </a:lnTo>
                      <a:lnTo>
                        <a:pt x="393" y="694"/>
                      </a:lnTo>
                      <a:lnTo>
                        <a:pt x="395" y="689"/>
                      </a:lnTo>
                      <a:lnTo>
                        <a:pt x="396" y="678"/>
                      </a:lnTo>
                      <a:lnTo>
                        <a:pt x="398" y="670"/>
                      </a:lnTo>
                      <a:lnTo>
                        <a:pt x="441" y="670"/>
                      </a:lnTo>
                      <a:lnTo>
                        <a:pt x="444" y="664"/>
                      </a:lnTo>
                      <a:lnTo>
                        <a:pt x="467" y="664"/>
                      </a:lnTo>
                      <a:lnTo>
                        <a:pt x="466" y="686"/>
                      </a:lnTo>
                      <a:lnTo>
                        <a:pt x="514" y="687"/>
                      </a:lnTo>
                      <a:lnTo>
                        <a:pt x="518" y="691"/>
                      </a:lnTo>
                      <a:lnTo>
                        <a:pt x="520" y="699"/>
                      </a:lnTo>
                      <a:lnTo>
                        <a:pt x="522" y="731"/>
                      </a:lnTo>
                      <a:lnTo>
                        <a:pt x="525" y="743"/>
                      </a:lnTo>
                      <a:lnTo>
                        <a:pt x="525" y="759"/>
                      </a:lnTo>
                      <a:lnTo>
                        <a:pt x="527" y="775"/>
                      </a:lnTo>
                      <a:lnTo>
                        <a:pt x="527" y="781"/>
                      </a:lnTo>
                      <a:lnTo>
                        <a:pt x="524" y="792"/>
                      </a:lnTo>
                      <a:lnTo>
                        <a:pt x="524" y="806"/>
                      </a:lnTo>
                      <a:lnTo>
                        <a:pt x="526" y="815"/>
                      </a:lnTo>
                      <a:lnTo>
                        <a:pt x="535" y="829"/>
                      </a:lnTo>
                      <a:lnTo>
                        <a:pt x="541" y="850"/>
                      </a:lnTo>
                      <a:lnTo>
                        <a:pt x="547" y="866"/>
                      </a:lnTo>
                      <a:lnTo>
                        <a:pt x="547" y="874"/>
                      </a:lnTo>
                      <a:lnTo>
                        <a:pt x="542" y="881"/>
                      </a:lnTo>
                      <a:lnTo>
                        <a:pt x="531" y="892"/>
                      </a:lnTo>
                      <a:lnTo>
                        <a:pt x="531" y="894"/>
                      </a:lnTo>
                      <a:lnTo>
                        <a:pt x="532" y="897"/>
                      </a:lnTo>
                      <a:lnTo>
                        <a:pt x="534" y="898"/>
                      </a:lnTo>
                      <a:lnTo>
                        <a:pt x="537" y="899"/>
                      </a:lnTo>
                      <a:lnTo>
                        <a:pt x="543" y="907"/>
                      </a:lnTo>
                      <a:lnTo>
                        <a:pt x="549" y="908"/>
                      </a:lnTo>
                      <a:lnTo>
                        <a:pt x="552" y="907"/>
                      </a:lnTo>
                      <a:lnTo>
                        <a:pt x="554" y="901"/>
                      </a:lnTo>
                      <a:lnTo>
                        <a:pt x="557" y="893"/>
                      </a:lnTo>
                      <a:lnTo>
                        <a:pt x="562" y="891"/>
                      </a:lnTo>
                      <a:lnTo>
                        <a:pt x="613" y="891"/>
                      </a:lnTo>
                      <a:lnTo>
                        <a:pt x="623" y="887"/>
                      </a:lnTo>
                      <a:lnTo>
                        <a:pt x="632" y="890"/>
                      </a:lnTo>
                      <a:lnTo>
                        <a:pt x="634" y="890"/>
                      </a:lnTo>
                      <a:lnTo>
                        <a:pt x="644" y="882"/>
                      </a:lnTo>
                      <a:lnTo>
                        <a:pt x="645" y="882"/>
                      </a:lnTo>
                      <a:lnTo>
                        <a:pt x="655" y="880"/>
                      </a:lnTo>
                      <a:lnTo>
                        <a:pt x="659" y="880"/>
                      </a:lnTo>
                      <a:lnTo>
                        <a:pt x="661" y="881"/>
                      </a:lnTo>
                      <a:lnTo>
                        <a:pt x="667" y="891"/>
                      </a:lnTo>
                      <a:lnTo>
                        <a:pt x="667" y="903"/>
                      </a:lnTo>
                      <a:lnTo>
                        <a:pt x="669" y="908"/>
                      </a:lnTo>
                      <a:lnTo>
                        <a:pt x="672" y="908"/>
                      </a:lnTo>
                      <a:lnTo>
                        <a:pt x="686" y="902"/>
                      </a:lnTo>
                      <a:lnTo>
                        <a:pt x="691" y="901"/>
                      </a:lnTo>
                      <a:lnTo>
                        <a:pt x="697" y="901"/>
                      </a:lnTo>
                      <a:lnTo>
                        <a:pt x="708" y="896"/>
                      </a:lnTo>
                      <a:lnTo>
                        <a:pt x="714" y="904"/>
                      </a:lnTo>
                      <a:lnTo>
                        <a:pt x="718" y="913"/>
                      </a:lnTo>
                      <a:lnTo>
                        <a:pt x="723" y="919"/>
                      </a:lnTo>
                      <a:lnTo>
                        <a:pt x="736" y="925"/>
                      </a:lnTo>
                      <a:lnTo>
                        <a:pt x="748" y="933"/>
                      </a:lnTo>
                      <a:lnTo>
                        <a:pt x="766" y="940"/>
                      </a:lnTo>
                      <a:lnTo>
                        <a:pt x="778" y="941"/>
                      </a:lnTo>
                      <a:lnTo>
                        <a:pt x="787" y="939"/>
                      </a:lnTo>
                      <a:lnTo>
                        <a:pt x="799" y="934"/>
                      </a:lnTo>
                      <a:lnTo>
                        <a:pt x="809" y="931"/>
                      </a:lnTo>
                      <a:lnTo>
                        <a:pt x="814" y="933"/>
                      </a:lnTo>
                      <a:lnTo>
                        <a:pt x="833" y="951"/>
                      </a:lnTo>
                      <a:lnTo>
                        <a:pt x="847" y="957"/>
                      </a:lnTo>
                      <a:lnTo>
                        <a:pt x="858" y="961"/>
                      </a:lnTo>
                      <a:lnTo>
                        <a:pt x="869" y="962"/>
                      </a:lnTo>
                      <a:lnTo>
                        <a:pt x="876" y="968"/>
                      </a:lnTo>
                      <a:lnTo>
                        <a:pt x="881" y="980"/>
                      </a:lnTo>
                      <a:lnTo>
                        <a:pt x="885" y="987"/>
                      </a:lnTo>
                      <a:lnTo>
                        <a:pt x="898" y="999"/>
                      </a:lnTo>
                      <a:lnTo>
                        <a:pt x="912" y="1007"/>
                      </a:lnTo>
                      <a:lnTo>
                        <a:pt x="922" y="1011"/>
                      </a:lnTo>
                      <a:lnTo>
                        <a:pt x="932" y="1012"/>
                      </a:lnTo>
                      <a:lnTo>
                        <a:pt x="935" y="1012"/>
                      </a:lnTo>
                      <a:lnTo>
                        <a:pt x="941" y="1010"/>
                      </a:lnTo>
                      <a:lnTo>
                        <a:pt x="945" y="1009"/>
                      </a:lnTo>
                      <a:lnTo>
                        <a:pt x="946" y="1010"/>
                      </a:lnTo>
                      <a:lnTo>
                        <a:pt x="951" y="1017"/>
                      </a:lnTo>
                      <a:lnTo>
                        <a:pt x="955" y="1018"/>
                      </a:lnTo>
                      <a:lnTo>
                        <a:pt x="959" y="1018"/>
                      </a:lnTo>
                      <a:lnTo>
                        <a:pt x="961" y="1016"/>
                      </a:lnTo>
                      <a:lnTo>
                        <a:pt x="961" y="1009"/>
                      </a:lnTo>
                      <a:lnTo>
                        <a:pt x="960" y="1001"/>
                      </a:lnTo>
                      <a:lnTo>
                        <a:pt x="959" y="966"/>
                      </a:lnTo>
                      <a:lnTo>
                        <a:pt x="956" y="958"/>
                      </a:lnTo>
                      <a:lnTo>
                        <a:pt x="950" y="957"/>
                      </a:lnTo>
                      <a:lnTo>
                        <a:pt x="941" y="962"/>
                      </a:lnTo>
                      <a:lnTo>
                        <a:pt x="930" y="960"/>
                      </a:lnTo>
                      <a:lnTo>
                        <a:pt x="918" y="960"/>
                      </a:lnTo>
                      <a:lnTo>
                        <a:pt x="911" y="955"/>
                      </a:lnTo>
                      <a:lnTo>
                        <a:pt x="901" y="942"/>
                      </a:lnTo>
                      <a:lnTo>
                        <a:pt x="895" y="936"/>
                      </a:lnTo>
                      <a:lnTo>
                        <a:pt x="893" y="934"/>
                      </a:lnTo>
                      <a:lnTo>
                        <a:pt x="892" y="924"/>
                      </a:lnTo>
                      <a:lnTo>
                        <a:pt x="895" y="917"/>
                      </a:lnTo>
                      <a:lnTo>
                        <a:pt x="897" y="905"/>
                      </a:lnTo>
                      <a:lnTo>
                        <a:pt x="912" y="866"/>
                      </a:lnTo>
                      <a:lnTo>
                        <a:pt x="913" y="859"/>
                      </a:lnTo>
                      <a:lnTo>
                        <a:pt x="914" y="834"/>
                      </a:lnTo>
                      <a:lnTo>
                        <a:pt x="912" y="820"/>
                      </a:lnTo>
                      <a:lnTo>
                        <a:pt x="905" y="801"/>
                      </a:lnTo>
                      <a:lnTo>
                        <a:pt x="905" y="791"/>
                      </a:lnTo>
                      <a:lnTo>
                        <a:pt x="907" y="788"/>
                      </a:lnTo>
                      <a:lnTo>
                        <a:pt x="909" y="779"/>
                      </a:lnTo>
                      <a:lnTo>
                        <a:pt x="914" y="772"/>
                      </a:lnTo>
                      <a:lnTo>
                        <a:pt x="922" y="758"/>
                      </a:lnTo>
                      <a:lnTo>
                        <a:pt x="924" y="756"/>
                      </a:lnTo>
                      <a:lnTo>
                        <a:pt x="929" y="752"/>
                      </a:lnTo>
                      <a:lnTo>
                        <a:pt x="932" y="752"/>
                      </a:lnTo>
                      <a:lnTo>
                        <a:pt x="941" y="748"/>
                      </a:lnTo>
                      <a:lnTo>
                        <a:pt x="1003" y="735"/>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68" name="Google Shape;2468;p5">
                  <a:extLst>
                    <a:ext uri="{FF2B5EF4-FFF2-40B4-BE49-F238E27FC236}">
                      <a16:creationId xmlns:a16="http://schemas.microsoft.com/office/drawing/2014/main" id="{25E16AC9-F0AD-676F-D998-7918406A9533}"/>
                    </a:ext>
                  </a:extLst>
                </p:cNvPr>
                <p:cNvSpPr/>
                <p:nvPr/>
              </p:nvSpPr>
              <p:spPr>
                <a:xfrm>
                  <a:off x="5488780" y="3469034"/>
                  <a:ext cx="25400" cy="33338"/>
                </a:xfrm>
                <a:custGeom>
                  <a:avLst/>
                  <a:gdLst/>
                  <a:ahLst/>
                  <a:cxnLst/>
                  <a:rect l="l" t="t" r="r" b="b"/>
                  <a:pathLst>
                    <a:path w="83" h="106" extrusionOk="0">
                      <a:moveTo>
                        <a:pt x="65" y="0"/>
                      </a:moveTo>
                      <a:lnTo>
                        <a:pt x="48" y="11"/>
                      </a:lnTo>
                      <a:lnTo>
                        <a:pt x="33" y="19"/>
                      </a:lnTo>
                      <a:lnTo>
                        <a:pt x="28" y="25"/>
                      </a:lnTo>
                      <a:lnTo>
                        <a:pt x="22" y="29"/>
                      </a:lnTo>
                      <a:lnTo>
                        <a:pt x="17" y="51"/>
                      </a:lnTo>
                      <a:lnTo>
                        <a:pt x="15" y="62"/>
                      </a:lnTo>
                      <a:lnTo>
                        <a:pt x="9" y="74"/>
                      </a:lnTo>
                      <a:lnTo>
                        <a:pt x="0" y="85"/>
                      </a:lnTo>
                      <a:lnTo>
                        <a:pt x="0" y="88"/>
                      </a:lnTo>
                      <a:lnTo>
                        <a:pt x="1" y="97"/>
                      </a:lnTo>
                      <a:lnTo>
                        <a:pt x="7" y="103"/>
                      </a:lnTo>
                      <a:lnTo>
                        <a:pt x="20" y="105"/>
                      </a:lnTo>
                      <a:lnTo>
                        <a:pt x="24" y="102"/>
                      </a:lnTo>
                      <a:lnTo>
                        <a:pt x="31" y="105"/>
                      </a:lnTo>
                      <a:lnTo>
                        <a:pt x="32" y="103"/>
                      </a:lnTo>
                      <a:lnTo>
                        <a:pt x="33" y="100"/>
                      </a:lnTo>
                      <a:lnTo>
                        <a:pt x="45" y="96"/>
                      </a:lnTo>
                      <a:lnTo>
                        <a:pt x="50" y="97"/>
                      </a:lnTo>
                      <a:lnTo>
                        <a:pt x="59" y="105"/>
                      </a:lnTo>
                      <a:lnTo>
                        <a:pt x="59" y="106"/>
                      </a:lnTo>
                      <a:lnTo>
                        <a:pt x="61" y="100"/>
                      </a:lnTo>
                      <a:lnTo>
                        <a:pt x="71" y="88"/>
                      </a:lnTo>
                      <a:lnTo>
                        <a:pt x="76" y="76"/>
                      </a:lnTo>
                      <a:lnTo>
                        <a:pt x="79" y="74"/>
                      </a:lnTo>
                      <a:lnTo>
                        <a:pt x="76" y="72"/>
                      </a:lnTo>
                      <a:lnTo>
                        <a:pt x="74" y="72"/>
                      </a:lnTo>
                      <a:lnTo>
                        <a:pt x="71" y="69"/>
                      </a:lnTo>
                      <a:lnTo>
                        <a:pt x="64" y="70"/>
                      </a:lnTo>
                      <a:lnTo>
                        <a:pt x="56" y="69"/>
                      </a:lnTo>
                      <a:lnTo>
                        <a:pt x="48" y="72"/>
                      </a:lnTo>
                      <a:lnTo>
                        <a:pt x="47" y="74"/>
                      </a:lnTo>
                      <a:lnTo>
                        <a:pt x="44" y="75"/>
                      </a:lnTo>
                      <a:lnTo>
                        <a:pt x="40" y="74"/>
                      </a:lnTo>
                      <a:lnTo>
                        <a:pt x="38" y="70"/>
                      </a:lnTo>
                      <a:lnTo>
                        <a:pt x="39" y="69"/>
                      </a:lnTo>
                      <a:lnTo>
                        <a:pt x="44" y="70"/>
                      </a:lnTo>
                      <a:lnTo>
                        <a:pt x="47" y="70"/>
                      </a:lnTo>
                      <a:lnTo>
                        <a:pt x="48" y="67"/>
                      </a:lnTo>
                      <a:lnTo>
                        <a:pt x="53" y="59"/>
                      </a:lnTo>
                      <a:lnTo>
                        <a:pt x="56" y="57"/>
                      </a:lnTo>
                      <a:lnTo>
                        <a:pt x="61" y="57"/>
                      </a:lnTo>
                      <a:lnTo>
                        <a:pt x="66" y="51"/>
                      </a:lnTo>
                      <a:lnTo>
                        <a:pt x="77" y="48"/>
                      </a:lnTo>
                      <a:lnTo>
                        <a:pt x="83" y="45"/>
                      </a:lnTo>
                      <a:lnTo>
                        <a:pt x="83" y="38"/>
                      </a:lnTo>
                      <a:lnTo>
                        <a:pt x="81" y="22"/>
                      </a:lnTo>
                      <a:lnTo>
                        <a:pt x="80" y="20"/>
                      </a:lnTo>
                      <a:lnTo>
                        <a:pt x="75" y="16"/>
                      </a:lnTo>
                      <a:lnTo>
                        <a:pt x="71" y="9"/>
                      </a:lnTo>
                      <a:lnTo>
                        <a:pt x="67" y="5"/>
                      </a:lnTo>
                      <a:lnTo>
                        <a:pt x="65" y="0"/>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nvGrpSpPr>
                <p:cNvPr id="2469" name="Google Shape;2469;p5">
                  <a:extLst>
                    <a:ext uri="{FF2B5EF4-FFF2-40B4-BE49-F238E27FC236}">
                      <a16:creationId xmlns:a16="http://schemas.microsoft.com/office/drawing/2014/main" id="{3500A39B-6C10-B48C-F0D4-AFB643FB718A}"/>
                    </a:ext>
                  </a:extLst>
                </p:cNvPr>
                <p:cNvGrpSpPr/>
                <p:nvPr/>
              </p:nvGrpSpPr>
              <p:grpSpPr>
                <a:xfrm>
                  <a:off x="5141117" y="3280172"/>
                  <a:ext cx="289379" cy="349201"/>
                  <a:chOff x="3548063" y="12700"/>
                  <a:chExt cx="5667375" cy="6838950"/>
                </a:xfrm>
                <a:grpFill/>
              </p:grpSpPr>
              <p:sp>
                <p:nvSpPr>
                  <p:cNvPr id="2470" name="Google Shape;2470;p5">
                    <a:extLst>
                      <a:ext uri="{FF2B5EF4-FFF2-40B4-BE49-F238E27FC236}">
                        <a16:creationId xmlns:a16="http://schemas.microsoft.com/office/drawing/2014/main" id="{98AD6CCD-AD69-7D13-6367-BDC03A22C093}"/>
                      </a:ext>
                    </a:extLst>
                  </p:cNvPr>
                  <p:cNvSpPr/>
                  <p:nvPr/>
                </p:nvSpPr>
                <p:spPr>
                  <a:xfrm>
                    <a:off x="4084638" y="3873500"/>
                    <a:ext cx="4257675" cy="2978150"/>
                  </a:xfrm>
                  <a:custGeom>
                    <a:avLst/>
                    <a:gdLst/>
                    <a:ahLst/>
                    <a:cxnLst/>
                    <a:rect l="l" t="t" r="r" b="b"/>
                    <a:pathLst>
                      <a:path w="2682" h="1876" extrusionOk="0">
                        <a:moveTo>
                          <a:pt x="0" y="682"/>
                        </a:moveTo>
                        <a:lnTo>
                          <a:pt x="8" y="733"/>
                        </a:lnTo>
                        <a:lnTo>
                          <a:pt x="48" y="773"/>
                        </a:lnTo>
                        <a:lnTo>
                          <a:pt x="92" y="777"/>
                        </a:lnTo>
                        <a:lnTo>
                          <a:pt x="143" y="792"/>
                        </a:lnTo>
                        <a:lnTo>
                          <a:pt x="161" y="852"/>
                        </a:lnTo>
                        <a:lnTo>
                          <a:pt x="204" y="866"/>
                        </a:lnTo>
                        <a:lnTo>
                          <a:pt x="296" y="866"/>
                        </a:lnTo>
                        <a:lnTo>
                          <a:pt x="327" y="893"/>
                        </a:lnTo>
                        <a:lnTo>
                          <a:pt x="367" y="921"/>
                        </a:lnTo>
                        <a:lnTo>
                          <a:pt x="371" y="941"/>
                        </a:lnTo>
                        <a:lnTo>
                          <a:pt x="367" y="981"/>
                        </a:lnTo>
                        <a:lnTo>
                          <a:pt x="391" y="1024"/>
                        </a:lnTo>
                        <a:lnTo>
                          <a:pt x="466" y="1072"/>
                        </a:lnTo>
                        <a:lnTo>
                          <a:pt x="535" y="1117"/>
                        </a:lnTo>
                        <a:lnTo>
                          <a:pt x="563" y="1157"/>
                        </a:lnTo>
                        <a:lnTo>
                          <a:pt x="606" y="1181"/>
                        </a:lnTo>
                        <a:lnTo>
                          <a:pt x="626" y="1220"/>
                        </a:lnTo>
                        <a:lnTo>
                          <a:pt x="642" y="1264"/>
                        </a:lnTo>
                        <a:lnTo>
                          <a:pt x="670" y="1300"/>
                        </a:lnTo>
                        <a:lnTo>
                          <a:pt x="678" y="1341"/>
                        </a:lnTo>
                        <a:lnTo>
                          <a:pt x="713" y="1353"/>
                        </a:lnTo>
                        <a:lnTo>
                          <a:pt x="830" y="1432"/>
                        </a:lnTo>
                        <a:lnTo>
                          <a:pt x="854" y="1468"/>
                        </a:lnTo>
                        <a:lnTo>
                          <a:pt x="858" y="1511"/>
                        </a:lnTo>
                        <a:lnTo>
                          <a:pt x="882" y="1539"/>
                        </a:lnTo>
                        <a:lnTo>
                          <a:pt x="909" y="1581"/>
                        </a:lnTo>
                        <a:lnTo>
                          <a:pt x="957" y="1616"/>
                        </a:lnTo>
                        <a:lnTo>
                          <a:pt x="981" y="1648"/>
                        </a:lnTo>
                        <a:lnTo>
                          <a:pt x="1000" y="1688"/>
                        </a:lnTo>
                        <a:lnTo>
                          <a:pt x="1092" y="1723"/>
                        </a:lnTo>
                        <a:lnTo>
                          <a:pt x="1115" y="1712"/>
                        </a:lnTo>
                        <a:lnTo>
                          <a:pt x="1141" y="1680"/>
                        </a:lnTo>
                        <a:lnTo>
                          <a:pt x="1248" y="1704"/>
                        </a:lnTo>
                        <a:lnTo>
                          <a:pt x="1292" y="1700"/>
                        </a:lnTo>
                        <a:lnTo>
                          <a:pt x="1339" y="1660"/>
                        </a:lnTo>
                        <a:lnTo>
                          <a:pt x="1383" y="1684"/>
                        </a:lnTo>
                        <a:lnTo>
                          <a:pt x="1476" y="1787"/>
                        </a:lnTo>
                        <a:lnTo>
                          <a:pt x="1531" y="1816"/>
                        </a:lnTo>
                        <a:lnTo>
                          <a:pt x="1567" y="1852"/>
                        </a:lnTo>
                        <a:lnTo>
                          <a:pt x="1591" y="1872"/>
                        </a:lnTo>
                        <a:lnTo>
                          <a:pt x="1614" y="1872"/>
                        </a:lnTo>
                        <a:lnTo>
                          <a:pt x="1642" y="1852"/>
                        </a:lnTo>
                        <a:lnTo>
                          <a:pt x="1697" y="1848"/>
                        </a:lnTo>
                        <a:lnTo>
                          <a:pt x="1741" y="1860"/>
                        </a:lnTo>
                        <a:lnTo>
                          <a:pt x="1779" y="1852"/>
                        </a:lnTo>
                        <a:lnTo>
                          <a:pt x="1826" y="1848"/>
                        </a:lnTo>
                        <a:lnTo>
                          <a:pt x="1850" y="1876"/>
                        </a:lnTo>
                        <a:lnTo>
                          <a:pt x="1917" y="1860"/>
                        </a:lnTo>
                        <a:lnTo>
                          <a:pt x="1973" y="1856"/>
                        </a:lnTo>
                        <a:lnTo>
                          <a:pt x="2024" y="1836"/>
                        </a:lnTo>
                        <a:lnTo>
                          <a:pt x="2086" y="1844"/>
                        </a:lnTo>
                        <a:lnTo>
                          <a:pt x="2161" y="1844"/>
                        </a:lnTo>
                        <a:lnTo>
                          <a:pt x="2268" y="1775"/>
                        </a:lnTo>
                        <a:lnTo>
                          <a:pt x="2331" y="1700"/>
                        </a:lnTo>
                        <a:lnTo>
                          <a:pt x="2379" y="1668"/>
                        </a:lnTo>
                        <a:lnTo>
                          <a:pt x="2420" y="1664"/>
                        </a:lnTo>
                        <a:lnTo>
                          <a:pt x="2539" y="1676"/>
                        </a:lnTo>
                        <a:lnTo>
                          <a:pt x="2591" y="1676"/>
                        </a:lnTo>
                        <a:lnTo>
                          <a:pt x="2674" y="1664"/>
                        </a:lnTo>
                        <a:lnTo>
                          <a:pt x="2678" y="1577"/>
                        </a:lnTo>
                        <a:lnTo>
                          <a:pt x="2682" y="1539"/>
                        </a:lnTo>
                        <a:lnTo>
                          <a:pt x="2678" y="1511"/>
                        </a:lnTo>
                        <a:lnTo>
                          <a:pt x="2650" y="1492"/>
                        </a:lnTo>
                        <a:lnTo>
                          <a:pt x="2555" y="1472"/>
                        </a:lnTo>
                        <a:lnTo>
                          <a:pt x="2523" y="1448"/>
                        </a:lnTo>
                        <a:lnTo>
                          <a:pt x="2503" y="1412"/>
                        </a:lnTo>
                        <a:lnTo>
                          <a:pt x="2464" y="1307"/>
                        </a:lnTo>
                        <a:lnTo>
                          <a:pt x="2444" y="1260"/>
                        </a:lnTo>
                        <a:lnTo>
                          <a:pt x="2424" y="1220"/>
                        </a:lnTo>
                        <a:lnTo>
                          <a:pt x="2339" y="1169"/>
                        </a:lnTo>
                        <a:lnTo>
                          <a:pt x="2311" y="1137"/>
                        </a:lnTo>
                        <a:lnTo>
                          <a:pt x="2288" y="1105"/>
                        </a:lnTo>
                        <a:lnTo>
                          <a:pt x="2280" y="1068"/>
                        </a:lnTo>
                        <a:lnTo>
                          <a:pt x="2248" y="1028"/>
                        </a:lnTo>
                        <a:lnTo>
                          <a:pt x="2212" y="1008"/>
                        </a:lnTo>
                        <a:lnTo>
                          <a:pt x="2169" y="993"/>
                        </a:lnTo>
                        <a:lnTo>
                          <a:pt x="2137" y="1000"/>
                        </a:lnTo>
                        <a:lnTo>
                          <a:pt x="2105" y="973"/>
                        </a:lnTo>
                        <a:lnTo>
                          <a:pt x="2082" y="973"/>
                        </a:lnTo>
                        <a:lnTo>
                          <a:pt x="2060" y="957"/>
                        </a:lnTo>
                        <a:lnTo>
                          <a:pt x="2078" y="925"/>
                        </a:lnTo>
                        <a:lnTo>
                          <a:pt x="2101" y="905"/>
                        </a:lnTo>
                        <a:lnTo>
                          <a:pt x="2101" y="852"/>
                        </a:lnTo>
                        <a:lnTo>
                          <a:pt x="2141" y="836"/>
                        </a:lnTo>
                        <a:lnTo>
                          <a:pt x="2228" y="844"/>
                        </a:lnTo>
                        <a:lnTo>
                          <a:pt x="2272" y="824"/>
                        </a:lnTo>
                        <a:lnTo>
                          <a:pt x="2299" y="800"/>
                        </a:lnTo>
                        <a:lnTo>
                          <a:pt x="2307" y="741"/>
                        </a:lnTo>
                        <a:lnTo>
                          <a:pt x="2307" y="608"/>
                        </a:lnTo>
                        <a:lnTo>
                          <a:pt x="2295" y="608"/>
                        </a:lnTo>
                        <a:lnTo>
                          <a:pt x="2264" y="608"/>
                        </a:lnTo>
                        <a:lnTo>
                          <a:pt x="2284" y="481"/>
                        </a:lnTo>
                        <a:lnTo>
                          <a:pt x="2204" y="371"/>
                        </a:lnTo>
                        <a:lnTo>
                          <a:pt x="2131" y="329"/>
                        </a:lnTo>
                        <a:lnTo>
                          <a:pt x="2115" y="123"/>
                        </a:lnTo>
                        <a:lnTo>
                          <a:pt x="2137" y="16"/>
                        </a:lnTo>
                        <a:lnTo>
                          <a:pt x="2026" y="0"/>
                        </a:lnTo>
                        <a:lnTo>
                          <a:pt x="2020" y="60"/>
                        </a:lnTo>
                        <a:lnTo>
                          <a:pt x="1899" y="79"/>
                        </a:lnTo>
                        <a:lnTo>
                          <a:pt x="1947" y="139"/>
                        </a:lnTo>
                        <a:lnTo>
                          <a:pt x="1947" y="254"/>
                        </a:lnTo>
                        <a:lnTo>
                          <a:pt x="1957" y="285"/>
                        </a:lnTo>
                        <a:lnTo>
                          <a:pt x="1862" y="345"/>
                        </a:lnTo>
                        <a:lnTo>
                          <a:pt x="1713" y="551"/>
                        </a:lnTo>
                        <a:lnTo>
                          <a:pt x="1630" y="571"/>
                        </a:lnTo>
                        <a:lnTo>
                          <a:pt x="1567" y="513"/>
                        </a:lnTo>
                        <a:lnTo>
                          <a:pt x="1412" y="428"/>
                        </a:lnTo>
                        <a:lnTo>
                          <a:pt x="1329" y="466"/>
                        </a:lnTo>
                        <a:lnTo>
                          <a:pt x="1333" y="555"/>
                        </a:lnTo>
                        <a:lnTo>
                          <a:pt x="1222" y="561"/>
                        </a:lnTo>
                        <a:lnTo>
                          <a:pt x="1159" y="630"/>
                        </a:lnTo>
                        <a:lnTo>
                          <a:pt x="1006" y="630"/>
                        </a:lnTo>
                        <a:lnTo>
                          <a:pt x="965" y="586"/>
                        </a:lnTo>
                        <a:lnTo>
                          <a:pt x="795" y="583"/>
                        </a:lnTo>
                        <a:lnTo>
                          <a:pt x="715" y="624"/>
                        </a:lnTo>
                        <a:lnTo>
                          <a:pt x="632" y="598"/>
                        </a:lnTo>
                        <a:lnTo>
                          <a:pt x="610" y="519"/>
                        </a:lnTo>
                        <a:lnTo>
                          <a:pt x="547" y="472"/>
                        </a:lnTo>
                        <a:lnTo>
                          <a:pt x="521" y="408"/>
                        </a:lnTo>
                        <a:lnTo>
                          <a:pt x="357" y="444"/>
                        </a:lnTo>
                        <a:lnTo>
                          <a:pt x="367" y="497"/>
                        </a:lnTo>
                        <a:lnTo>
                          <a:pt x="299" y="555"/>
                        </a:lnTo>
                        <a:lnTo>
                          <a:pt x="204" y="535"/>
                        </a:lnTo>
                        <a:lnTo>
                          <a:pt x="125" y="577"/>
                        </a:lnTo>
                        <a:lnTo>
                          <a:pt x="18" y="583"/>
                        </a:lnTo>
                        <a:lnTo>
                          <a:pt x="8" y="620"/>
                        </a:lnTo>
                        <a:lnTo>
                          <a:pt x="0" y="682"/>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sp>
                <p:nvSpPr>
                  <p:cNvPr id="2471" name="Google Shape;2471;p5">
                    <a:extLst>
                      <a:ext uri="{FF2B5EF4-FFF2-40B4-BE49-F238E27FC236}">
                        <a16:creationId xmlns:a16="http://schemas.microsoft.com/office/drawing/2014/main" id="{2320E94D-83B1-E5A6-3986-7669E2116A4A}"/>
                      </a:ext>
                    </a:extLst>
                  </p:cNvPr>
                  <p:cNvSpPr/>
                  <p:nvPr/>
                </p:nvSpPr>
                <p:spPr>
                  <a:xfrm>
                    <a:off x="3548063" y="12700"/>
                    <a:ext cx="5667375" cy="4860925"/>
                  </a:xfrm>
                  <a:custGeom>
                    <a:avLst/>
                    <a:gdLst/>
                    <a:ahLst/>
                    <a:cxnLst/>
                    <a:rect l="l" t="t" r="r" b="b"/>
                    <a:pathLst>
                      <a:path w="3570" h="3062" extrusionOk="0">
                        <a:moveTo>
                          <a:pt x="91" y="2383"/>
                        </a:moveTo>
                        <a:lnTo>
                          <a:pt x="111" y="2446"/>
                        </a:lnTo>
                        <a:lnTo>
                          <a:pt x="158" y="2581"/>
                        </a:lnTo>
                        <a:lnTo>
                          <a:pt x="162" y="2589"/>
                        </a:lnTo>
                        <a:lnTo>
                          <a:pt x="188" y="2599"/>
                        </a:lnTo>
                        <a:lnTo>
                          <a:pt x="200" y="2618"/>
                        </a:lnTo>
                        <a:lnTo>
                          <a:pt x="212" y="2654"/>
                        </a:lnTo>
                        <a:lnTo>
                          <a:pt x="212" y="2686"/>
                        </a:lnTo>
                        <a:lnTo>
                          <a:pt x="178" y="2702"/>
                        </a:lnTo>
                        <a:lnTo>
                          <a:pt x="216" y="2761"/>
                        </a:lnTo>
                        <a:lnTo>
                          <a:pt x="283" y="2834"/>
                        </a:lnTo>
                        <a:lnTo>
                          <a:pt x="346" y="2917"/>
                        </a:lnTo>
                        <a:lnTo>
                          <a:pt x="366" y="2981"/>
                        </a:lnTo>
                        <a:lnTo>
                          <a:pt x="356" y="3015"/>
                        </a:lnTo>
                        <a:lnTo>
                          <a:pt x="463" y="3009"/>
                        </a:lnTo>
                        <a:lnTo>
                          <a:pt x="542" y="2967"/>
                        </a:lnTo>
                        <a:lnTo>
                          <a:pt x="637" y="2987"/>
                        </a:lnTo>
                        <a:lnTo>
                          <a:pt x="705" y="2929"/>
                        </a:lnTo>
                        <a:lnTo>
                          <a:pt x="695" y="2876"/>
                        </a:lnTo>
                        <a:lnTo>
                          <a:pt x="859" y="2840"/>
                        </a:lnTo>
                        <a:lnTo>
                          <a:pt x="885" y="2904"/>
                        </a:lnTo>
                        <a:lnTo>
                          <a:pt x="948" y="2951"/>
                        </a:lnTo>
                        <a:lnTo>
                          <a:pt x="970" y="3030"/>
                        </a:lnTo>
                        <a:lnTo>
                          <a:pt x="1053" y="3056"/>
                        </a:lnTo>
                        <a:lnTo>
                          <a:pt x="1133" y="3015"/>
                        </a:lnTo>
                        <a:lnTo>
                          <a:pt x="1303" y="3018"/>
                        </a:lnTo>
                        <a:lnTo>
                          <a:pt x="1344" y="3062"/>
                        </a:lnTo>
                        <a:lnTo>
                          <a:pt x="1497" y="3062"/>
                        </a:lnTo>
                        <a:lnTo>
                          <a:pt x="1560" y="2993"/>
                        </a:lnTo>
                        <a:lnTo>
                          <a:pt x="1671" y="2987"/>
                        </a:lnTo>
                        <a:lnTo>
                          <a:pt x="1667" y="2898"/>
                        </a:lnTo>
                        <a:lnTo>
                          <a:pt x="1750" y="2860"/>
                        </a:lnTo>
                        <a:lnTo>
                          <a:pt x="1905" y="2945"/>
                        </a:lnTo>
                        <a:lnTo>
                          <a:pt x="1968" y="3003"/>
                        </a:lnTo>
                        <a:lnTo>
                          <a:pt x="2051" y="2983"/>
                        </a:lnTo>
                        <a:lnTo>
                          <a:pt x="2200" y="2777"/>
                        </a:lnTo>
                        <a:lnTo>
                          <a:pt x="2295" y="2717"/>
                        </a:lnTo>
                        <a:lnTo>
                          <a:pt x="2285" y="2686"/>
                        </a:lnTo>
                        <a:lnTo>
                          <a:pt x="2285" y="2571"/>
                        </a:lnTo>
                        <a:lnTo>
                          <a:pt x="2237" y="2511"/>
                        </a:lnTo>
                        <a:lnTo>
                          <a:pt x="2358" y="2492"/>
                        </a:lnTo>
                        <a:lnTo>
                          <a:pt x="2364" y="2432"/>
                        </a:lnTo>
                        <a:lnTo>
                          <a:pt x="2475" y="2448"/>
                        </a:lnTo>
                        <a:lnTo>
                          <a:pt x="2453" y="2555"/>
                        </a:lnTo>
                        <a:lnTo>
                          <a:pt x="2469" y="2761"/>
                        </a:lnTo>
                        <a:lnTo>
                          <a:pt x="2542" y="2803"/>
                        </a:lnTo>
                        <a:lnTo>
                          <a:pt x="2622" y="2913"/>
                        </a:lnTo>
                        <a:lnTo>
                          <a:pt x="2602" y="3040"/>
                        </a:lnTo>
                        <a:lnTo>
                          <a:pt x="2633" y="3040"/>
                        </a:lnTo>
                        <a:lnTo>
                          <a:pt x="2645" y="3040"/>
                        </a:lnTo>
                        <a:lnTo>
                          <a:pt x="2645" y="2997"/>
                        </a:lnTo>
                        <a:lnTo>
                          <a:pt x="2661" y="2933"/>
                        </a:lnTo>
                        <a:lnTo>
                          <a:pt x="2669" y="2890"/>
                        </a:lnTo>
                        <a:lnTo>
                          <a:pt x="2661" y="2866"/>
                        </a:lnTo>
                        <a:lnTo>
                          <a:pt x="2661" y="2822"/>
                        </a:lnTo>
                        <a:lnTo>
                          <a:pt x="2677" y="2830"/>
                        </a:lnTo>
                        <a:lnTo>
                          <a:pt x="2689" y="2805"/>
                        </a:lnTo>
                        <a:lnTo>
                          <a:pt x="2717" y="2757"/>
                        </a:lnTo>
                        <a:lnTo>
                          <a:pt x="2742" y="2737"/>
                        </a:lnTo>
                        <a:lnTo>
                          <a:pt x="2786" y="2737"/>
                        </a:lnTo>
                        <a:lnTo>
                          <a:pt x="2806" y="2717"/>
                        </a:lnTo>
                        <a:lnTo>
                          <a:pt x="2826" y="2610"/>
                        </a:lnTo>
                        <a:lnTo>
                          <a:pt x="2845" y="2557"/>
                        </a:lnTo>
                        <a:lnTo>
                          <a:pt x="2984" y="2363"/>
                        </a:lnTo>
                        <a:lnTo>
                          <a:pt x="3020" y="2325"/>
                        </a:lnTo>
                        <a:lnTo>
                          <a:pt x="3053" y="2317"/>
                        </a:lnTo>
                        <a:lnTo>
                          <a:pt x="3081" y="2286"/>
                        </a:lnTo>
                        <a:lnTo>
                          <a:pt x="3152" y="2062"/>
                        </a:lnTo>
                        <a:lnTo>
                          <a:pt x="3152" y="1998"/>
                        </a:lnTo>
                        <a:lnTo>
                          <a:pt x="3140" y="1935"/>
                        </a:lnTo>
                        <a:lnTo>
                          <a:pt x="3140" y="1858"/>
                        </a:lnTo>
                        <a:lnTo>
                          <a:pt x="3156" y="1790"/>
                        </a:lnTo>
                        <a:lnTo>
                          <a:pt x="3184" y="1735"/>
                        </a:lnTo>
                        <a:lnTo>
                          <a:pt x="3220" y="1602"/>
                        </a:lnTo>
                        <a:lnTo>
                          <a:pt x="3231" y="1519"/>
                        </a:lnTo>
                        <a:lnTo>
                          <a:pt x="3231" y="1487"/>
                        </a:lnTo>
                        <a:lnTo>
                          <a:pt x="3247" y="1406"/>
                        </a:lnTo>
                        <a:lnTo>
                          <a:pt x="3263" y="1371"/>
                        </a:lnTo>
                        <a:lnTo>
                          <a:pt x="3315" y="1367"/>
                        </a:lnTo>
                        <a:lnTo>
                          <a:pt x="3350" y="1347"/>
                        </a:lnTo>
                        <a:lnTo>
                          <a:pt x="3368" y="1319"/>
                        </a:lnTo>
                        <a:lnTo>
                          <a:pt x="3451" y="1279"/>
                        </a:lnTo>
                        <a:lnTo>
                          <a:pt x="3483" y="1268"/>
                        </a:lnTo>
                        <a:lnTo>
                          <a:pt x="3534" y="1244"/>
                        </a:lnTo>
                        <a:lnTo>
                          <a:pt x="3562" y="1186"/>
                        </a:lnTo>
                        <a:lnTo>
                          <a:pt x="3570" y="1151"/>
                        </a:lnTo>
                        <a:lnTo>
                          <a:pt x="3558" y="1115"/>
                        </a:lnTo>
                        <a:lnTo>
                          <a:pt x="3538" y="1115"/>
                        </a:lnTo>
                        <a:lnTo>
                          <a:pt x="3527" y="1099"/>
                        </a:lnTo>
                        <a:lnTo>
                          <a:pt x="3507" y="1107"/>
                        </a:lnTo>
                        <a:lnTo>
                          <a:pt x="3491" y="1060"/>
                        </a:lnTo>
                        <a:lnTo>
                          <a:pt x="3463" y="1036"/>
                        </a:lnTo>
                        <a:lnTo>
                          <a:pt x="3435" y="1032"/>
                        </a:lnTo>
                        <a:lnTo>
                          <a:pt x="3376" y="1008"/>
                        </a:lnTo>
                        <a:lnTo>
                          <a:pt x="3354" y="988"/>
                        </a:lnTo>
                        <a:lnTo>
                          <a:pt x="3334" y="960"/>
                        </a:lnTo>
                        <a:lnTo>
                          <a:pt x="3307" y="840"/>
                        </a:lnTo>
                        <a:lnTo>
                          <a:pt x="3295" y="749"/>
                        </a:lnTo>
                        <a:lnTo>
                          <a:pt x="3295" y="616"/>
                        </a:lnTo>
                        <a:lnTo>
                          <a:pt x="3291" y="459"/>
                        </a:lnTo>
                        <a:lnTo>
                          <a:pt x="3303" y="463"/>
                        </a:lnTo>
                        <a:lnTo>
                          <a:pt x="3291" y="436"/>
                        </a:lnTo>
                        <a:lnTo>
                          <a:pt x="3231" y="368"/>
                        </a:lnTo>
                        <a:lnTo>
                          <a:pt x="3228" y="317"/>
                        </a:lnTo>
                        <a:lnTo>
                          <a:pt x="3224" y="255"/>
                        </a:lnTo>
                        <a:lnTo>
                          <a:pt x="3180" y="192"/>
                        </a:lnTo>
                        <a:lnTo>
                          <a:pt x="3140" y="172"/>
                        </a:lnTo>
                        <a:lnTo>
                          <a:pt x="3097" y="121"/>
                        </a:lnTo>
                        <a:lnTo>
                          <a:pt x="3053" y="97"/>
                        </a:lnTo>
                        <a:lnTo>
                          <a:pt x="2996" y="73"/>
                        </a:lnTo>
                        <a:lnTo>
                          <a:pt x="2948" y="0"/>
                        </a:lnTo>
                        <a:lnTo>
                          <a:pt x="2861" y="77"/>
                        </a:lnTo>
                        <a:lnTo>
                          <a:pt x="2806" y="57"/>
                        </a:lnTo>
                        <a:lnTo>
                          <a:pt x="2758" y="180"/>
                        </a:lnTo>
                        <a:lnTo>
                          <a:pt x="2645" y="208"/>
                        </a:lnTo>
                        <a:lnTo>
                          <a:pt x="2614" y="305"/>
                        </a:lnTo>
                        <a:lnTo>
                          <a:pt x="2507" y="313"/>
                        </a:lnTo>
                        <a:lnTo>
                          <a:pt x="2435" y="261"/>
                        </a:lnTo>
                        <a:lnTo>
                          <a:pt x="2055" y="255"/>
                        </a:lnTo>
                        <a:lnTo>
                          <a:pt x="2075" y="212"/>
                        </a:lnTo>
                        <a:lnTo>
                          <a:pt x="2063" y="212"/>
                        </a:lnTo>
                        <a:lnTo>
                          <a:pt x="2055" y="208"/>
                        </a:lnTo>
                        <a:lnTo>
                          <a:pt x="2043" y="208"/>
                        </a:lnTo>
                        <a:lnTo>
                          <a:pt x="2016" y="255"/>
                        </a:lnTo>
                        <a:lnTo>
                          <a:pt x="1905" y="255"/>
                        </a:lnTo>
                        <a:lnTo>
                          <a:pt x="1697" y="255"/>
                        </a:lnTo>
                        <a:lnTo>
                          <a:pt x="1491" y="255"/>
                        </a:lnTo>
                        <a:lnTo>
                          <a:pt x="1283" y="255"/>
                        </a:lnTo>
                        <a:lnTo>
                          <a:pt x="1083" y="255"/>
                        </a:lnTo>
                        <a:lnTo>
                          <a:pt x="877" y="255"/>
                        </a:lnTo>
                        <a:lnTo>
                          <a:pt x="669" y="255"/>
                        </a:lnTo>
                        <a:lnTo>
                          <a:pt x="669" y="463"/>
                        </a:lnTo>
                        <a:lnTo>
                          <a:pt x="669" y="695"/>
                        </a:lnTo>
                        <a:lnTo>
                          <a:pt x="465" y="695"/>
                        </a:lnTo>
                        <a:lnTo>
                          <a:pt x="465" y="824"/>
                        </a:lnTo>
                        <a:lnTo>
                          <a:pt x="465" y="1044"/>
                        </a:lnTo>
                        <a:lnTo>
                          <a:pt x="465" y="1256"/>
                        </a:lnTo>
                        <a:lnTo>
                          <a:pt x="465" y="1472"/>
                        </a:lnTo>
                        <a:lnTo>
                          <a:pt x="457" y="1664"/>
                        </a:lnTo>
                        <a:lnTo>
                          <a:pt x="434" y="1668"/>
                        </a:lnTo>
                        <a:lnTo>
                          <a:pt x="319" y="1668"/>
                        </a:lnTo>
                        <a:lnTo>
                          <a:pt x="283" y="1672"/>
                        </a:lnTo>
                        <a:lnTo>
                          <a:pt x="236" y="1679"/>
                        </a:lnTo>
                        <a:lnTo>
                          <a:pt x="232" y="1683"/>
                        </a:lnTo>
                        <a:lnTo>
                          <a:pt x="220" y="1719"/>
                        </a:lnTo>
                        <a:lnTo>
                          <a:pt x="216" y="1763"/>
                        </a:lnTo>
                        <a:lnTo>
                          <a:pt x="200" y="1806"/>
                        </a:lnTo>
                        <a:lnTo>
                          <a:pt x="154" y="1874"/>
                        </a:lnTo>
                        <a:lnTo>
                          <a:pt x="91" y="1943"/>
                        </a:lnTo>
                        <a:lnTo>
                          <a:pt x="91" y="1994"/>
                        </a:lnTo>
                        <a:lnTo>
                          <a:pt x="95" y="2026"/>
                        </a:lnTo>
                        <a:lnTo>
                          <a:pt x="91" y="2046"/>
                        </a:lnTo>
                        <a:lnTo>
                          <a:pt x="87" y="2050"/>
                        </a:lnTo>
                        <a:lnTo>
                          <a:pt x="55" y="2070"/>
                        </a:lnTo>
                        <a:lnTo>
                          <a:pt x="43" y="2086"/>
                        </a:lnTo>
                        <a:lnTo>
                          <a:pt x="36" y="2125"/>
                        </a:lnTo>
                        <a:lnTo>
                          <a:pt x="36" y="2179"/>
                        </a:lnTo>
                        <a:lnTo>
                          <a:pt x="28" y="2214"/>
                        </a:lnTo>
                        <a:lnTo>
                          <a:pt x="4" y="2258"/>
                        </a:lnTo>
                        <a:lnTo>
                          <a:pt x="0" y="2278"/>
                        </a:lnTo>
                        <a:lnTo>
                          <a:pt x="0" y="2341"/>
                        </a:lnTo>
                        <a:lnTo>
                          <a:pt x="12" y="2341"/>
                        </a:lnTo>
                        <a:lnTo>
                          <a:pt x="32" y="2337"/>
                        </a:lnTo>
                        <a:lnTo>
                          <a:pt x="95" y="2321"/>
                        </a:lnTo>
                        <a:lnTo>
                          <a:pt x="91" y="2383"/>
                        </a:lnTo>
                        <a:close/>
                      </a:path>
                    </a:pathLst>
                  </a:custGeom>
                  <a:grpFill/>
                  <a:ln w="9525" cap="flat" cmpd="sng">
                    <a:solidFill>
                      <a:schemeClr val="accent5">
                        <a:lumMod val="60000"/>
                        <a:lumOff val="40000"/>
                      </a:scheme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Arial"/>
                      <a:ea typeface="Arial"/>
                      <a:cs typeface="Arial"/>
                      <a:sym typeface="Arial"/>
                    </a:endParaRPr>
                  </a:p>
                </p:txBody>
              </p:sp>
            </p:grpSp>
          </p:grpSp>
        </p:grpSp>
      </p:grpSp>
      <p:grpSp>
        <p:nvGrpSpPr>
          <p:cNvPr id="2" name="Google Shape;2472;p5">
            <a:extLst>
              <a:ext uri="{FF2B5EF4-FFF2-40B4-BE49-F238E27FC236}">
                <a16:creationId xmlns:a16="http://schemas.microsoft.com/office/drawing/2014/main" id="{B59FB330-0397-C8DC-99B2-19ED886DD6A5}"/>
              </a:ext>
            </a:extLst>
          </p:cNvPr>
          <p:cNvGrpSpPr/>
          <p:nvPr/>
        </p:nvGrpSpPr>
        <p:grpSpPr>
          <a:xfrm>
            <a:off x="-412182" y="2494478"/>
            <a:ext cx="2350848" cy="780633"/>
            <a:chOff x="19559" y="1727660"/>
            <a:chExt cx="2026130" cy="754642"/>
          </a:xfrm>
        </p:grpSpPr>
        <p:grpSp>
          <p:nvGrpSpPr>
            <p:cNvPr id="3" name="Google Shape;2473;p5">
              <a:extLst>
                <a:ext uri="{FF2B5EF4-FFF2-40B4-BE49-F238E27FC236}">
                  <a16:creationId xmlns:a16="http://schemas.microsoft.com/office/drawing/2014/main" id="{D6FD711F-D3E4-DBCA-5ABB-FE50596E58C9}"/>
                </a:ext>
              </a:extLst>
            </p:cNvPr>
            <p:cNvGrpSpPr/>
            <p:nvPr/>
          </p:nvGrpSpPr>
          <p:grpSpPr>
            <a:xfrm flipH="1">
              <a:off x="428611" y="2181495"/>
              <a:ext cx="1173082" cy="148651"/>
              <a:chOff x="6712676" y="2358606"/>
              <a:chExt cx="1133768" cy="143669"/>
            </a:xfrm>
          </p:grpSpPr>
          <p:cxnSp>
            <p:nvCxnSpPr>
              <p:cNvPr id="7" name="Google Shape;2475;p5">
                <a:extLst>
                  <a:ext uri="{FF2B5EF4-FFF2-40B4-BE49-F238E27FC236}">
                    <a16:creationId xmlns:a16="http://schemas.microsoft.com/office/drawing/2014/main" id="{667679CC-B99B-8D22-8A22-912793F0E7B1}"/>
                  </a:ext>
                </a:extLst>
              </p:cNvPr>
              <p:cNvCxnSpPr>
                <a:cxnSpLocks/>
              </p:cNvCxnSpPr>
              <p:nvPr/>
            </p:nvCxnSpPr>
            <p:spPr>
              <a:xfrm>
                <a:off x="6898852" y="2358606"/>
                <a:ext cx="947592" cy="0"/>
              </a:xfrm>
              <a:prstGeom prst="straightConnector1">
                <a:avLst/>
              </a:prstGeom>
              <a:noFill/>
              <a:ln w="12700" cap="flat" cmpd="sng">
                <a:solidFill>
                  <a:schemeClr val="accent2"/>
                </a:solidFill>
                <a:prstDash val="solid"/>
                <a:round/>
                <a:headEnd type="none" w="sm" len="sm"/>
                <a:tailEnd type="none" w="sm" len="sm"/>
              </a:ln>
            </p:spPr>
          </p:cxnSp>
          <p:sp>
            <p:nvSpPr>
              <p:cNvPr id="8" name="Google Shape;2476;p5">
                <a:extLst>
                  <a:ext uri="{FF2B5EF4-FFF2-40B4-BE49-F238E27FC236}">
                    <a16:creationId xmlns:a16="http://schemas.microsoft.com/office/drawing/2014/main" id="{771AD4F8-21CE-124A-0EE1-1CBEC1AD54DD}"/>
                  </a:ext>
                </a:extLst>
              </p:cNvPr>
              <p:cNvSpPr/>
              <p:nvPr/>
            </p:nvSpPr>
            <p:spPr>
              <a:xfrm flipH="1">
                <a:off x="6712676" y="2384556"/>
                <a:ext cx="93469" cy="11771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00" b="0" i="0" u="none" strike="noStrike" cap="none">
                  <a:solidFill>
                    <a:srgbClr val="414141"/>
                  </a:solidFill>
                  <a:latin typeface="Arial"/>
                  <a:ea typeface="Arial"/>
                  <a:cs typeface="Arial"/>
                  <a:sym typeface="Arial"/>
                </a:endParaRPr>
              </a:p>
            </p:txBody>
          </p:sp>
        </p:grpSp>
        <p:sp>
          <p:nvSpPr>
            <p:cNvPr id="4" name="Google Shape;2477;p5">
              <a:extLst>
                <a:ext uri="{FF2B5EF4-FFF2-40B4-BE49-F238E27FC236}">
                  <a16:creationId xmlns:a16="http://schemas.microsoft.com/office/drawing/2014/main" id="{DE57C5C2-B16D-3C63-1207-DF6558919717}"/>
                </a:ext>
              </a:extLst>
            </p:cNvPr>
            <p:cNvSpPr/>
            <p:nvPr/>
          </p:nvSpPr>
          <p:spPr>
            <a:xfrm>
              <a:off x="19559" y="1727660"/>
              <a:ext cx="2026130" cy="44625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200" b="1" i="0" u="none" strike="noStrike" cap="none" dirty="0">
                  <a:solidFill>
                    <a:srgbClr val="414141"/>
                  </a:solidFill>
                  <a:latin typeface="Open Sans"/>
                  <a:ea typeface="Open Sans"/>
                  <a:cs typeface="Open Sans"/>
                  <a:sym typeface="Open Sans"/>
                </a:rPr>
                <a:t>1. N. America </a:t>
              </a:r>
            </a:p>
            <a:p>
              <a:pPr marL="0" marR="0" lvl="0" indent="0" algn="ctr" rtl="0">
                <a:lnSpc>
                  <a:spcPct val="100000"/>
                </a:lnSpc>
                <a:spcBef>
                  <a:spcPts val="0"/>
                </a:spcBef>
                <a:spcAft>
                  <a:spcPts val="0"/>
                </a:spcAft>
                <a:buNone/>
              </a:pPr>
              <a:r>
                <a:rPr lang="en-US" sz="1200" b="1" i="0" u="none" strike="noStrike" cap="none" dirty="0">
                  <a:solidFill>
                    <a:srgbClr val="00B050"/>
                  </a:solidFill>
                  <a:latin typeface="Open Sans"/>
                  <a:ea typeface="Open Sans"/>
                  <a:cs typeface="Open Sans"/>
                  <a:sym typeface="Open Sans"/>
                </a:rPr>
                <a:t>+1</a:t>
              </a:r>
              <a:r>
                <a:rPr lang="en-US" sz="1200" b="1" dirty="0">
                  <a:solidFill>
                    <a:srgbClr val="00B050"/>
                  </a:solidFill>
                  <a:latin typeface="Open Sans"/>
                  <a:ea typeface="Open Sans"/>
                  <a:cs typeface="Open Sans"/>
                  <a:sym typeface="Open Sans"/>
                </a:rPr>
                <a:t>3</a:t>
              </a:r>
              <a:r>
                <a:rPr lang="en-US" sz="1200" b="1" i="0" u="none" strike="noStrike" cap="none" dirty="0">
                  <a:solidFill>
                    <a:srgbClr val="00B050"/>
                  </a:solidFill>
                  <a:latin typeface="Open Sans"/>
                  <a:ea typeface="Open Sans"/>
                  <a:cs typeface="Open Sans"/>
                  <a:sym typeface="Open Sans"/>
                </a:rPr>
                <a:t>%</a:t>
              </a:r>
              <a:r>
                <a:rPr lang="en-US" sz="1200" b="1" i="0" u="none" strike="noStrike" cap="none" dirty="0">
                  <a:solidFill>
                    <a:srgbClr val="C00000"/>
                  </a:solidFill>
                  <a:latin typeface="Open Sans"/>
                  <a:ea typeface="Open Sans"/>
                  <a:cs typeface="Open Sans"/>
                  <a:sym typeface="Open Sans"/>
                </a:rPr>
                <a:t>, </a:t>
              </a:r>
              <a:r>
                <a:rPr lang="en-US" sz="1200" b="1" i="0" u="none" strike="noStrike" cap="none" dirty="0">
                  <a:solidFill>
                    <a:srgbClr val="414141"/>
                  </a:solidFill>
                  <a:latin typeface="Open Sans"/>
                  <a:ea typeface="Open Sans"/>
                  <a:cs typeface="Open Sans"/>
                  <a:sym typeface="Open Sans"/>
                </a:rPr>
                <a:t>YoY </a:t>
              </a:r>
              <a:endParaRPr sz="1200" b="1" i="0" u="none" strike="noStrike" cap="none" dirty="0">
                <a:solidFill>
                  <a:srgbClr val="414141"/>
                </a:solidFill>
                <a:latin typeface="Open Sans Light"/>
                <a:ea typeface="Open Sans Light"/>
                <a:cs typeface="Open Sans Light"/>
                <a:sym typeface="Open Sans Light"/>
              </a:endParaRPr>
            </a:p>
          </p:txBody>
        </p:sp>
        <p:sp>
          <p:nvSpPr>
            <p:cNvPr id="5" name="Google Shape;2478;p5">
              <a:extLst>
                <a:ext uri="{FF2B5EF4-FFF2-40B4-BE49-F238E27FC236}">
                  <a16:creationId xmlns:a16="http://schemas.microsoft.com/office/drawing/2014/main" id="{B4264092-3ABC-279A-84B8-44233FA08936}"/>
                </a:ext>
              </a:extLst>
            </p:cNvPr>
            <p:cNvSpPr/>
            <p:nvPr/>
          </p:nvSpPr>
          <p:spPr>
            <a:xfrm>
              <a:off x="357161" y="2214564"/>
              <a:ext cx="1688100" cy="267738"/>
            </a:xfrm>
            <a:prstGeom prst="rect">
              <a:avLst/>
            </a:prstGeom>
            <a:noFill/>
            <a:ln>
              <a:noFill/>
            </a:ln>
          </p:spPr>
          <p:txBody>
            <a:bodyPr spcFirstLastPara="1" wrap="square" lIns="91425" tIns="45700" rIns="91425" bIns="45700" anchor="t" anchorCtr="0">
              <a:spAutoFit/>
            </a:bodyPr>
            <a:lstStyle/>
            <a:p>
              <a:r>
                <a:rPr lang="en-US" sz="1200" b="0" i="0" u="none" strike="noStrike" cap="none" dirty="0">
                  <a:solidFill>
                    <a:srgbClr val="414141"/>
                  </a:solidFill>
                  <a:latin typeface="Open Sans Light"/>
                  <a:ea typeface="Open Sans Light"/>
                  <a:cs typeface="Open Sans Light"/>
                  <a:sym typeface="Open Sans Light"/>
                </a:rPr>
                <a:t>       </a:t>
              </a:r>
              <a:r>
                <a:rPr lang="en-US" sz="1000" b="0" i="0" u="none" strike="noStrike" cap="none" dirty="0">
                  <a:solidFill>
                    <a:srgbClr val="414141"/>
                  </a:solidFill>
                  <a:latin typeface="Open Sans Light"/>
                  <a:ea typeface="Open Sans Light"/>
                  <a:cs typeface="Open Sans Light"/>
                  <a:sym typeface="Open Sans Light"/>
                </a:rPr>
                <a:t>220 millions USD</a:t>
              </a:r>
              <a:endParaRPr sz="1000" b="0" i="0" u="none" strike="noStrike" cap="none" dirty="0">
                <a:solidFill>
                  <a:srgbClr val="414141"/>
                </a:solidFill>
                <a:latin typeface="Open Sans Light"/>
                <a:ea typeface="Open Sans Light"/>
                <a:cs typeface="Open Sans Light"/>
                <a:sym typeface="Open Sans Light"/>
              </a:endParaRPr>
            </a:p>
          </p:txBody>
        </p:sp>
      </p:grpSp>
      <p:grpSp>
        <p:nvGrpSpPr>
          <p:cNvPr id="23" name="Google Shape;2493;p5">
            <a:extLst>
              <a:ext uri="{FF2B5EF4-FFF2-40B4-BE49-F238E27FC236}">
                <a16:creationId xmlns:a16="http://schemas.microsoft.com/office/drawing/2014/main" id="{018F2A22-8EFC-36EF-CD42-ED8E5B9884DC}"/>
              </a:ext>
            </a:extLst>
          </p:cNvPr>
          <p:cNvGrpSpPr/>
          <p:nvPr/>
        </p:nvGrpSpPr>
        <p:grpSpPr>
          <a:xfrm>
            <a:off x="3934923" y="3209971"/>
            <a:ext cx="2161071" cy="851785"/>
            <a:chOff x="4702821" y="1091017"/>
            <a:chExt cx="2760384" cy="794704"/>
          </a:xfrm>
        </p:grpSpPr>
        <p:grpSp>
          <p:nvGrpSpPr>
            <p:cNvPr id="24" name="Google Shape;2494;p5">
              <a:extLst>
                <a:ext uri="{FF2B5EF4-FFF2-40B4-BE49-F238E27FC236}">
                  <a16:creationId xmlns:a16="http://schemas.microsoft.com/office/drawing/2014/main" id="{07BAB7D2-E7F9-A7AA-6E5B-4F068444FF2C}"/>
                </a:ext>
              </a:extLst>
            </p:cNvPr>
            <p:cNvGrpSpPr/>
            <p:nvPr/>
          </p:nvGrpSpPr>
          <p:grpSpPr>
            <a:xfrm>
              <a:off x="5034071" y="1308126"/>
              <a:ext cx="2424239" cy="577595"/>
              <a:chOff x="5582422" y="2086011"/>
              <a:chExt cx="2342996" cy="558237"/>
            </a:xfrm>
          </p:grpSpPr>
          <p:cxnSp>
            <p:nvCxnSpPr>
              <p:cNvPr id="27" name="Google Shape;2495;p5">
                <a:extLst>
                  <a:ext uri="{FF2B5EF4-FFF2-40B4-BE49-F238E27FC236}">
                    <a16:creationId xmlns:a16="http://schemas.microsoft.com/office/drawing/2014/main" id="{311EE521-5BA6-3EFE-8305-CF3EBC3485ED}"/>
                  </a:ext>
                </a:extLst>
              </p:cNvPr>
              <p:cNvCxnSpPr/>
              <p:nvPr/>
            </p:nvCxnSpPr>
            <p:spPr>
              <a:xfrm rot="-5400000">
                <a:off x="5640347" y="2086183"/>
                <a:ext cx="500432" cy="500088"/>
              </a:xfrm>
              <a:prstGeom prst="straightConnector1">
                <a:avLst/>
              </a:prstGeom>
              <a:noFill/>
              <a:ln w="12700" cap="flat" cmpd="sng">
                <a:solidFill>
                  <a:schemeClr val="accent2"/>
                </a:solidFill>
                <a:prstDash val="solid"/>
                <a:round/>
                <a:headEnd type="none" w="sm" len="sm"/>
                <a:tailEnd type="none" w="sm" len="sm"/>
              </a:ln>
            </p:spPr>
          </p:cxnSp>
          <p:cxnSp>
            <p:nvCxnSpPr>
              <p:cNvPr id="28" name="Google Shape;2496;p5">
                <a:extLst>
                  <a:ext uri="{FF2B5EF4-FFF2-40B4-BE49-F238E27FC236}">
                    <a16:creationId xmlns:a16="http://schemas.microsoft.com/office/drawing/2014/main" id="{41D37A98-47B8-604B-FD2E-70E01F21C075}"/>
                  </a:ext>
                </a:extLst>
              </p:cNvPr>
              <p:cNvCxnSpPr/>
              <p:nvPr/>
            </p:nvCxnSpPr>
            <p:spPr>
              <a:xfrm>
                <a:off x="6139827" y="2094225"/>
                <a:ext cx="1785591" cy="1536"/>
              </a:xfrm>
              <a:prstGeom prst="straightConnector1">
                <a:avLst/>
              </a:prstGeom>
              <a:noFill/>
              <a:ln w="12700" cap="flat" cmpd="sng">
                <a:solidFill>
                  <a:schemeClr val="accent2"/>
                </a:solidFill>
                <a:prstDash val="solid"/>
                <a:round/>
                <a:headEnd type="none" w="sm" len="sm"/>
                <a:tailEnd type="none" w="sm" len="sm"/>
              </a:ln>
            </p:spPr>
          </p:cxnSp>
          <p:sp>
            <p:nvSpPr>
              <p:cNvPr id="29" name="Google Shape;2497;p5">
                <a:extLst>
                  <a:ext uri="{FF2B5EF4-FFF2-40B4-BE49-F238E27FC236}">
                    <a16:creationId xmlns:a16="http://schemas.microsoft.com/office/drawing/2014/main" id="{0A100AFA-A24A-1FB9-57DC-798EC7B3B5E1}"/>
                  </a:ext>
                </a:extLst>
              </p:cNvPr>
              <p:cNvSpPr/>
              <p:nvPr/>
            </p:nvSpPr>
            <p:spPr>
              <a:xfrm>
                <a:off x="5582422" y="2478461"/>
                <a:ext cx="165674" cy="16578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00" b="0" i="0" u="none" strike="noStrike" cap="none">
                  <a:solidFill>
                    <a:srgbClr val="414141"/>
                  </a:solidFill>
                  <a:latin typeface="Arial"/>
                  <a:ea typeface="Arial"/>
                  <a:cs typeface="Arial"/>
                  <a:sym typeface="Arial"/>
                </a:endParaRPr>
              </a:p>
            </p:txBody>
          </p:sp>
        </p:grpSp>
        <p:sp>
          <p:nvSpPr>
            <p:cNvPr id="25" name="Google Shape;2498;p5">
              <a:extLst>
                <a:ext uri="{FF2B5EF4-FFF2-40B4-BE49-F238E27FC236}">
                  <a16:creationId xmlns:a16="http://schemas.microsoft.com/office/drawing/2014/main" id="{6B9C1AEF-E031-26BF-2396-348518246F3C}"/>
                </a:ext>
              </a:extLst>
            </p:cNvPr>
            <p:cNvSpPr/>
            <p:nvPr/>
          </p:nvSpPr>
          <p:spPr>
            <a:xfrm>
              <a:off x="5547887" y="1091017"/>
              <a:ext cx="1915318" cy="2583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200" b="1" i="0" u="none" strike="noStrike" cap="none" dirty="0">
                  <a:solidFill>
                    <a:schemeClr val="tx2">
                      <a:lumMod val="10000"/>
                    </a:schemeClr>
                  </a:solidFill>
                  <a:latin typeface="Open Sans"/>
                  <a:ea typeface="Open Sans"/>
                  <a:cs typeface="Open Sans"/>
                  <a:sym typeface="Open Sans"/>
                </a:rPr>
                <a:t>2. EAC </a:t>
              </a:r>
              <a:r>
                <a:rPr lang="en-US" sz="1200" b="1" i="0" u="none" strike="noStrike" cap="none" dirty="0">
                  <a:solidFill>
                    <a:srgbClr val="00B050"/>
                  </a:solidFill>
                  <a:latin typeface="Open Sans"/>
                  <a:ea typeface="Open Sans"/>
                  <a:cs typeface="Open Sans"/>
                  <a:sym typeface="Open Sans"/>
                </a:rPr>
                <a:t>+6%</a:t>
              </a:r>
              <a:r>
                <a:rPr lang="en-US" sz="1200" b="1" i="0" u="none" strike="noStrike" cap="none" dirty="0">
                  <a:solidFill>
                    <a:srgbClr val="FF0000"/>
                  </a:solidFill>
                  <a:latin typeface="Open Sans"/>
                  <a:ea typeface="Open Sans"/>
                  <a:cs typeface="Open Sans"/>
                  <a:sym typeface="Open Sans"/>
                </a:rPr>
                <a:t> </a:t>
              </a:r>
              <a:r>
                <a:rPr lang="en-US" sz="1200" b="1" i="0" u="none" strike="noStrike" cap="none" dirty="0">
                  <a:solidFill>
                    <a:schemeClr val="tx2">
                      <a:lumMod val="10000"/>
                    </a:schemeClr>
                  </a:solidFill>
                  <a:latin typeface="Open Sans"/>
                  <a:ea typeface="Open Sans"/>
                  <a:cs typeface="Open Sans"/>
                  <a:sym typeface="Open Sans"/>
                </a:rPr>
                <a:t>YoY</a:t>
              </a:r>
              <a:endParaRPr sz="1200" b="1" i="0" u="none" strike="noStrike" cap="none" dirty="0">
                <a:solidFill>
                  <a:schemeClr val="tx2">
                    <a:lumMod val="10000"/>
                  </a:schemeClr>
                </a:solidFill>
                <a:latin typeface="Open Sans Light"/>
                <a:ea typeface="Open Sans Light"/>
                <a:cs typeface="Open Sans Light"/>
                <a:sym typeface="Open Sans Light"/>
              </a:endParaRPr>
            </a:p>
          </p:txBody>
        </p:sp>
        <p:sp>
          <p:nvSpPr>
            <p:cNvPr id="26" name="Google Shape;2499;p5">
              <a:extLst>
                <a:ext uri="{FF2B5EF4-FFF2-40B4-BE49-F238E27FC236}">
                  <a16:creationId xmlns:a16="http://schemas.microsoft.com/office/drawing/2014/main" id="{C9023D17-4996-589A-812D-748CB78C03AC}"/>
                </a:ext>
              </a:extLst>
            </p:cNvPr>
            <p:cNvSpPr/>
            <p:nvPr/>
          </p:nvSpPr>
          <p:spPr>
            <a:xfrm>
              <a:off x="4702821" y="1391899"/>
              <a:ext cx="2303244" cy="373259"/>
            </a:xfrm>
            <a:prstGeom prst="rect">
              <a:avLst/>
            </a:prstGeom>
            <a:noFill/>
            <a:ln>
              <a:noFill/>
            </a:ln>
          </p:spPr>
          <p:txBody>
            <a:bodyPr spcFirstLastPara="1" wrap="square" lIns="91425" tIns="45700" rIns="91425" bIns="45700" anchor="t" anchorCtr="0">
              <a:spAutoFit/>
            </a:bodyPr>
            <a:lstStyle/>
            <a:p>
              <a:pPr algn="r"/>
              <a:r>
                <a:rPr lang="en-US" sz="1000" b="0" i="0" u="none" strike="noStrike" cap="none" dirty="0">
                  <a:solidFill>
                    <a:srgbClr val="575757"/>
                  </a:solidFill>
                  <a:latin typeface="Trebuchet MS"/>
                  <a:ea typeface="Trebuchet MS"/>
                  <a:cs typeface="Trebuchet MS"/>
                  <a:sym typeface="Trebuchet MS"/>
                </a:rPr>
                <a:t>Market size rank: 2nd</a:t>
              </a:r>
              <a:r>
                <a:rPr lang="en-US" sz="1000" b="0" i="0" u="none" strike="noStrike" cap="none" dirty="0">
                  <a:solidFill>
                    <a:srgbClr val="414141"/>
                  </a:solidFill>
                  <a:latin typeface="Open Sans Light"/>
                  <a:ea typeface="Open Sans Light"/>
                  <a:cs typeface="Open Sans Light"/>
                  <a:sym typeface="Open Sans Light"/>
                </a:rPr>
                <a:t>       </a:t>
              </a:r>
              <a:endParaRPr lang="en-US" sz="1000" dirty="0">
                <a:solidFill>
                  <a:srgbClr val="414141"/>
                </a:solidFill>
                <a:latin typeface="Open Sans Light"/>
                <a:ea typeface="Open Sans Light"/>
                <a:cs typeface="Open Sans Light"/>
                <a:sym typeface="Open Sans Light"/>
              </a:endParaRPr>
            </a:p>
            <a:p>
              <a:pPr marL="0" marR="0" lvl="0" indent="0" algn="r" rtl="0">
                <a:lnSpc>
                  <a:spcPct val="100000"/>
                </a:lnSpc>
                <a:spcBef>
                  <a:spcPts val="0"/>
                </a:spcBef>
                <a:spcAft>
                  <a:spcPts val="0"/>
                </a:spcAft>
                <a:buNone/>
              </a:pPr>
              <a:r>
                <a:rPr lang="en-US" sz="1000" dirty="0">
                  <a:solidFill>
                    <a:srgbClr val="414141"/>
                  </a:solidFill>
                  <a:latin typeface="Open Sans Light"/>
                  <a:ea typeface="Open Sans Light"/>
                  <a:cs typeface="Open Sans Light"/>
                  <a:sym typeface="Open Sans Light"/>
                </a:rPr>
                <a:t>140 Millions USD</a:t>
              </a:r>
              <a:endParaRPr sz="1000" b="0" i="0" u="none" strike="noStrike" cap="none" dirty="0">
                <a:solidFill>
                  <a:srgbClr val="414141"/>
                </a:solidFill>
                <a:latin typeface="Open Sans Light"/>
                <a:ea typeface="Open Sans Light"/>
                <a:cs typeface="Open Sans Light"/>
                <a:sym typeface="Open Sans Light"/>
              </a:endParaRPr>
            </a:p>
          </p:txBody>
        </p:sp>
      </p:grpSp>
      <p:grpSp>
        <p:nvGrpSpPr>
          <p:cNvPr id="30" name="Google Shape;2500;p5">
            <a:extLst>
              <a:ext uri="{FF2B5EF4-FFF2-40B4-BE49-F238E27FC236}">
                <a16:creationId xmlns:a16="http://schemas.microsoft.com/office/drawing/2014/main" id="{F1D25C5A-A249-343E-F017-929D3917D563}"/>
              </a:ext>
            </a:extLst>
          </p:cNvPr>
          <p:cNvGrpSpPr/>
          <p:nvPr/>
        </p:nvGrpSpPr>
        <p:grpSpPr>
          <a:xfrm>
            <a:off x="2010809" y="2030020"/>
            <a:ext cx="1934411" cy="857411"/>
            <a:chOff x="478826" y="1848963"/>
            <a:chExt cx="2378273" cy="828865"/>
          </a:xfrm>
        </p:grpSpPr>
        <p:grpSp>
          <p:nvGrpSpPr>
            <p:cNvPr id="31" name="Google Shape;2501;p5">
              <a:extLst>
                <a:ext uri="{FF2B5EF4-FFF2-40B4-BE49-F238E27FC236}">
                  <a16:creationId xmlns:a16="http://schemas.microsoft.com/office/drawing/2014/main" id="{24ADE307-F507-0CBD-693D-3B05A050DF1E}"/>
                </a:ext>
              </a:extLst>
            </p:cNvPr>
            <p:cNvGrpSpPr/>
            <p:nvPr/>
          </p:nvGrpSpPr>
          <p:grpSpPr>
            <a:xfrm flipH="1">
              <a:off x="1229814" y="2267824"/>
              <a:ext cx="1376587" cy="410004"/>
              <a:chOff x="5741640" y="2442049"/>
              <a:chExt cx="1330453" cy="396264"/>
            </a:xfrm>
          </p:grpSpPr>
          <p:cxnSp>
            <p:nvCxnSpPr>
              <p:cNvPr id="34" name="Google Shape;2502;p5">
                <a:extLst>
                  <a:ext uri="{FF2B5EF4-FFF2-40B4-BE49-F238E27FC236}">
                    <a16:creationId xmlns:a16="http://schemas.microsoft.com/office/drawing/2014/main" id="{CB67BB0A-D83E-904B-9C0A-460EFC1E97B3}"/>
                  </a:ext>
                </a:extLst>
              </p:cNvPr>
              <p:cNvCxnSpPr>
                <a:cxnSpLocks/>
                <a:stCxn id="36" idx="7"/>
              </p:cNvCxnSpPr>
              <p:nvPr/>
            </p:nvCxnSpPr>
            <p:spPr>
              <a:xfrm flipV="1">
                <a:off x="5829814" y="2442049"/>
                <a:ext cx="277696" cy="310564"/>
              </a:xfrm>
              <a:prstGeom prst="straightConnector1">
                <a:avLst/>
              </a:prstGeom>
              <a:noFill/>
              <a:ln w="12700" cap="flat" cmpd="sng">
                <a:solidFill>
                  <a:schemeClr val="accent2"/>
                </a:solidFill>
                <a:prstDash val="solid"/>
                <a:round/>
                <a:headEnd type="none" w="sm" len="sm"/>
                <a:tailEnd type="none" w="sm" len="sm"/>
              </a:ln>
            </p:spPr>
          </p:cxnSp>
          <p:cxnSp>
            <p:nvCxnSpPr>
              <p:cNvPr id="35" name="Google Shape;2503;p5">
                <a:extLst>
                  <a:ext uri="{FF2B5EF4-FFF2-40B4-BE49-F238E27FC236}">
                    <a16:creationId xmlns:a16="http://schemas.microsoft.com/office/drawing/2014/main" id="{66FEF48D-D96C-FDFE-DD56-B23A10F3318F}"/>
                  </a:ext>
                </a:extLst>
              </p:cNvPr>
              <p:cNvCxnSpPr>
                <a:cxnSpLocks/>
              </p:cNvCxnSpPr>
              <p:nvPr/>
            </p:nvCxnSpPr>
            <p:spPr>
              <a:xfrm>
                <a:off x="6104195" y="2444247"/>
                <a:ext cx="967898" cy="0"/>
              </a:xfrm>
              <a:prstGeom prst="straightConnector1">
                <a:avLst/>
              </a:prstGeom>
              <a:noFill/>
              <a:ln w="12700" cap="flat" cmpd="sng">
                <a:solidFill>
                  <a:schemeClr val="accent2"/>
                </a:solidFill>
                <a:prstDash val="solid"/>
                <a:round/>
                <a:headEnd type="none" w="sm" len="sm"/>
                <a:tailEnd type="none" w="sm" len="sm"/>
              </a:ln>
            </p:spPr>
          </p:cxnSp>
          <p:sp>
            <p:nvSpPr>
              <p:cNvPr id="36" name="Google Shape;2504;p5">
                <a:extLst>
                  <a:ext uri="{FF2B5EF4-FFF2-40B4-BE49-F238E27FC236}">
                    <a16:creationId xmlns:a16="http://schemas.microsoft.com/office/drawing/2014/main" id="{C298F33C-DDAB-4318-BE3C-0E80B4B1AE1A}"/>
                  </a:ext>
                </a:extLst>
              </p:cNvPr>
              <p:cNvSpPr/>
              <p:nvPr/>
            </p:nvSpPr>
            <p:spPr>
              <a:xfrm>
                <a:off x="5741640" y="2737909"/>
                <a:ext cx="103303" cy="100404"/>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00" b="0" i="0" u="none" strike="noStrike" cap="none">
                  <a:solidFill>
                    <a:srgbClr val="414141"/>
                  </a:solidFill>
                  <a:latin typeface="Arial"/>
                  <a:ea typeface="Arial"/>
                  <a:cs typeface="Arial"/>
                  <a:sym typeface="Arial"/>
                </a:endParaRPr>
              </a:p>
            </p:txBody>
          </p:sp>
        </p:grpSp>
        <p:sp>
          <p:nvSpPr>
            <p:cNvPr id="32" name="Google Shape;2505;p5">
              <a:extLst>
                <a:ext uri="{FF2B5EF4-FFF2-40B4-BE49-F238E27FC236}">
                  <a16:creationId xmlns:a16="http://schemas.microsoft.com/office/drawing/2014/main" id="{1E659AE8-8FFA-397E-7857-3793FF2D802C}"/>
                </a:ext>
              </a:extLst>
            </p:cNvPr>
            <p:cNvSpPr/>
            <p:nvPr/>
          </p:nvSpPr>
          <p:spPr>
            <a:xfrm>
              <a:off x="516035" y="1848963"/>
              <a:ext cx="2341064" cy="44625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200" b="1" dirty="0">
                  <a:solidFill>
                    <a:srgbClr val="414141"/>
                  </a:solidFill>
                  <a:latin typeface="Open Sans"/>
                  <a:ea typeface="Open Sans"/>
                  <a:cs typeface="Open Sans"/>
                  <a:sym typeface="Open Sans"/>
                </a:rPr>
                <a:t>3. Europe </a:t>
              </a:r>
            </a:p>
            <a:p>
              <a:pPr marL="0" marR="0" lvl="0" indent="0" algn="ctr" rtl="0">
                <a:lnSpc>
                  <a:spcPct val="100000"/>
                </a:lnSpc>
                <a:spcBef>
                  <a:spcPts val="0"/>
                </a:spcBef>
                <a:spcAft>
                  <a:spcPts val="0"/>
                </a:spcAft>
                <a:buNone/>
              </a:pPr>
              <a:r>
                <a:rPr lang="en-US" sz="1200" b="1" i="0" u="none" strike="noStrike" cap="none" dirty="0">
                  <a:solidFill>
                    <a:srgbClr val="00B050"/>
                  </a:solidFill>
                  <a:latin typeface="Open Sans"/>
                  <a:ea typeface="Open Sans"/>
                  <a:cs typeface="Open Sans"/>
                  <a:sym typeface="Open Sans"/>
                </a:rPr>
                <a:t>+</a:t>
              </a:r>
              <a:r>
                <a:rPr lang="en-US" sz="1200" b="1" dirty="0">
                  <a:solidFill>
                    <a:srgbClr val="00B050"/>
                  </a:solidFill>
                  <a:latin typeface="Open Sans"/>
                  <a:ea typeface="Open Sans"/>
                  <a:cs typeface="Open Sans"/>
                  <a:sym typeface="Open Sans"/>
                </a:rPr>
                <a:t>4</a:t>
              </a:r>
              <a:r>
                <a:rPr lang="en-US" sz="1200" b="1" i="0" u="none" strike="noStrike" cap="none" dirty="0">
                  <a:solidFill>
                    <a:srgbClr val="00B050"/>
                  </a:solidFill>
                  <a:latin typeface="Open Sans"/>
                  <a:ea typeface="Open Sans"/>
                  <a:cs typeface="Open Sans"/>
                  <a:sym typeface="Open Sans"/>
                </a:rPr>
                <a:t>%</a:t>
              </a:r>
              <a:r>
                <a:rPr lang="en-US" sz="1200" b="1" i="0" u="none" strike="noStrike" cap="none" dirty="0">
                  <a:solidFill>
                    <a:srgbClr val="C00000"/>
                  </a:solidFill>
                  <a:latin typeface="Open Sans"/>
                  <a:ea typeface="Open Sans"/>
                  <a:cs typeface="Open Sans"/>
                  <a:sym typeface="Open Sans"/>
                </a:rPr>
                <a:t>, </a:t>
              </a:r>
              <a:r>
                <a:rPr lang="en-US" sz="1200" b="1" i="0" u="none" strike="noStrike" cap="none" dirty="0">
                  <a:solidFill>
                    <a:srgbClr val="414141"/>
                  </a:solidFill>
                  <a:latin typeface="Open Sans"/>
                  <a:ea typeface="Open Sans"/>
                  <a:cs typeface="Open Sans"/>
                  <a:sym typeface="Open Sans"/>
                </a:rPr>
                <a:t>YoY</a:t>
              </a:r>
              <a:endParaRPr sz="1200" b="1" i="0" u="none" strike="noStrike" cap="none" dirty="0">
                <a:solidFill>
                  <a:srgbClr val="414141"/>
                </a:solidFill>
                <a:latin typeface="Open Sans Light"/>
                <a:ea typeface="Open Sans Light"/>
                <a:cs typeface="Open Sans Light"/>
                <a:sym typeface="Open Sans Light"/>
              </a:endParaRPr>
            </a:p>
          </p:txBody>
        </p:sp>
        <p:sp>
          <p:nvSpPr>
            <p:cNvPr id="33" name="Google Shape;2506;p5">
              <a:extLst>
                <a:ext uri="{FF2B5EF4-FFF2-40B4-BE49-F238E27FC236}">
                  <a16:creationId xmlns:a16="http://schemas.microsoft.com/office/drawing/2014/main" id="{8A2CA593-705C-1BA5-45AB-577103BFF1A1}"/>
                </a:ext>
              </a:extLst>
            </p:cNvPr>
            <p:cNvSpPr/>
            <p:nvPr/>
          </p:nvSpPr>
          <p:spPr>
            <a:xfrm>
              <a:off x="478826" y="2317340"/>
              <a:ext cx="2127171" cy="2379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00" dirty="0">
                  <a:solidFill>
                    <a:srgbClr val="414141"/>
                  </a:solidFill>
                  <a:latin typeface="Open Sans Light"/>
                  <a:ea typeface="Open Sans Light"/>
                  <a:cs typeface="Open Sans Light"/>
                  <a:sym typeface="Open Sans Light"/>
                </a:rPr>
                <a:t>129</a:t>
              </a:r>
              <a:r>
                <a:rPr lang="en-US" sz="1000" b="0" i="0" u="none" strike="noStrike" cap="none" dirty="0">
                  <a:solidFill>
                    <a:srgbClr val="414141"/>
                  </a:solidFill>
                  <a:latin typeface="Open Sans Light"/>
                  <a:ea typeface="Open Sans Light"/>
                  <a:cs typeface="Open Sans Light"/>
                  <a:sym typeface="Open Sans Light"/>
                </a:rPr>
                <a:t> Million USD</a:t>
              </a:r>
              <a:endParaRPr sz="1000" b="0" i="0" u="none" strike="noStrike" cap="none" dirty="0">
                <a:solidFill>
                  <a:srgbClr val="414141"/>
                </a:solidFill>
                <a:latin typeface="Open Sans Light"/>
                <a:ea typeface="Open Sans Light"/>
                <a:cs typeface="Open Sans Light"/>
                <a:sym typeface="Open Sans Light"/>
              </a:endParaRPr>
            </a:p>
          </p:txBody>
        </p:sp>
      </p:grpSp>
      <p:grpSp>
        <p:nvGrpSpPr>
          <p:cNvPr id="37" name="Google Shape;2507;p5">
            <a:extLst>
              <a:ext uri="{FF2B5EF4-FFF2-40B4-BE49-F238E27FC236}">
                <a16:creationId xmlns:a16="http://schemas.microsoft.com/office/drawing/2014/main" id="{A2F53F2E-C72F-DE1E-2747-AC94858D51E4}"/>
              </a:ext>
            </a:extLst>
          </p:cNvPr>
          <p:cNvGrpSpPr/>
          <p:nvPr/>
        </p:nvGrpSpPr>
        <p:grpSpPr>
          <a:xfrm>
            <a:off x="1913199" y="3242139"/>
            <a:ext cx="2156628" cy="772957"/>
            <a:chOff x="-137105" y="1794853"/>
            <a:chExt cx="2909691" cy="747222"/>
          </a:xfrm>
        </p:grpSpPr>
        <p:grpSp>
          <p:nvGrpSpPr>
            <p:cNvPr id="38" name="Google Shape;2508;p5">
              <a:extLst>
                <a:ext uri="{FF2B5EF4-FFF2-40B4-BE49-F238E27FC236}">
                  <a16:creationId xmlns:a16="http://schemas.microsoft.com/office/drawing/2014/main" id="{3FF25A53-00C9-6875-1FB5-82836928F5BA}"/>
                </a:ext>
              </a:extLst>
            </p:cNvPr>
            <p:cNvGrpSpPr/>
            <p:nvPr/>
          </p:nvGrpSpPr>
          <p:grpSpPr>
            <a:xfrm flipH="1">
              <a:off x="743179" y="2179902"/>
              <a:ext cx="2029407" cy="349771"/>
              <a:chOff x="5581024" y="2357070"/>
              <a:chExt cx="1961395" cy="338049"/>
            </a:xfrm>
          </p:grpSpPr>
          <p:cxnSp>
            <p:nvCxnSpPr>
              <p:cNvPr id="41" name="Google Shape;2509;p5">
                <a:extLst>
                  <a:ext uri="{FF2B5EF4-FFF2-40B4-BE49-F238E27FC236}">
                    <a16:creationId xmlns:a16="http://schemas.microsoft.com/office/drawing/2014/main" id="{D2D9EDFC-15C7-5759-52EC-321B8C57F93F}"/>
                  </a:ext>
                </a:extLst>
              </p:cNvPr>
              <p:cNvCxnSpPr/>
              <p:nvPr/>
            </p:nvCxnSpPr>
            <p:spPr>
              <a:xfrm rot="10800000" flipH="1">
                <a:off x="5645818" y="2357070"/>
                <a:ext cx="569248" cy="235842"/>
              </a:xfrm>
              <a:prstGeom prst="straightConnector1">
                <a:avLst/>
              </a:prstGeom>
              <a:noFill/>
              <a:ln w="12700" cap="flat" cmpd="sng">
                <a:solidFill>
                  <a:schemeClr val="accent2"/>
                </a:solidFill>
                <a:prstDash val="solid"/>
                <a:round/>
                <a:headEnd type="none" w="sm" len="sm"/>
                <a:tailEnd type="none" w="sm" len="sm"/>
              </a:ln>
            </p:spPr>
          </p:cxnSp>
          <p:cxnSp>
            <p:nvCxnSpPr>
              <p:cNvPr id="42" name="Google Shape;2510;p5">
                <a:extLst>
                  <a:ext uri="{FF2B5EF4-FFF2-40B4-BE49-F238E27FC236}">
                    <a16:creationId xmlns:a16="http://schemas.microsoft.com/office/drawing/2014/main" id="{84F78231-80F6-C497-9FC7-831D6EDF76CD}"/>
                  </a:ext>
                </a:extLst>
              </p:cNvPr>
              <p:cNvCxnSpPr>
                <a:cxnSpLocks/>
              </p:cNvCxnSpPr>
              <p:nvPr/>
            </p:nvCxnSpPr>
            <p:spPr>
              <a:xfrm>
                <a:off x="6215066" y="2357070"/>
                <a:ext cx="1327353" cy="0"/>
              </a:xfrm>
              <a:prstGeom prst="straightConnector1">
                <a:avLst/>
              </a:prstGeom>
              <a:noFill/>
              <a:ln w="12700" cap="flat" cmpd="sng">
                <a:solidFill>
                  <a:schemeClr val="accent2"/>
                </a:solidFill>
                <a:prstDash val="solid"/>
                <a:round/>
                <a:headEnd type="none" w="sm" len="sm"/>
                <a:tailEnd type="none" w="sm" len="sm"/>
              </a:ln>
            </p:spPr>
          </p:cxnSp>
          <p:sp>
            <p:nvSpPr>
              <p:cNvPr id="43" name="Google Shape;2511;p5">
                <a:extLst>
                  <a:ext uri="{FF2B5EF4-FFF2-40B4-BE49-F238E27FC236}">
                    <a16:creationId xmlns:a16="http://schemas.microsoft.com/office/drawing/2014/main" id="{8411F59F-7495-5294-5A58-DBF9E845633F}"/>
                  </a:ext>
                </a:extLst>
              </p:cNvPr>
              <p:cNvSpPr/>
              <p:nvPr/>
            </p:nvSpPr>
            <p:spPr>
              <a:xfrm>
                <a:off x="5581024" y="2529332"/>
                <a:ext cx="165747" cy="16578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00" b="0" i="0" u="none" strike="noStrike" cap="none">
                  <a:solidFill>
                    <a:srgbClr val="414141"/>
                  </a:solidFill>
                  <a:latin typeface="Arial"/>
                  <a:ea typeface="Arial"/>
                  <a:cs typeface="Arial"/>
                  <a:sym typeface="Arial"/>
                </a:endParaRPr>
              </a:p>
            </p:txBody>
          </p:sp>
        </p:grpSp>
        <p:sp>
          <p:nvSpPr>
            <p:cNvPr id="39" name="Google Shape;2512;p5">
              <a:extLst>
                <a:ext uri="{FF2B5EF4-FFF2-40B4-BE49-F238E27FC236}">
                  <a16:creationId xmlns:a16="http://schemas.microsoft.com/office/drawing/2014/main" id="{B9953EBD-AB66-C430-8C68-DC6F2FE48C86}"/>
                </a:ext>
              </a:extLst>
            </p:cNvPr>
            <p:cNvSpPr/>
            <p:nvPr/>
          </p:nvSpPr>
          <p:spPr>
            <a:xfrm>
              <a:off x="-137105" y="1794853"/>
              <a:ext cx="2814398" cy="44625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200" b="1" i="0" u="none" strike="noStrike" cap="none" dirty="0">
                  <a:solidFill>
                    <a:srgbClr val="414141"/>
                  </a:solidFill>
                  <a:latin typeface="Open Sans"/>
                  <a:ea typeface="Open Sans"/>
                  <a:cs typeface="Open Sans"/>
                  <a:sym typeface="Open Sans"/>
                </a:rPr>
                <a:t>4. R. Of Africa </a:t>
              </a:r>
            </a:p>
            <a:p>
              <a:pPr marL="0" marR="0" lvl="0" indent="0" algn="ctr" rtl="0">
                <a:lnSpc>
                  <a:spcPct val="100000"/>
                </a:lnSpc>
                <a:spcBef>
                  <a:spcPts val="0"/>
                </a:spcBef>
                <a:spcAft>
                  <a:spcPts val="0"/>
                </a:spcAft>
                <a:buNone/>
              </a:pPr>
              <a:r>
                <a:rPr lang="en-US" sz="1200" b="1" i="0" u="none" strike="noStrike" cap="none" dirty="0">
                  <a:solidFill>
                    <a:srgbClr val="C00000"/>
                  </a:solidFill>
                  <a:latin typeface="Open Sans"/>
                  <a:ea typeface="Open Sans"/>
                  <a:cs typeface="Open Sans"/>
                  <a:sym typeface="Open Sans"/>
                </a:rPr>
                <a:t>-</a:t>
              </a:r>
              <a:r>
                <a:rPr lang="en-US" sz="1200" b="1" dirty="0">
                  <a:solidFill>
                    <a:srgbClr val="C00000"/>
                  </a:solidFill>
                  <a:latin typeface="Open Sans"/>
                  <a:ea typeface="Open Sans"/>
                  <a:cs typeface="Open Sans"/>
                  <a:sym typeface="Open Sans"/>
                </a:rPr>
                <a:t>9</a:t>
              </a:r>
              <a:r>
                <a:rPr lang="en-US" sz="1200" b="1" i="0" u="none" strike="noStrike" cap="none" dirty="0">
                  <a:solidFill>
                    <a:srgbClr val="C00000"/>
                  </a:solidFill>
                  <a:latin typeface="Open Sans"/>
                  <a:ea typeface="Open Sans"/>
                  <a:cs typeface="Open Sans"/>
                  <a:sym typeface="Open Sans"/>
                </a:rPr>
                <a:t>% </a:t>
              </a:r>
              <a:r>
                <a:rPr lang="en-US" sz="1200" b="1" i="0" u="none" strike="noStrike" cap="none" dirty="0">
                  <a:solidFill>
                    <a:srgbClr val="414141"/>
                  </a:solidFill>
                  <a:latin typeface="Open Sans"/>
                  <a:ea typeface="Open Sans"/>
                  <a:cs typeface="Open Sans"/>
                  <a:sym typeface="Open Sans"/>
                </a:rPr>
                <a:t>YoY</a:t>
              </a:r>
              <a:endParaRPr sz="1200" b="1" i="0" u="none" strike="noStrike" cap="none" dirty="0">
                <a:solidFill>
                  <a:srgbClr val="414141"/>
                </a:solidFill>
                <a:latin typeface="Open Sans Light"/>
                <a:ea typeface="Open Sans Light"/>
                <a:cs typeface="Open Sans Light"/>
                <a:sym typeface="Open Sans Light"/>
              </a:endParaRPr>
            </a:p>
          </p:txBody>
        </p:sp>
        <p:sp>
          <p:nvSpPr>
            <p:cNvPr id="40" name="Google Shape;2513;p5">
              <a:extLst>
                <a:ext uri="{FF2B5EF4-FFF2-40B4-BE49-F238E27FC236}">
                  <a16:creationId xmlns:a16="http://schemas.microsoft.com/office/drawing/2014/main" id="{4F2FE4BD-65AD-9226-6A12-634F65403136}"/>
                </a:ext>
              </a:extLst>
            </p:cNvPr>
            <p:cNvSpPr/>
            <p:nvPr/>
          </p:nvSpPr>
          <p:spPr>
            <a:xfrm>
              <a:off x="453639" y="2155326"/>
              <a:ext cx="1853562" cy="38674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00" b="0" i="0" u="none" strike="noStrike" cap="none" dirty="0">
                  <a:solidFill>
                    <a:srgbClr val="414141"/>
                  </a:solidFill>
                  <a:latin typeface="Open Sans Light"/>
                  <a:ea typeface="Open Sans Light"/>
                  <a:cs typeface="Open Sans Light"/>
                  <a:sym typeface="Open Sans Light"/>
                </a:rPr>
                <a:t>       114 millions USD</a:t>
              </a:r>
              <a:endParaRPr sz="1000" b="0" i="0" u="none" strike="noStrike" cap="none" dirty="0">
                <a:solidFill>
                  <a:srgbClr val="414141"/>
                </a:solidFill>
                <a:latin typeface="Open Sans Light"/>
                <a:ea typeface="Open Sans Light"/>
                <a:cs typeface="Open Sans Light"/>
                <a:sym typeface="Open Sans Light"/>
              </a:endParaRPr>
            </a:p>
          </p:txBody>
        </p:sp>
      </p:grpSp>
      <p:cxnSp>
        <p:nvCxnSpPr>
          <p:cNvPr id="45" name="Google Shape;2502;p5">
            <a:extLst>
              <a:ext uri="{FF2B5EF4-FFF2-40B4-BE49-F238E27FC236}">
                <a16:creationId xmlns:a16="http://schemas.microsoft.com/office/drawing/2014/main" id="{AE892854-855C-0F6F-E6C8-270A5E884CC2}"/>
              </a:ext>
            </a:extLst>
          </p:cNvPr>
          <p:cNvCxnSpPr>
            <a:cxnSpLocks/>
            <a:stCxn id="8" idx="5"/>
          </p:cNvCxnSpPr>
          <p:nvPr/>
        </p:nvCxnSpPr>
        <p:spPr>
          <a:xfrm flipH="1" flipV="1">
            <a:off x="1202496" y="2956102"/>
            <a:ext cx="204584" cy="143161"/>
          </a:xfrm>
          <a:prstGeom prst="straightConnector1">
            <a:avLst/>
          </a:prstGeom>
          <a:noFill/>
          <a:ln w="12700" cap="flat" cmpd="sng">
            <a:solidFill>
              <a:schemeClr val="accent2"/>
            </a:solidFill>
            <a:prstDash val="solid"/>
            <a:round/>
            <a:headEnd type="none" w="sm" len="sm"/>
            <a:tailEnd type="none" w="sm" len="sm"/>
          </a:ln>
        </p:spPr>
      </p:cxnSp>
      <p:grpSp>
        <p:nvGrpSpPr>
          <p:cNvPr id="56" name="Google Shape;2500;p5">
            <a:extLst>
              <a:ext uri="{FF2B5EF4-FFF2-40B4-BE49-F238E27FC236}">
                <a16:creationId xmlns:a16="http://schemas.microsoft.com/office/drawing/2014/main" id="{99EF370F-8CA7-6373-F0E8-FA022A8D5714}"/>
              </a:ext>
            </a:extLst>
          </p:cNvPr>
          <p:cNvGrpSpPr/>
          <p:nvPr/>
        </p:nvGrpSpPr>
        <p:grpSpPr>
          <a:xfrm>
            <a:off x="4270247" y="1533068"/>
            <a:ext cx="2035790" cy="857411"/>
            <a:chOff x="516035" y="1848963"/>
            <a:chExt cx="2502915" cy="828865"/>
          </a:xfrm>
        </p:grpSpPr>
        <p:grpSp>
          <p:nvGrpSpPr>
            <p:cNvPr id="57" name="Google Shape;2501;p5">
              <a:extLst>
                <a:ext uri="{FF2B5EF4-FFF2-40B4-BE49-F238E27FC236}">
                  <a16:creationId xmlns:a16="http://schemas.microsoft.com/office/drawing/2014/main" id="{B73684D3-F23C-8C2C-65B5-AFB95B75F16D}"/>
                </a:ext>
              </a:extLst>
            </p:cNvPr>
            <p:cNvGrpSpPr/>
            <p:nvPr/>
          </p:nvGrpSpPr>
          <p:grpSpPr>
            <a:xfrm flipH="1">
              <a:off x="1229814" y="2267824"/>
              <a:ext cx="1376587" cy="410004"/>
              <a:chOff x="5741640" y="2442049"/>
              <a:chExt cx="1330453" cy="396264"/>
            </a:xfrm>
          </p:grpSpPr>
          <p:cxnSp>
            <p:nvCxnSpPr>
              <p:cNvPr id="60" name="Google Shape;2502;p5">
                <a:extLst>
                  <a:ext uri="{FF2B5EF4-FFF2-40B4-BE49-F238E27FC236}">
                    <a16:creationId xmlns:a16="http://schemas.microsoft.com/office/drawing/2014/main" id="{9D364AE7-7EF2-5789-E218-CE5B41DE4579}"/>
                  </a:ext>
                </a:extLst>
              </p:cNvPr>
              <p:cNvCxnSpPr>
                <a:cxnSpLocks/>
                <a:stCxn id="62" idx="7"/>
              </p:cNvCxnSpPr>
              <p:nvPr/>
            </p:nvCxnSpPr>
            <p:spPr>
              <a:xfrm flipV="1">
                <a:off x="5829814" y="2442049"/>
                <a:ext cx="277696" cy="310564"/>
              </a:xfrm>
              <a:prstGeom prst="straightConnector1">
                <a:avLst/>
              </a:prstGeom>
              <a:noFill/>
              <a:ln w="12700" cap="flat" cmpd="sng">
                <a:solidFill>
                  <a:schemeClr val="accent2"/>
                </a:solidFill>
                <a:prstDash val="solid"/>
                <a:round/>
                <a:headEnd type="none" w="sm" len="sm"/>
                <a:tailEnd type="none" w="sm" len="sm"/>
              </a:ln>
            </p:spPr>
          </p:cxnSp>
          <p:cxnSp>
            <p:nvCxnSpPr>
              <p:cNvPr id="61" name="Google Shape;2503;p5">
                <a:extLst>
                  <a:ext uri="{FF2B5EF4-FFF2-40B4-BE49-F238E27FC236}">
                    <a16:creationId xmlns:a16="http://schemas.microsoft.com/office/drawing/2014/main" id="{71AAC9A6-CCC1-C57C-09D3-D5C860F84599}"/>
                  </a:ext>
                </a:extLst>
              </p:cNvPr>
              <p:cNvCxnSpPr>
                <a:cxnSpLocks/>
              </p:cNvCxnSpPr>
              <p:nvPr/>
            </p:nvCxnSpPr>
            <p:spPr>
              <a:xfrm>
                <a:off x="6104195" y="2444247"/>
                <a:ext cx="967898" cy="0"/>
              </a:xfrm>
              <a:prstGeom prst="straightConnector1">
                <a:avLst/>
              </a:prstGeom>
              <a:noFill/>
              <a:ln w="12700" cap="flat" cmpd="sng">
                <a:solidFill>
                  <a:schemeClr val="accent2"/>
                </a:solidFill>
                <a:prstDash val="solid"/>
                <a:round/>
                <a:headEnd type="none" w="sm" len="sm"/>
                <a:tailEnd type="none" w="sm" len="sm"/>
              </a:ln>
            </p:spPr>
          </p:cxnSp>
          <p:sp>
            <p:nvSpPr>
              <p:cNvPr id="62" name="Google Shape;2504;p5">
                <a:extLst>
                  <a:ext uri="{FF2B5EF4-FFF2-40B4-BE49-F238E27FC236}">
                    <a16:creationId xmlns:a16="http://schemas.microsoft.com/office/drawing/2014/main" id="{E17DB718-1D6E-2B30-67E9-2EA82E97170E}"/>
                  </a:ext>
                </a:extLst>
              </p:cNvPr>
              <p:cNvSpPr/>
              <p:nvPr/>
            </p:nvSpPr>
            <p:spPr>
              <a:xfrm>
                <a:off x="5741640" y="2737909"/>
                <a:ext cx="103303" cy="100404"/>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00" b="0" i="0" u="none" strike="noStrike" cap="none">
                  <a:solidFill>
                    <a:srgbClr val="414141"/>
                  </a:solidFill>
                  <a:latin typeface="Arial"/>
                  <a:ea typeface="Arial"/>
                  <a:cs typeface="Arial"/>
                  <a:sym typeface="Arial"/>
                </a:endParaRPr>
              </a:p>
            </p:txBody>
          </p:sp>
        </p:grpSp>
        <p:sp>
          <p:nvSpPr>
            <p:cNvPr id="58" name="Google Shape;2505;p5">
              <a:extLst>
                <a:ext uri="{FF2B5EF4-FFF2-40B4-BE49-F238E27FC236}">
                  <a16:creationId xmlns:a16="http://schemas.microsoft.com/office/drawing/2014/main" id="{299DF014-F9B7-3517-8458-C4679B1AEE32}"/>
                </a:ext>
              </a:extLst>
            </p:cNvPr>
            <p:cNvSpPr/>
            <p:nvPr/>
          </p:nvSpPr>
          <p:spPr>
            <a:xfrm>
              <a:off x="516035" y="1848963"/>
              <a:ext cx="2341064" cy="624773"/>
            </a:xfrm>
            <a:prstGeom prst="rect">
              <a:avLst/>
            </a:prstGeom>
            <a:noFill/>
            <a:ln>
              <a:noFill/>
            </a:ln>
          </p:spPr>
          <p:txBody>
            <a:bodyPr spcFirstLastPara="1" wrap="square" lIns="91425" tIns="45700" rIns="91425" bIns="45700" anchor="t" anchorCtr="0">
              <a:spAutoFit/>
            </a:bodyPr>
            <a:lstStyle/>
            <a:p>
              <a:pPr algn="ctr"/>
              <a:r>
                <a:rPr lang="en-US" sz="1200" b="1" i="0" u="none" strike="noStrike" cap="none" dirty="0">
                  <a:solidFill>
                    <a:schemeClr val="tx2">
                      <a:lumMod val="10000"/>
                    </a:schemeClr>
                  </a:solidFill>
                  <a:latin typeface="Open Sans"/>
                  <a:ea typeface="Open Sans"/>
                  <a:cs typeface="Open Sans"/>
                  <a:sym typeface="Open Sans"/>
                </a:rPr>
                <a:t>5. Asia </a:t>
              </a:r>
            </a:p>
            <a:p>
              <a:pPr algn="ctr"/>
              <a:r>
                <a:rPr lang="en-US" sz="1200" b="1" dirty="0">
                  <a:solidFill>
                    <a:srgbClr val="00B050"/>
                  </a:solidFill>
                  <a:latin typeface="Open Sans"/>
                  <a:ea typeface="Open Sans"/>
                  <a:cs typeface="Open Sans"/>
                  <a:sym typeface="Open Sans"/>
                </a:rPr>
                <a:t>+19%</a:t>
              </a:r>
              <a:r>
                <a:rPr lang="en-US" sz="1200" b="1" i="0" u="none" strike="noStrike" cap="none" dirty="0">
                  <a:solidFill>
                    <a:srgbClr val="00B050"/>
                  </a:solidFill>
                  <a:latin typeface="Open Sans"/>
                  <a:ea typeface="Open Sans"/>
                  <a:cs typeface="Open Sans"/>
                  <a:sym typeface="Open Sans"/>
                </a:rPr>
                <a:t>,</a:t>
              </a:r>
              <a:r>
                <a:rPr lang="en-US" sz="1200" b="1" i="0" u="none" strike="noStrike" cap="none" dirty="0">
                  <a:solidFill>
                    <a:schemeClr val="tx2">
                      <a:lumMod val="10000"/>
                    </a:schemeClr>
                  </a:solidFill>
                  <a:latin typeface="Open Sans"/>
                  <a:ea typeface="Open Sans"/>
                  <a:cs typeface="Open Sans"/>
                  <a:sym typeface="Open Sans"/>
                </a:rPr>
                <a:t> YoY</a:t>
              </a:r>
              <a:r>
                <a:rPr lang="en-US" sz="1200" b="1" dirty="0">
                  <a:solidFill>
                    <a:schemeClr val="tx2">
                      <a:lumMod val="10000"/>
                    </a:schemeClr>
                  </a:solidFill>
                  <a:latin typeface="Open Sans"/>
                  <a:ea typeface="Open Sans"/>
                  <a:cs typeface="Open Sans"/>
                  <a:sym typeface="Open Sans"/>
                </a:rPr>
                <a:t> </a:t>
              </a:r>
            </a:p>
            <a:p>
              <a:pPr marL="0" marR="0" lvl="0" indent="0" algn="ctr" rtl="0">
                <a:lnSpc>
                  <a:spcPct val="100000"/>
                </a:lnSpc>
                <a:spcBef>
                  <a:spcPts val="0"/>
                </a:spcBef>
                <a:spcAft>
                  <a:spcPts val="0"/>
                </a:spcAft>
                <a:buNone/>
              </a:pPr>
              <a:endParaRPr sz="1200" b="1" i="0" u="none" strike="noStrike" cap="none" dirty="0">
                <a:solidFill>
                  <a:srgbClr val="414141"/>
                </a:solidFill>
                <a:latin typeface="Open Sans Light"/>
                <a:ea typeface="Open Sans Light"/>
                <a:cs typeface="Open Sans Light"/>
                <a:sym typeface="Open Sans Light"/>
              </a:endParaRPr>
            </a:p>
          </p:txBody>
        </p:sp>
        <p:sp>
          <p:nvSpPr>
            <p:cNvPr id="59" name="Google Shape;2506;p5">
              <a:extLst>
                <a:ext uri="{FF2B5EF4-FFF2-40B4-BE49-F238E27FC236}">
                  <a16:creationId xmlns:a16="http://schemas.microsoft.com/office/drawing/2014/main" id="{FC8DFBFF-CA61-54C1-E1B0-98FD54CC9601}"/>
                </a:ext>
              </a:extLst>
            </p:cNvPr>
            <p:cNvSpPr/>
            <p:nvPr/>
          </p:nvSpPr>
          <p:spPr>
            <a:xfrm>
              <a:off x="1022510" y="2268681"/>
              <a:ext cx="1996440" cy="237985"/>
            </a:xfrm>
            <a:prstGeom prst="rect">
              <a:avLst/>
            </a:prstGeom>
            <a:noFill/>
            <a:ln>
              <a:noFill/>
            </a:ln>
          </p:spPr>
          <p:txBody>
            <a:bodyPr spcFirstLastPara="1" wrap="square" lIns="91425" tIns="45700" rIns="91425" bIns="45700" anchor="t" anchorCtr="0">
              <a:spAutoFit/>
            </a:bodyPr>
            <a:lstStyle/>
            <a:p>
              <a:r>
                <a:rPr lang="en-US" sz="1000" b="0" i="0" u="none" strike="noStrike" cap="none" dirty="0">
                  <a:solidFill>
                    <a:srgbClr val="414141"/>
                  </a:solidFill>
                  <a:latin typeface="Open Sans Light"/>
                  <a:ea typeface="Open Sans Light"/>
                  <a:cs typeface="Open Sans Light"/>
                  <a:sym typeface="Open Sans Light"/>
                </a:rPr>
                <a:t>      </a:t>
              </a:r>
              <a:r>
                <a:rPr lang="en-US" sz="1000" dirty="0">
                  <a:solidFill>
                    <a:srgbClr val="414141"/>
                  </a:solidFill>
                  <a:latin typeface="Open Sans Light"/>
                  <a:ea typeface="Open Sans Light"/>
                  <a:cs typeface="Open Sans Light"/>
                  <a:sym typeface="Open Sans Light"/>
                </a:rPr>
                <a:t>452</a:t>
              </a:r>
              <a:r>
                <a:rPr lang="en-US" sz="1000" b="0" i="0" u="none" strike="noStrike" cap="none" dirty="0">
                  <a:solidFill>
                    <a:srgbClr val="414141"/>
                  </a:solidFill>
                  <a:latin typeface="Open Sans Light"/>
                  <a:ea typeface="Open Sans Light"/>
                  <a:cs typeface="Open Sans Light"/>
                  <a:sym typeface="Open Sans Light"/>
                </a:rPr>
                <a:t>Million USD</a:t>
              </a:r>
              <a:endParaRPr sz="1000" b="0" i="0" u="none" strike="noStrike" cap="none" dirty="0">
                <a:solidFill>
                  <a:srgbClr val="414141"/>
                </a:solidFill>
                <a:latin typeface="Open Sans Light"/>
                <a:ea typeface="Open Sans Light"/>
                <a:cs typeface="Open Sans Light"/>
                <a:sym typeface="Open Sans Light"/>
              </a:endParaRPr>
            </a:p>
          </p:txBody>
        </p:sp>
      </p:grpSp>
      <p:grpSp>
        <p:nvGrpSpPr>
          <p:cNvPr id="63" name="Google Shape;2500;p5">
            <a:extLst>
              <a:ext uri="{FF2B5EF4-FFF2-40B4-BE49-F238E27FC236}">
                <a16:creationId xmlns:a16="http://schemas.microsoft.com/office/drawing/2014/main" id="{141BC8BA-501D-D9AB-77FE-527DFB4A70BE}"/>
              </a:ext>
            </a:extLst>
          </p:cNvPr>
          <p:cNvGrpSpPr/>
          <p:nvPr/>
        </p:nvGrpSpPr>
        <p:grpSpPr>
          <a:xfrm>
            <a:off x="4464524" y="4315063"/>
            <a:ext cx="2089485" cy="720981"/>
            <a:chOff x="507183" y="2419781"/>
            <a:chExt cx="2568930" cy="453072"/>
          </a:xfrm>
        </p:grpSpPr>
        <p:grpSp>
          <p:nvGrpSpPr>
            <p:cNvPr id="2514" name="Google Shape;2501;p5">
              <a:extLst>
                <a:ext uri="{FF2B5EF4-FFF2-40B4-BE49-F238E27FC236}">
                  <a16:creationId xmlns:a16="http://schemas.microsoft.com/office/drawing/2014/main" id="{5E91153C-9611-A83D-ECD3-2ACBC1B33C17}"/>
                </a:ext>
              </a:extLst>
            </p:cNvPr>
            <p:cNvGrpSpPr/>
            <p:nvPr/>
          </p:nvGrpSpPr>
          <p:grpSpPr>
            <a:xfrm flipH="1">
              <a:off x="949818" y="2440329"/>
              <a:ext cx="1816064" cy="241652"/>
              <a:chOff x="5587502" y="2608797"/>
              <a:chExt cx="1755201" cy="233556"/>
            </a:xfrm>
          </p:grpSpPr>
          <p:cxnSp>
            <p:nvCxnSpPr>
              <p:cNvPr id="2517" name="Google Shape;2502;p5">
                <a:extLst>
                  <a:ext uri="{FF2B5EF4-FFF2-40B4-BE49-F238E27FC236}">
                    <a16:creationId xmlns:a16="http://schemas.microsoft.com/office/drawing/2014/main" id="{1189054B-4834-0C6F-C968-6F84380ABBF8}"/>
                  </a:ext>
                </a:extLst>
              </p:cNvPr>
              <p:cNvCxnSpPr>
                <a:cxnSpLocks/>
                <a:stCxn id="2519" idx="5"/>
              </p:cNvCxnSpPr>
              <p:nvPr/>
            </p:nvCxnSpPr>
            <p:spPr>
              <a:xfrm>
                <a:off x="5680244" y="2656201"/>
                <a:ext cx="439037" cy="186152"/>
              </a:xfrm>
              <a:prstGeom prst="straightConnector1">
                <a:avLst/>
              </a:prstGeom>
              <a:noFill/>
              <a:ln w="12700" cap="flat" cmpd="sng">
                <a:solidFill>
                  <a:schemeClr val="accent2"/>
                </a:solidFill>
                <a:prstDash val="solid"/>
                <a:round/>
                <a:headEnd type="none" w="sm" len="sm"/>
                <a:tailEnd type="none" w="sm" len="sm"/>
              </a:ln>
            </p:spPr>
          </p:cxnSp>
          <p:cxnSp>
            <p:nvCxnSpPr>
              <p:cNvPr id="2518" name="Google Shape;2503;p5">
                <a:extLst>
                  <a:ext uri="{FF2B5EF4-FFF2-40B4-BE49-F238E27FC236}">
                    <a16:creationId xmlns:a16="http://schemas.microsoft.com/office/drawing/2014/main" id="{6ACFD160-D716-AC65-E01C-A1A80E5BAD56}"/>
                  </a:ext>
                </a:extLst>
              </p:cNvPr>
              <p:cNvCxnSpPr>
                <a:cxnSpLocks/>
              </p:cNvCxnSpPr>
              <p:nvPr/>
            </p:nvCxnSpPr>
            <p:spPr>
              <a:xfrm>
                <a:off x="6112750" y="2840808"/>
                <a:ext cx="1229953" cy="0"/>
              </a:xfrm>
              <a:prstGeom prst="straightConnector1">
                <a:avLst/>
              </a:prstGeom>
              <a:noFill/>
              <a:ln w="12700" cap="flat" cmpd="sng">
                <a:solidFill>
                  <a:schemeClr val="accent2"/>
                </a:solidFill>
                <a:prstDash val="solid"/>
                <a:round/>
                <a:headEnd type="none" w="sm" len="sm"/>
                <a:tailEnd type="none" w="sm" len="sm"/>
              </a:ln>
            </p:spPr>
          </p:cxnSp>
          <p:sp>
            <p:nvSpPr>
              <p:cNvPr id="2519" name="Google Shape;2504;p5">
                <a:extLst>
                  <a:ext uri="{FF2B5EF4-FFF2-40B4-BE49-F238E27FC236}">
                    <a16:creationId xmlns:a16="http://schemas.microsoft.com/office/drawing/2014/main" id="{4DAE90FA-7FC3-1FE9-83C7-3E06BD349F48}"/>
                  </a:ext>
                </a:extLst>
              </p:cNvPr>
              <p:cNvSpPr/>
              <p:nvPr/>
            </p:nvSpPr>
            <p:spPr>
              <a:xfrm>
                <a:off x="5587502" y="2608797"/>
                <a:ext cx="108654" cy="5553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00" b="0" i="0" u="none" strike="noStrike" cap="none">
                  <a:solidFill>
                    <a:srgbClr val="414141"/>
                  </a:solidFill>
                  <a:latin typeface="Arial"/>
                  <a:ea typeface="Arial"/>
                  <a:cs typeface="Arial"/>
                  <a:sym typeface="Arial"/>
                </a:endParaRPr>
              </a:p>
            </p:txBody>
          </p:sp>
        </p:grpSp>
        <p:sp>
          <p:nvSpPr>
            <p:cNvPr id="2515" name="Google Shape;2505;p5">
              <a:extLst>
                <a:ext uri="{FF2B5EF4-FFF2-40B4-BE49-F238E27FC236}">
                  <a16:creationId xmlns:a16="http://schemas.microsoft.com/office/drawing/2014/main" id="{BACDAD6D-281F-BE9C-8DBF-6B4011215B48}"/>
                </a:ext>
              </a:extLst>
            </p:cNvPr>
            <p:cNvSpPr/>
            <p:nvPr/>
          </p:nvSpPr>
          <p:spPr>
            <a:xfrm>
              <a:off x="507183" y="2419781"/>
              <a:ext cx="2341064" cy="2900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200" b="1" dirty="0">
                  <a:solidFill>
                    <a:srgbClr val="414141"/>
                  </a:solidFill>
                  <a:latin typeface="Open Sans"/>
                  <a:ea typeface="Open Sans"/>
                  <a:cs typeface="Open Sans"/>
                  <a:sym typeface="Open Sans"/>
                </a:rPr>
                <a:t>6. R. Of the world </a:t>
              </a:r>
            </a:p>
            <a:p>
              <a:pPr marL="0" marR="0" lvl="0" indent="0" algn="ctr" rtl="0">
                <a:lnSpc>
                  <a:spcPct val="100000"/>
                </a:lnSpc>
                <a:spcBef>
                  <a:spcPts val="0"/>
                </a:spcBef>
                <a:spcAft>
                  <a:spcPts val="0"/>
                </a:spcAft>
                <a:buNone/>
              </a:pPr>
              <a:r>
                <a:rPr lang="en-US" sz="1200" b="1" dirty="0">
                  <a:solidFill>
                    <a:srgbClr val="00B050"/>
                  </a:solidFill>
                  <a:latin typeface="Open Sans"/>
                  <a:ea typeface="Open Sans"/>
                  <a:cs typeface="Open Sans"/>
                  <a:sym typeface="Open Sans"/>
                </a:rPr>
                <a:t>+15</a:t>
              </a:r>
              <a:r>
                <a:rPr lang="en-US" sz="1200" b="1" i="0" u="none" strike="noStrike" cap="none" dirty="0">
                  <a:solidFill>
                    <a:srgbClr val="00B050"/>
                  </a:solidFill>
                  <a:latin typeface="Open Sans"/>
                  <a:ea typeface="Open Sans"/>
                  <a:cs typeface="Open Sans"/>
                  <a:sym typeface="Open Sans"/>
                </a:rPr>
                <a:t>%, </a:t>
              </a:r>
              <a:r>
                <a:rPr lang="en-US" sz="1200" b="1" i="0" u="none" strike="noStrike" cap="none" dirty="0">
                  <a:solidFill>
                    <a:srgbClr val="414141"/>
                  </a:solidFill>
                  <a:latin typeface="Open Sans"/>
                  <a:ea typeface="Open Sans"/>
                  <a:cs typeface="Open Sans"/>
                  <a:sym typeface="Open Sans"/>
                </a:rPr>
                <a:t>YoY</a:t>
              </a:r>
              <a:endParaRPr sz="1200" b="1" i="0" u="none" strike="noStrike" cap="none" dirty="0">
                <a:solidFill>
                  <a:srgbClr val="414141"/>
                </a:solidFill>
                <a:latin typeface="Open Sans Light"/>
                <a:ea typeface="Open Sans Light"/>
                <a:cs typeface="Open Sans Light"/>
                <a:sym typeface="Open Sans Light"/>
              </a:endParaRPr>
            </a:p>
          </p:txBody>
        </p:sp>
        <p:sp>
          <p:nvSpPr>
            <p:cNvPr id="2516" name="Google Shape;2506;p5">
              <a:extLst>
                <a:ext uri="{FF2B5EF4-FFF2-40B4-BE49-F238E27FC236}">
                  <a16:creationId xmlns:a16="http://schemas.microsoft.com/office/drawing/2014/main" id="{FE6909AF-F5A6-6418-6232-47CB3A5B705E}"/>
                </a:ext>
              </a:extLst>
            </p:cNvPr>
            <p:cNvSpPr/>
            <p:nvPr/>
          </p:nvSpPr>
          <p:spPr>
            <a:xfrm>
              <a:off x="1079673" y="2718150"/>
              <a:ext cx="1996440" cy="1547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00" b="0" i="0" u="none" strike="noStrike" cap="none" dirty="0">
                  <a:solidFill>
                    <a:srgbClr val="414141"/>
                  </a:solidFill>
                  <a:latin typeface="Open Sans Light"/>
                  <a:ea typeface="Open Sans Light"/>
                  <a:cs typeface="Open Sans Light"/>
                  <a:sym typeface="Open Sans Light"/>
                </a:rPr>
                <a:t>2</a:t>
              </a:r>
              <a:r>
                <a:rPr lang="en-US" sz="1000" dirty="0">
                  <a:solidFill>
                    <a:srgbClr val="414141"/>
                  </a:solidFill>
                  <a:latin typeface="Open Sans Light"/>
                  <a:ea typeface="Open Sans Light"/>
                  <a:cs typeface="Open Sans Light"/>
                  <a:sym typeface="Open Sans Light"/>
                </a:rPr>
                <a:t>8</a:t>
              </a:r>
              <a:r>
                <a:rPr lang="en-US" sz="1000" b="0" i="0" u="none" strike="noStrike" cap="none" dirty="0">
                  <a:solidFill>
                    <a:srgbClr val="414141"/>
                  </a:solidFill>
                  <a:latin typeface="Open Sans Light"/>
                  <a:ea typeface="Open Sans Light"/>
                  <a:cs typeface="Open Sans Light"/>
                  <a:sym typeface="Open Sans Light"/>
                </a:rPr>
                <a:t> Million USD</a:t>
              </a:r>
              <a:endParaRPr sz="1000" b="0" i="0" u="none" strike="noStrike" cap="none" dirty="0">
                <a:solidFill>
                  <a:srgbClr val="414141"/>
                </a:solidFill>
                <a:latin typeface="Open Sans Light"/>
                <a:ea typeface="Open Sans Light"/>
                <a:cs typeface="Open Sans Light"/>
                <a:sym typeface="Open Sans Light"/>
              </a:endParaRPr>
            </a:p>
          </p:txBody>
        </p:sp>
      </p:grpSp>
      <p:cxnSp>
        <p:nvCxnSpPr>
          <p:cNvPr id="2530" name="Straight Connector 2529">
            <a:extLst>
              <a:ext uri="{FF2B5EF4-FFF2-40B4-BE49-F238E27FC236}">
                <a16:creationId xmlns:a16="http://schemas.microsoft.com/office/drawing/2014/main" id="{319C1A64-16DA-4594-D61E-A0E4600F237A}"/>
              </a:ext>
            </a:extLst>
          </p:cNvPr>
          <p:cNvCxnSpPr>
            <a:cxnSpLocks/>
          </p:cNvCxnSpPr>
          <p:nvPr/>
        </p:nvCxnSpPr>
        <p:spPr>
          <a:xfrm>
            <a:off x="7805057" y="1126671"/>
            <a:ext cx="0" cy="4163786"/>
          </a:xfrm>
          <a:prstGeom prst="line">
            <a:avLst/>
          </a:prstGeom>
          <a:ln w="666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6" name="Table 5">
            <a:extLst>
              <a:ext uri="{FF2B5EF4-FFF2-40B4-BE49-F238E27FC236}">
                <a16:creationId xmlns:a16="http://schemas.microsoft.com/office/drawing/2014/main" id="{9FD97025-7255-1A30-9C71-88D8DE19B83A}"/>
              </a:ext>
            </a:extLst>
          </p:cNvPr>
          <p:cNvGraphicFramePr>
            <a:graphicFrameLocks noGrp="1"/>
          </p:cNvGraphicFramePr>
          <p:nvPr>
            <p:extLst>
              <p:ext uri="{D42A27DB-BD31-4B8C-83A1-F6EECF244321}">
                <p14:modId xmlns:p14="http://schemas.microsoft.com/office/powerpoint/2010/main" val="1638233866"/>
              </p:ext>
            </p:extLst>
          </p:nvPr>
        </p:nvGraphicFramePr>
        <p:xfrm>
          <a:off x="8062231" y="1126671"/>
          <a:ext cx="3967837" cy="4762638"/>
        </p:xfrm>
        <a:graphic>
          <a:graphicData uri="http://schemas.openxmlformats.org/drawingml/2006/table">
            <a:tbl>
              <a:tblPr firstRow="1" bandRow="1">
                <a:tableStyleId>{5C22544A-7EE6-4342-B048-85BDC9FD1C3A}</a:tableStyleId>
              </a:tblPr>
              <a:tblGrid>
                <a:gridCol w="1157169">
                  <a:extLst>
                    <a:ext uri="{9D8B030D-6E8A-4147-A177-3AD203B41FA5}">
                      <a16:colId xmlns:a16="http://schemas.microsoft.com/office/drawing/2014/main" val="3969910798"/>
                    </a:ext>
                  </a:extLst>
                </a:gridCol>
                <a:gridCol w="1116226">
                  <a:extLst>
                    <a:ext uri="{9D8B030D-6E8A-4147-A177-3AD203B41FA5}">
                      <a16:colId xmlns:a16="http://schemas.microsoft.com/office/drawing/2014/main" val="1915329742"/>
                    </a:ext>
                  </a:extLst>
                </a:gridCol>
                <a:gridCol w="799459">
                  <a:extLst>
                    <a:ext uri="{9D8B030D-6E8A-4147-A177-3AD203B41FA5}">
                      <a16:colId xmlns:a16="http://schemas.microsoft.com/office/drawing/2014/main" val="2469811190"/>
                    </a:ext>
                  </a:extLst>
                </a:gridCol>
                <a:gridCol w="894983">
                  <a:extLst>
                    <a:ext uri="{9D8B030D-6E8A-4147-A177-3AD203B41FA5}">
                      <a16:colId xmlns:a16="http://schemas.microsoft.com/office/drawing/2014/main" val="3294715168"/>
                    </a:ext>
                  </a:extLst>
                </a:gridCol>
              </a:tblGrid>
              <a:tr h="575874">
                <a:tc>
                  <a:txBody>
                    <a:bodyPr/>
                    <a:lstStyle/>
                    <a:p>
                      <a:r>
                        <a:rPr lang="en-US" dirty="0"/>
                        <a:t>Purpose of visit</a:t>
                      </a:r>
                    </a:p>
                  </a:txBody>
                  <a:tcPr/>
                </a:tc>
                <a:tc>
                  <a:txBody>
                    <a:bodyPr/>
                    <a:lstStyle/>
                    <a:p>
                      <a:r>
                        <a:rPr lang="en-US" dirty="0"/>
                        <a:t>Value Million $</a:t>
                      </a:r>
                    </a:p>
                  </a:txBody>
                  <a:tcPr/>
                </a:tc>
                <a:tc>
                  <a:txBody>
                    <a:bodyPr/>
                    <a:lstStyle/>
                    <a:p>
                      <a:r>
                        <a:rPr lang="en-US" dirty="0"/>
                        <a:t>% Share</a:t>
                      </a:r>
                    </a:p>
                    <a:p>
                      <a:endParaRPr lang="en-US" dirty="0"/>
                    </a:p>
                  </a:txBody>
                  <a:tcPr/>
                </a:tc>
                <a:tc>
                  <a:txBody>
                    <a:bodyPr/>
                    <a:lstStyle/>
                    <a:p>
                      <a:r>
                        <a:rPr lang="en-US" dirty="0"/>
                        <a:t>YoY % Growth</a:t>
                      </a:r>
                    </a:p>
                  </a:txBody>
                  <a:tcPr/>
                </a:tc>
                <a:extLst>
                  <a:ext uri="{0D108BD9-81ED-4DB2-BD59-A6C34878D82A}">
                    <a16:rowId xmlns:a16="http://schemas.microsoft.com/office/drawing/2014/main" val="4011554659"/>
                  </a:ext>
                </a:extLst>
              </a:tr>
              <a:tr h="575874">
                <a:tc>
                  <a:txBody>
                    <a:bodyPr/>
                    <a:lstStyle/>
                    <a:p>
                      <a:r>
                        <a:rPr lang="en-US" dirty="0"/>
                        <a:t>Gorilla</a:t>
                      </a:r>
                    </a:p>
                  </a:txBody>
                  <a:tcPr/>
                </a:tc>
                <a:tc>
                  <a:txBody>
                    <a:bodyPr/>
                    <a:lstStyle/>
                    <a:p>
                      <a:r>
                        <a:rPr lang="en-US" dirty="0"/>
                        <a:t>248</a:t>
                      </a:r>
                    </a:p>
                  </a:txBody>
                  <a:tcPr/>
                </a:tc>
                <a:tc>
                  <a:txBody>
                    <a:bodyPr/>
                    <a:lstStyle/>
                    <a:p>
                      <a:r>
                        <a:rPr lang="en-US" dirty="0"/>
                        <a:t>36%</a:t>
                      </a:r>
                    </a:p>
                  </a:txBody>
                  <a:tcPr/>
                </a:tc>
                <a:tc>
                  <a:txBody>
                    <a:bodyPr/>
                    <a:lstStyle/>
                    <a:p>
                      <a:r>
                        <a:rPr lang="en-US" dirty="0"/>
                        <a:t>+7%</a:t>
                      </a:r>
                    </a:p>
                  </a:txBody>
                  <a:tcPr/>
                </a:tc>
                <a:extLst>
                  <a:ext uri="{0D108BD9-81ED-4DB2-BD59-A6C34878D82A}">
                    <a16:rowId xmlns:a16="http://schemas.microsoft.com/office/drawing/2014/main" val="1162347747"/>
                  </a:ext>
                </a:extLst>
              </a:tr>
              <a:tr h="575874">
                <a:tc>
                  <a:txBody>
                    <a:bodyPr/>
                    <a:lstStyle/>
                    <a:p>
                      <a:r>
                        <a:rPr lang="en-US" dirty="0"/>
                        <a:t>Holiday, other</a:t>
                      </a:r>
                    </a:p>
                  </a:txBody>
                  <a:tcPr/>
                </a:tc>
                <a:tc>
                  <a:txBody>
                    <a:bodyPr/>
                    <a:lstStyle/>
                    <a:p>
                      <a:r>
                        <a:rPr lang="en-US" dirty="0"/>
                        <a:t>66</a:t>
                      </a:r>
                    </a:p>
                  </a:txBody>
                  <a:tcPr/>
                </a:tc>
                <a:tc>
                  <a:txBody>
                    <a:bodyPr/>
                    <a:lstStyle/>
                    <a:p>
                      <a:r>
                        <a:rPr lang="en-US" dirty="0"/>
                        <a:t>10%</a:t>
                      </a:r>
                    </a:p>
                  </a:txBody>
                  <a:tcPr/>
                </a:tc>
                <a:tc>
                  <a:txBody>
                    <a:bodyPr/>
                    <a:lstStyle/>
                    <a:p>
                      <a:r>
                        <a:rPr lang="en-US" dirty="0"/>
                        <a:t>-19`%</a:t>
                      </a:r>
                    </a:p>
                  </a:txBody>
                  <a:tcPr/>
                </a:tc>
                <a:extLst>
                  <a:ext uri="{0D108BD9-81ED-4DB2-BD59-A6C34878D82A}">
                    <a16:rowId xmlns:a16="http://schemas.microsoft.com/office/drawing/2014/main" val="2388174985"/>
                  </a:ext>
                </a:extLst>
              </a:tr>
              <a:tr h="575874">
                <a:tc>
                  <a:txBody>
                    <a:bodyPr/>
                    <a:lstStyle/>
                    <a:p>
                      <a:r>
                        <a:rPr lang="en-US" dirty="0"/>
                        <a:t>VFR</a:t>
                      </a:r>
                    </a:p>
                  </a:txBody>
                  <a:tcPr/>
                </a:tc>
                <a:tc>
                  <a:txBody>
                    <a:bodyPr/>
                    <a:lstStyle/>
                    <a:p>
                      <a:r>
                        <a:rPr lang="en-US" dirty="0"/>
                        <a:t>180</a:t>
                      </a:r>
                    </a:p>
                  </a:txBody>
                  <a:tcPr/>
                </a:tc>
                <a:tc>
                  <a:txBody>
                    <a:bodyPr/>
                    <a:lstStyle/>
                    <a:p>
                      <a:r>
                        <a:rPr lang="en-US" dirty="0"/>
                        <a:t>26%</a:t>
                      </a:r>
                    </a:p>
                  </a:txBody>
                  <a:tcPr/>
                </a:tc>
                <a:tc>
                  <a:txBody>
                    <a:bodyPr/>
                    <a:lstStyle/>
                    <a:p>
                      <a:r>
                        <a:rPr lang="en-US" dirty="0"/>
                        <a:t>+19%</a:t>
                      </a:r>
                    </a:p>
                  </a:txBody>
                  <a:tcPr/>
                </a:tc>
                <a:extLst>
                  <a:ext uri="{0D108BD9-81ED-4DB2-BD59-A6C34878D82A}">
                    <a16:rowId xmlns:a16="http://schemas.microsoft.com/office/drawing/2014/main" val="4282578109"/>
                  </a:ext>
                </a:extLst>
              </a:tr>
              <a:tr h="575874">
                <a:tc>
                  <a:txBody>
                    <a:bodyPr/>
                    <a:lstStyle/>
                    <a:p>
                      <a:r>
                        <a:rPr lang="en-US" dirty="0"/>
                        <a:t>Business</a:t>
                      </a:r>
                    </a:p>
                  </a:txBody>
                  <a:tcPr/>
                </a:tc>
                <a:tc>
                  <a:txBody>
                    <a:bodyPr/>
                    <a:lstStyle/>
                    <a:p>
                      <a:r>
                        <a:rPr lang="en-US" dirty="0"/>
                        <a:t>112</a:t>
                      </a:r>
                    </a:p>
                  </a:txBody>
                  <a:tcPr/>
                </a:tc>
                <a:tc>
                  <a:txBody>
                    <a:bodyPr/>
                    <a:lstStyle/>
                    <a:p>
                      <a:r>
                        <a:rPr lang="en-US" dirty="0"/>
                        <a:t>16%</a:t>
                      </a:r>
                    </a:p>
                  </a:txBody>
                  <a:tcPr/>
                </a:tc>
                <a:tc>
                  <a:txBody>
                    <a:bodyPr/>
                    <a:lstStyle/>
                    <a:p>
                      <a:r>
                        <a:rPr lang="en-US" dirty="0"/>
                        <a:t>-1%</a:t>
                      </a:r>
                    </a:p>
                  </a:txBody>
                  <a:tcPr/>
                </a:tc>
                <a:extLst>
                  <a:ext uri="{0D108BD9-81ED-4DB2-BD59-A6C34878D82A}">
                    <a16:rowId xmlns:a16="http://schemas.microsoft.com/office/drawing/2014/main" val="2269441868"/>
                  </a:ext>
                </a:extLst>
              </a:tr>
              <a:tr h="575874">
                <a:tc>
                  <a:txBody>
                    <a:bodyPr/>
                    <a:lstStyle/>
                    <a:p>
                      <a:r>
                        <a:rPr lang="en-US" dirty="0"/>
                        <a:t>Education</a:t>
                      </a:r>
                    </a:p>
                  </a:txBody>
                  <a:tcPr/>
                </a:tc>
                <a:tc>
                  <a:txBody>
                    <a:bodyPr/>
                    <a:lstStyle/>
                    <a:p>
                      <a:r>
                        <a:rPr lang="en-US" dirty="0"/>
                        <a:t>64</a:t>
                      </a:r>
                    </a:p>
                  </a:txBody>
                  <a:tcPr/>
                </a:tc>
                <a:tc>
                  <a:txBody>
                    <a:bodyPr/>
                    <a:lstStyle/>
                    <a:p>
                      <a:r>
                        <a:rPr lang="en-US" dirty="0"/>
                        <a:t>10%</a:t>
                      </a:r>
                    </a:p>
                  </a:txBody>
                  <a:tcPr/>
                </a:tc>
                <a:tc>
                  <a:txBody>
                    <a:bodyPr/>
                    <a:lstStyle/>
                    <a:p>
                      <a:r>
                        <a:rPr lang="en-US" dirty="0"/>
                        <a:t>+17%</a:t>
                      </a:r>
                    </a:p>
                  </a:txBody>
                  <a:tcPr/>
                </a:tc>
                <a:extLst>
                  <a:ext uri="{0D108BD9-81ED-4DB2-BD59-A6C34878D82A}">
                    <a16:rowId xmlns:a16="http://schemas.microsoft.com/office/drawing/2014/main" val="3767271369"/>
                  </a:ext>
                </a:extLst>
              </a:tr>
              <a:tr h="575874">
                <a:tc>
                  <a:txBody>
                    <a:bodyPr/>
                    <a:lstStyle/>
                    <a:p>
                      <a:r>
                        <a:rPr lang="en-US" dirty="0"/>
                        <a:t>Transit</a:t>
                      </a:r>
                    </a:p>
                  </a:txBody>
                  <a:tcPr/>
                </a:tc>
                <a:tc>
                  <a:txBody>
                    <a:bodyPr/>
                    <a:lstStyle/>
                    <a:p>
                      <a:r>
                        <a:rPr lang="en-US" dirty="0"/>
                        <a:t>10</a:t>
                      </a:r>
                    </a:p>
                  </a:txBody>
                  <a:tcPr/>
                </a:tc>
                <a:tc>
                  <a:txBody>
                    <a:bodyPr/>
                    <a:lstStyle/>
                    <a:p>
                      <a:r>
                        <a:rPr lang="en-US" dirty="0"/>
                        <a:t>1%</a:t>
                      </a:r>
                    </a:p>
                  </a:txBody>
                  <a:tcPr/>
                </a:tc>
                <a:tc>
                  <a:txBody>
                    <a:bodyPr/>
                    <a:lstStyle/>
                    <a:p>
                      <a:r>
                        <a:rPr lang="en-US" dirty="0"/>
                        <a:t>-12%</a:t>
                      </a:r>
                    </a:p>
                  </a:txBody>
                  <a:tcPr/>
                </a:tc>
                <a:extLst>
                  <a:ext uri="{0D108BD9-81ED-4DB2-BD59-A6C34878D82A}">
                    <a16:rowId xmlns:a16="http://schemas.microsoft.com/office/drawing/2014/main" val="2785976068"/>
                  </a:ext>
                </a:extLst>
              </a:tr>
              <a:tr h="575874">
                <a:tc>
                  <a:txBody>
                    <a:bodyPr/>
                    <a:lstStyle/>
                    <a:p>
                      <a:r>
                        <a:rPr lang="en-US" dirty="0"/>
                        <a:t>Health</a:t>
                      </a:r>
                    </a:p>
                  </a:txBody>
                  <a:tcPr/>
                </a:tc>
                <a:tc>
                  <a:txBody>
                    <a:bodyPr/>
                    <a:lstStyle/>
                    <a:p>
                      <a:r>
                        <a:rPr lang="en-US" dirty="0"/>
                        <a:t>4</a:t>
                      </a:r>
                    </a:p>
                  </a:txBody>
                  <a:tcPr/>
                </a:tc>
                <a:tc>
                  <a:txBody>
                    <a:bodyPr/>
                    <a:lstStyle/>
                    <a:p>
                      <a:r>
                        <a:rPr lang="en-US" dirty="0"/>
                        <a:t>1%</a:t>
                      </a:r>
                    </a:p>
                  </a:txBody>
                  <a:tcPr/>
                </a:tc>
                <a:tc>
                  <a:txBody>
                    <a:bodyPr/>
                    <a:lstStyle/>
                    <a:p>
                      <a:r>
                        <a:rPr lang="en-US" dirty="0"/>
                        <a:t>+35%</a:t>
                      </a:r>
                    </a:p>
                  </a:txBody>
                  <a:tcPr/>
                </a:tc>
                <a:extLst>
                  <a:ext uri="{0D108BD9-81ED-4DB2-BD59-A6C34878D82A}">
                    <a16:rowId xmlns:a16="http://schemas.microsoft.com/office/drawing/2014/main" val="974206507"/>
                  </a:ext>
                </a:extLst>
              </a:tr>
            </a:tbl>
          </a:graphicData>
        </a:graphic>
      </p:graphicFrame>
    </p:spTree>
    <p:extLst>
      <p:ext uri="{BB962C8B-B14F-4D97-AF65-F5344CB8AC3E}">
        <p14:creationId xmlns:p14="http://schemas.microsoft.com/office/powerpoint/2010/main" val="31109278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6DE2F-CF55-9F05-CA8F-24D955456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80B6E7-453B-F607-1EA7-12DA91D22728}"/>
              </a:ext>
            </a:extLst>
          </p:cNvPr>
          <p:cNvSpPr>
            <a:spLocks noGrp="1"/>
          </p:cNvSpPr>
          <p:nvPr>
            <p:ph type="title"/>
          </p:nvPr>
        </p:nvSpPr>
        <p:spPr/>
        <p:txBody>
          <a:bodyPr/>
          <a:lstStyle/>
          <a:p>
            <a:r>
              <a:rPr lang="en-US" dirty="0"/>
              <a:t>3</a:t>
            </a:r>
            <a:r>
              <a:rPr lang="en-US" sz="5400" b="0" i="0" u="none" strike="noStrike" cap="none" dirty="0">
                <a:solidFill>
                  <a:schemeClr val="lt1"/>
                </a:solidFill>
                <a:latin typeface="Trebuchet MS"/>
                <a:ea typeface="Trebuchet MS"/>
                <a:cs typeface="Trebuchet MS"/>
                <a:sym typeface="Trebuchet MS"/>
              </a:rPr>
              <a:t>. National Parks Performance</a:t>
            </a:r>
            <a:endParaRPr lang="en-US" dirty="0"/>
          </a:p>
        </p:txBody>
      </p:sp>
    </p:spTree>
    <p:extLst>
      <p:ext uri="{BB962C8B-B14F-4D97-AF65-F5344CB8AC3E}">
        <p14:creationId xmlns:p14="http://schemas.microsoft.com/office/powerpoint/2010/main" val="40021267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27"/>
        <p:cNvGrpSpPr/>
        <p:nvPr/>
      </p:nvGrpSpPr>
      <p:grpSpPr>
        <a:xfrm>
          <a:off x="0" y="0"/>
          <a:ext cx="0" cy="0"/>
          <a:chOff x="0" y="0"/>
          <a:chExt cx="0" cy="0"/>
        </a:xfrm>
      </p:grpSpPr>
      <p:sp>
        <p:nvSpPr>
          <p:cNvPr id="2528" name="Google Shape;2528;p207"/>
          <p:cNvSpPr txBox="1">
            <a:spLocks noGrp="1"/>
          </p:cNvSpPr>
          <p:nvPr>
            <p:ph type="title"/>
          </p:nvPr>
        </p:nvSpPr>
        <p:spPr>
          <a:xfrm>
            <a:off x="54801" y="60125"/>
            <a:ext cx="12137100" cy="4437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2400"/>
              <a:buNone/>
            </a:pPr>
            <a:r>
              <a:rPr lang="en-US" sz="2800" b="1" dirty="0"/>
              <a:t>     3.1 National Parks Performance: January – December 2025</a:t>
            </a:r>
            <a:endParaRPr sz="2800" b="1" dirty="0"/>
          </a:p>
        </p:txBody>
      </p:sp>
      <p:sp>
        <p:nvSpPr>
          <p:cNvPr id="2529" name="Google Shape;2529;p207"/>
          <p:cNvSpPr txBox="1"/>
          <p:nvPr/>
        </p:nvSpPr>
        <p:spPr>
          <a:xfrm>
            <a:off x="11054752" y="1503870"/>
            <a:ext cx="914400" cy="3191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Arial"/>
                <a:ea typeface="Arial"/>
                <a:cs typeface="Arial"/>
                <a:sym typeface="Arial"/>
              </a:rPr>
              <a:t>$110m</a:t>
            </a:r>
            <a:endParaRPr sz="1400" b="1" i="0" u="none" strike="noStrike" cap="none">
              <a:solidFill>
                <a:srgbClr val="FFFFFF"/>
              </a:solidFill>
              <a:latin typeface="Arial"/>
              <a:ea typeface="Arial"/>
              <a:cs typeface="Arial"/>
              <a:sym typeface="Arial"/>
            </a:endParaRPr>
          </a:p>
        </p:txBody>
      </p:sp>
      <p:sp>
        <p:nvSpPr>
          <p:cNvPr id="2530" name="Google Shape;2530;p207"/>
          <p:cNvSpPr/>
          <p:nvPr/>
        </p:nvSpPr>
        <p:spPr>
          <a:xfrm>
            <a:off x="297811" y="1680638"/>
            <a:ext cx="1905791" cy="4658916"/>
          </a:xfrm>
          <a:prstGeom prst="can">
            <a:avLst>
              <a:gd name="adj" fmla="val 23979"/>
            </a:avLst>
          </a:prstGeom>
          <a:solidFill>
            <a:srgbClr val="062E3F"/>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p:txBody>
      </p:sp>
      <p:grpSp>
        <p:nvGrpSpPr>
          <p:cNvPr id="2532" name="Google Shape;2532;p207"/>
          <p:cNvGrpSpPr/>
          <p:nvPr/>
        </p:nvGrpSpPr>
        <p:grpSpPr>
          <a:xfrm>
            <a:off x="393221" y="3284956"/>
            <a:ext cx="1729932" cy="915538"/>
            <a:chOff x="943746" y="3308299"/>
            <a:chExt cx="1729932" cy="915538"/>
          </a:xfrm>
        </p:grpSpPr>
        <p:pic>
          <p:nvPicPr>
            <p:cNvPr id="2533" name="Google Shape;2533;p207" descr="Pie chart with solid fill"/>
            <p:cNvPicPr preferRelativeResize="0"/>
            <p:nvPr/>
          </p:nvPicPr>
          <p:blipFill rotWithShape="1">
            <a:blip r:embed="rId3">
              <a:alphaModFix/>
            </a:blip>
            <a:srcRect/>
            <a:stretch/>
          </p:blipFill>
          <p:spPr>
            <a:xfrm>
              <a:off x="1110561" y="3638691"/>
              <a:ext cx="246952" cy="250845"/>
            </a:xfrm>
            <a:prstGeom prst="rect">
              <a:avLst/>
            </a:prstGeom>
            <a:noFill/>
            <a:ln>
              <a:noFill/>
            </a:ln>
          </p:spPr>
        </p:pic>
        <p:pic>
          <p:nvPicPr>
            <p:cNvPr id="2534" name="Google Shape;2534;p207" descr="Bar graph with upward trend with solid fill"/>
            <p:cNvPicPr preferRelativeResize="0"/>
            <p:nvPr/>
          </p:nvPicPr>
          <p:blipFill rotWithShape="1">
            <a:blip r:embed="rId4">
              <a:alphaModFix/>
            </a:blip>
            <a:srcRect/>
            <a:stretch/>
          </p:blipFill>
          <p:spPr>
            <a:xfrm>
              <a:off x="1080113" y="3906661"/>
              <a:ext cx="307848" cy="317176"/>
            </a:xfrm>
            <a:prstGeom prst="rect">
              <a:avLst/>
            </a:prstGeom>
            <a:noFill/>
            <a:ln>
              <a:noFill/>
            </a:ln>
          </p:spPr>
        </p:pic>
        <p:sp>
          <p:nvSpPr>
            <p:cNvPr id="2535" name="Google Shape;2535;p207"/>
            <p:cNvSpPr/>
            <p:nvPr/>
          </p:nvSpPr>
          <p:spPr>
            <a:xfrm>
              <a:off x="943746" y="3308299"/>
              <a:ext cx="1714965"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Volcanoes: </a:t>
              </a:r>
              <a:r>
                <a:rPr lang="en-US" dirty="0">
                  <a:solidFill>
                    <a:srgbClr val="FFFFFF"/>
                  </a:solidFill>
                </a:rPr>
                <a:t>54,048</a:t>
              </a:r>
              <a:endParaRPr sz="1400" b="0" i="0" u="none" strike="noStrike" cap="none" dirty="0">
                <a:solidFill>
                  <a:srgbClr val="000000"/>
                </a:solidFill>
                <a:latin typeface="Arial"/>
                <a:ea typeface="Arial"/>
                <a:cs typeface="Arial"/>
                <a:sym typeface="Arial"/>
              </a:endParaRPr>
            </a:p>
          </p:txBody>
        </p:sp>
        <p:sp>
          <p:nvSpPr>
            <p:cNvPr id="2536" name="Google Shape;2536;p207"/>
            <p:cNvSpPr/>
            <p:nvPr/>
          </p:nvSpPr>
          <p:spPr>
            <a:xfrm>
              <a:off x="1502158" y="3638691"/>
              <a:ext cx="623860"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dirty="0">
                  <a:solidFill>
                    <a:srgbClr val="FFFFFF"/>
                  </a:solidFill>
                </a:rPr>
                <a:t>34.8</a:t>
              </a:r>
              <a:r>
                <a:rPr lang="en-US" sz="1400" b="0" i="0" u="none" strike="noStrike" cap="none" dirty="0">
                  <a:solidFill>
                    <a:srgbClr val="FFFFFF"/>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2537" name="Google Shape;2537;p207"/>
            <p:cNvSpPr/>
            <p:nvPr/>
          </p:nvSpPr>
          <p:spPr>
            <a:xfrm>
              <a:off x="1502158" y="3950086"/>
              <a:ext cx="1171520"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1400"/>
                <a:buFont typeface="Arial"/>
                <a:buNone/>
              </a:pPr>
              <a:r>
                <a:rPr lang="en-US" b="1" dirty="0">
                  <a:solidFill>
                    <a:srgbClr val="00B050"/>
                  </a:solidFill>
                </a:rPr>
                <a:t>+1.6</a:t>
              </a:r>
              <a:r>
                <a:rPr lang="en-US" sz="1400" b="1" i="0" u="none" strike="noStrike" cap="none" dirty="0">
                  <a:solidFill>
                    <a:srgbClr val="00B050"/>
                  </a:solidFill>
                  <a:latin typeface="Arial"/>
                  <a:ea typeface="Arial"/>
                  <a:cs typeface="Arial"/>
                  <a:sym typeface="Arial"/>
                </a:rPr>
                <a:t>% </a:t>
              </a:r>
              <a:r>
                <a:rPr lang="en-US" sz="900" b="1" i="0" u="none" strike="noStrike" cap="none" dirty="0">
                  <a:solidFill>
                    <a:srgbClr val="00B050"/>
                  </a:solidFill>
                  <a:latin typeface="Arial"/>
                  <a:ea typeface="Arial"/>
                  <a:cs typeface="Arial"/>
                  <a:sym typeface="Arial"/>
                </a:rPr>
                <a:t>YoY</a:t>
              </a:r>
              <a:endParaRPr sz="900" b="1" i="0" u="none" strike="noStrike" cap="none" dirty="0">
                <a:solidFill>
                  <a:srgbClr val="00B050"/>
                </a:solidFill>
                <a:latin typeface="Arial"/>
                <a:ea typeface="Arial"/>
                <a:cs typeface="Arial"/>
                <a:sym typeface="Arial"/>
              </a:endParaRPr>
            </a:p>
          </p:txBody>
        </p:sp>
      </p:grpSp>
      <p:grpSp>
        <p:nvGrpSpPr>
          <p:cNvPr id="2538" name="Google Shape;2538;p207"/>
          <p:cNvGrpSpPr/>
          <p:nvPr/>
        </p:nvGrpSpPr>
        <p:grpSpPr>
          <a:xfrm>
            <a:off x="359250" y="4320871"/>
            <a:ext cx="1839993" cy="915538"/>
            <a:chOff x="943746" y="3308299"/>
            <a:chExt cx="1839993" cy="915538"/>
          </a:xfrm>
        </p:grpSpPr>
        <p:pic>
          <p:nvPicPr>
            <p:cNvPr id="2539" name="Google Shape;2539;p207" descr="Pie chart with solid fill"/>
            <p:cNvPicPr preferRelativeResize="0"/>
            <p:nvPr/>
          </p:nvPicPr>
          <p:blipFill rotWithShape="1">
            <a:blip r:embed="rId3">
              <a:alphaModFix/>
            </a:blip>
            <a:srcRect/>
            <a:stretch/>
          </p:blipFill>
          <p:spPr>
            <a:xfrm>
              <a:off x="1110561" y="3638691"/>
              <a:ext cx="246952" cy="250845"/>
            </a:xfrm>
            <a:prstGeom prst="rect">
              <a:avLst/>
            </a:prstGeom>
            <a:noFill/>
            <a:ln>
              <a:noFill/>
            </a:ln>
          </p:spPr>
        </p:pic>
        <p:pic>
          <p:nvPicPr>
            <p:cNvPr id="2540" name="Google Shape;2540;p207" descr="Bar graph with upward trend with solid fill"/>
            <p:cNvPicPr preferRelativeResize="0"/>
            <p:nvPr/>
          </p:nvPicPr>
          <p:blipFill rotWithShape="1">
            <a:blip r:embed="rId4">
              <a:alphaModFix/>
            </a:blip>
            <a:srcRect/>
            <a:stretch/>
          </p:blipFill>
          <p:spPr>
            <a:xfrm>
              <a:off x="1080113" y="3906661"/>
              <a:ext cx="307848" cy="317176"/>
            </a:xfrm>
            <a:prstGeom prst="rect">
              <a:avLst/>
            </a:prstGeom>
            <a:noFill/>
            <a:ln>
              <a:noFill/>
            </a:ln>
          </p:spPr>
        </p:pic>
        <p:sp>
          <p:nvSpPr>
            <p:cNvPr id="2541" name="Google Shape;2541;p207"/>
            <p:cNvSpPr/>
            <p:nvPr/>
          </p:nvSpPr>
          <p:spPr>
            <a:xfrm>
              <a:off x="943746" y="3308299"/>
              <a:ext cx="1714965"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Nyungwe: </a:t>
              </a:r>
              <a:r>
                <a:rPr lang="en-US" dirty="0">
                  <a:solidFill>
                    <a:srgbClr val="FFFFFF"/>
                  </a:solidFill>
                </a:rPr>
                <a:t>36,426</a:t>
              </a:r>
              <a:endParaRPr sz="1400" b="0" i="0" u="none" strike="noStrike" cap="none" dirty="0">
                <a:solidFill>
                  <a:srgbClr val="000000"/>
                </a:solidFill>
                <a:latin typeface="Arial"/>
                <a:ea typeface="Arial"/>
                <a:cs typeface="Arial"/>
                <a:sym typeface="Arial"/>
              </a:endParaRPr>
            </a:p>
          </p:txBody>
        </p:sp>
        <p:sp>
          <p:nvSpPr>
            <p:cNvPr id="2542" name="Google Shape;2542;p207"/>
            <p:cNvSpPr/>
            <p:nvPr/>
          </p:nvSpPr>
          <p:spPr>
            <a:xfrm>
              <a:off x="1502158" y="3638691"/>
              <a:ext cx="623860"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dirty="0">
                  <a:solidFill>
                    <a:srgbClr val="FFFFFF"/>
                  </a:solidFill>
                </a:rPr>
                <a:t>23.4</a:t>
              </a:r>
              <a:r>
                <a:rPr lang="en-US" sz="1400" b="0" i="0" u="none" strike="noStrike" cap="none" dirty="0">
                  <a:solidFill>
                    <a:srgbClr val="FFFFFF"/>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2543" name="Google Shape;2543;p207"/>
            <p:cNvSpPr/>
            <p:nvPr/>
          </p:nvSpPr>
          <p:spPr>
            <a:xfrm>
              <a:off x="1502159" y="3950086"/>
              <a:ext cx="1281580"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1400"/>
                <a:buFont typeface="Arial"/>
                <a:buNone/>
              </a:pPr>
              <a:r>
                <a:rPr lang="en-US" dirty="0">
                  <a:solidFill>
                    <a:srgbClr val="00B050"/>
                  </a:solidFill>
                </a:rPr>
                <a:t>+22.8</a:t>
              </a:r>
              <a:r>
                <a:rPr lang="en-US" sz="1400" b="0" i="0" u="none" strike="noStrike" cap="none" dirty="0">
                  <a:solidFill>
                    <a:srgbClr val="00B050"/>
                  </a:solidFill>
                  <a:latin typeface="Arial"/>
                  <a:ea typeface="Arial"/>
                  <a:cs typeface="Arial"/>
                  <a:sym typeface="Arial"/>
                </a:rPr>
                <a:t>% </a:t>
              </a:r>
              <a:r>
                <a:rPr lang="en-US" sz="900" b="0" i="0" u="none" strike="noStrike" cap="none" dirty="0">
                  <a:solidFill>
                    <a:srgbClr val="00B050"/>
                  </a:solidFill>
                  <a:latin typeface="Arial"/>
                  <a:ea typeface="Arial"/>
                  <a:cs typeface="Arial"/>
                  <a:sym typeface="Arial"/>
                </a:rPr>
                <a:t>YoY</a:t>
              </a:r>
              <a:endParaRPr sz="900" b="0" i="0" u="none" strike="noStrike" cap="none" dirty="0">
                <a:solidFill>
                  <a:srgbClr val="00B050"/>
                </a:solidFill>
                <a:latin typeface="Arial"/>
                <a:ea typeface="Arial"/>
                <a:cs typeface="Arial"/>
                <a:sym typeface="Arial"/>
              </a:endParaRPr>
            </a:p>
          </p:txBody>
        </p:sp>
      </p:grpSp>
      <p:grpSp>
        <p:nvGrpSpPr>
          <p:cNvPr id="2544" name="Google Shape;2544;p207"/>
          <p:cNvGrpSpPr/>
          <p:nvPr/>
        </p:nvGrpSpPr>
        <p:grpSpPr>
          <a:xfrm>
            <a:off x="418939" y="2286059"/>
            <a:ext cx="1714965" cy="915538"/>
            <a:chOff x="943746" y="3308299"/>
            <a:chExt cx="1714965" cy="915538"/>
          </a:xfrm>
        </p:grpSpPr>
        <p:pic>
          <p:nvPicPr>
            <p:cNvPr id="2545" name="Google Shape;2545;p207" descr="Pie chart with solid fill"/>
            <p:cNvPicPr preferRelativeResize="0"/>
            <p:nvPr/>
          </p:nvPicPr>
          <p:blipFill rotWithShape="1">
            <a:blip r:embed="rId3">
              <a:alphaModFix/>
            </a:blip>
            <a:srcRect/>
            <a:stretch/>
          </p:blipFill>
          <p:spPr>
            <a:xfrm>
              <a:off x="1110561" y="3638691"/>
              <a:ext cx="246952" cy="250845"/>
            </a:xfrm>
            <a:prstGeom prst="rect">
              <a:avLst/>
            </a:prstGeom>
            <a:noFill/>
            <a:ln>
              <a:noFill/>
            </a:ln>
          </p:spPr>
        </p:pic>
        <p:pic>
          <p:nvPicPr>
            <p:cNvPr id="2546" name="Google Shape;2546;p207" descr="Bar graph with upward trend with solid fill"/>
            <p:cNvPicPr preferRelativeResize="0"/>
            <p:nvPr/>
          </p:nvPicPr>
          <p:blipFill rotWithShape="1">
            <a:blip r:embed="rId4">
              <a:alphaModFix/>
            </a:blip>
            <a:srcRect/>
            <a:stretch/>
          </p:blipFill>
          <p:spPr>
            <a:xfrm>
              <a:off x="1080113" y="3906661"/>
              <a:ext cx="307848" cy="317176"/>
            </a:xfrm>
            <a:prstGeom prst="rect">
              <a:avLst/>
            </a:prstGeom>
            <a:noFill/>
            <a:ln>
              <a:noFill/>
            </a:ln>
          </p:spPr>
        </p:pic>
        <p:sp>
          <p:nvSpPr>
            <p:cNvPr id="2547" name="Google Shape;2547;p207"/>
            <p:cNvSpPr/>
            <p:nvPr/>
          </p:nvSpPr>
          <p:spPr>
            <a:xfrm>
              <a:off x="943746" y="3308299"/>
              <a:ext cx="1714965"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err="1">
                  <a:solidFill>
                    <a:srgbClr val="FFFFFF"/>
                  </a:solidFill>
                  <a:latin typeface="Arial"/>
                  <a:ea typeface="Arial"/>
                  <a:cs typeface="Arial"/>
                  <a:sym typeface="Arial"/>
                </a:rPr>
                <a:t>Akagera</a:t>
              </a:r>
              <a:r>
                <a:rPr lang="en-US" sz="1400" b="0" i="0" u="none" strike="noStrike" cap="none" dirty="0">
                  <a:solidFill>
                    <a:srgbClr val="FFFFFF"/>
                  </a:solidFill>
                  <a:latin typeface="Arial"/>
                  <a:ea typeface="Arial"/>
                  <a:cs typeface="Arial"/>
                  <a:sym typeface="Arial"/>
                </a:rPr>
                <a:t>: </a:t>
              </a:r>
              <a:r>
                <a:rPr lang="en-US" dirty="0">
                  <a:solidFill>
                    <a:srgbClr val="FFFFFF"/>
                  </a:solidFill>
                </a:rPr>
                <a:t>64,920</a:t>
              </a:r>
              <a:endParaRPr sz="1400" b="0" i="0" u="none" strike="noStrike" cap="none" dirty="0">
                <a:solidFill>
                  <a:srgbClr val="000000"/>
                </a:solidFill>
                <a:latin typeface="Arial"/>
                <a:ea typeface="Arial"/>
                <a:cs typeface="Arial"/>
                <a:sym typeface="Arial"/>
              </a:endParaRPr>
            </a:p>
          </p:txBody>
        </p:sp>
        <p:sp>
          <p:nvSpPr>
            <p:cNvPr id="2548" name="Google Shape;2548;p207"/>
            <p:cNvSpPr/>
            <p:nvPr/>
          </p:nvSpPr>
          <p:spPr>
            <a:xfrm>
              <a:off x="1502158" y="3638691"/>
              <a:ext cx="623860"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dirty="0">
                  <a:solidFill>
                    <a:srgbClr val="FFFFFF"/>
                  </a:solidFill>
                </a:rPr>
                <a:t>41.8</a:t>
              </a:r>
              <a:r>
                <a:rPr lang="en-US" sz="1400" b="0" i="0" u="none" strike="noStrike" cap="none" dirty="0">
                  <a:solidFill>
                    <a:srgbClr val="FFFFFF"/>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2549" name="Google Shape;2549;p207"/>
            <p:cNvSpPr/>
            <p:nvPr/>
          </p:nvSpPr>
          <p:spPr>
            <a:xfrm>
              <a:off x="1502158" y="3950086"/>
              <a:ext cx="1145802"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1400"/>
                <a:buFont typeface="Arial"/>
                <a:buNone/>
              </a:pPr>
              <a:r>
                <a:rPr lang="en-US" b="1" dirty="0">
                  <a:solidFill>
                    <a:srgbClr val="C00000"/>
                  </a:solidFill>
                </a:rPr>
                <a:t>-4.1</a:t>
              </a:r>
              <a:r>
                <a:rPr lang="en-US" sz="1400" b="1" i="0" u="none" strike="noStrike" cap="none" dirty="0">
                  <a:solidFill>
                    <a:srgbClr val="C00000"/>
                  </a:solidFill>
                  <a:latin typeface="Arial"/>
                  <a:ea typeface="Arial"/>
                  <a:cs typeface="Arial"/>
                  <a:sym typeface="Arial"/>
                </a:rPr>
                <a:t>% </a:t>
              </a:r>
              <a:r>
                <a:rPr lang="en-US" sz="900" b="1" i="0" u="none" strike="noStrike" cap="none" dirty="0">
                  <a:solidFill>
                    <a:srgbClr val="C00000"/>
                  </a:solidFill>
                  <a:latin typeface="Arial"/>
                  <a:ea typeface="Arial"/>
                  <a:cs typeface="Arial"/>
                  <a:sym typeface="Arial"/>
                </a:rPr>
                <a:t>YoY</a:t>
              </a:r>
              <a:endParaRPr sz="900" b="1" i="0" u="none" strike="noStrike" cap="none" dirty="0">
                <a:solidFill>
                  <a:srgbClr val="C00000"/>
                </a:solidFill>
                <a:latin typeface="Arial"/>
                <a:ea typeface="Arial"/>
                <a:cs typeface="Arial"/>
                <a:sym typeface="Arial"/>
              </a:endParaRPr>
            </a:p>
          </p:txBody>
        </p:sp>
      </p:grpSp>
      <p:sp>
        <p:nvSpPr>
          <p:cNvPr id="2550" name="Google Shape;2550;p207"/>
          <p:cNvSpPr/>
          <p:nvPr/>
        </p:nvSpPr>
        <p:spPr>
          <a:xfrm>
            <a:off x="635631" y="1806344"/>
            <a:ext cx="1281580" cy="2508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By park</a:t>
            </a:r>
            <a:endParaRPr sz="1400" b="0" i="0" u="none" strike="noStrike" cap="none">
              <a:solidFill>
                <a:srgbClr val="000000"/>
              </a:solidFill>
              <a:latin typeface="Arial"/>
              <a:ea typeface="Arial"/>
              <a:cs typeface="Arial"/>
              <a:sym typeface="Arial"/>
            </a:endParaRPr>
          </a:p>
        </p:txBody>
      </p:sp>
      <p:grpSp>
        <p:nvGrpSpPr>
          <p:cNvPr id="2551" name="Google Shape;2551;p207"/>
          <p:cNvGrpSpPr/>
          <p:nvPr/>
        </p:nvGrpSpPr>
        <p:grpSpPr>
          <a:xfrm>
            <a:off x="1541522" y="767113"/>
            <a:ext cx="1714965" cy="759017"/>
            <a:chOff x="1289281" y="503321"/>
            <a:chExt cx="1714965" cy="759017"/>
          </a:xfrm>
        </p:grpSpPr>
        <p:pic>
          <p:nvPicPr>
            <p:cNvPr id="2552" name="Google Shape;2552;p207" descr="Bar graph with upward trend with solid fill"/>
            <p:cNvPicPr preferRelativeResize="0"/>
            <p:nvPr/>
          </p:nvPicPr>
          <p:blipFill rotWithShape="1">
            <a:blip r:embed="rId4">
              <a:alphaModFix/>
            </a:blip>
            <a:srcRect/>
            <a:stretch/>
          </p:blipFill>
          <p:spPr>
            <a:xfrm>
              <a:off x="1592232" y="945162"/>
              <a:ext cx="307848" cy="317176"/>
            </a:xfrm>
            <a:prstGeom prst="rect">
              <a:avLst/>
            </a:prstGeom>
            <a:noFill/>
            <a:ln>
              <a:noFill/>
            </a:ln>
          </p:spPr>
        </p:pic>
        <p:sp>
          <p:nvSpPr>
            <p:cNvPr id="2553" name="Google Shape;2553;p207"/>
            <p:cNvSpPr/>
            <p:nvPr/>
          </p:nvSpPr>
          <p:spPr>
            <a:xfrm>
              <a:off x="1289281" y="503321"/>
              <a:ext cx="1714965"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Visitors: </a:t>
              </a:r>
              <a:r>
                <a:rPr lang="en-US" dirty="0">
                  <a:solidFill>
                    <a:srgbClr val="FFFFFF"/>
                  </a:solidFill>
                </a:rPr>
                <a:t>155,394</a:t>
              </a:r>
              <a:endParaRPr sz="1400" b="0" i="0" u="none" strike="noStrike" cap="none" dirty="0">
                <a:solidFill>
                  <a:srgbClr val="FFFFFF"/>
                </a:solidFill>
                <a:latin typeface="Arial"/>
                <a:ea typeface="Arial"/>
                <a:cs typeface="Arial"/>
                <a:sym typeface="Arial"/>
              </a:endParaRPr>
            </a:p>
          </p:txBody>
        </p:sp>
        <p:sp>
          <p:nvSpPr>
            <p:cNvPr id="2554" name="Google Shape;2554;p207"/>
            <p:cNvSpPr/>
            <p:nvPr/>
          </p:nvSpPr>
          <p:spPr>
            <a:xfrm>
              <a:off x="2014277" y="988587"/>
              <a:ext cx="623860"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00B050"/>
                  </a:solidFill>
                  <a:latin typeface="Arial"/>
                  <a:ea typeface="Arial"/>
                  <a:cs typeface="Arial"/>
                  <a:sym typeface="Arial"/>
                </a:rPr>
                <a:t>3.2%</a:t>
              </a:r>
              <a:endParaRPr sz="1400" b="1" i="0" u="none" strike="noStrike" cap="none" dirty="0">
                <a:solidFill>
                  <a:srgbClr val="00B050"/>
                </a:solidFill>
                <a:latin typeface="Arial"/>
                <a:ea typeface="Arial"/>
                <a:cs typeface="Arial"/>
                <a:sym typeface="Arial"/>
              </a:endParaRPr>
            </a:p>
          </p:txBody>
        </p:sp>
      </p:grpSp>
      <p:pic>
        <p:nvPicPr>
          <p:cNvPr id="2555" name="Google Shape;2555;p207" descr="Man with solid fill"/>
          <p:cNvPicPr preferRelativeResize="0"/>
          <p:nvPr/>
        </p:nvPicPr>
        <p:blipFill rotWithShape="1">
          <a:blip r:embed="rId5">
            <a:alphaModFix/>
          </a:blip>
          <a:srcRect/>
          <a:stretch/>
        </p:blipFill>
        <p:spPr>
          <a:xfrm>
            <a:off x="1323765" y="1068655"/>
            <a:ext cx="623860" cy="597630"/>
          </a:xfrm>
          <a:prstGeom prst="rect">
            <a:avLst/>
          </a:prstGeom>
          <a:noFill/>
          <a:ln>
            <a:noFill/>
          </a:ln>
        </p:spPr>
      </p:pic>
      <p:sp>
        <p:nvSpPr>
          <p:cNvPr id="2556" name="Google Shape;2556;p207"/>
          <p:cNvSpPr/>
          <p:nvPr/>
        </p:nvSpPr>
        <p:spPr>
          <a:xfrm>
            <a:off x="2430970" y="1695031"/>
            <a:ext cx="2024303" cy="4736306"/>
          </a:xfrm>
          <a:prstGeom prst="can">
            <a:avLst>
              <a:gd name="adj" fmla="val 25000"/>
            </a:avLst>
          </a:prstGeom>
          <a:solidFill>
            <a:srgbClr val="0A455F"/>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p:txBody>
      </p:sp>
      <p:grpSp>
        <p:nvGrpSpPr>
          <p:cNvPr id="2557" name="Google Shape;2557;p207"/>
          <p:cNvGrpSpPr/>
          <p:nvPr/>
        </p:nvGrpSpPr>
        <p:grpSpPr>
          <a:xfrm>
            <a:off x="2517259" y="3283001"/>
            <a:ext cx="1714965" cy="915538"/>
            <a:chOff x="943746" y="3308299"/>
            <a:chExt cx="1714965" cy="915538"/>
          </a:xfrm>
        </p:grpSpPr>
        <p:pic>
          <p:nvPicPr>
            <p:cNvPr id="2558" name="Google Shape;2558;p207" descr="Pie chart with solid fill"/>
            <p:cNvPicPr preferRelativeResize="0"/>
            <p:nvPr/>
          </p:nvPicPr>
          <p:blipFill rotWithShape="1">
            <a:blip r:embed="rId3">
              <a:alphaModFix/>
            </a:blip>
            <a:srcRect/>
            <a:stretch/>
          </p:blipFill>
          <p:spPr>
            <a:xfrm>
              <a:off x="1110561" y="3638691"/>
              <a:ext cx="246952" cy="250845"/>
            </a:xfrm>
            <a:prstGeom prst="rect">
              <a:avLst/>
            </a:prstGeom>
            <a:noFill/>
            <a:ln>
              <a:noFill/>
            </a:ln>
          </p:spPr>
        </p:pic>
        <p:pic>
          <p:nvPicPr>
            <p:cNvPr id="2559" name="Google Shape;2559;p207" descr="Bar graph with upward trend with solid fill"/>
            <p:cNvPicPr preferRelativeResize="0"/>
            <p:nvPr/>
          </p:nvPicPr>
          <p:blipFill rotWithShape="1">
            <a:blip r:embed="rId4">
              <a:alphaModFix/>
            </a:blip>
            <a:srcRect/>
            <a:stretch/>
          </p:blipFill>
          <p:spPr>
            <a:xfrm>
              <a:off x="1080113" y="3906661"/>
              <a:ext cx="307848" cy="317176"/>
            </a:xfrm>
            <a:prstGeom prst="rect">
              <a:avLst/>
            </a:prstGeom>
            <a:noFill/>
            <a:ln>
              <a:noFill/>
            </a:ln>
          </p:spPr>
        </p:pic>
        <p:sp>
          <p:nvSpPr>
            <p:cNvPr id="2560" name="Google Shape;2560;p207"/>
            <p:cNvSpPr/>
            <p:nvPr/>
          </p:nvSpPr>
          <p:spPr>
            <a:xfrm>
              <a:off x="943746" y="3308299"/>
              <a:ext cx="1714965"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Residents: </a:t>
              </a:r>
              <a:r>
                <a:rPr lang="en-US" dirty="0">
                  <a:solidFill>
                    <a:srgbClr val="FFFFFF"/>
                  </a:solidFill>
                </a:rPr>
                <a:t>6,574</a:t>
              </a:r>
              <a:endParaRPr sz="1400" b="0" i="0" u="none" strike="noStrike" cap="none" dirty="0">
                <a:solidFill>
                  <a:srgbClr val="000000"/>
                </a:solidFill>
                <a:latin typeface="Arial"/>
                <a:ea typeface="Arial"/>
                <a:cs typeface="Arial"/>
                <a:sym typeface="Arial"/>
              </a:endParaRPr>
            </a:p>
          </p:txBody>
        </p:sp>
        <p:sp>
          <p:nvSpPr>
            <p:cNvPr id="2561" name="Google Shape;2561;p207"/>
            <p:cNvSpPr/>
            <p:nvPr/>
          </p:nvSpPr>
          <p:spPr>
            <a:xfrm>
              <a:off x="1502158" y="3638691"/>
              <a:ext cx="623860"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dirty="0">
                  <a:solidFill>
                    <a:srgbClr val="FFFFFF"/>
                  </a:solidFill>
                </a:rPr>
                <a:t>4.2</a:t>
              </a:r>
              <a:r>
                <a:rPr lang="en-US" sz="1400" b="0" i="0" u="none" strike="noStrike" cap="none" dirty="0">
                  <a:solidFill>
                    <a:srgbClr val="FFFFFF"/>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2562" name="Google Shape;2562;p207"/>
            <p:cNvSpPr/>
            <p:nvPr/>
          </p:nvSpPr>
          <p:spPr>
            <a:xfrm>
              <a:off x="1502157" y="3950086"/>
              <a:ext cx="1109467"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C00000"/>
                  </a:solidFill>
                  <a:latin typeface="Arial"/>
                  <a:ea typeface="Arial"/>
                  <a:cs typeface="Arial"/>
                  <a:sym typeface="Arial"/>
                </a:rPr>
                <a:t>-22.6% </a:t>
              </a:r>
              <a:r>
                <a:rPr lang="en-US" sz="900" b="1" i="0" u="none" strike="noStrike" cap="none" dirty="0">
                  <a:solidFill>
                    <a:srgbClr val="C00000"/>
                  </a:solidFill>
                  <a:latin typeface="Arial"/>
                  <a:ea typeface="Arial"/>
                  <a:cs typeface="Arial"/>
                  <a:sym typeface="Arial"/>
                </a:rPr>
                <a:t>YoY</a:t>
              </a:r>
              <a:endParaRPr sz="900" b="1" i="0" u="none" strike="noStrike" cap="none" dirty="0">
                <a:solidFill>
                  <a:srgbClr val="C00000"/>
                </a:solidFill>
                <a:latin typeface="Arial"/>
                <a:ea typeface="Arial"/>
                <a:cs typeface="Arial"/>
                <a:sym typeface="Arial"/>
              </a:endParaRPr>
            </a:p>
          </p:txBody>
        </p:sp>
      </p:grpSp>
      <p:grpSp>
        <p:nvGrpSpPr>
          <p:cNvPr id="2563" name="Google Shape;2563;p207"/>
          <p:cNvGrpSpPr/>
          <p:nvPr/>
        </p:nvGrpSpPr>
        <p:grpSpPr>
          <a:xfrm>
            <a:off x="2476603" y="4355085"/>
            <a:ext cx="1947059" cy="978915"/>
            <a:chOff x="800631" y="3299893"/>
            <a:chExt cx="1947059" cy="978915"/>
          </a:xfrm>
        </p:grpSpPr>
        <p:pic>
          <p:nvPicPr>
            <p:cNvPr id="2564" name="Google Shape;2564;p207" descr="Pie chart with solid fill"/>
            <p:cNvPicPr preferRelativeResize="0"/>
            <p:nvPr/>
          </p:nvPicPr>
          <p:blipFill rotWithShape="1">
            <a:blip r:embed="rId3">
              <a:alphaModFix/>
            </a:blip>
            <a:srcRect/>
            <a:stretch/>
          </p:blipFill>
          <p:spPr>
            <a:xfrm>
              <a:off x="1110561" y="3638691"/>
              <a:ext cx="246952" cy="250845"/>
            </a:xfrm>
            <a:prstGeom prst="rect">
              <a:avLst/>
            </a:prstGeom>
            <a:noFill/>
            <a:ln>
              <a:noFill/>
            </a:ln>
          </p:spPr>
        </p:pic>
        <p:pic>
          <p:nvPicPr>
            <p:cNvPr id="2565" name="Google Shape;2565;p207" descr="Bar graph with upward trend with solid fill"/>
            <p:cNvPicPr preferRelativeResize="0"/>
            <p:nvPr/>
          </p:nvPicPr>
          <p:blipFill rotWithShape="1">
            <a:blip r:embed="rId4">
              <a:alphaModFix/>
            </a:blip>
            <a:srcRect/>
            <a:stretch/>
          </p:blipFill>
          <p:spPr>
            <a:xfrm>
              <a:off x="1080113" y="3906661"/>
              <a:ext cx="307848" cy="317176"/>
            </a:xfrm>
            <a:prstGeom prst="rect">
              <a:avLst/>
            </a:prstGeom>
            <a:noFill/>
            <a:ln>
              <a:noFill/>
            </a:ln>
          </p:spPr>
        </p:pic>
        <p:sp>
          <p:nvSpPr>
            <p:cNvPr id="2566" name="Google Shape;2566;p207"/>
            <p:cNvSpPr/>
            <p:nvPr/>
          </p:nvSpPr>
          <p:spPr>
            <a:xfrm>
              <a:off x="800631" y="3299893"/>
              <a:ext cx="1947059" cy="212924"/>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Internationals: 96</a:t>
              </a:r>
              <a:r>
                <a:rPr lang="en-US" dirty="0">
                  <a:solidFill>
                    <a:srgbClr val="FFFFFF"/>
                  </a:solidFill>
                </a:rPr>
                <a:t>,193</a:t>
              </a:r>
              <a:endParaRPr sz="1400" b="0" i="0" u="none" strike="noStrike" cap="none" dirty="0">
                <a:solidFill>
                  <a:srgbClr val="000000"/>
                </a:solidFill>
                <a:latin typeface="Arial"/>
                <a:ea typeface="Arial"/>
                <a:cs typeface="Arial"/>
                <a:sym typeface="Arial"/>
              </a:endParaRPr>
            </a:p>
          </p:txBody>
        </p:sp>
        <p:sp>
          <p:nvSpPr>
            <p:cNvPr id="2567" name="Google Shape;2567;p207"/>
            <p:cNvSpPr/>
            <p:nvPr/>
          </p:nvSpPr>
          <p:spPr>
            <a:xfrm>
              <a:off x="1502158" y="3638691"/>
              <a:ext cx="623860"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61.9%</a:t>
              </a:r>
              <a:endParaRPr sz="1400" b="0" i="0" u="none" strike="noStrike" cap="none" dirty="0">
                <a:solidFill>
                  <a:srgbClr val="000000"/>
                </a:solidFill>
                <a:latin typeface="Arial"/>
                <a:ea typeface="Arial"/>
                <a:cs typeface="Arial"/>
                <a:sym typeface="Arial"/>
              </a:endParaRPr>
            </a:p>
          </p:txBody>
        </p:sp>
        <p:sp>
          <p:nvSpPr>
            <p:cNvPr id="2568" name="Google Shape;2568;p207"/>
            <p:cNvSpPr/>
            <p:nvPr/>
          </p:nvSpPr>
          <p:spPr>
            <a:xfrm>
              <a:off x="1502157" y="3950086"/>
              <a:ext cx="863117" cy="328722"/>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00B050"/>
                  </a:solidFill>
                  <a:latin typeface="Arial"/>
                  <a:ea typeface="Arial"/>
                  <a:cs typeface="Arial"/>
                  <a:sym typeface="Arial"/>
                </a:rPr>
                <a:t>0% </a:t>
              </a:r>
              <a:r>
                <a:rPr lang="en-US" sz="900" b="1" i="0" u="none" strike="noStrike" cap="none" dirty="0">
                  <a:solidFill>
                    <a:srgbClr val="00B050"/>
                  </a:solidFill>
                  <a:latin typeface="Arial"/>
                  <a:ea typeface="Arial"/>
                  <a:cs typeface="Arial"/>
                  <a:sym typeface="Arial"/>
                </a:rPr>
                <a:t>YoY</a:t>
              </a:r>
              <a:endParaRPr sz="900" b="1" i="0" u="none" strike="noStrike" cap="none" dirty="0">
                <a:solidFill>
                  <a:srgbClr val="00B050"/>
                </a:solidFill>
                <a:latin typeface="Arial"/>
                <a:ea typeface="Arial"/>
                <a:cs typeface="Arial"/>
                <a:sym typeface="Arial"/>
              </a:endParaRPr>
            </a:p>
          </p:txBody>
        </p:sp>
      </p:grpSp>
      <p:grpSp>
        <p:nvGrpSpPr>
          <p:cNvPr id="2569" name="Google Shape;2569;p207"/>
          <p:cNvGrpSpPr/>
          <p:nvPr/>
        </p:nvGrpSpPr>
        <p:grpSpPr>
          <a:xfrm>
            <a:off x="2530116" y="2286059"/>
            <a:ext cx="1714965" cy="915538"/>
            <a:chOff x="943746" y="3308299"/>
            <a:chExt cx="1714965" cy="915538"/>
          </a:xfrm>
        </p:grpSpPr>
        <p:pic>
          <p:nvPicPr>
            <p:cNvPr id="2570" name="Google Shape;2570;p207" descr="Pie chart with solid fill"/>
            <p:cNvPicPr preferRelativeResize="0"/>
            <p:nvPr/>
          </p:nvPicPr>
          <p:blipFill rotWithShape="1">
            <a:blip r:embed="rId3">
              <a:alphaModFix/>
            </a:blip>
            <a:srcRect/>
            <a:stretch/>
          </p:blipFill>
          <p:spPr>
            <a:xfrm>
              <a:off x="1110561" y="3638691"/>
              <a:ext cx="246952" cy="250845"/>
            </a:xfrm>
            <a:prstGeom prst="rect">
              <a:avLst/>
            </a:prstGeom>
            <a:noFill/>
            <a:ln>
              <a:noFill/>
            </a:ln>
          </p:spPr>
        </p:pic>
        <p:pic>
          <p:nvPicPr>
            <p:cNvPr id="2571" name="Google Shape;2571;p207" descr="Bar graph with upward trend with solid fill"/>
            <p:cNvPicPr preferRelativeResize="0"/>
            <p:nvPr/>
          </p:nvPicPr>
          <p:blipFill rotWithShape="1">
            <a:blip r:embed="rId4">
              <a:alphaModFix/>
            </a:blip>
            <a:srcRect/>
            <a:stretch/>
          </p:blipFill>
          <p:spPr>
            <a:xfrm>
              <a:off x="1080113" y="3906661"/>
              <a:ext cx="307848" cy="317176"/>
            </a:xfrm>
            <a:prstGeom prst="rect">
              <a:avLst/>
            </a:prstGeom>
            <a:noFill/>
            <a:ln>
              <a:noFill/>
            </a:ln>
          </p:spPr>
        </p:pic>
        <p:sp>
          <p:nvSpPr>
            <p:cNvPr id="2572" name="Google Shape;2572;p207"/>
            <p:cNvSpPr/>
            <p:nvPr/>
          </p:nvSpPr>
          <p:spPr>
            <a:xfrm>
              <a:off x="943746" y="3308299"/>
              <a:ext cx="1714965"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Rwandans: </a:t>
              </a:r>
              <a:r>
                <a:rPr lang="en-US" dirty="0">
                  <a:solidFill>
                    <a:srgbClr val="FFFFFF"/>
                  </a:solidFill>
                </a:rPr>
                <a:t>52,627</a:t>
              </a:r>
              <a:endParaRPr sz="1400" b="0" i="0" u="none" strike="noStrike" cap="none" dirty="0">
                <a:solidFill>
                  <a:srgbClr val="000000"/>
                </a:solidFill>
                <a:latin typeface="Arial"/>
                <a:ea typeface="Arial"/>
                <a:cs typeface="Arial"/>
                <a:sym typeface="Arial"/>
              </a:endParaRPr>
            </a:p>
          </p:txBody>
        </p:sp>
        <p:sp>
          <p:nvSpPr>
            <p:cNvPr id="2573" name="Google Shape;2573;p207"/>
            <p:cNvSpPr/>
            <p:nvPr/>
          </p:nvSpPr>
          <p:spPr>
            <a:xfrm>
              <a:off x="1502158" y="3638691"/>
              <a:ext cx="623860"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dirty="0">
                  <a:solidFill>
                    <a:srgbClr val="FFFFFF"/>
                  </a:solidFill>
                </a:rPr>
                <a:t>33.9</a:t>
              </a:r>
              <a:r>
                <a:rPr lang="en-US" sz="1400" b="0" i="0" u="none" strike="noStrike" cap="none" dirty="0">
                  <a:solidFill>
                    <a:srgbClr val="FFFFFF"/>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2574" name="Google Shape;2574;p207"/>
            <p:cNvSpPr/>
            <p:nvPr/>
          </p:nvSpPr>
          <p:spPr>
            <a:xfrm>
              <a:off x="1502157" y="3950086"/>
              <a:ext cx="1058929"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00B050"/>
                  </a:solidFill>
                  <a:latin typeface="Arial"/>
                  <a:ea typeface="Arial"/>
                  <a:cs typeface="Arial"/>
                  <a:sym typeface="Arial"/>
                </a:rPr>
                <a:t>+15.0% </a:t>
              </a:r>
              <a:r>
                <a:rPr lang="en-US" sz="900" i="0" u="none" strike="noStrike" cap="none" dirty="0">
                  <a:solidFill>
                    <a:srgbClr val="00B050"/>
                  </a:solidFill>
                  <a:latin typeface="Arial"/>
                  <a:ea typeface="Arial"/>
                  <a:cs typeface="Arial"/>
                  <a:sym typeface="Arial"/>
                </a:rPr>
                <a:t>YoY</a:t>
              </a:r>
              <a:endParaRPr sz="900" i="0" u="none" strike="noStrike" cap="none" dirty="0">
                <a:solidFill>
                  <a:srgbClr val="00B050"/>
                </a:solidFill>
                <a:latin typeface="Arial"/>
                <a:ea typeface="Arial"/>
                <a:cs typeface="Arial"/>
                <a:sym typeface="Arial"/>
              </a:endParaRPr>
            </a:p>
          </p:txBody>
        </p:sp>
      </p:grpSp>
      <p:sp>
        <p:nvSpPr>
          <p:cNvPr id="2575" name="Google Shape;2575;p207"/>
          <p:cNvSpPr/>
          <p:nvPr/>
        </p:nvSpPr>
        <p:spPr>
          <a:xfrm>
            <a:off x="2759667" y="1813071"/>
            <a:ext cx="1281580" cy="2508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By markets</a:t>
            </a:r>
            <a:endParaRPr sz="1400" b="0" i="0" u="none" strike="noStrike" cap="none">
              <a:solidFill>
                <a:srgbClr val="000000"/>
              </a:solidFill>
              <a:latin typeface="Arial"/>
              <a:ea typeface="Arial"/>
              <a:cs typeface="Arial"/>
              <a:sym typeface="Arial"/>
            </a:endParaRPr>
          </a:p>
        </p:txBody>
      </p:sp>
      <p:grpSp>
        <p:nvGrpSpPr>
          <p:cNvPr id="2576" name="Google Shape;2576;p207"/>
          <p:cNvGrpSpPr/>
          <p:nvPr/>
        </p:nvGrpSpPr>
        <p:grpSpPr>
          <a:xfrm>
            <a:off x="8377226" y="788801"/>
            <a:ext cx="2623653" cy="753943"/>
            <a:chOff x="849798" y="518455"/>
            <a:chExt cx="2312312" cy="753943"/>
          </a:xfrm>
        </p:grpSpPr>
        <p:pic>
          <p:nvPicPr>
            <p:cNvPr id="2577" name="Google Shape;2577;p207" descr="Bar graph with upward trend with solid fill"/>
            <p:cNvPicPr preferRelativeResize="0"/>
            <p:nvPr/>
          </p:nvPicPr>
          <p:blipFill rotWithShape="1">
            <a:blip r:embed="rId4">
              <a:alphaModFix/>
            </a:blip>
            <a:srcRect/>
            <a:stretch/>
          </p:blipFill>
          <p:spPr>
            <a:xfrm>
              <a:off x="1583909" y="955222"/>
              <a:ext cx="307848" cy="317176"/>
            </a:xfrm>
            <a:prstGeom prst="rect">
              <a:avLst/>
            </a:prstGeom>
            <a:noFill/>
            <a:ln>
              <a:noFill/>
            </a:ln>
          </p:spPr>
        </p:pic>
        <p:sp>
          <p:nvSpPr>
            <p:cNvPr id="2578" name="Google Shape;2578;p207"/>
            <p:cNvSpPr/>
            <p:nvPr/>
          </p:nvSpPr>
          <p:spPr>
            <a:xfrm>
              <a:off x="849798" y="518455"/>
              <a:ext cx="2312312" cy="186570"/>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Revenues in USD: </a:t>
              </a:r>
              <a:r>
                <a:rPr lang="en-US" dirty="0">
                  <a:solidFill>
                    <a:srgbClr val="FFFFFF"/>
                  </a:solidFill>
                </a:rPr>
                <a:t>40</a:t>
              </a:r>
              <a:r>
                <a:rPr lang="en-US" sz="1400" b="0" i="0" u="none" strike="noStrike" cap="none" dirty="0">
                  <a:solidFill>
                    <a:srgbClr val="FFFFFF"/>
                  </a:solidFill>
                  <a:latin typeface="Arial"/>
                  <a:ea typeface="Arial"/>
                  <a:cs typeface="Arial"/>
                  <a:sym typeface="Arial"/>
                </a:rPr>
                <a:t>,8</a:t>
              </a:r>
              <a:r>
                <a:rPr lang="en-US" dirty="0">
                  <a:solidFill>
                    <a:srgbClr val="FFFFFF"/>
                  </a:solidFill>
                </a:rPr>
                <a:t> Million</a:t>
              </a:r>
              <a:endParaRPr sz="1400" b="0" i="0" u="none" strike="noStrike" cap="none" dirty="0">
                <a:solidFill>
                  <a:srgbClr val="000000"/>
                </a:solidFill>
                <a:latin typeface="Arial"/>
                <a:ea typeface="Arial"/>
                <a:cs typeface="Arial"/>
                <a:sym typeface="Arial"/>
              </a:endParaRPr>
            </a:p>
          </p:txBody>
        </p:sp>
        <p:sp>
          <p:nvSpPr>
            <p:cNvPr id="2579" name="Google Shape;2579;p207"/>
            <p:cNvSpPr/>
            <p:nvPr/>
          </p:nvSpPr>
          <p:spPr>
            <a:xfrm>
              <a:off x="2005954" y="998647"/>
              <a:ext cx="623860" cy="250845"/>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00B050"/>
                  </a:solidFill>
                  <a:latin typeface="Arial"/>
                  <a:ea typeface="Arial"/>
                  <a:cs typeface="Arial"/>
                  <a:sym typeface="Arial"/>
                </a:rPr>
                <a:t>+5.2%</a:t>
              </a:r>
              <a:endParaRPr sz="1400" b="1" i="0" u="none" strike="noStrike" cap="none" dirty="0">
                <a:solidFill>
                  <a:srgbClr val="00B050"/>
                </a:solidFill>
                <a:latin typeface="Arial"/>
                <a:ea typeface="Arial"/>
                <a:cs typeface="Arial"/>
                <a:sym typeface="Arial"/>
              </a:endParaRPr>
            </a:p>
          </p:txBody>
        </p:sp>
      </p:grpSp>
      <p:pic>
        <p:nvPicPr>
          <p:cNvPr id="2580" name="Google Shape;2580;p207" descr="Treasure chest with solid fill"/>
          <p:cNvPicPr preferRelativeResize="0"/>
          <p:nvPr/>
        </p:nvPicPr>
        <p:blipFill rotWithShape="1">
          <a:blip r:embed="rId6">
            <a:alphaModFix/>
          </a:blip>
          <a:srcRect/>
          <a:stretch/>
        </p:blipFill>
        <p:spPr>
          <a:xfrm>
            <a:off x="8745556" y="1048945"/>
            <a:ext cx="461967" cy="613167"/>
          </a:xfrm>
          <a:prstGeom prst="rect">
            <a:avLst/>
          </a:prstGeom>
          <a:noFill/>
          <a:ln>
            <a:noFill/>
          </a:ln>
        </p:spPr>
      </p:pic>
      <p:sp>
        <p:nvSpPr>
          <p:cNvPr id="2581" name="Google Shape;2581;p207"/>
          <p:cNvSpPr/>
          <p:nvPr/>
        </p:nvSpPr>
        <p:spPr>
          <a:xfrm>
            <a:off x="7722423" y="1687365"/>
            <a:ext cx="2120287" cy="4736306"/>
          </a:xfrm>
          <a:prstGeom prst="can">
            <a:avLst>
              <a:gd name="adj" fmla="val 23979"/>
            </a:avLst>
          </a:prstGeom>
          <a:solidFill>
            <a:schemeClr val="accent5">
              <a:lumMod val="50000"/>
            </a:scheme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p:txBody>
      </p:sp>
      <p:grpSp>
        <p:nvGrpSpPr>
          <p:cNvPr id="2582" name="Google Shape;2582;p207"/>
          <p:cNvGrpSpPr/>
          <p:nvPr/>
        </p:nvGrpSpPr>
        <p:grpSpPr>
          <a:xfrm>
            <a:off x="7722424" y="3291684"/>
            <a:ext cx="2028621" cy="915537"/>
            <a:chOff x="797474" y="3308300"/>
            <a:chExt cx="2028621" cy="915537"/>
          </a:xfrm>
        </p:grpSpPr>
        <p:pic>
          <p:nvPicPr>
            <p:cNvPr id="2583" name="Google Shape;2583;p207" descr="Pie chart with solid fill"/>
            <p:cNvPicPr preferRelativeResize="0"/>
            <p:nvPr/>
          </p:nvPicPr>
          <p:blipFill rotWithShape="1">
            <a:blip r:embed="rId3">
              <a:alphaModFix/>
            </a:blip>
            <a:srcRect/>
            <a:stretch/>
          </p:blipFill>
          <p:spPr>
            <a:xfrm>
              <a:off x="1110561" y="3638691"/>
              <a:ext cx="246952" cy="250845"/>
            </a:xfrm>
            <a:prstGeom prst="rect">
              <a:avLst/>
            </a:prstGeom>
            <a:noFill/>
            <a:ln>
              <a:noFill/>
            </a:ln>
          </p:spPr>
        </p:pic>
        <p:pic>
          <p:nvPicPr>
            <p:cNvPr id="2584" name="Google Shape;2584;p207" descr="Bar graph with upward trend with solid fill"/>
            <p:cNvPicPr preferRelativeResize="0"/>
            <p:nvPr/>
          </p:nvPicPr>
          <p:blipFill rotWithShape="1">
            <a:blip r:embed="rId4">
              <a:alphaModFix/>
            </a:blip>
            <a:srcRect/>
            <a:stretch/>
          </p:blipFill>
          <p:spPr>
            <a:xfrm>
              <a:off x="1080113" y="3906661"/>
              <a:ext cx="307848" cy="317176"/>
            </a:xfrm>
            <a:prstGeom prst="rect">
              <a:avLst/>
            </a:prstGeom>
            <a:noFill/>
            <a:ln>
              <a:noFill/>
            </a:ln>
          </p:spPr>
        </p:pic>
        <p:sp>
          <p:nvSpPr>
            <p:cNvPr id="2585" name="Google Shape;2585;p207"/>
            <p:cNvSpPr/>
            <p:nvPr/>
          </p:nvSpPr>
          <p:spPr>
            <a:xfrm>
              <a:off x="797474" y="3308300"/>
              <a:ext cx="2028621" cy="225807"/>
            </a:xfrm>
            <a:prstGeom prst="rect">
              <a:avLst/>
            </a:prstGeom>
            <a:solidFill>
              <a:srgbClr val="9A9A9A"/>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Volcanoes: 35.8</a:t>
              </a:r>
              <a:r>
                <a:rPr lang="en-US" dirty="0">
                  <a:solidFill>
                    <a:srgbClr val="FFFFFF"/>
                  </a:solidFill>
                </a:rPr>
                <a:t> Million</a:t>
              </a:r>
              <a:endParaRPr sz="1400" b="0" i="0" u="none" strike="noStrike" cap="none" dirty="0">
                <a:solidFill>
                  <a:srgbClr val="000000"/>
                </a:solidFill>
                <a:latin typeface="Arial"/>
                <a:ea typeface="Arial"/>
                <a:cs typeface="Arial"/>
                <a:sym typeface="Arial"/>
              </a:endParaRPr>
            </a:p>
          </p:txBody>
        </p:sp>
        <p:sp>
          <p:nvSpPr>
            <p:cNvPr id="2586" name="Google Shape;2586;p207"/>
            <p:cNvSpPr/>
            <p:nvPr/>
          </p:nvSpPr>
          <p:spPr>
            <a:xfrm>
              <a:off x="1502157" y="3638691"/>
              <a:ext cx="780415" cy="250846"/>
            </a:xfrm>
            <a:prstGeom prst="rect">
              <a:avLst/>
            </a:prstGeom>
            <a:solidFill>
              <a:srgbClr val="9A9A9A"/>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87.7%</a:t>
              </a:r>
              <a:endParaRPr sz="1400" b="0" i="0" u="none" strike="noStrike" cap="none" dirty="0">
                <a:solidFill>
                  <a:srgbClr val="000000"/>
                </a:solidFill>
                <a:latin typeface="Arial"/>
                <a:ea typeface="Arial"/>
                <a:cs typeface="Arial"/>
                <a:sym typeface="Arial"/>
              </a:endParaRPr>
            </a:p>
          </p:txBody>
        </p:sp>
        <p:sp>
          <p:nvSpPr>
            <p:cNvPr id="2587" name="Google Shape;2587;p207"/>
            <p:cNvSpPr/>
            <p:nvPr/>
          </p:nvSpPr>
          <p:spPr>
            <a:xfrm>
              <a:off x="1502158" y="3950086"/>
              <a:ext cx="965578" cy="250845"/>
            </a:xfrm>
            <a:prstGeom prst="rect">
              <a:avLst/>
            </a:prstGeom>
            <a:solidFill>
              <a:srgbClr val="9A9A9A"/>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B050"/>
                  </a:solidFill>
                  <a:latin typeface="Arial"/>
                  <a:ea typeface="Arial"/>
                  <a:cs typeface="Arial"/>
                  <a:sym typeface="Arial"/>
                </a:rPr>
                <a:t>+6.3% </a:t>
              </a:r>
              <a:r>
                <a:rPr lang="en-US" sz="900" b="0" i="0" u="none" strike="noStrike" cap="none" dirty="0">
                  <a:solidFill>
                    <a:srgbClr val="00B050"/>
                  </a:solidFill>
                  <a:latin typeface="Arial"/>
                  <a:ea typeface="Arial"/>
                  <a:cs typeface="Arial"/>
                  <a:sym typeface="Arial"/>
                </a:rPr>
                <a:t>YoY</a:t>
              </a:r>
              <a:endParaRPr sz="900" b="0" i="0" u="none" strike="noStrike" cap="none" dirty="0">
                <a:solidFill>
                  <a:srgbClr val="00B050"/>
                </a:solidFill>
                <a:latin typeface="Arial"/>
                <a:ea typeface="Arial"/>
                <a:cs typeface="Arial"/>
                <a:sym typeface="Arial"/>
              </a:endParaRPr>
            </a:p>
          </p:txBody>
        </p:sp>
      </p:grpSp>
      <p:grpSp>
        <p:nvGrpSpPr>
          <p:cNvPr id="2588" name="Google Shape;2588;p207"/>
          <p:cNvGrpSpPr/>
          <p:nvPr/>
        </p:nvGrpSpPr>
        <p:grpSpPr>
          <a:xfrm>
            <a:off x="7834725" y="4327598"/>
            <a:ext cx="1916320" cy="1053294"/>
            <a:chOff x="943746" y="3308299"/>
            <a:chExt cx="1916320" cy="1053294"/>
          </a:xfrm>
        </p:grpSpPr>
        <p:pic>
          <p:nvPicPr>
            <p:cNvPr id="2589" name="Google Shape;2589;p207" descr="Pie chart with solid fill"/>
            <p:cNvPicPr preferRelativeResize="0"/>
            <p:nvPr/>
          </p:nvPicPr>
          <p:blipFill rotWithShape="1">
            <a:blip r:embed="rId3">
              <a:alphaModFix/>
            </a:blip>
            <a:srcRect/>
            <a:stretch/>
          </p:blipFill>
          <p:spPr>
            <a:xfrm>
              <a:off x="1110561" y="3638691"/>
              <a:ext cx="246952" cy="250845"/>
            </a:xfrm>
            <a:prstGeom prst="rect">
              <a:avLst/>
            </a:prstGeom>
            <a:noFill/>
            <a:ln>
              <a:noFill/>
            </a:ln>
          </p:spPr>
        </p:pic>
        <p:pic>
          <p:nvPicPr>
            <p:cNvPr id="2590" name="Google Shape;2590;p207" descr="Bar graph with upward trend with solid fill"/>
            <p:cNvPicPr preferRelativeResize="0"/>
            <p:nvPr/>
          </p:nvPicPr>
          <p:blipFill rotWithShape="1">
            <a:blip r:embed="rId4">
              <a:alphaModFix/>
            </a:blip>
            <a:srcRect/>
            <a:stretch/>
          </p:blipFill>
          <p:spPr>
            <a:xfrm>
              <a:off x="1080113" y="3906661"/>
              <a:ext cx="307848" cy="317176"/>
            </a:xfrm>
            <a:prstGeom prst="rect">
              <a:avLst/>
            </a:prstGeom>
            <a:noFill/>
            <a:ln>
              <a:noFill/>
            </a:ln>
          </p:spPr>
        </p:pic>
        <p:sp>
          <p:nvSpPr>
            <p:cNvPr id="2591" name="Google Shape;2591;p207"/>
            <p:cNvSpPr/>
            <p:nvPr/>
          </p:nvSpPr>
          <p:spPr>
            <a:xfrm>
              <a:off x="943746" y="3308299"/>
              <a:ext cx="1916320" cy="227939"/>
            </a:xfrm>
            <a:prstGeom prst="rect">
              <a:avLst/>
            </a:prstGeom>
            <a:solidFill>
              <a:srgbClr val="9A9A9A"/>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bg1"/>
                  </a:solidFill>
                  <a:latin typeface="Arial"/>
                  <a:ea typeface="Arial"/>
                  <a:cs typeface="Arial"/>
                  <a:sym typeface="Arial"/>
                </a:rPr>
                <a:t>Nyungwe: 2.3</a:t>
              </a:r>
              <a:r>
                <a:rPr lang="en-US" dirty="0">
                  <a:solidFill>
                    <a:schemeClr val="bg1"/>
                  </a:solidFill>
                </a:rPr>
                <a:t> Million</a:t>
              </a:r>
              <a:endParaRPr sz="1400" b="0" i="0" u="none" strike="noStrike" cap="none" dirty="0">
                <a:solidFill>
                  <a:schemeClr val="bg1"/>
                </a:solidFill>
                <a:latin typeface="Arial"/>
                <a:ea typeface="Arial"/>
                <a:cs typeface="Arial"/>
                <a:sym typeface="Arial"/>
              </a:endParaRPr>
            </a:p>
          </p:txBody>
        </p:sp>
        <p:sp>
          <p:nvSpPr>
            <p:cNvPr id="2592" name="Google Shape;2592;p207"/>
            <p:cNvSpPr/>
            <p:nvPr/>
          </p:nvSpPr>
          <p:spPr>
            <a:xfrm>
              <a:off x="1502158" y="3638691"/>
              <a:ext cx="623860" cy="250845"/>
            </a:xfrm>
            <a:prstGeom prst="rect">
              <a:avLst/>
            </a:prstGeom>
            <a:solidFill>
              <a:srgbClr val="9A9A9A"/>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5.5%</a:t>
              </a:r>
              <a:endParaRPr sz="1400" b="0" i="0" u="none" strike="noStrike" cap="none" dirty="0">
                <a:solidFill>
                  <a:srgbClr val="000000"/>
                </a:solidFill>
                <a:latin typeface="Arial"/>
                <a:ea typeface="Arial"/>
                <a:cs typeface="Arial"/>
                <a:sym typeface="Arial"/>
              </a:endParaRPr>
            </a:p>
          </p:txBody>
        </p:sp>
        <p:sp>
          <p:nvSpPr>
            <p:cNvPr id="2593" name="Google Shape;2593;p207"/>
            <p:cNvSpPr/>
            <p:nvPr/>
          </p:nvSpPr>
          <p:spPr>
            <a:xfrm>
              <a:off x="1502157" y="3950087"/>
              <a:ext cx="1281580" cy="411506"/>
            </a:xfrm>
            <a:prstGeom prst="rect">
              <a:avLst/>
            </a:prstGeom>
            <a:solidFill>
              <a:srgbClr val="9A9A9A"/>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b="1" dirty="0">
                  <a:solidFill>
                    <a:srgbClr val="00B050"/>
                  </a:solidFill>
                </a:rPr>
                <a:t>+ 2.3</a:t>
              </a:r>
              <a:r>
                <a:rPr lang="en-US" sz="1400" b="1" i="0" u="none" strike="noStrike" cap="none" dirty="0">
                  <a:solidFill>
                    <a:srgbClr val="00B050"/>
                  </a:solidFill>
                  <a:latin typeface="Arial"/>
                  <a:ea typeface="Arial"/>
                  <a:cs typeface="Arial"/>
                  <a:sym typeface="Arial"/>
                </a:rPr>
                <a:t>% </a:t>
              </a:r>
              <a:r>
                <a:rPr lang="en-US" sz="900" b="1" i="0" u="none" strike="noStrike" cap="none" dirty="0">
                  <a:solidFill>
                    <a:srgbClr val="00B050"/>
                  </a:solidFill>
                  <a:latin typeface="Arial"/>
                  <a:ea typeface="Arial"/>
                  <a:cs typeface="Arial"/>
                  <a:sym typeface="Arial"/>
                </a:rPr>
                <a:t>YoY</a:t>
              </a:r>
              <a:endParaRPr sz="900" b="1" i="0" u="none" strike="noStrike" cap="none" dirty="0">
                <a:solidFill>
                  <a:srgbClr val="00B050"/>
                </a:solidFill>
                <a:latin typeface="Arial"/>
                <a:ea typeface="Arial"/>
                <a:cs typeface="Arial"/>
                <a:sym typeface="Arial"/>
              </a:endParaRPr>
            </a:p>
          </p:txBody>
        </p:sp>
      </p:grpSp>
      <p:grpSp>
        <p:nvGrpSpPr>
          <p:cNvPr id="2594" name="Google Shape;2594;p207"/>
          <p:cNvGrpSpPr/>
          <p:nvPr/>
        </p:nvGrpSpPr>
        <p:grpSpPr>
          <a:xfrm>
            <a:off x="7894414" y="2292787"/>
            <a:ext cx="1836869" cy="915537"/>
            <a:chOff x="943746" y="3308300"/>
            <a:chExt cx="1836869" cy="915537"/>
          </a:xfrm>
        </p:grpSpPr>
        <p:pic>
          <p:nvPicPr>
            <p:cNvPr id="2595" name="Google Shape;2595;p207" descr="Pie chart with solid fill"/>
            <p:cNvPicPr preferRelativeResize="0"/>
            <p:nvPr/>
          </p:nvPicPr>
          <p:blipFill rotWithShape="1">
            <a:blip r:embed="rId3">
              <a:alphaModFix/>
            </a:blip>
            <a:srcRect/>
            <a:stretch/>
          </p:blipFill>
          <p:spPr>
            <a:xfrm>
              <a:off x="1110561" y="3638691"/>
              <a:ext cx="246952" cy="250845"/>
            </a:xfrm>
            <a:prstGeom prst="rect">
              <a:avLst/>
            </a:prstGeom>
            <a:noFill/>
            <a:ln>
              <a:noFill/>
            </a:ln>
          </p:spPr>
        </p:pic>
        <p:pic>
          <p:nvPicPr>
            <p:cNvPr id="2596" name="Google Shape;2596;p207" descr="Bar graph with upward trend with solid fill"/>
            <p:cNvPicPr preferRelativeResize="0"/>
            <p:nvPr/>
          </p:nvPicPr>
          <p:blipFill rotWithShape="1">
            <a:blip r:embed="rId4">
              <a:alphaModFix/>
            </a:blip>
            <a:srcRect/>
            <a:stretch/>
          </p:blipFill>
          <p:spPr>
            <a:xfrm>
              <a:off x="1080113" y="3906661"/>
              <a:ext cx="307848" cy="317176"/>
            </a:xfrm>
            <a:prstGeom prst="rect">
              <a:avLst/>
            </a:prstGeom>
            <a:noFill/>
            <a:ln>
              <a:noFill/>
            </a:ln>
          </p:spPr>
        </p:pic>
        <p:sp>
          <p:nvSpPr>
            <p:cNvPr id="2597" name="Google Shape;2597;p207"/>
            <p:cNvSpPr/>
            <p:nvPr/>
          </p:nvSpPr>
          <p:spPr>
            <a:xfrm>
              <a:off x="943746" y="3308300"/>
              <a:ext cx="1836869" cy="224126"/>
            </a:xfrm>
            <a:prstGeom prst="rect">
              <a:avLst/>
            </a:prstGeom>
            <a:solidFill>
              <a:srgbClr val="9A9A9A"/>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err="1">
                  <a:solidFill>
                    <a:schemeClr val="bg1"/>
                  </a:solidFill>
                  <a:latin typeface="Arial"/>
                  <a:ea typeface="Arial"/>
                  <a:cs typeface="Arial"/>
                  <a:sym typeface="Arial"/>
                </a:rPr>
                <a:t>Akagera</a:t>
              </a:r>
              <a:r>
                <a:rPr lang="en-US" sz="1400" b="0" i="0" u="none" strike="noStrike" cap="none" dirty="0">
                  <a:solidFill>
                    <a:schemeClr val="bg1"/>
                  </a:solidFill>
                  <a:latin typeface="Arial"/>
                  <a:ea typeface="Arial"/>
                  <a:cs typeface="Arial"/>
                  <a:sym typeface="Arial"/>
                </a:rPr>
                <a:t>: </a:t>
              </a:r>
              <a:r>
                <a:rPr lang="en-US" dirty="0">
                  <a:solidFill>
                    <a:schemeClr val="bg1"/>
                  </a:solidFill>
                </a:rPr>
                <a:t>2.8 Million</a:t>
              </a:r>
              <a:endParaRPr sz="1400" b="0" i="0" u="none" strike="noStrike" cap="none" dirty="0">
                <a:solidFill>
                  <a:schemeClr val="bg1"/>
                </a:solidFill>
                <a:latin typeface="Arial"/>
                <a:ea typeface="Arial"/>
                <a:cs typeface="Arial"/>
                <a:sym typeface="Arial"/>
              </a:endParaRPr>
            </a:p>
          </p:txBody>
        </p:sp>
        <p:sp>
          <p:nvSpPr>
            <p:cNvPr id="2598" name="Google Shape;2598;p207"/>
            <p:cNvSpPr/>
            <p:nvPr/>
          </p:nvSpPr>
          <p:spPr>
            <a:xfrm>
              <a:off x="1502158" y="3638691"/>
              <a:ext cx="623860" cy="250845"/>
            </a:xfrm>
            <a:prstGeom prst="rect">
              <a:avLst/>
            </a:prstGeom>
            <a:solidFill>
              <a:srgbClr val="9A9A9A"/>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dirty="0">
                  <a:solidFill>
                    <a:srgbClr val="FFFFFF"/>
                  </a:solidFill>
                </a:rPr>
                <a:t>6.8</a:t>
              </a:r>
              <a:r>
                <a:rPr lang="en-US" sz="1400" b="0" i="0" u="none" strike="noStrike" cap="none" dirty="0">
                  <a:solidFill>
                    <a:srgbClr val="FFFFFF"/>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2599" name="Google Shape;2599;p207"/>
            <p:cNvSpPr/>
            <p:nvPr/>
          </p:nvSpPr>
          <p:spPr>
            <a:xfrm>
              <a:off x="1502158" y="3950086"/>
              <a:ext cx="939860" cy="250845"/>
            </a:xfrm>
            <a:prstGeom prst="rect">
              <a:avLst/>
            </a:prstGeom>
            <a:solidFill>
              <a:srgbClr val="9A9A9A"/>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b="1" dirty="0">
                  <a:solidFill>
                    <a:srgbClr val="C00000"/>
                  </a:solidFill>
                </a:rPr>
                <a:t>-5.4</a:t>
              </a:r>
              <a:r>
                <a:rPr lang="en-US" sz="1400" b="1" i="0" u="none" strike="noStrike" cap="none" dirty="0">
                  <a:solidFill>
                    <a:srgbClr val="C00000"/>
                  </a:solidFill>
                  <a:latin typeface="Arial"/>
                  <a:ea typeface="Arial"/>
                  <a:cs typeface="Arial"/>
                  <a:sym typeface="Arial"/>
                </a:rPr>
                <a:t>% </a:t>
              </a:r>
              <a:r>
                <a:rPr lang="en-US" sz="900" b="1" i="0" u="none" strike="noStrike" cap="none" dirty="0">
                  <a:solidFill>
                    <a:srgbClr val="C00000"/>
                  </a:solidFill>
                  <a:latin typeface="Arial"/>
                  <a:ea typeface="Arial"/>
                  <a:cs typeface="Arial"/>
                  <a:sym typeface="Arial"/>
                </a:rPr>
                <a:t>YoY</a:t>
              </a:r>
              <a:endParaRPr sz="900" b="1" i="0" u="none" strike="noStrike" cap="none" dirty="0">
                <a:solidFill>
                  <a:srgbClr val="C00000"/>
                </a:solidFill>
                <a:latin typeface="Arial"/>
                <a:ea typeface="Arial"/>
                <a:cs typeface="Arial"/>
                <a:sym typeface="Arial"/>
              </a:endParaRPr>
            </a:p>
          </p:txBody>
        </p:sp>
      </p:grpSp>
      <p:sp>
        <p:nvSpPr>
          <p:cNvPr id="2600" name="Google Shape;2600;p207"/>
          <p:cNvSpPr/>
          <p:nvPr/>
        </p:nvSpPr>
        <p:spPr>
          <a:xfrm>
            <a:off x="8111106" y="1813071"/>
            <a:ext cx="1281580" cy="2508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By park</a:t>
            </a:r>
            <a:endParaRPr sz="1400" b="0" i="0" u="none" strike="noStrike" cap="none">
              <a:solidFill>
                <a:srgbClr val="000000"/>
              </a:solidFill>
              <a:latin typeface="Arial"/>
              <a:ea typeface="Arial"/>
              <a:cs typeface="Arial"/>
              <a:sym typeface="Arial"/>
            </a:endParaRPr>
          </a:p>
        </p:txBody>
      </p:sp>
      <p:sp>
        <p:nvSpPr>
          <p:cNvPr id="2601" name="Google Shape;2601;p207"/>
          <p:cNvSpPr/>
          <p:nvPr/>
        </p:nvSpPr>
        <p:spPr>
          <a:xfrm>
            <a:off x="9897322" y="1694092"/>
            <a:ext cx="1905791" cy="4697611"/>
          </a:xfrm>
          <a:prstGeom prst="can">
            <a:avLst>
              <a:gd name="adj" fmla="val 25000"/>
            </a:avLst>
          </a:prstGeom>
          <a:solidFill>
            <a:schemeClr val="accent5">
              <a:lumMod val="60000"/>
              <a:lumOff val="40000"/>
            </a:scheme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p:txBody>
      </p:sp>
      <p:grpSp>
        <p:nvGrpSpPr>
          <p:cNvPr id="2602" name="Google Shape;2602;p207"/>
          <p:cNvGrpSpPr/>
          <p:nvPr/>
        </p:nvGrpSpPr>
        <p:grpSpPr>
          <a:xfrm>
            <a:off x="9992734" y="3289728"/>
            <a:ext cx="1714965" cy="915538"/>
            <a:chOff x="943746" y="3308299"/>
            <a:chExt cx="1714965" cy="915538"/>
          </a:xfrm>
        </p:grpSpPr>
        <p:pic>
          <p:nvPicPr>
            <p:cNvPr id="2603" name="Google Shape;2603;p207" descr="Pie chart with solid fill"/>
            <p:cNvPicPr preferRelativeResize="0"/>
            <p:nvPr/>
          </p:nvPicPr>
          <p:blipFill rotWithShape="1">
            <a:blip r:embed="rId3">
              <a:alphaModFix/>
            </a:blip>
            <a:srcRect/>
            <a:stretch/>
          </p:blipFill>
          <p:spPr>
            <a:xfrm>
              <a:off x="1110561" y="3638691"/>
              <a:ext cx="246952" cy="250845"/>
            </a:xfrm>
            <a:prstGeom prst="rect">
              <a:avLst/>
            </a:prstGeom>
            <a:noFill/>
            <a:ln>
              <a:noFill/>
            </a:ln>
          </p:spPr>
        </p:pic>
        <p:pic>
          <p:nvPicPr>
            <p:cNvPr id="2604" name="Google Shape;2604;p207" descr="Bar graph with upward trend with solid fill"/>
            <p:cNvPicPr preferRelativeResize="0"/>
            <p:nvPr/>
          </p:nvPicPr>
          <p:blipFill rotWithShape="1">
            <a:blip r:embed="rId4">
              <a:alphaModFix/>
            </a:blip>
            <a:srcRect/>
            <a:stretch/>
          </p:blipFill>
          <p:spPr>
            <a:xfrm>
              <a:off x="1080113" y="3906661"/>
              <a:ext cx="307848" cy="317176"/>
            </a:xfrm>
            <a:prstGeom prst="rect">
              <a:avLst/>
            </a:prstGeom>
            <a:noFill/>
            <a:ln>
              <a:noFill/>
            </a:ln>
          </p:spPr>
        </p:pic>
        <p:sp>
          <p:nvSpPr>
            <p:cNvPr id="2605" name="Google Shape;2605;p207"/>
            <p:cNvSpPr/>
            <p:nvPr/>
          </p:nvSpPr>
          <p:spPr>
            <a:xfrm>
              <a:off x="943746" y="3308299"/>
              <a:ext cx="1714965" cy="250845"/>
            </a:xfrm>
            <a:prstGeom prst="rect">
              <a:avLst/>
            </a:prstGeom>
            <a:solidFill>
              <a:srgbClr val="181818"/>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Residents: </a:t>
              </a:r>
              <a:r>
                <a:rPr lang="en-US" dirty="0">
                  <a:solidFill>
                    <a:srgbClr val="FFFFFF"/>
                  </a:solidFill>
                </a:rPr>
                <a:t>383,6</a:t>
              </a:r>
              <a:r>
                <a:rPr lang="en-US" sz="1400" b="0" i="0" u="none" strike="noStrike" cap="none" dirty="0">
                  <a:solidFill>
                    <a:srgbClr val="FFFFFF"/>
                  </a:solidFill>
                  <a:latin typeface="Arial"/>
                  <a:ea typeface="Arial"/>
                  <a:cs typeface="Arial"/>
                  <a:sym typeface="Arial"/>
                </a:rPr>
                <a:t>00 </a:t>
              </a:r>
              <a:endParaRPr sz="1400" b="0" i="0" u="none" strike="noStrike" cap="none" dirty="0">
                <a:solidFill>
                  <a:srgbClr val="FFFFFF"/>
                </a:solidFill>
                <a:latin typeface="Arial"/>
                <a:ea typeface="Arial"/>
                <a:cs typeface="Arial"/>
                <a:sym typeface="Arial"/>
              </a:endParaRPr>
            </a:p>
          </p:txBody>
        </p:sp>
        <p:sp>
          <p:nvSpPr>
            <p:cNvPr id="2606" name="Google Shape;2606;p207"/>
            <p:cNvSpPr/>
            <p:nvPr/>
          </p:nvSpPr>
          <p:spPr>
            <a:xfrm>
              <a:off x="1502158" y="3638691"/>
              <a:ext cx="623860" cy="250845"/>
            </a:xfrm>
            <a:prstGeom prst="rect">
              <a:avLst/>
            </a:prstGeom>
            <a:solidFill>
              <a:srgbClr val="181818"/>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0.9%</a:t>
              </a:r>
              <a:endParaRPr sz="1400" b="0" i="0" u="none" strike="noStrike" cap="none" dirty="0">
                <a:solidFill>
                  <a:srgbClr val="FFFFFF"/>
                </a:solidFill>
                <a:latin typeface="Arial"/>
                <a:ea typeface="Arial"/>
                <a:cs typeface="Arial"/>
                <a:sym typeface="Arial"/>
              </a:endParaRPr>
            </a:p>
          </p:txBody>
        </p:sp>
        <p:sp>
          <p:nvSpPr>
            <p:cNvPr id="2607" name="Google Shape;2607;p207"/>
            <p:cNvSpPr/>
            <p:nvPr/>
          </p:nvSpPr>
          <p:spPr>
            <a:xfrm>
              <a:off x="1502158" y="3950087"/>
              <a:ext cx="1129226" cy="250844"/>
            </a:xfrm>
            <a:prstGeom prst="rect">
              <a:avLst/>
            </a:prstGeom>
            <a:solidFill>
              <a:srgbClr val="181818"/>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B050"/>
                  </a:solidFill>
                  <a:latin typeface="Arial"/>
                  <a:ea typeface="Arial"/>
                  <a:cs typeface="Arial"/>
                  <a:sym typeface="Arial"/>
                </a:rPr>
                <a:t>+3.5% </a:t>
              </a:r>
              <a:r>
                <a:rPr lang="en-US" sz="900" b="0" i="0" u="none" strike="noStrike" cap="none" dirty="0">
                  <a:solidFill>
                    <a:srgbClr val="00B050"/>
                  </a:solidFill>
                  <a:latin typeface="Arial"/>
                  <a:ea typeface="Arial"/>
                  <a:cs typeface="Arial"/>
                  <a:sym typeface="Arial"/>
                </a:rPr>
                <a:t>YoY</a:t>
              </a:r>
              <a:endParaRPr sz="900" b="0" i="0" u="none" strike="noStrike" cap="none" dirty="0">
                <a:solidFill>
                  <a:srgbClr val="00B050"/>
                </a:solidFill>
                <a:latin typeface="Arial"/>
                <a:ea typeface="Arial"/>
                <a:cs typeface="Arial"/>
                <a:sym typeface="Arial"/>
              </a:endParaRPr>
            </a:p>
          </p:txBody>
        </p:sp>
      </p:grpSp>
      <p:grpSp>
        <p:nvGrpSpPr>
          <p:cNvPr id="2608" name="Google Shape;2608;p207"/>
          <p:cNvGrpSpPr/>
          <p:nvPr/>
        </p:nvGrpSpPr>
        <p:grpSpPr>
          <a:xfrm>
            <a:off x="9889080" y="4373214"/>
            <a:ext cx="1836093" cy="925518"/>
            <a:chOff x="848336" y="3298319"/>
            <a:chExt cx="1836093" cy="925518"/>
          </a:xfrm>
        </p:grpSpPr>
        <p:pic>
          <p:nvPicPr>
            <p:cNvPr id="2609" name="Google Shape;2609;p207" descr="Pie chart with solid fill"/>
            <p:cNvPicPr preferRelativeResize="0"/>
            <p:nvPr/>
          </p:nvPicPr>
          <p:blipFill rotWithShape="1">
            <a:blip r:embed="rId3">
              <a:alphaModFix/>
            </a:blip>
            <a:srcRect/>
            <a:stretch/>
          </p:blipFill>
          <p:spPr>
            <a:xfrm>
              <a:off x="1110561" y="3638691"/>
              <a:ext cx="246952" cy="250845"/>
            </a:xfrm>
            <a:prstGeom prst="rect">
              <a:avLst/>
            </a:prstGeom>
            <a:noFill/>
            <a:ln>
              <a:noFill/>
            </a:ln>
          </p:spPr>
        </p:pic>
        <p:pic>
          <p:nvPicPr>
            <p:cNvPr id="2610" name="Google Shape;2610;p207" descr="Bar graph with upward trend with solid fill"/>
            <p:cNvPicPr preferRelativeResize="0"/>
            <p:nvPr/>
          </p:nvPicPr>
          <p:blipFill rotWithShape="1">
            <a:blip r:embed="rId4">
              <a:alphaModFix/>
            </a:blip>
            <a:srcRect/>
            <a:stretch/>
          </p:blipFill>
          <p:spPr>
            <a:xfrm>
              <a:off x="1080113" y="3906661"/>
              <a:ext cx="307848" cy="317176"/>
            </a:xfrm>
            <a:prstGeom prst="rect">
              <a:avLst/>
            </a:prstGeom>
            <a:noFill/>
            <a:ln>
              <a:noFill/>
            </a:ln>
          </p:spPr>
        </p:pic>
        <p:sp>
          <p:nvSpPr>
            <p:cNvPr id="2611" name="Google Shape;2611;p207"/>
            <p:cNvSpPr/>
            <p:nvPr/>
          </p:nvSpPr>
          <p:spPr>
            <a:xfrm>
              <a:off x="848336" y="3298319"/>
              <a:ext cx="1836093" cy="250845"/>
            </a:xfrm>
            <a:prstGeom prst="rect">
              <a:avLst/>
            </a:prstGeom>
            <a:solidFill>
              <a:srgbClr val="181818"/>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Int’l: 40.0</a:t>
              </a:r>
              <a:r>
                <a:rPr lang="en-US" dirty="0">
                  <a:solidFill>
                    <a:srgbClr val="FFFFFF"/>
                  </a:solidFill>
                </a:rPr>
                <a:t> Million</a:t>
              </a:r>
              <a:r>
                <a:rPr lang="en-US" sz="1400" b="0" i="0" u="none" strike="noStrike" cap="none" dirty="0">
                  <a:solidFill>
                    <a:srgbClr val="FFFFFF"/>
                  </a:solidFill>
                  <a:latin typeface="Arial"/>
                  <a:ea typeface="Arial"/>
                  <a:cs typeface="Arial"/>
                  <a:sym typeface="Arial"/>
                </a:rPr>
                <a:t>  </a:t>
              </a:r>
              <a:endParaRPr sz="1400" b="0" i="0" u="none" strike="noStrike" cap="none" dirty="0">
                <a:solidFill>
                  <a:srgbClr val="FFFFFF"/>
                </a:solidFill>
                <a:latin typeface="Arial"/>
                <a:ea typeface="Arial"/>
                <a:cs typeface="Arial"/>
                <a:sym typeface="Arial"/>
              </a:endParaRPr>
            </a:p>
          </p:txBody>
        </p:sp>
        <p:sp>
          <p:nvSpPr>
            <p:cNvPr id="2612" name="Google Shape;2612;p207"/>
            <p:cNvSpPr/>
            <p:nvPr/>
          </p:nvSpPr>
          <p:spPr>
            <a:xfrm>
              <a:off x="1502158" y="3638691"/>
              <a:ext cx="623860" cy="250845"/>
            </a:xfrm>
            <a:prstGeom prst="rect">
              <a:avLst/>
            </a:prstGeom>
            <a:solidFill>
              <a:srgbClr val="181818"/>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9</a:t>
              </a:r>
              <a:r>
                <a:rPr lang="en-US">
                  <a:solidFill>
                    <a:srgbClr val="FFFFFF"/>
                  </a:solidFill>
                </a:rPr>
                <a:t>8</a:t>
              </a:r>
              <a:r>
                <a:rPr lang="en-US" sz="1400" b="0" i="0" u="none" strike="noStrike" cap="none">
                  <a:solidFill>
                    <a:srgbClr val="FFFFFF"/>
                  </a:solidFill>
                  <a:latin typeface="Arial"/>
                  <a:ea typeface="Arial"/>
                  <a:cs typeface="Arial"/>
                  <a:sym typeface="Arial"/>
                </a:rPr>
                <a:t>%</a:t>
              </a:r>
              <a:endParaRPr sz="1400" b="0" i="0" u="none" strike="noStrike" cap="none">
                <a:solidFill>
                  <a:srgbClr val="FFFFFF"/>
                </a:solidFill>
                <a:latin typeface="Arial"/>
                <a:ea typeface="Arial"/>
                <a:cs typeface="Arial"/>
                <a:sym typeface="Arial"/>
              </a:endParaRPr>
            </a:p>
          </p:txBody>
        </p:sp>
        <p:sp>
          <p:nvSpPr>
            <p:cNvPr id="2613" name="Google Shape;2613;p207"/>
            <p:cNvSpPr/>
            <p:nvPr/>
          </p:nvSpPr>
          <p:spPr>
            <a:xfrm>
              <a:off x="1502158" y="3950086"/>
              <a:ext cx="973820" cy="250845"/>
            </a:xfrm>
            <a:prstGeom prst="rect">
              <a:avLst/>
            </a:prstGeom>
            <a:solidFill>
              <a:srgbClr val="181818"/>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b="1" dirty="0">
                  <a:solidFill>
                    <a:srgbClr val="00B050"/>
                  </a:solidFill>
                </a:rPr>
                <a:t>+5.2</a:t>
              </a:r>
              <a:r>
                <a:rPr lang="en-US" sz="1400" b="1" i="0" u="none" strike="noStrike" cap="none" dirty="0">
                  <a:solidFill>
                    <a:srgbClr val="00B050"/>
                  </a:solidFill>
                  <a:latin typeface="Arial"/>
                  <a:ea typeface="Arial"/>
                  <a:cs typeface="Arial"/>
                  <a:sym typeface="Arial"/>
                </a:rPr>
                <a:t>% </a:t>
              </a:r>
              <a:r>
                <a:rPr lang="en-US" sz="900" b="1" i="0" u="none" strike="noStrike" cap="none" dirty="0">
                  <a:solidFill>
                    <a:srgbClr val="00B050"/>
                  </a:solidFill>
                  <a:latin typeface="Arial"/>
                  <a:ea typeface="Arial"/>
                  <a:cs typeface="Arial"/>
                  <a:sym typeface="Arial"/>
                </a:rPr>
                <a:t>YoY</a:t>
              </a:r>
              <a:endParaRPr sz="900" b="1" i="0" u="none" strike="noStrike" cap="none" dirty="0">
                <a:solidFill>
                  <a:srgbClr val="00B050"/>
                </a:solidFill>
                <a:latin typeface="Arial"/>
                <a:ea typeface="Arial"/>
                <a:cs typeface="Arial"/>
                <a:sym typeface="Arial"/>
              </a:endParaRPr>
            </a:p>
          </p:txBody>
        </p:sp>
      </p:grpSp>
      <p:grpSp>
        <p:nvGrpSpPr>
          <p:cNvPr id="2614" name="Google Shape;2614;p207"/>
          <p:cNvGrpSpPr/>
          <p:nvPr/>
        </p:nvGrpSpPr>
        <p:grpSpPr>
          <a:xfrm>
            <a:off x="9964750" y="2265675"/>
            <a:ext cx="1836000" cy="988075"/>
            <a:chOff x="902905" y="3281188"/>
            <a:chExt cx="1836000" cy="988075"/>
          </a:xfrm>
        </p:grpSpPr>
        <p:pic>
          <p:nvPicPr>
            <p:cNvPr id="2615" name="Google Shape;2615;p207" descr="Pie chart with solid fill"/>
            <p:cNvPicPr preferRelativeResize="0"/>
            <p:nvPr/>
          </p:nvPicPr>
          <p:blipFill rotWithShape="1">
            <a:blip r:embed="rId3">
              <a:alphaModFix/>
            </a:blip>
            <a:srcRect/>
            <a:stretch/>
          </p:blipFill>
          <p:spPr>
            <a:xfrm>
              <a:off x="1110561" y="3638691"/>
              <a:ext cx="246952" cy="250845"/>
            </a:xfrm>
            <a:prstGeom prst="rect">
              <a:avLst/>
            </a:prstGeom>
            <a:noFill/>
            <a:ln>
              <a:noFill/>
            </a:ln>
          </p:spPr>
        </p:pic>
        <p:pic>
          <p:nvPicPr>
            <p:cNvPr id="2616" name="Google Shape;2616;p207" descr="Bar graph with upward trend with solid fill"/>
            <p:cNvPicPr preferRelativeResize="0"/>
            <p:nvPr/>
          </p:nvPicPr>
          <p:blipFill rotWithShape="1">
            <a:blip r:embed="rId4">
              <a:alphaModFix/>
            </a:blip>
            <a:srcRect/>
            <a:stretch/>
          </p:blipFill>
          <p:spPr>
            <a:xfrm>
              <a:off x="1080113" y="3906661"/>
              <a:ext cx="307848" cy="317176"/>
            </a:xfrm>
            <a:prstGeom prst="rect">
              <a:avLst/>
            </a:prstGeom>
            <a:noFill/>
            <a:ln>
              <a:noFill/>
            </a:ln>
          </p:spPr>
        </p:pic>
        <p:sp>
          <p:nvSpPr>
            <p:cNvPr id="2617" name="Google Shape;2617;p207"/>
            <p:cNvSpPr/>
            <p:nvPr/>
          </p:nvSpPr>
          <p:spPr>
            <a:xfrm>
              <a:off x="902905" y="3281188"/>
              <a:ext cx="1836000" cy="250800"/>
            </a:xfrm>
            <a:prstGeom prst="rect">
              <a:avLst/>
            </a:prstGeom>
            <a:solidFill>
              <a:srgbClr val="181818"/>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Rwandans: </a:t>
              </a:r>
              <a:r>
                <a:rPr lang="en-US" dirty="0">
                  <a:solidFill>
                    <a:srgbClr val="FFFFFF"/>
                  </a:solidFill>
                </a:rPr>
                <a:t>437,4</a:t>
              </a:r>
              <a:r>
                <a:rPr lang="en-US" sz="1400" b="0" i="0" u="none" strike="noStrike" cap="none" dirty="0">
                  <a:solidFill>
                    <a:srgbClr val="FFFFFF"/>
                  </a:solidFill>
                  <a:latin typeface="Arial"/>
                  <a:ea typeface="Arial"/>
                  <a:cs typeface="Arial"/>
                  <a:sym typeface="Arial"/>
                </a:rPr>
                <a:t>00 </a:t>
              </a:r>
              <a:endParaRPr sz="1400" b="0" i="0" u="none" strike="noStrike" cap="none" dirty="0">
                <a:solidFill>
                  <a:srgbClr val="FFFFFF"/>
                </a:solidFill>
                <a:latin typeface="Arial"/>
                <a:ea typeface="Arial"/>
                <a:cs typeface="Arial"/>
                <a:sym typeface="Arial"/>
              </a:endParaRPr>
            </a:p>
          </p:txBody>
        </p:sp>
        <p:sp>
          <p:nvSpPr>
            <p:cNvPr id="2618" name="Google Shape;2618;p207"/>
            <p:cNvSpPr/>
            <p:nvPr/>
          </p:nvSpPr>
          <p:spPr>
            <a:xfrm>
              <a:off x="1502158" y="3638691"/>
              <a:ext cx="623860" cy="250845"/>
            </a:xfrm>
            <a:prstGeom prst="rect">
              <a:avLst/>
            </a:prstGeom>
            <a:solidFill>
              <a:srgbClr val="181818"/>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dirty="0">
                  <a:solidFill>
                    <a:srgbClr val="FFFFFF"/>
                  </a:solidFill>
                </a:rPr>
                <a:t>1.1</a:t>
              </a:r>
              <a:r>
                <a:rPr lang="en-US" sz="1400" b="0" i="0" u="none" strike="noStrike" cap="none" dirty="0">
                  <a:solidFill>
                    <a:srgbClr val="FFFFFF"/>
                  </a:solidFill>
                  <a:latin typeface="Arial"/>
                  <a:ea typeface="Arial"/>
                  <a:cs typeface="Arial"/>
                  <a:sym typeface="Arial"/>
                </a:rPr>
                <a:t>%</a:t>
              </a:r>
              <a:endParaRPr sz="1400" b="0" i="0" u="none" strike="noStrike" cap="none" dirty="0">
                <a:solidFill>
                  <a:srgbClr val="FFFFFF"/>
                </a:solidFill>
                <a:latin typeface="Arial"/>
                <a:ea typeface="Arial"/>
                <a:cs typeface="Arial"/>
                <a:sym typeface="Arial"/>
              </a:endParaRPr>
            </a:p>
          </p:txBody>
        </p:sp>
        <p:sp>
          <p:nvSpPr>
            <p:cNvPr id="2619" name="Google Shape;2619;p207"/>
            <p:cNvSpPr/>
            <p:nvPr/>
          </p:nvSpPr>
          <p:spPr>
            <a:xfrm>
              <a:off x="1502157" y="3950086"/>
              <a:ext cx="1112183" cy="319177"/>
            </a:xfrm>
            <a:prstGeom prst="rect">
              <a:avLst/>
            </a:prstGeom>
            <a:solidFill>
              <a:srgbClr val="181818"/>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dirty="0">
                  <a:solidFill>
                    <a:srgbClr val="00B050"/>
                  </a:solidFill>
                </a:rPr>
                <a:t>+3.5</a:t>
              </a:r>
              <a:r>
                <a:rPr lang="en-US" sz="1400" b="0" i="0" u="none" strike="noStrike" cap="none" dirty="0">
                  <a:solidFill>
                    <a:srgbClr val="00B050"/>
                  </a:solidFill>
                  <a:latin typeface="Arial"/>
                  <a:ea typeface="Arial"/>
                  <a:cs typeface="Arial"/>
                  <a:sym typeface="Arial"/>
                </a:rPr>
                <a:t>% </a:t>
              </a:r>
              <a:r>
                <a:rPr lang="en-US" sz="900" b="0" i="0" u="none" strike="noStrike" cap="none" dirty="0">
                  <a:solidFill>
                    <a:srgbClr val="00B050"/>
                  </a:solidFill>
                  <a:latin typeface="Arial"/>
                  <a:ea typeface="Arial"/>
                  <a:cs typeface="Arial"/>
                  <a:sym typeface="Arial"/>
                </a:rPr>
                <a:t>YoY</a:t>
              </a:r>
              <a:endParaRPr sz="900" b="0" i="0" u="none" strike="noStrike" cap="none" dirty="0">
                <a:solidFill>
                  <a:srgbClr val="00B050"/>
                </a:solidFill>
                <a:latin typeface="Arial"/>
                <a:ea typeface="Arial"/>
                <a:cs typeface="Arial"/>
                <a:sym typeface="Arial"/>
              </a:endParaRPr>
            </a:p>
          </p:txBody>
        </p:sp>
      </p:grpSp>
      <p:sp>
        <p:nvSpPr>
          <p:cNvPr id="2620" name="Google Shape;2620;p207"/>
          <p:cNvSpPr/>
          <p:nvPr/>
        </p:nvSpPr>
        <p:spPr>
          <a:xfrm>
            <a:off x="10235142" y="1819798"/>
            <a:ext cx="1281580" cy="2508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By markets</a:t>
            </a:r>
            <a:endParaRPr sz="1400" b="0" i="0" u="none" strike="noStrike" cap="none">
              <a:solidFill>
                <a:srgbClr val="000000"/>
              </a:solidFill>
              <a:latin typeface="Arial"/>
              <a:ea typeface="Arial"/>
              <a:cs typeface="Arial"/>
              <a:sym typeface="Arial"/>
            </a:endParaRPr>
          </a:p>
        </p:txBody>
      </p:sp>
      <p:grpSp>
        <p:nvGrpSpPr>
          <p:cNvPr id="2621" name="Google Shape;2621;p207"/>
          <p:cNvGrpSpPr/>
          <p:nvPr/>
        </p:nvGrpSpPr>
        <p:grpSpPr>
          <a:xfrm>
            <a:off x="5116942" y="3304236"/>
            <a:ext cx="1943812" cy="1021869"/>
            <a:chOff x="5201567" y="4132911"/>
            <a:chExt cx="1943812" cy="1021869"/>
          </a:xfrm>
        </p:grpSpPr>
        <p:pic>
          <p:nvPicPr>
            <p:cNvPr id="2622" name="Google Shape;2622;p207" descr="Pie chart with solid fill"/>
            <p:cNvPicPr preferRelativeResize="0"/>
            <p:nvPr/>
          </p:nvPicPr>
          <p:blipFill rotWithShape="1">
            <a:blip r:embed="rId3">
              <a:alphaModFix/>
            </a:blip>
            <a:srcRect/>
            <a:stretch/>
          </p:blipFill>
          <p:spPr>
            <a:xfrm>
              <a:off x="5232015" y="4132911"/>
              <a:ext cx="246952" cy="250845"/>
            </a:xfrm>
            <a:prstGeom prst="rect">
              <a:avLst/>
            </a:prstGeom>
            <a:noFill/>
            <a:ln>
              <a:noFill/>
            </a:ln>
          </p:spPr>
        </p:pic>
        <p:pic>
          <p:nvPicPr>
            <p:cNvPr id="2623" name="Google Shape;2623;p207" descr="Bar graph with upward trend with solid fill"/>
            <p:cNvPicPr preferRelativeResize="0"/>
            <p:nvPr/>
          </p:nvPicPr>
          <p:blipFill rotWithShape="1">
            <a:blip r:embed="rId4">
              <a:alphaModFix/>
            </a:blip>
            <a:srcRect/>
            <a:stretch/>
          </p:blipFill>
          <p:spPr>
            <a:xfrm>
              <a:off x="5201567" y="4400881"/>
              <a:ext cx="307848" cy="317176"/>
            </a:xfrm>
            <a:prstGeom prst="rect">
              <a:avLst/>
            </a:prstGeom>
            <a:noFill/>
            <a:ln>
              <a:noFill/>
            </a:ln>
          </p:spPr>
        </p:pic>
        <p:sp>
          <p:nvSpPr>
            <p:cNvPr id="2624" name="Google Shape;2624;p207"/>
            <p:cNvSpPr/>
            <p:nvPr/>
          </p:nvSpPr>
          <p:spPr>
            <a:xfrm>
              <a:off x="5564027" y="4132911"/>
              <a:ext cx="1581352" cy="317176"/>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Market share</a:t>
              </a:r>
              <a:endParaRPr sz="1400" b="0" i="0" u="none" strike="noStrike" cap="none">
                <a:solidFill>
                  <a:srgbClr val="000000"/>
                </a:solidFill>
                <a:latin typeface="Arial"/>
                <a:ea typeface="Arial"/>
                <a:cs typeface="Arial"/>
                <a:sym typeface="Arial"/>
              </a:endParaRPr>
            </a:p>
          </p:txBody>
        </p:sp>
        <p:sp>
          <p:nvSpPr>
            <p:cNvPr id="2625" name="Google Shape;2625;p207"/>
            <p:cNvSpPr/>
            <p:nvPr/>
          </p:nvSpPr>
          <p:spPr>
            <a:xfrm>
              <a:off x="5579926" y="4521770"/>
              <a:ext cx="1565453" cy="633010"/>
            </a:xfrm>
            <a:prstGeom prst="rect">
              <a:avLst/>
            </a:prstGeom>
            <a:solidFill>
              <a:schemeClr val="accent1"/>
            </a:solidFill>
            <a:ln w="25400" cap="flat" cmpd="sng">
              <a:solidFill>
                <a:srgbClr val="0315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Increase compared to 2024</a:t>
              </a:r>
              <a:endParaRPr sz="1400" b="0" i="0" u="none" strike="noStrike" cap="none" dirty="0">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5B2D6-81A1-9B5A-E16F-12C5E730C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C308E-E421-B791-DCE0-0917723E562C}"/>
              </a:ext>
            </a:extLst>
          </p:cNvPr>
          <p:cNvSpPr>
            <a:spLocks noGrp="1"/>
          </p:cNvSpPr>
          <p:nvPr>
            <p:ph type="title"/>
          </p:nvPr>
        </p:nvSpPr>
        <p:spPr/>
        <p:txBody>
          <a:bodyPr/>
          <a:lstStyle/>
          <a:p>
            <a:r>
              <a:rPr lang="en-US" sz="5400" b="0" i="0" u="none" strike="noStrike" cap="none" dirty="0">
                <a:solidFill>
                  <a:schemeClr val="lt1"/>
                </a:solidFill>
                <a:latin typeface="Trebuchet MS"/>
                <a:ea typeface="Trebuchet MS"/>
                <a:cs typeface="Trebuchet MS"/>
                <a:sym typeface="Trebuchet MS"/>
              </a:rPr>
              <a:t>4. MICE</a:t>
            </a:r>
            <a:endParaRPr lang="en-US" dirty="0"/>
          </a:p>
        </p:txBody>
      </p:sp>
    </p:spTree>
    <p:extLst>
      <p:ext uri="{BB962C8B-B14F-4D97-AF65-F5344CB8AC3E}">
        <p14:creationId xmlns:p14="http://schemas.microsoft.com/office/powerpoint/2010/main" val="3750536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17"/>
        <p:cNvGrpSpPr/>
        <p:nvPr/>
      </p:nvGrpSpPr>
      <p:grpSpPr>
        <a:xfrm>
          <a:off x="0" y="0"/>
          <a:ext cx="0" cy="0"/>
          <a:chOff x="0" y="0"/>
          <a:chExt cx="0" cy="0"/>
        </a:xfrm>
      </p:grpSpPr>
      <p:sp>
        <p:nvSpPr>
          <p:cNvPr id="2518" name="Google Shape;2518;g31b541d0a24_4_0"/>
          <p:cNvSpPr txBox="1">
            <a:spLocks noGrp="1"/>
          </p:cNvSpPr>
          <p:nvPr>
            <p:ph type="title"/>
          </p:nvPr>
        </p:nvSpPr>
        <p:spPr>
          <a:xfrm>
            <a:off x="629250" y="346700"/>
            <a:ext cx="10933500" cy="3324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2"/>
              </a:buClr>
              <a:buSzPts val="2400"/>
              <a:buFont typeface="Trebuchet MS"/>
              <a:buNone/>
            </a:pPr>
            <a:r>
              <a:rPr lang="en-US" dirty="0">
                <a:solidFill>
                  <a:srgbClr val="FF0000"/>
                </a:solidFill>
              </a:rPr>
              <a:t>4. MICE Tourism: January–July 2025</a:t>
            </a:r>
            <a:endParaRPr dirty="0">
              <a:solidFill>
                <a:srgbClr val="FF0000"/>
              </a:solidFill>
            </a:endParaRPr>
          </a:p>
        </p:txBody>
      </p:sp>
      <p:graphicFrame>
        <p:nvGraphicFramePr>
          <p:cNvPr id="2" name="Table 1">
            <a:extLst>
              <a:ext uri="{FF2B5EF4-FFF2-40B4-BE49-F238E27FC236}">
                <a16:creationId xmlns:a16="http://schemas.microsoft.com/office/drawing/2014/main" id="{9AE98875-9D58-B4C7-E627-D90E2271F73C}"/>
              </a:ext>
            </a:extLst>
          </p:cNvPr>
          <p:cNvGraphicFramePr>
            <a:graphicFrameLocks noGrp="1"/>
          </p:cNvGraphicFramePr>
          <p:nvPr>
            <p:extLst>
              <p:ext uri="{D42A27DB-BD31-4B8C-83A1-F6EECF244321}">
                <p14:modId xmlns:p14="http://schemas.microsoft.com/office/powerpoint/2010/main" val="2087231503"/>
              </p:ext>
            </p:extLst>
          </p:nvPr>
        </p:nvGraphicFramePr>
        <p:xfrm>
          <a:off x="787400" y="821266"/>
          <a:ext cx="8851900" cy="2572809"/>
        </p:xfrm>
        <a:graphic>
          <a:graphicData uri="http://schemas.openxmlformats.org/drawingml/2006/table">
            <a:tbl>
              <a:tblPr firstRow="1" bandRow="1">
                <a:tableStyleId>{5C22544A-7EE6-4342-B048-85BDC9FD1C3A}</a:tableStyleId>
              </a:tblPr>
              <a:tblGrid>
                <a:gridCol w="1092200">
                  <a:extLst>
                    <a:ext uri="{9D8B030D-6E8A-4147-A177-3AD203B41FA5}">
                      <a16:colId xmlns:a16="http://schemas.microsoft.com/office/drawing/2014/main" val="3322079119"/>
                    </a:ext>
                  </a:extLst>
                </a:gridCol>
                <a:gridCol w="1308100">
                  <a:extLst>
                    <a:ext uri="{9D8B030D-6E8A-4147-A177-3AD203B41FA5}">
                      <a16:colId xmlns:a16="http://schemas.microsoft.com/office/drawing/2014/main" val="1519578883"/>
                    </a:ext>
                  </a:extLst>
                </a:gridCol>
                <a:gridCol w="1206500">
                  <a:extLst>
                    <a:ext uri="{9D8B030D-6E8A-4147-A177-3AD203B41FA5}">
                      <a16:colId xmlns:a16="http://schemas.microsoft.com/office/drawing/2014/main" val="3285739776"/>
                    </a:ext>
                  </a:extLst>
                </a:gridCol>
                <a:gridCol w="1231900">
                  <a:extLst>
                    <a:ext uri="{9D8B030D-6E8A-4147-A177-3AD203B41FA5}">
                      <a16:colId xmlns:a16="http://schemas.microsoft.com/office/drawing/2014/main" val="618583131"/>
                    </a:ext>
                  </a:extLst>
                </a:gridCol>
                <a:gridCol w="1054100">
                  <a:extLst>
                    <a:ext uri="{9D8B030D-6E8A-4147-A177-3AD203B41FA5}">
                      <a16:colId xmlns:a16="http://schemas.microsoft.com/office/drawing/2014/main" val="57437834"/>
                    </a:ext>
                  </a:extLst>
                </a:gridCol>
                <a:gridCol w="1320799">
                  <a:extLst>
                    <a:ext uri="{9D8B030D-6E8A-4147-A177-3AD203B41FA5}">
                      <a16:colId xmlns:a16="http://schemas.microsoft.com/office/drawing/2014/main" val="1097158001"/>
                    </a:ext>
                  </a:extLst>
                </a:gridCol>
                <a:gridCol w="1638301">
                  <a:extLst>
                    <a:ext uri="{9D8B030D-6E8A-4147-A177-3AD203B41FA5}">
                      <a16:colId xmlns:a16="http://schemas.microsoft.com/office/drawing/2014/main" val="3970683109"/>
                    </a:ext>
                  </a:extLst>
                </a:gridCol>
              </a:tblGrid>
              <a:tr h="165948">
                <a:tc>
                  <a:txBody>
                    <a:bodyPr/>
                    <a:lstStyle/>
                    <a:p>
                      <a:endParaRPr lang="en-US" dirty="0"/>
                    </a:p>
                  </a:txBody>
                  <a:tcPr/>
                </a:tc>
                <a:tc gridSpan="2">
                  <a:txBody>
                    <a:bodyPr/>
                    <a:lstStyle/>
                    <a:p>
                      <a:r>
                        <a:rPr lang="en-US" dirty="0"/>
                        <a:t>No of delegates</a:t>
                      </a:r>
                    </a:p>
                  </a:txBody>
                  <a:tcPr/>
                </a:tc>
                <a:tc hMerge="1">
                  <a:txBody>
                    <a:bodyPr/>
                    <a:lstStyle/>
                    <a:p>
                      <a:endParaRPr lang="en-US" dirty="0"/>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No of event</a:t>
                      </a:r>
                    </a:p>
                    <a:p>
                      <a:endParaRPr lang="en-US" dirty="0"/>
                    </a:p>
                  </a:txBody>
                  <a:tcPr/>
                </a:tc>
                <a:tc hMerge="1">
                  <a:txBody>
                    <a:bodyPr/>
                    <a:lstStyle/>
                    <a:p>
                      <a:endParaRPr lang="en-US" dirty="0"/>
                    </a:p>
                  </a:txBody>
                  <a:tcPr/>
                </a:tc>
                <a:tc gridSpan="2">
                  <a:txBody>
                    <a:bodyPr/>
                    <a:lstStyle/>
                    <a:p>
                      <a:r>
                        <a:rPr lang="en-US" dirty="0"/>
                        <a:t>Revenues</a:t>
                      </a:r>
                    </a:p>
                  </a:txBody>
                  <a:tcPr/>
                </a:tc>
                <a:tc hMerge="1">
                  <a:txBody>
                    <a:bodyPr/>
                    <a:lstStyle/>
                    <a:p>
                      <a:endParaRPr lang="en-US" dirty="0"/>
                    </a:p>
                  </a:txBody>
                  <a:tcPr/>
                </a:tc>
                <a:extLst>
                  <a:ext uri="{0D108BD9-81ED-4DB2-BD59-A6C34878D82A}">
                    <a16:rowId xmlns:a16="http://schemas.microsoft.com/office/drawing/2014/main" val="1260284529"/>
                  </a:ext>
                </a:extLst>
              </a:tr>
              <a:tr h="43539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Quarter</a:t>
                      </a:r>
                    </a:p>
                  </a:txBody>
                  <a:tcPr/>
                </a:tc>
                <a:tc>
                  <a:txBody>
                    <a:bodyPr/>
                    <a:lstStyle/>
                    <a:p>
                      <a:r>
                        <a:rPr lang="en-US" b="1" dirty="0"/>
                        <a:t>2024</a:t>
                      </a:r>
                    </a:p>
                  </a:txBody>
                  <a:tcPr/>
                </a:tc>
                <a:tc>
                  <a:txBody>
                    <a:bodyPr/>
                    <a:lstStyle/>
                    <a:p>
                      <a:r>
                        <a:rPr lang="en-US" b="1" dirty="0"/>
                        <a:t>2025</a:t>
                      </a:r>
                    </a:p>
                  </a:txBody>
                  <a:tcPr/>
                </a:tc>
                <a:tc>
                  <a:txBody>
                    <a:bodyPr/>
                    <a:lstStyle/>
                    <a:p>
                      <a:r>
                        <a:rPr lang="en-US" b="1" dirty="0"/>
                        <a:t>2024</a:t>
                      </a:r>
                    </a:p>
                  </a:txBody>
                  <a:tcPr/>
                </a:tc>
                <a:tc>
                  <a:txBody>
                    <a:bodyPr/>
                    <a:lstStyle/>
                    <a:p>
                      <a:r>
                        <a:rPr lang="en-US" b="1" dirty="0"/>
                        <a:t>2025</a:t>
                      </a:r>
                    </a:p>
                  </a:txBody>
                  <a:tcPr/>
                </a:tc>
                <a:tc>
                  <a:txBody>
                    <a:bodyPr/>
                    <a:lstStyle/>
                    <a:p>
                      <a:r>
                        <a:rPr lang="en-US" b="1" dirty="0"/>
                        <a:t>2024</a:t>
                      </a:r>
                    </a:p>
                  </a:txBody>
                  <a:tcPr/>
                </a:tc>
                <a:tc>
                  <a:txBody>
                    <a:bodyPr/>
                    <a:lstStyle/>
                    <a:p>
                      <a:r>
                        <a:rPr lang="en-US" b="1" dirty="0"/>
                        <a:t>2025</a:t>
                      </a:r>
                    </a:p>
                  </a:txBody>
                  <a:tcPr/>
                </a:tc>
                <a:extLst>
                  <a:ext uri="{0D108BD9-81ED-4DB2-BD59-A6C34878D82A}">
                    <a16:rowId xmlns:a16="http://schemas.microsoft.com/office/drawing/2014/main" val="97572866"/>
                  </a:ext>
                </a:extLst>
              </a:tr>
              <a:tr h="384175">
                <a:tc>
                  <a:txBody>
                    <a:bodyPr/>
                    <a:lstStyle/>
                    <a:p>
                      <a:r>
                        <a:rPr lang="en-US" dirty="0">
                          <a:solidFill>
                            <a:schemeClr val="tx2">
                              <a:lumMod val="10000"/>
                            </a:schemeClr>
                          </a:solidFill>
                        </a:rPr>
                        <a:t>Q1</a:t>
                      </a:r>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121580959"/>
                  </a:ext>
                </a:extLst>
              </a:tr>
              <a:tr h="422275">
                <a:tc>
                  <a:txBody>
                    <a:bodyPr/>
                    <a:lstStyle/>
                    <a:p>
                      <a:r>
                        <a:rPr lang="en-US" dirty="0">
                          <a:solidFill>
                            <a:schemeClr val="tx2">
                              <a:lumMod val="10000"/>
                            </a:schemeClr>
                          </a:solidFill>
                        </a:rPr>
                        <a:t>Q2</a:t>
                      </a:r>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381311520"/>
                  </a:ext>
                </a:extLst>
              </a:tr>
              <a:tr h="406400">
                <a:tc>
                  <a:txBody>
                    <a:bodyPr/>
                    <a:lstStyle/>
                    <a:p>
                      <a:r>
                        <a:rPr lang="en-US" dirty="0">
                          <a:solidFill>
                            <a:schemeClr val="tx2">
                              <a:lumMod val="10000"/>
                            </a:schemeClr>
                          </a:solidFill>
                        </a:rPr>
                        <a:t>July</a:t>
                      </a:r>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649524495"/>
                  </a:ext>
                </a:extLst>
              </a:tr>
              <a:tr h="406400">
                <a:tc>
                  <a:txBody>
                    <a:bodyPr/>
                    <a:lstStyle/>
                    <a:p>
                      <a:r>
                        <a:rPr lang="en-US" dirty="0">
                          <a:solidFill>
                            <a:schemeClr val="tx2">
                              <a:lumMod val="10000"/>
                            </a:schemeClr>
                          </a:solidFill>
                        </a:rPr>
                        <a:t>Total</a:t>
                      </a:r>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93460487"/>
                  </a:ext>
                </a:extLst>
              </a:tr>
            </a:tbl>
          </a:graphicData>
        </a:graphic>
      </p:graphicFrame>
      <p:graphicFrame>
        <p:nvGraphicFramePr>
          <p:cNvPr id="4" name="Table 3">
            <a:extLst>
              <a:ext uri="{FF2B5EF4-FFF2-40B4-BE49-F238E27FC236}">
                <a16:creationId xmlns:a16="http://schemas.microsoft.com/office/drawing/2014/main" id="{9C5EAF12-CA7D-C19D-6964-3072CCC6562C}"/>
              </a:ext>
            </a:extLst>
          </p:cNvPr>
          <p:cNvGraphicFramePr>
            <a:graphicFrameLocks noGrp="1"/>
          </p:cNvGraphicFramePr>
          <p:nvPr>
            <p:extLst>
              <p:ext uri="{D42A27DB-BD31-4B8C-83A1-F6EECF244321}">
                <p14:modId xmlns:p14="http://schemas.microsoft.com/office/powerpoint/2010/main" val="467466524"/>
              </p:ext>
            </p:extLst>
          </p:nvPr>
        </p:nvGraphicFramePr>
        <p:xfrm>
          <a:off x="787400" y="3650541"/>
          <a:ext cx="8839200" cy="2979209"/>
        </p:xfrm>
        <a:graphic>
          <a:graphicData uri="http://schemas.openxmlformats.org/drawingml/2006/table">
            <a:tbl>
              <a:tblPr firstRow="1" bandRow="1">
                <a:tableStyleId>{5C22544A-7EE6-4342-B048-85BDC9FD1C3A}</a:tableStyleId>
              </a:tblPr>
              <a:tblGrid>
                <a:gridCol w="1840648">
                  <a:extLst>
                    <a:ext uri="{9D8B030D-6E8A-4147-A177-3AD203B41FA5}">
                      <a16:colId xmlns:a16="http://schemas.microsoft.com/office/drawing/2014/main" val="3322079119"/>
                    </a:ext>
                  </a:extLst>
                </a:gridCol>
                <a:gridCol w="1242444">
                  <a:extLst>
                    <a:ext uri="{9D8B030D-6E8A-4147-A177-3AD203B41FA5}">
                      <a16:colId xmlns:a16="http://schemas.microsoft.com/office/drawing/2014/main" val="1519578883"/>
                    </a:ext>
                  </a:extLst>
                </a:gridCol>
                <a:gridCol w="1215620">
                  <a:extLst>
                    <a:ext uri="{9D8B030D-6E8A-4147-A177-3AD203B41FA5}">
                      <a16:colId xmlns:a16="http://schemas.microsoft.com/office/drawing/2014/main" val="3285739776"/>
                    </a:ext>
                  </a:extLst>
                </a:gridCol>
                <a:gridCol w="1233237">
                  <a:extLst>
                    <a:ext uri="{9D8B030D-6E8A-4147-A177-3AD203B41FA5}">
                      <a16:colId xmlns:a16="http://schemas.microsoft.com/office/drawing/2014/main" val="618583131"/>
                    </a:ext>
                  </a:extLst>
                </a:gridCol>
                <a:gridCol w="1063091">
                  <a:extLst>
                    <a:ext uri="{9D8B030D-6E8A-4147-A177-3AD203B41FA5}">
                      <a16:colId xmlns:a16="http://schemas.microsoft.com/office/drawing/2014/main" val="57437834"/>
                    </a:ext>
                  </a:extLst>
                </a:gridCol>
                <a:gridCol w="1174353">
                  <a:extLst>
                    <a:ext uri="{9D8B030D-6E8A-4147-A177-3AD203B41FA5}">
                      <a16:colId xmlns:a16="http://schemas.microsoft.com/office/drawing/2014/main" val="1097158001"/>
                    </a:ext>
                  </a:extLst>
                </a:gridCol>
                <a:gridCol w="1069807">
                  <a:extLst>
                    <a:ext uri="{9D8B030D-6E8A-4147-A177-3AD203B41FA5}">
                      <a16:colId xmlns:a16="http://schemas.microsoft.com/office/drawing/2014/main" val="3970683109"/>
                    </a:ext>
                  </a:extLst>
                </a:gridCol>
              </a:tblGrid>
              <a:tr h="165948">
                <a:tc>
                  <a:txBody>
                    <a:bodyPr/>
                    <a:lstStyle/>
                    <a:p>
                      <a:endParaRPr lang="en-US" dirty="0"/>
                    </a:p>
                  </a:txBody>
                  <a:tcPr/>
                </a:tc>
                <a:tc gridSpan="2">
                  <a:txBody>
                    <a:bodyPr/>
                    <a:lstStyle/>
                    <a:p>
                      <a:r>
                        <a:rPr lang="en-US" dirty="0"/>
                        <a:t>No of delegates</a:t>
                      </a:r>
                    </a:p>
                  </a:txBody>
                  <a:tcPr/>
                </a:tc>
                <a:tc hMerge="1">
                  <a:txBody>
                    <a:bodyPr/>
                    <a:lstStyle/>
                    <a:p>
                      <a:endParaRPr lang="en-US" dirty="0"/>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No of event</a:t>
                      </a:r>
                    </a:p>
                    <a:p>
                      <a:endParaRPr lang="en-US" dirty="0"/>
                    </a:p>
                  </a:txBody>
                  <a:tcPr/>
                </a:tc>
                <a:tc hMerge="1">
                  <a:txBody>
                    <a:bodyPr/>
                    <a:lstStyle/>
                    <a:p>
                      <a:endParaRPr lang="en-US" dirty="0"/>
                    </a:p>
                  </a:txBody>
                  <a:tcPr/>
                </a:tc>
                <a:tc gridSpan="2">
                  <a:txBody>
                    <a:bodyPr/>
                    <a:lstStyle/>
                    <a:p>
                      <a:r>
                        <a:rPr lang="en-US" dirty="0"/>
                        <a:t>Revenues</a:t>
                      </a:r>
                    </a:p>
                  </a:txBody>
                  <a:tcPr/>
                </a:tc>
                <a:tc hMerge="1">
                  <a:txBody>
                    <a:bodyPr/>
                    <a:lstStyle/>
                    <a:p>
                      <a:endParaRPr lang="en-US" dirty="0"/>
                    </a:p>
                  </a:txBody>
                  <a:tcPr/>
                </a:tc>
                <a:extLst>
                  <a:ext uri="{0D108BD9-81ED-4DB2-BD59-A6C34878D82A}">
                    <a16:rowId xmlns:a16="http://schemas.microsoft.com/office/drawing/2014/main" val="1260284529"/>
                  </a:ext>
                </a:extLst>
              </a:tr>
              <a:tr h="435399">
                <a:tc>
                  <a:txBody>
                    <a:bodyPr/>
                    <a:lstStyle/>
                    <a:p>
                      <a:r>
                        <a:rPr lang="en-US" b="1" dirty="0"/>
                        <a:t>Segment</a:t>
                      </a:r>
                    </a:p>
                  </a:txBody>
                  <a:tcPr/>
                </a:tc>
                <a:tc>
                  <a:txBody>
                    <a:bodyPr/>
                    <a:lstStyle/>
                    <a:p>
                      <a:r>
                        <a:rPr lang="en-US" b="1" dirty="0"/>
                        <a:t>2024</a:t>
                      </a:r>
                    </a:p>
                  </a:txBody>
                  <a:tcPr/>
                </a:tc>
                <a:tc>
                  <a:txBody>
                    <a:bodyPr/>
                    <a:lstStyle/>
                    <a:p>
                      <a:r>
                        <a:rPr lang="en-US" b="1" dirty="0"/>
                        <a:t>2025</a:t>
                      </a:r>
                    </a:p>
                  </a:txBody>
                  <a:tcPr/>
                </a:tc>
                <a:tc>
                  <a:txBody>
                    <a:bodyPr/>
                    <a:lstStyle/>
                    <a:p>
                      <a:r>
                        <a:rPr lang="en-US" b="1" dirty="0"/>
                        <a:t>2024</a:t>
                      </a:r>
                    </a:p>
                  </a:txBody>
                  <a:tcPr/>
                </a:tc>
                <a:tc>
                  <a:txBody>
                    <a:bodyPr/>
                    <a:lstStyle/>
                    <a:p>
                      <a:r>
                        <a:rPr lang="en-US" b="1" dirty="0"/>
                        <a:t>2025</a:t>
                      </a:r>
                    </a:p>
                  </a:txBody>
                  <a:tcPr/>
                </a:tc>
                <a:tc>
                  <a:txBody>
                    <a:bodyPr/>
                    <a:lstStyle/>
                    <a:p>
                      <a:r>
                        <a:rPr lang="en-US" b="1" dirty="0"/>
                        <a:t>2024</a:t>
                      </a:r>
                    </a:p>
                  </a:txBody>
                  <a:tcPr/>
                </a:tc>
                <a:tc>
                  <a:txBody>
                    <a:bodyPr/>
                    <a:lstStyle/>
                    <a:p>
                      <a:r>
                        <a:rPr lang="en-US" b="1" dirty="0"/>
                        <a:t>2025</a:t>
                      </a:r>
                    </a:p>
                  </a:txBody>
                  <a:tcPr/>
                </a:tc>
                <a:extLst>
                  <a:ext uri="{0D108BD9-81ED-4DB2-BD59-A6C34878D82A}">
                    <a16:rowId xmlns:a16="http://schemas.microsoft.com/office/drawing/2014/main" val="97572866"/>
                  </a:ext>
                </a:extLst>
              </a:tr>
              <a:tr h="384175">
                <a:tc>
                  <a:txBody>
                    <a:bodyPr/>
                    <a:lstStyle/>
                    <a:p>
                      <a:pPr algn="l" fontAlgn="b"/>
                      <a:r>
                        <a:rPr lang="en-US" sz="1400" u="none" strike="noStrike" dirty="0">
                          <a:effectLst/>
                        </a:rPr>
                        <a:t>Corporate</a:t>
                      </a:r>
                      <a:endParaRPr lang="en-US" sz="1400" b="0" i="0" u="none" strike="noStrike" dirty="0">
                        <a:solidFill>
                          <a:srgbClr val="000000"/>
                        </a:solidFill>
                        <a:effectLst/>
                        <a:latin typeface="Garamond" panose="02020404030301010803" pitchFamily="18" charset="0"/>
                      </a:endParaRPr>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121580959"/>
                  </a:ext>
                </a:extLst>
              </a:tr>
              <a:tr h="422275">
                <a:tc>
                  <a:txBody>
                    <a:bodyPr/>
                    <a:lstStyle/>
                    <a:p>
                      <a:pPr algn="l" fontAlgn="b"/>
                      <a:r>
                        <a:rPr lang="en-US" sz="1400" u="none" strike="noStrike" dirty="0">
                          <a:effectLst/>
                        </a:rPr>
                        <a:t>Governmental/NGO</a:t>
                      </a:r>
                      <a:endParaRPr lang="en-US" sz="1400" b="0" i="0" u="none" strike="noStrike" dirty="0">
                        <a:solidFill>
                          <a:srgbClr val="000000"/>
                        </a:solidFill>
                        <a:effectLst/>
                        <a:latin typeface="Garamond" panose="02020404030301010803" pitchFamily="18" charset="0"/>
                      </a:endParaRP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381311520"/>
                  </a:ext>
                </a:extLst>
              </a:tr>
              <a:tr h="406400">
                <a:tc>
                  <a:txBody>
                    <a:bodyPr/>
                    <a:lstStyle/>
                    <a:p>
                      <a:pPr algn="l" fontAlgn="b"/>
                      <a:r>
                        <a:rPr lang="en-US" sz="1400" u="none" strike="noStrike" dirty="0">
                          <a:effectLst/>
                        </a:rPr>
                        <a:t>Association</a:t>
                      </a:r>
                      <a:endParaRPr lang="en-US" sz="1400" b="0" i="0" u="none" strike="noStrike" dirty="0">
                        <a:solidFill>
                          <a:srgbClr val="000000"/>
                        </a:solidFill>
                        <a:effectLst/>
                        <a:latin typeface="Garamond" panose="02020404030301010803" pitchFamily="18" charset="0"/>
                      </a:endParaRPr>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649524495"/>
                  </a:ext>
                </a:extLst>
              </a:tr>
              <a:tr h="406400">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a:buNone/>
                        <a:tabLst/>
                        <a:defRPr/>
                      </a:pPr>
                      <a:r>
                        <a:rPr lang="en-US" sz="1400" u="none" strike="noStrike" dirty="0">
                          <a:effectLst/>
                        </a:rPr>
                        <a:t>Events/Sports </a:t>
                      </a:r>
                      <a:endParaRPr lang="en-US" sz="1400" b="0" i="0" u="none" strike="noStrike" dirty="0">
                        <a:solidFill>
                          <a:srgbClr val="000000"/>
                        </a:solidFill>
                        <a:effectLst/>
                        <a:latin typeface="Garamond" panose="02020404030301010803" pitchFamily="18" charset="0"/>
                      </a:endParaRPr>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72664521"/>
                  </a:ext>
                </a:extLst>
              </a:tr>
              <a:tr h="406400">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a:buNone/>
                        <a:tabLst/>
                        <a:defRPr/>
                      </a:pPr>
                      <a:r>
                        <a:rPr lang="en-US" sz="1400" u="none" strike="noStrike" dirty="0">
                          <a:effectLst/>
                        </a:rPr>
                        <a:t>Total</a:t>
                      </a:r>
                      <a:endParaRPr lang="en-US" sz="1400" b="0" i="0" u="none" strike="noStrike" dirty="0">
                        <a:solidFill>
                          <a:srgbClr val="000000"/>
                        </a:solidFill>
                        <a:effectLst/>
                        <a:latin typeface="Garamond" panose="02020404030301010803" pitchFamily="18" charset="0"/>
                      </a:endParaRPr>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879554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29">
          <a:extLst>
            <a:ext uri="{FF2B5EF4-FFF2-40B4-BE49-F238E27FC236}">
              <a16:creationId xmlns:a16="http://schemas.microsoft.com/office/drawing/2014/main" id="{B8F0C5C2-BECE-E5C2-68AE-EBECFBAA825E}"/>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E250439-0D90-1064-C397-BAB7FC4D3BCA}"/>
              </a:ext>
            </a:extLst>
          </p:cNvPr>
          <p:cNvGraphicFramePr>
            <a:graphicFrameLocks noGrp="1"/>
          </p:cNvGraphicFramePr>
          <p:nvPr>
            <p:extLst>
              <p:ext uri="{D42A27DB-BD31-4B8C-83A1-F6EECF244321}">
                <p14:modId xmlns:p14="http://schemas.microsoft.com/office/powerpoint/2010/main" val="2484333319"/>
              </p:ext>
            </p:extLst>
          </p:nvPr>
        </p:nvGraphicFramePr>
        <p:xfrm>
          <a:off x="0" y="762163"/>
          <a:ext cx="6553200" cy="1630680"/>
        </p:xfrm>
        <a:graphic>
          <a:graphicData uri="http://schemas.openxmlformats.org/drawingml/2006/table">
            <a:tbl>
              <a:tblPr firstRow="1" bandRow="1">
                <a:tableStyleId>{21E4AEA4-8DFA-4A89-87EB-49C32662AFE0}</a:tableStyleId>
              </a:tblPr>
              <a:tblGrid>
                <a:gridCol w="1879600">
                  <a:extLst>
                    <a:ext uri="{9D8B030D-6E8A-4147-A177-3AD203B41FA5}">
                      <a16:colId xmlns:a16="http://schemas.microsoft.com/office/drawing/2014/main" val="1607088460"/>
                    </a:ext>
                  </a:extLst>
                </a:gridCol>
                <a:gridCol w="1815578">
                  <a:extLst>
                    <a:ext uri="{9D8B030D-6E8A-4147-A177-3AD203B41FA5}">
                      <a16:colId xmlns:a16="http://schemas.microsoft.com/office/drawing/2014/main" val="3557267497"/>
                    </a:ext>
                  </a:extLst>
                </a:gridCol>
                <a:gridCol w="1845993">
                  <a:extLst>
                    <a:ext uri="{9D8B030D-6E8A-4147-A177-3AD203B41FA5}">
                      <a16:colId xmlns:a16="http://schemas.microsoft.com/office/drawing/2014/main" val="2374095582"/>
                    </a:ext>
                  </a:extLst>
                </a:gridCol>
                <a:gridCol w="1012029">
                  <a:extLst>
                    <a:ext uri="{9D8B030D-6E8A-4147-A177-3AD203B41FA5}">
                      <a16:colId xmlns:a16="http://schemas.microsoft.com/office/drawing/2014/main" val="64366287"/>
                    </a:ext>
                  </a:extLst>
                </a:gridCol>
              </a:tblGrid>
              <a:tr h="0">
                <a:tc>
                  <a:txBody>
                    <a:bodyPr/>
                    <a:lstStyle/>
                    <a:p>
                      <a:r>
                        <a:rPr lang="en-US" dirty="0"/>
                        <a:t>Tourism revenues </a:t>
                      </a:r>
                    </a:p>
                  </a:txBody>
                  <a:tcPr/>
                </a:tc>
                <a:tc>
                  <a:txBody>
                    <a:bodyPr/>
                    <a:lstStyle/>
                    <a:p>
                      <a:r>
                        <a:rPr lang="en-US" dirty="0"/>
                        <a:t>Jan – Dec 2024</a:t>
                      </a:r>
                    </a:p>
                  </a:txBody>
                  <a:tcPr/>
                </a:tc>
                <a:tc>
                  <a:txBody>
                    <a:bodyPr/>
                    <a:lstStyle/>
                    <a:p>
                      <a:r>
                        <a:rPr lang="en-US" dirty="0"/>
                        <a:t>Jan –  Dec 2025</a:t>
                      </a:r>
                    </a:p>
                  </a:txBody>
                  <a:tcPr/>
                </a:tc>
                <a:tc>
                  <a:txBody>
                    <a:bodyPr/>
                    <a:lstStyle/>
                    <a:p>
                      <a:r>
                        <a:rPr lang="en-US" dirty="0"/>
                        <a:t>%Change YoY</a:t>
                      </a:r>
                    </a:p>
                  </a:txBody>
                  <a:tcPr/>
                </a:tc>
                <a:extLst>
                  <a:ext uri="{0D108BD9-81ED-4DB2-BD59-A6C34878D82A}">
                    <a16:rowId xmlns:a16="http://schemas.microsoft.com/office/drawing/2014/main" val="644427108"/>
                  </a:ext>
                </a:extLst>
              </a:tr>
              <a:tr h="370840">
                <a:tc>
                  <a:txBody>
                    <a:bodyPr/>
                    <a:lstStyle/>
                    <a:p>
                      <a:r>
                        <a:rPr lang="en-US" sz="1600" b="1" dirty="0"/>
                        <a:t>Revenues</a:t>
                      </a:r>
                    </a:p>
                  </a:txBody>
                  <a:tcPr/>
                </a:tc>
                <a:tc>
                  <a:txBody>
                    <a:bodyPr/>
                    <a:lstStyle/>
                    <a:p>
                      <a:r>
                        <a:rPr lang="en-US" sz="1600" b="1" dirty="0"/>
                        <a:t>647 Million USD</a:t>
                      </a:r>
                    </a:p>
                  </a:txBody>
                  <a:tcPr/>
                </a:tc>
                <a:tc>
                  <a:txBody>
                    <a:bodyPr/>
                    <a:lstStyle/>
                    <a:p>
                      <a:r>
                        <a:rPr lang="en-US" sz="1600" b="1" dirty="0"/>
                        <a:t>685 Million USD</a:t>
                      </a:r>
                    </a:p>
                  </a:txBody>
                  <a:tcPr/>
                </a:tc>
                <a:tc>
                  <a:txBody>
                    <a:bodyPr/>
                    <a:lstStyle/>
                    <a:p>
                      <a:r>
                        <a:rPr lang="en-US" sz="1600" b="1" dirty="0"/>
                        <a:t>+6%</a:t>
                      </a:r>
                    </a:p>
                  </a:txBody>
                  <a:tcPr/>
                </a:tc>
                <a:extLst>
                  <a:ext uri="{0D108BD9-81ED-4DB2-BD59-A6C34878D82A}">
                    <a16:rowId xmlns:a16="http://schemas.microsoft.com/office/drawing/2014/main" val="1018635462"/>
                  </a:ext>
                </a:extLst>
              </a:tr>
              <a:tr h="370840">
                <a:tc>
                  <a:txBody>
                    <a:bodyPr/>
                    <a:lstStyle/>
                    <a:p>
                      <a:r>
                        <a:rPr lang="en-US" dirty="0"/>
                        <a:t>By Air </a:t>
                      </a:r>
                    </a:p>
                  </a:txBody>
                  <a:tcPr/>
                </a:tc>
                <a:tc>
                  <a:txBody>
                    <a:bodyPr/>
                    <a:lstStyle/>
                    <a:p>
                      <a:r>
                        <a:rPr lang="en-US" dirty="0"/>
                        <a:t>547 Million USD</a:t>
                      </a:r>
                    </a:p>
                  </a:txBody>
                  <a:tcPr/>
                </a:tc>
                <a:tc>
                  <a:txBody>
                    <a:bodyPr/>
                    <a:lstStyle/>
                    <a:p>
                      <a:r>
                        <a:rPr lang="en-US" dirty="0"/>
                        <a:t>594 Million USD</a:t>
                      </a:r>
                    </a:p>
                  </a:txBody>
                  <a:tcPr/>
                </a:tc>
                <a:tc>
                  <a:txBody>
                    <a:bodyPr/>
                    <a:lstStyle/>
                    <a:p>
                      <a:r>
                        <a:rPr lang="en-US" dirty="0"/>
                        <a:t>+9%</a:t>
                      </a:r>
                    </a:p>
                  </a:txBody>
                  <a:tcPr/>
                </a:tc>
                <a:extLst>
                  <a:ext uri="{0D108BD9-81ED-4DB2-BD59-A6C34878D82A}">
                    <a16:rowId xmlns:a16="http://schemas.microsoft.com/office/drawing/2014/main" val="1943050101"/>
                  </a:ext>
                </a:extLst>
              </a:tr>
              <a:tr h="370840">
                <a:tc>
                  <a:txBody>
                    <a:bodyPr/>
                    <a:lstStyle/>
                    <a:p>
                      <a:r>
                        <a:rPr lang="en-US" dirty="0"/>
                        <a:t>By Road</a:t>
                      </a:r>
                    </a:p>
                  </a:txBody>
                  <a:tcPr/>
                </a:tc>
                <a:tc>
                  <a:txBody>
                    <a:bodyPr/>
                    <a:lstStyle/>
                    <a:p>
                      <a:r>
                        <a:rPr lang="en-US" dirty="0"/>
                        <a:t>100 Million USD</a:t>
                      </a:r>
                    </a:p>
                  </a:txBody>
                  <a:tcPr/>
                </a:tc>
                <a:tc>
                  <a:txBody>
                    <a:bodyPr/>
                    <a:lstStyle/>
                    <a:p>
                      <a:r>
                        <a:rPr lang="en-US" dirty="0"/>
                        <a:t>91 Million USD</a:t>
                      </a:r>
                    </a:p>
                  </a:txBody>
                  <a:tcPr/>
                </a:tc>
                <a:tc>
                  <a:txBody>
                    <a:bodyPr/>
                    <a:lstStyle/>
                    <a:p>
                      <a:r>
                        <a:rPr lang="en-US" dirty="0"/>
                        <a:t>-9%</a:t>
                      </a:r>
                    </a:p>
                  </a:txBody>
                  <a:tcPr/>
                </a:tc>
                <a:extLst>
                  <a:ext uri="{0D108BD9-81ED-4DB2-BD59-A6C34878D82A}">
                    <a16:rowId xmlns:a16="http://schemas.microsoft.com/office/drawing/2014/main" val="2047069519"/>
                  </a:ext>
                </a:extLst>
              </a:tr>
            </a:tbl>
          </a:graphicData>
        </a:graphic>
      </p:graphicFrame>
      <p:graphicFrame>
        <p:nvGraphicFramePr>
          <p:cNvPr id="3" name="Table 2">
            <a:extLst>
              <a:ext uri="{FF2B5EF4-FFF2-40B4-BE49-F238E27FC236}">
                <a16:creationId xmlns:a16="http://schemas.microsoft.com/office/drawing/2014/main" id="{32E023EF-0911-D198-E930-D18ED03455BD}"/>
              </a:ext>
            </a:extLst>
          </p:cNvPr>
          <p:cNvGraphicFramePr>
            <a:graphicFrameLocks noGrp="1"/>
          </p:cNvGraphicFramePr>
          <p:nvPr>
            <p:extLst>
              <p:ext uri="{D42A27DB-BD31-4B8C-83A1-F6EECF244321}">
                <p14:modId xmlns:p14="http://schemas.microsoft.com/office/powerpoint/2010/main" val="3473854099"/>
              </p:ext>
            </p:extLst>
          </p:nvPr>
        </p:nvGraphicFramePr>
        <p:xfrm>
          <a:off x="6732484" y="762163"/>
          <a:ext cx="5307116" cy="1630680"/>
        </p:xfrm>
        <a:graphic>
          <a:graphicData uri="http://schemas.openxmlformats.org/drawingml/2006/table">
            <a:tbl>
              <a:tblPr firstRow="1" bandRow="1">
                <a:tableStyleId>{5C22544A-7EE6-4342-B048-85BDC9FD1C3A}</a:tableStyleId>
              </a:tblPr>
              <a:tblGrid>
                <a:gridCol w="1564905">
                  <a:extLst>
                    <a:ext uri="{9D8B030D-6E8A-4147-A177-3AD203B41FA5}">
                      <a16:colId xmlns:a16="http://schemas.microsoft.com/office/drawing/2014/main" val="1607088460"/>
                    </a:ext>
                  </a:extLst>
                </a:gridCol>
                <a:gridCol w="1247688">
                  <a:extLst>
                    <a:ext uri="{9D8B030D-6E8A-4147-A177-3AD203B41FA5}">
                      <a16:colId xmlns:a16="http://schemas.microsoft.com/office/drawing/2014/main" val="3557267497"/>
                    </a:ext>
                  </a:extLst>
                </a:gridCol>
                <a:gridCol w="1290712">
                  <a:extLst>
                    <a:ext uri="{9D8B030D-6E8A-4147-A177-3AD203B41FA5}">
                      <a16:colId xmlns:a16="http://schemas.microsoft.com/office/drawing/2014/main" val="2374095582"/>
                    </a:ext>
                  </a:extLst>
                </a:gridCol>
                <a:gridCol w="1203811">
                  <a:extLst>
                    <a:ext uri="{9D8B030D-6E8A-4147-A177-3AD203B41FA5}">
                      <a16:colId xmlns:a16="http://schemas.microsoft.com/office/drawing/2014/main" val="64366287"/>
                    </a:ext>
                  </a:extLst>
                </a:gridCol>
              </a:tblGrid>
              <a:tr h="370840">
                <a:tc>
                  <a:txBody>
                    <a:bodyPr/>
                    <a:lstStyle/>
                    <a:p>
                      <a:r>
                        <a:rPr lang="en-US" dirty="0"/>
                        <a:t>Visitor Arrivals  </a:t>
                      </a:r>
                    </a:p>
                  </a:txBody>
                  <a:tcPr/>
                </a:tc>
                <a:tc>
                  <a:txBody>
                    <a:bodyPr/>
                    <a:lstStyle/>
                    <a:p>
                      <a:r>
                        <a:rPr lang="en-US" dirty="0"/>
                        <a:t>Jan – Dec 2024</a:t>
                      </a:r>
                    </a:p>
                  </a:txBody>
                  <a:tcPr/>
                </a:tc>
                <a:tc>
                  <a:txBody>
                    <a:bodyPr/>
                    <a:lstStyle/>
                    <a:p>
                      <a:r>
                        <a:rPr lang="en-US" dirty="0"/>
                        <a:t>Jan – Dec 2025</a:t>
                      </a:r>
                    </a:p>
                  </a:txBody>
                  <a:tcPr/>
                </a:tc>
                <a:tc>
                  <a:txBody>
                    <a:bodyPr/>
                    <a:lstStyle/>
                    <a:p>
                      <a:r>
                        <a:rPr lang="en-US" dirty="0"/>
                        <a:t>%Change YoY</a:t>
                      </a:r>
                    </a:p>
                  </a:txBody>
                  <a:tcPr/>
                </a:tc>
                <a:extLst>
                  <a:ext uri="{0D108BD9-81ED-4DB2-BD59-A6C34878D82A}">
                    <a16:rowId xmlns:a16="http://schemas.microsoft.com/office/drawing/2014/main" val="644427108"/>
                  </a:ext>
                </a:extLst>
              </a:tr>
              <a:tr h="370840">
                <a:tc>
                  <a:txBody>
                    <a:bodyPr/>
                    <a:lstStyle/>
                    <a:p>
                      <a:r>
                        <a:rPr lang="en-US" sz="1600" b="1" dirty="0"/>
                        <a:t>Arrivals </a:t>
                      </a:r>
                    </a:p>
                  </a:txBody>
                  <a:tcPr/>
                </a:tc>
                <a:tc>
                  <a:txBody>
                    <a:bodyPr/>
                    <a:lstStyle/>
                    <a:p>
                      <a:r>
                        <a:rPr lang="en-US" sz="1600" b="1" dirty="0"/>
                        <a:t>1,363,510</a:t>
                      </a:r>
                    </a:p>
                  </a:txBody>
                  <a:tcPr/>
                </a:tc>
                <a:tc>
                  <a:txBody>
                    <a:bodyPr/>
                    <a:lstStyle/>
                    <a:p>
                      <a:r>
                        <a:rPr lang="en-US" sz="1600" b="1" dirty="0"/>
                        <a:t>1,490,120</a:t>
                      </a:r>
                    </a:p>
                  </a:txBody>
                  <a:tcPr/>
                </a:tc>
                <a:tc>
                  <a:txBody>
                    <a:bodyPr/>
                    <a:lstStyle/>
                    <a:p>
                      <a:r>
                        <a:rPr lang="en-US" sz="1600" b="1" dirty="0"/>
                        <a:t>+9%</a:t>
                      </a:r>
                    </a:p>
                  </a:txBody>
                  <a:tcPr/>
                </a:tc>
                <a:extLst>
                  <a:ext uri="{0D108BD9-81ED-4DB2-BD59-A6C34878D82A}">
                    <a16:rowId xmlns:a16="http://schemas.microsoft.com/office/drawing/2014/main" val="1018635462"/>
                  </a:ext>
                </a:extLst>
              </a:tr>
              <a:tr h="370840">
                <a:tc>
                  <a:txBody>
                    <a:bodyPr/>
                    <a:lstStyle/>
                    <a:p>
                      <a:r>
                        <a:rPr lang="en-US" dirty="0"/>
                        <a:t>By Air </a:t>
                      </a:r>
                    </a:p>
                  </a:txBody>
                  <a:tcPr/>
                </a:tc>
                <a:tc>
                  <a:txBody>
                    <a:bodyPr/>
                    <a:lstStyle/>
                    <a:p>
                      <a:r>
                        <a:rPr lang="en-US" dirty="0"/>
                        <a:t>305,751</a:t>
                      </a:r>
                    </a:p>
                  </a:txBody>
                  <a:tcPr/>
                </a:tc>
                <a:tc>
                  <a:txBody>
                    <a:bodyPr/>
                    <a:lstStyle/>
                    <a:p>
                      <a:r>
                        <a:rPr lang="en-US" dirty="0"/>
                        <a:t>380,143</a:t>
                      </a:r>
                    </a:p>
                  </a:txBody>
                  <a:tcPr/>
                </a:tc>
                <a:tc>
                  <a:txBody>
                    <a:bodyPr/>
                    <a:lstStyle/>
                    <a:p>
                      <a:r>
                        <a:rPr lang="en-US" dirty="0"/>
                        <a:t>+23%</a:t>
                      </a:r>
                    </a:p>
                  </a:txBody>
                  <a:tcPr/>
                </a:tc>
                <a:extLst>
                  <a:ext uri="{0D108BD9-81ED-4DB2-BD59-A6C34878D82A}">
                    <a16:rowId xmlns:a16="http://schemas.microsoft.com/office/drawing/2014/main" val="1943050101"/>
                  </a:ext>
                </a:extLst>
              </a:tr>
              <a:tr h="370840">
                <a:tc>
                  <a:txBody>
                    <a:bodyPr/>
                    <a:lstStyle/>
                    <a:p>
                      <a:r>
                        <a:rPr lang="en-US" dirty="0"/>
                        <a:t>By Road</a:t>
                      </a:r>
                    </a:p>
                  </a:txBody>
                  <a:tcPr/>
                </a:tc>
                <a:tc>
                  <a:txBody>
                    <a:bodyPr/>
                    <a:lstStyle/>
                    <a:p>
                      <a:r>
                        <a:rPr lang="en-US" dirty="0"/>
                        <a:t>1,057,759</a:t>
                      </a:r>
                    </a:p>
                  </a:txBody>
                  <a:tcPr/>
                </a:tc>
                <a:tc>
                  <a:txBody>
                    <a:bodyPr/>
                    <a:lstStyle/>
                    <a:p>
                      <a:r>
                        <a:rPr lang="en-US" dirty="0"/>
                        <a:t>1,109,977</a:t>
                      </a:r>
                    </a:p>
                  </a:txBody>
                  <a:tcPr/>
                </a:tc>
                <a:tc>
                  <a:txBody>
                    <a:bodyPr/>
                    <a:lstStyle/>
                    <a:p>
                      <a:r>
                        <a:rPr lang="en-US" dirty="0"/>
                        <a:t>+5%</a:t>
                      </a:r>
                    </a:p>
                  </a:txBody>
                  <a:tcPr/>
                </a:tc>
                <a:extLst>
                  <a:ext uri="{0D108BD9-81ED-4DB2-BD59-A6C34878D82A}">
                    <a16:rowId xmlns:a16="http://schemas.microsoft.com/office/drawing/2014/main" val="2047069519"/>
                  </a:ext>
                </a:extLst>
              </a:tr>
            </a:tbl>
          </a:graphicData>
        </a:graphic>
      </p:graphicFrame>
      <p:sp>
        <p:nvSpPr>
          <p:cNvPr id="7" name="Google Shape;2662;g2d650bc874e_1_13">
            <a:extLst>
              <a:ext uri="{FF2B5EF4-FFF2-40B4-BE49-F238E27FC236}">
                <a16:creationId xmlns:a16="http://schemas.microsoft.com/office/drawing/2014/main" id="{55A03679-8C17-1CB8-AFC4-95D77FCC2DD5}"/>
              </a:ext>
            </a:extLst>
          </p:cNvPr>
          <p:cNvSpPr txBox="1"/>
          <p:nvPr/>
        </p:nvSpPr>
        <p:spPr>
          <a:xfrm>
            <a:off x="0" y="254000"/>
            <a:ext cx="11430000" cy="33239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800" b="1" i="0" u="none" strike="noStrike" cap="none" dirty="0">
                <a:solidFill>
                  <a:schemeClr val="tx2">
                    <a:lumMod val="10000"/>
                  </a:schemeClr>
                </a:solidFill>
                <a:latin typeface="Arial"/>
                <a:ea typeface="Arial"/>
                <a:cs typeface="Arial"/>
                <a:sym typeface="Arial"/>
              </a:rPr>
              <a:t>    5.2 Prevision: Actual vs Target </a:t>
            </a:r>
            <a:endParaRPr sz="1800" dirty="0">
              <a:solidFill>
                <a:schemeClr val="tx2">
                  <a:lumMod val="10000"/>
                </a:schemeClr>
              </a:solidFill>
            </a:endParaRPr>
          </a:p>
        </p:txBody>
      </p:sp>
      <p:graphicFrame>
        <p:nvGraphicFramePr>
          <p:cNvPr id="4" name="Chart 3">
            <a:extLst>
              <a:ext uri="{FF2B5EF4-FFF2-40B4-BE49-F238E27FC236}">
                <a16:creationId xmlns:a16="http://schemas.microsoft.com/office/drawing/2014/main" id="{1C732F74-F71F-CD1A-F803-3007CB405AA3}"/>
              </a:ext>
            </a:extLst>
          </p:cNvPr>
          <p:cNvGraphicFramePr>
            <a:graphicFrameLocks/>
          </p:cNvGraphicFramePr>
          <p:nvPr>
            <p:extLst>
              <p:ext uri="{D42A27DB-BD31-4B8C-83A1-F6EECF244321}">
                <p14:modId xmlns:p14="http://schemas.microsoft.com/office/powerpoint/2010/main" val="3609335422"/>
              </p:ext>
            </p:extLst>
          </p:nvPr>
        </p:nvGraphicFramePr>
        <p:xfrm>
          <a:off x="1537855" y="2568608"/>
          <a:ext cx="8811491" cy="40462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82113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66"/>
        <p:cNvGrpSpPr/>
        <p:nvPr/>
      </p:nvGrpSpPr>
      <p:grpSpPr>
        <a:xfrm>
          <a:off x="0" y="0"/>
          <a:ext cx="0" cy="0"/>
          <a:chOff x="0" y="0"/>
          <a:chExt cx="0" cy="0"/>
        </a:xfrm>
      </p:grpSpPr>
      <p:sp>
        <p:nvSpPr>
          <p:cNvPr id="2667" name="Google Shape;2667;p225"/>
          <p:cNvSpPr/>
          <p:nvPr/>
        </p:nvSpPr>
        <p:spPr>
          <a:xfrm>
            <a:off x="0" y="0"/>
            <a:ext cx="13395960" cy="6866573"/>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56" b="-925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68" name="Google Shape;2668;p225"/>
          <p:cNvSpPr txBox="1"/>
          <p:nvPr/>
        </p:nvSpPr>
        <p:spPr>
          <a:xfrm>
            <a:off x="1574855" y="2538086"/>
            <a:ext cx="9618300" cy="1043100"/>
          </a:xfrm>
          <a:prstGeom prst="rect">
            <a:avLst/>
          </a:prstGeom>
          <a:noFill/>
          <a:ln>
            <a:noFill/>
          </a:ln>
        </p:spPr>
        <p:txBody>
          <a:bodyPr spcFirstLastPara="1" wrap="square" lIns="0" tIns="0" rIns="0" bIns="0" anchor="t" anchorCtr="0">
            <a:spAutoFit/>
          </a:bodyPr>
          <a:lstStyle/>
          <a:p>
            <a:pPr marL="0" marR="0" lvl="0" indent="0" algn="ctr" rtl="0">
              <a:lnSpc>
                <a:spcPct val="140023"/>
              </a:lnSpc>
              <a:spcBef>
                <a:spcPts val="0"/>
              </a:spcBef>
              <a:spcAft>
                <a:spcPts val="0"/>
              </a:spcAft>
              <a:buClr>
                <a:srgbClr val="000000"/>
              </a:buClr>
              <a:buSzPts val="6776"/>
              <a:buFont typeface="Arial"/>
              <a:buNone/>
            </a:pPr>
            <a:r>
              <a:rPr lang="en-US" sz="6776" b="1" i="0" u="none" strike="noStrike" cap="none">
                <a:solidFill>
                  <a:srgbClr val="C3C3C8"/>
                </a:solidFill>
                <a:latin typeface="Montserrat Black"/>
                <a:ea typeface="Montserrat Black"/>
                <a:cs typeface="Montserrat Black"/>
                <a:sym typeface="Montserrat Black"/>
              </a:rPr>
              <a:t>THANK YOU</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theme/theme1.xml><?xml version="1.0" encoding="utf-8"?>
<a:theme xmlns:a="http://schemas.openxmlformats.org/drawingml/2006/main" name="9_Rwanda Development Board Grid 16:9">
  <a:themeElements>
    <a:clrScheme name="Custom 3">
      <a:dk1>
        <a:srgbClr val="575757"/>
      </a:dk1>
      <a:lt1>
        <a:srgbClr val="FFFFFF"/>
      </a:lt1>
      <a:dk2>
        <a:srgbClr val="0E5D7F"/>
      </a:dk2>
      <a:lt2>
        <a:srgbClr val="F2F2F2"/>
      </a:lt2>
      <a:accent1>
        <a:srgbClr val="083448"/>
      </a:accent1>
      <a:accent2>
        <a:srgbClr val="0D5271"/>
      </a:accent2>
      <a:accent3>
        <a:srgbClr val="FFC010"/>
      </a:accent3>
      <a:accent4>
        <a:srgbClr val="3EB5EA"/>
      </a:accent4>
      <a:accent5>
        <a:srgbClr val="6E6F73"/>
      </a:accent5>
      <a:accent6>
        <a:srgbClr val="E00070"/>
      </a:accent6>
      <a:hlink>
        <a:srgbClr val="006CB7"/>
      </a:hlink>
      <a:folHlink>
        <a:srgbClr val="099B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wanda Development Board Grid 16:9">
  <a:themeElements>
    <a:clrScheme name="Custom 3">
      <a:dk1>
        <a:srgbClr val="575757"/>
      </a:dk1>
      <a:lt1>
        <a:srgbClr val="FFFFFF"/>
      </a:lt1>
      <a:dk2>
        <a:srgbClr val="0E5D7F"/>
      </a:dk2>
      <a:lt2>
        <a:srgbClr val="F2F2F2"/>
      </a:lt2>
      <a:accent1>
        <a:srgbClr val="083448"/>
      </a:accent1>
      <a:accent2>
        <a:srgbClr val="0D5271"/>
      </a:accent2>
      <a:accent3>
        <a:srgbClr val="FFC010"/>
      </a:accent3>
      <a:accent4>
        <a:srgbClr val="3EB5EA"/>
      </a:accent4>
      <a:accent5>
        <a:srgbClr val="6E6F73"/>
      </a:accent5>
      <a:accent6>
        <a:srgbClr val="E00070"/>
      </a:accent6>
      <a:hlink>
        <a:srgbClr val="006CB7"/>
      </a:hlink>
      <a:folHlink>
        <a:srgbClr val="099B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BCG 2015">
      <a:dk1>
        <a:srgbClr val="6E6F73"/>
      </a:dk1>
      <a:lt1>
        <a:srgbClr val="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26719</TotalTime>
  <Words>1778</Words>
  <Application>Microsoft Macintosh PowerPoint</Application>
  <PresentationFormat>Widescreen</PresentationFormat>
  <Paragraphs>430</Paragraphs>
  <Slides>17</Slides>
  <Notes>13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17</vt:i4>
      </vt:variant>
    </vt:vector>
  </HeadingPairs>
  <TitlesOfParts>
    <vt:vector size="28" baseType="lpstr">
      <vt:lpstr>Fira Sans Extra Condensed Medium</vt:lpstr>
      <vt:lpstr>Open Sans</vt:lpstr>
      <vt:lpstr>Arial</vt:lpstr>
      <vt:lpstr>Montserrat Black</vt:lpstr>
      <vt:lpstr>Calibri</vt:lpstr>
      <vt:lpstr>Roboto</vt:lpstr>
      <vt:lpstr>Open Sans Light</vt:lpstr>
      <vt:lpstr>Trebuchet MS</vt:lpstr>
      <vt:lpstr>Garamond</vt:lpstr>
      <vt:lpstr>9_Rwanda Development Board Grid 16:9</vt:lpstr>
      <vt:lpstr>Rwanda Development Board Grid 16:9</vt:lpstr>
      <vt:lpstr>TOURISM PERFORMANCE   </vt:lpstr>
      <vt:lpstr>OUTLINE</vt:lpstr>
      <vt:lpstr>Performance Summary: January–December 2025</vt:lpstr>
      <vt:lpstr>1. Visitor Arrivals</vt:lpstr>
      <vt:lpstr>PowerPoint Presentation</vt:lpstr>
      <vt:lpstr>1.2 Tourism Performance: Visitor Arrivals by Air Y2025</vt:lpstr>
      <vt:lpstr>1.3  Visitor Arrivals by Road: January–Dec 2025</vt:lpstr>
      <vt:lpstr>PowerPoint Presentation</vt:lpstr>
      <vt:lpstr>2. Tourism Revenues</vt:lpstr>
      <vt:lpstr>2.2 Tourism Revenues by Air (-2%): January–December 2025</vt:lpstr>
      <vt:lpstr>2.4 Total Tourism Revenues by Market Segmentation: Jan – Dec 2025</vt:lpstr>
      <vt:lpstr>3. National Parks Performance</vt:lpstr>
      <vt:lpstr>     3.1 National Parks Performance: January – December 2025</vt:lpstr>
      <vt:lpstr>4. MICE</vt:lpstr>
      <vt:lpstr>4. MICE Tourism: January–July 2025</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wildfire.login</dc:creator>
  <cp:lastModifiedBy>Alexandre Mutuyeyezu</cp:lastModifiedBy>
  <cp:revision>48</cp:revision>
  <dcterms:created xsi:type="dcterms:W3CDTF">2019-01-22T09:06:59Z</dcterms:created>
  <dcterms:modified xsi:type="dcterms:W3CDTF">2026-02-16T15:55:29Z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Template Name">
    <vt:lpwstr>16x9</vt:lpwstr>
  </property>
</Properties>
</file>