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1" r:id="rId1"/>
    <p:sldMasterId id="2147483652" r:id="rId2"/>
    <p:sldMasterId id="2147483662" r:id="rId3"/>
  </p:sldMasterIdLst>
  <p:notesMasterIdLst>
    <p:notesMasterId r:id="rId12"/>
  </p:notesMasterIdLst>
  <p:sldIdLst>
    <p:sldId id="288" r:id="rId4"/>
    <p:sldId id="256" r:id="rId5"/>
    <p:sldId id="257" r:id="rId6"/>
    <p:sldId id="4735" r:id="rId7"/>
    <p:sldId id="4736" r:id="rId8"/>
    <p:sldId id="4901" r:id="rId9"/>
    <p:sldId id="4722" r:id="rId10"/>
    <p:sldId id="267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0FB5BF2-F7C3-4206-A8AA-3E959C98CD9C}">
          <p14:sldIdLst>
            <p14:sldId id="288"/>
            <p14:sldId id="256"/>
            <p14:sldId id="257"/>
            <p14:sldId id="4735"/>
            <p14:sldId id="4736"/>
            <p14:sldId id="4901"/>
            <p14:sldId id="4722"/>
          </p14:sldIdLst>
        </p14:section>
        <p14:section name="Untitled Section" id="{F7D0C591-9D4C-4BB3-8F67-C879348FE5F3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 MUTABAZI" initials="EM" lastIdx="1" clrIdx="0">
    <p:extLst>
      <p:ext uri="{19B8F6BF-5375-455C-9EA6-DF929625EA0E}">
        <p15:presenceInfo xmlns:p15="http://schemas.microsoft.com/office/powerpoint/2012/main" userId="53737c6ac2c3f9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27138C4-888C-45B9-8EE4-CCD0E19708F9}">
  <a:tblStyle styleId="{A27138C4-888C-45B9-8EE4-CCD0E19708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528" autoAdjust="0"/>
  </p:normalViewPr>
  <p:slideViewPr>
    <p:cSldViewPr snapToGrid="0">
      <p:cViewPr varScale="1">
        <p:scale>
          <a:sx n="103" d="100"/>
          <a:sy n="103" d="100"/>
        </p:scale>
        <p:origin x="138" y="19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01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QGDP_Gr!$C$52</c:f>
              <c:strCache>
                <c:ptCount val="1"/>
                <c:pt idx="0">
                  <c:v>GROSS DOMESTIC PRODUCT (GDP)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hnschrift" panose="020B0502040204020203" pitchFamily="34" charset="0"/>
                    <a:ea typeface="+mn-ea"/>
                    <a:cs typeface="+mn-cs"/>
                  </a:defRPr>
                </a:pPr>
                <a:endParaRPr lang="en-R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QGDP_Gr!$D$52:$F$52</c:f>
              <c:numCache>
                <c:formatCode>0.0%</c:formatCode>
                <c:ptCount val="3"/>
                <c:pt idx="0">
                  <c:v>6.5000000000000002E-2</c:v>
                </c:pt>
                <c:pt idx="1">
                  <c:v>7.8E-2</c:v>
                </c:pt>
                <c:pt idx="2">
                  <c:v>0.11799999999999999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D1-466E-97D7-D777405835F9}"/>
            </c:ext>
          </c:extLst>
        </c:ser>
        <c:ser>
          <c:idx val="2"/>
          <c:order val="1"/>
          <c:tx>
            <c:strRef>
              <c:f>QGDP_Gr!$C$54</c:f>
              <c:strCache>
                <c:ptCount val="1"/>
                <c:pt idx="0">
                  <c:v>AGRICULTURE, FORESTRY &amp; FISHING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QGDP_Gr!$D$54:$F$54</c:f>
              <c:numCache>
                <c:formatCode>0%</c:formatCode>
                <c:ptCount val="3"/>
                <c:pt idx="0">
                  <c:v>0.04</c:v>
                </c:pt>
                <c:pt idx="1">
                  <c:v>0.08</c:v>
                </c:pt>
                <c:pt idx="2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D1-466E-97D7-D777405835F9}"/>
            </c:ext>
          </c:extLst>
        </c:ser>
        <c:ser>
          <c:idx val="6"/>
          <c:order val="5"/>
          <c:tx>
            <c:strRef>
              <c:f>QGDP_Gr!$C$58</c:f>
              <c:strCache>
                <c:ptCount val="1"/>
                <c:pt idx="0">
                  <c:v>INDUSTRY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QGDP_Gr!$D$58:$F$58</c:f>
              <c:numCache>
                <c:formatCode>0%</c:formatCode>
                <c:ptCount val="3"/>
                <c:pt idx="0">
                  <c:v>0.05</c:v>
                </c:pt>
                <c:pt idx="1">
                  <c:v>7.0000000000000007E-2</c:v>
                </c:pt>
                <c:pt idx="2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D1-466E-97D7-D777405835F9}"/>
            </c:ext>
          </c:extLst>
        </c:ser>
        <c:ser>
          <c:idx val="11"/>
          <c:order val="10"/>
          <c:tx>
            <c:strRef>
              <c:f>QGDP_Gr!$C$63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QGDP_Gr!$D$63:$F$63</c:f>
              <c:numCache>
                <c:formatCode>0%</c:formatCode>
                <c:ptCount val="3"/>
                <c:pt idx="0">
                  <c:v>0.08</c:v>
                </c:pt>
                <c:pt idx="1">
                  <c:v>7.0000000000000007E-2</c:v>
                </c:pt>
                <c:pt idx="2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1D1-466E-97D7-D777405835F9}"/>
            </c:ext>
          </c:extLst>
        </c:ser>
        <c:ser>
          <c:idx val="18"/>
          <c:order val="17"/>
          <c:tx>
            <c:strRef>
              <c:f>QGDP_Gr!$C$70</c:f>
              <c:strCache>
                <c:ptCount val="1"/>
                <c:pt idx="0">
                  <c:v>Taxes less subsidies on products</c:v>
                </c:pt>
              </c:strCache>
            </c:strRef>
          </c:tx>
          <c:spPr>
            <a:solidFill>
              <a:schemeClr val="accent1">
                <a:lumMod val="8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multiLvlStrRef>
              <c:f>QGDP_Gr!$D$50:$F$51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  <c:lvl>
                  <c:pt idx="0">
                    <c:v>2025</c:v>
                  </c:pt>
                </c:lvl>
              </c:multiLvlStrCache>
            </c:multiLvlStrRef>
          </c:cat>
          <c:val>
            <c:numRef>
              <c:f>QGDP_Gr!$D$70:$E$70</c:f>
              <c:numCache>
                <c:formatCode>0%</c:formatCode>
                <c:ptCount val="2"/>
                <c:pt idx="0">
                  <c:v>7.0000000000000007E-2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D1-466E-97D7-D777405835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44566664"/>
        <c:axId val="644567384"/>
        <c:extLst>
          <c:ext xmlns:c15="http://schemas.microsoft.com/office/drawing/2012/chart" uri="{02D57815-91ED-43cb-92C2-25804820EDAC}">
            <c15:filteredBarSeries>
              <c15:ser>
                <c:idx val="3"/>
                <c:order val="2"/>
                <c:tx>
                  <c:strRef>
                    <c:extLst>
                      <c:ext uri="{02D57815-91ED-43cb-92C2-25804820EDAC}">
                        <c15:formulaRef>
                          <c15:sqref>QGDP_Gr!$C$55</c15:sqref>
                        </c15:formulaRef>
                      </c:ext>
                    </c:extLst>
                    <c:strCache>
                      <c:ptCount val="1"/>
                      <c:pt idx="0">
                        <c:v>Food crops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QGDP_Gr!$D$55:$E$55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0.03</c:v>
                      </c:pt>
                      <c:pt idx="1">
                        <c:v>0.03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01D1-466E-97D7-D777405835F9}"/>
                  </c:ext>
                </c:extLst>
              </c15:ser>
            </c15:filteredBarSeries>
            <c15:filteredBarSeries>
              <c15:ser>
                <c:idx val="4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QGDP_Gr!$C$56</c15:sqref>
                        </c15:formulaRef>
                      </c:ext>
                    </c:extLst>
                    <c:strCache>
                      <c:ptCount val="1"/>
                      <c:pt idx="0">
                        <c:v>Export crops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QGDP_Gr!$D$56:$E$56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0.01</c:v>
                      </c:pt>
                      <c:pt idx="1">
                        <c:v>0.26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01D1-466E-97D7-D777405835F9}"/>
                  </c:ext>
                </c:extLst>
              </c15:ser>
            </c15:filteredBarSeries>
            <c15:filteredBarSeries>
              <c15:ser>
                <c:idx val="5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QGDP_Gr!$C$57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QGDP_Gr!$D$57:$E$57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01D1-466E-97D7-D777405835F9}"/>
                  </c:ext>
                </c:extLst>
              </c15:ser>
            </c15:filteredBarSeries>
            <c15:filteredBarSeries>
              <c15:ser>
                <c:idx val="7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QGDP_Gr!$C$59</c15:sqref>
                        </c15:formulaRef>
                      </c:ext>
                    </c:extLst>
                    <c:strCache>
                      <c:ptCount val="1"/>
                      <c:pt idx="0">
                        <c:v>Mining &amp; quarrying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QGDP_Gr!$D$59:$E$59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-0.01</c:v>
                      </c:pt>
                      <c:pt idx="1">
                        <c:v>8.3333333333333329E-2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01D1-466E-97D7-D777405835F9}"/>
                  </c:ext>
                </c:extLst>
              </c15:ser>
            </c15:filteredBarSeries>
            <c15:filteredBarSeries>
              <c15:ser>
                <c:idx val="8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QGDP_Gr!$C$60</c15:sqref>
                        </c15:formulaRef>
                      </c:ext>
                    </c:extLst>
                    <c:strCache>
                      <c:ptCount val="1"/>
                      <c:pt idx="0">
                        <c:v>TOTAL MANUFACTURING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QGDP_Gr!$D$60:$E$60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0.09</c:v>
                      </c:pt>
                      <c:pt idx="1">
                        <c:v>0.10333333333333333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01D1-466E-97D7-D777405835F9}"/>
                  </c:ext>
                </c:extLst>
              </c15:ser>
            </c15:filteredBarSeries>
            <c15:filteredBarSeries>
              <c15:ser>
                <c:idx val="9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QGDP_Gr!$C$61</c15:sqref>
                        </c15:formulaRef>
                      </c:ext>
                    </c:extLst>
                    <c:strCache>
                      <c:ptCount val="1"/>
                      <c:pt idx="0">
                        <c:v>Construction</c:v>
                      </c:pt>
                    </c:strCache>
                  </c:strRef>
                </c:tx>
                <c:spPr>
                  <a:solidFill>
                    <a:schemeClr val="accent4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QGDP_Gr!$D$61:$E$61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0.02</c:v>
                      </c:pt>
                      <c:pt idx="1">
                        <c:v>9.0000000000000011E-2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01D1-466E-97D7-D777405835F9}"/>
                  </c:ext>
                </c:extLst>
              </c15:ser>
            </c15:filteredBarSeries>
            <c15:filteredBarSeries>
              <c15:ser>
                <c:idx val="10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QGDP_Gr!$D$62:$E$62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01D1-466E-97D7-D777405835F9}"/>
                  </c:ext>
                </c:extLst>
              </c15:ser>
            </c15:filteredBarSeries>
            <c15:filteredBarSeries>
              <c15:ser>
                <c:idx val="12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QGDP_Gr!$C$64</c15:sqref>
                        </c15:formulaRef>
                      </c:ext>
                    </c:extLst>
                    <c:strCache>
                      <c:ptCount val="1"/>
                      <c:pt idx="0">
                        <c:v>TRADE &amp;TRANSPORT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QGDP_Gr!$D$64:$E$64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0.09</c:v>
                      </c:pt>
                      <c:pt idx="1">
                        <c:v>0.11333333333333333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C-01D1-466E-97D7-D777405835F9}"/>
                  </c:ext>
                </c:extLst>
              </c15:ser>
            </c15:filteredBarSeries>
            <c15:filteredBarSeries>
              <c15:ser>
                <c:idx val="13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QGDP_Gr!$C$65</c15:sqref>
                        </c15:formulaRef>
                      </c:ext>
                    </c:extLst>
                    <c:strCache>
                      <c:ptCount val="1"/>
                      <c:pt idx="0">
                        <c:v>Maintenance &amp; repair of motor vehicles</c:v>
                      </c:pt>
                    </c:strCache>
                  </c:strRef>
                </c:tx>
                <c:spPr>
                  <a:solidFill>
                    <a:schemeClr val="accent2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QGDP_Gr!$D$65:$E$65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0.35</c:v>
                      </c:pt>
                      <c:pt idx="1">
                        <c:v>0.34333333333333332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01D1-466E-97D7-D777405835F9}"/>
                  </c:ext>
                </c:extLst>
              </c15:ser>
            </c15:filteredBarSeries>
            <c15:filteredBarSeries>
              <c15:ser>
                <c:idx val="14"/>
                <c:order val="1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QGDP_Gr!$C$66</c15:sqref>
                        </c15:formulaRef>
                      </c:ext>
                    </c:extLst>
                    <c:strCache>
                      <c:ptCount val="1"/>
                      <c:pt idx="0">
                        <c:v>Wholesale &amp; retail trade</c:v>
                      </c:pt>
                    </c:strCache>
                  </c:strRef>
                </c:tx>
                <c:spPr>
                  <a:solidFill>
                    <a:schemeClr val="accent3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QGDP_Gr!$D$66:$E$66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0.13</c:v>
                      </c:pt>
                      <c:pt idx="1">
                        <c:v>0.15333333333333335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01D1-466E-97D7-D777405835F9}"/>
                  </c:ext>
                </c:extLst>
              </c15:ser>
            </c15:filteredBarSeries>
            <c15:filteredBarSeries>
              <c15:ser>
                <c:idx val="15"/>
                <c:order val="1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QGDP_Gr!$C$67</c15:sqref>
                        </c15:formulaRef>
                      </c:ext>
                    </c:extLst>
                    <c:strCache>
                      <c:ptCount val="1"/>
                      <c:pt idx="0">
                        <c:v>OTHER SERVICES</c:v>
                      </c:pt>
                    </c:strCache>
                  </c:strRef>
                </c:tx>
                <c:spPr>
                  <a:solidFill>
                    <a:schemeClr val="accent4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QGDP_Gr!$D$67:$E$67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0.08</c:v>
                      </c:pt>
                      <c:pt idx="1">
                        <c:v>7.6666666666666675E-2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F-01D1-466E-97D7-D777405835F9}"/>
                  </c:ext>
                </c:extLst>
              </c15:ser>
            </c15:filteredBarSeries>
            <c15:filteredBarSeries>
              <c15:ser>
                <c:idx val="16"/>
                <c:order val="1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QGDP_Gr!$C$68</c15:sqref>
                        </c15:formulaRef>
                      </c:ext>
                    </c:extLst>
                    <c:strCache>
                      <c:ptCount val="1"/>
                      <c:pt idx="0">
                        <c:v>Information &amp; communication</c:v>
                      </c:pt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QGDP_Gr!$D$68:$E$68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0.12</c:v>
                      </c:pt>
                      <c:pt idx="1">
                        <c:v>0.13333333333333333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0-01D1-466E-97D7-D777405835F9}"/>
                  </c:ext>
                </c:extLst>
              </c15:ser>
            </c15:filteredBarSeries>
            <c15:filteredBarSeries>
              <c15:ser>
                <c:idx val="17"/>
                <c:order val="1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QGDP_Gr!$C$69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RW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QGDP_Gr!$D$50:$F$51</c15:sqref>
                        </c15:formulaRef>
                      </c:ext>
                    </c:extLst>
                    <c:multiLvlStrCache>
                      <c:ptCount val="3"/>
                      <c:lvl>
                        <c:pt idx="0">
                          <c:v>Q1</c:v>
                        </c:pt>
                        <c:pt idx="1">
                          <c:v>Q2</c:v>
                        </c:pt>
                        <c:pt idx="2">
                          <c:v>Q3</c:v>
                        </c:pt>
                      </c:lvl>
                      <c:lvl>
                        <c:pt idx="0">
                          <c:v>2025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QGDP_Gr!$D$69:$E$69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11-01D1-466E-97D7-D777405835F9}"/>
                  </c:ext>
                </c:extLst>
              </c15:ser>
            </c15:filteredBarSeries>
          </c:ext>
        </c:extLst>
      </c:barChart>
      <c:catAx>
        <c:axId val="644566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endParaRPr lang="en-RW"/>
          </a:p>
        </c:txPr>
        <c:crossAx val="644567384"/>
        <c:crosses val="autoZero"/>
        <c:auto val="1"/>
        <c:lblAlgn val="ctr"/>
        <c:lblOffset val="100"/>
        <c:noMultiLvlLbl val="0"/>
      </c:catAx>
      <c:valAx>
        <c:axId val="644567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644566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2025418865652535E-2"/>
          <c:y val="0.76947058962991066"/>
          <c:w val="0.90462299739414298"/>
          <c:h val="0.205437935149402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R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R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r>
              <a:rPr lang="en-US" sz="1600">
                <a:latin typeface="Bahnschrift" panose="020B0502040204020203" pitchFamily="34" charset="0"/>
              </a:rPr>
              <a:t>GDP </a:t>
            </a:r>
            <a:r>
              <a:rPr lang="en-US" sz="1600" baseline="0">
                <a:latin typeface="Bahnschrift" panose="020B0502040204020203" pitchFamily="34" charset="0"/>
              </a:rPr>
              <a:t>2025Q4</a:t>
            </a:r>
            <a:endParaRPr lang="en-US" sz="1600">
              <a:latin typeface="Bahnschrift" panose="020B0502040204020203" pitchFamily="34" charset="0"/>
            </a:endParaRPr>
          </a:p>
        </c:rich>
      </c:tx>
      <c:layout>
        <c:manualLayout>
          <c:xMode val="edge"/>
          <c:yMode val="edge"/>
          <c:x val="0.30940843012257158"/>
          <c:y val="1.97595916351062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Bahnschrift" panose="020B0502040204020203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3501359771806587"/>
          <c:y val="0.12354684141303529"/>
          <c:w val="0.6116695679324059"/>
          <c:h val="0.769909324248376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'2025Q1&amp;Q2'!$B$50:$AW$50</c:f>
              <c:strCache>
                <c:ptCount val="48"/>
                <c:pt idx="0">
                  <c:v>Real GDP</c:v>
                </c:pt>
                <c:pt idx="1">
                  <c:v>RGDP_MLE</c:v>
                </c:pt>
                <c:pt idx="2">
                  <c:v>RGDP_BE</c:v>
                </c:pt>
                <c:pt idx="3">
                  <c:v>Agriculture Export(Value)</c:v>
                </c:pt>
                <c:pt idx="4">
                  <c:v>Agriculture Export(Volume)</c:v>
                </c:pt>
                <c:pt idx="5">
                  <c:v>Cement_imports </c:v>
                </c:pt>
                <c:pt idx="6">
                  <c:v>Cement_production</c:v>
                </c:pt>
                <c:pt idx="7">
                  <c:v>CPI</c:v>
                </c:pt>
                <c:pt idx="8">
                  <c:v>CPI-Food</c:v>
                </c:pt>
                <c:pt idx="9">
                  <c:v>credit_private_sector </c:v>
                </c:pt>
                <c:pt idx="10">
                  <c:v>Electricity_production</c:v>
                </c:pt>
                <c:pt idx="11">
                  <c:v>Mineral Exports(Value)</c:v>
                </c:pt>
                <c:pt idx="12">
                  <c:v>Mineral Exports(Volume)</c:v>
                </c:pt>
                <c:pt idx="13">
                  <c:v>Tot Exports(Value)</c:v>
                </c:pt>
                <c:pt idx="14">
                  <c:v>Tot Exports(Volume)</c:v>
                </c:pt>
                <c:pt idx="15">
                  <c:v>flour_production </c:v>
                </c:pt>
                <c:pt idx="16">
                  <c:v>IIP</c:v>
                </c:pt>
                <c:pt idx="17">
                  <c:v>Capital Imports(Value)</c:v>
                </c:pt>
                <c:pt idx="18">
                  <c:v>Capital Imports (Volume)</c:v>
                </c:pt>
                <c:pt idx="19">
                  <c:v>Total Imports(CIF)</c:v>
                </c:pt>
                <c:pt idx="20">
                  <c:v>Consumer Imports(Value)</c:v>
                </c:pt>
                <c:pt idx="21">
                  <c:v>Consumer Imports(Volume)</c:v>
                </c:pt>
                <c:pt idx="22">
                  <c:v>Interm Imports (Value)</c:v>
                </c:pt>
                <c:pt idx="23">
                  <c:v>Interm Imports (Volume)</c:v>
                </c:pt>
                <c:pt idx="24">
                  <c:v>Import_petroleum_products</c:v>
                </c:pt>
                <c:pt idx="25">
                  <c:v>Total Imports(Volume)</c:v>
                </c:pt>
                <c:pt idx="26">
                  <c:v>M3</c:v>
                </c:pt>
                <c:pt idx="27">
                  <c:v>Demand</c:v>
                </c:pt>
                <c:pt idx="28">
                  <c:v>Monetary</c:v>
                </c:pt>
                <c:pt idx="29">
                  <c:v>Demand_Supply</c:v>
                </c:pt>
                <c:pt idx="30">
                  <c:v>Modern_beer </c:v>
                </c:pt>
                <c:pt idx="31">
                  <c:v>ner_eop_usd</c:v>
                </c:pt>
                <c:pt idx="32">
                  <c:v>CIEA(Nominal)</c:v>
                </c:pt>
                <c:pt idx="33">
                  <c:v>Producer Price Index-All</c:v>
                </c:pt>
                <c:pt idx="34">
                  <c:v>CIEA(Real)</c:v>
                </c:pt>
                <c:pt idx="35">
                  <c:v>rice_production </c:v>
                </c:pt>
                <c:pt idx="36">
                  <c:v>soft_drinks </c:v>
                </c:pt>
                <c:pt idx="37">
                  <c:v>Total_Cement (Prod&amp;Imports)</c:v>
                </c:pt>
                <c:pt idx="38">
                  <c:v>Turnovers_Construction</c:v>
                </c:pt>
                <c:pt idx="39">
                  <c:v>Turnovers_Financial</c:v>
                </c:pt>
                <c:pt idx="40">
                  <c:v>Turnovers_Hotel</c:v>
                </c:pt>
                <c:pt idx="41">
                  <c:v>turnovers_industry</c:v>
                </c:pt>
                <c:pt idx="42">
                  <c:v>Turnovers_Manuf</c:v>
                </c:pt>
                <c:pt idx="43">
                  <c:v>turnovers_services</c:v>
                </c:pt>
                <c:pt idx="44">
                  <c:v>Turnovers_Trade</c:v>
                </c:pt>
                <c:pt idx="45">
                  <c:v>Turnovers_Transport</c:v>
                </c:pt>
                <c:pt idx="46">
                  <c:v>VAT_receipts</c:v>
                </c:pt>
                <c:pt idx="47">
                  <c:v>Water production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accent5">
                  <a:lumMod val="20000"/>
                  <a:lumOff val="80000"/>
                </a:schemeClr>
              </a:solidFill>
              <a:round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C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RW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D07-4352-A82D-70974415EB6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RW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('2025Q1&amp;Q2'!$B$50,'2025Q1&amp;Q2'!$G$50,'2025Q1&amp;Q2'!$O$50,'2025Q1&amp;Q2'!$T$50,'2025Q1&amp;Q2'!$AC$50:$AE$50,'2025Q1&amp;Q2'!$AH$50,'2025Q1&amp;Q2'!$AO$50,'2025Q1&amp;Q2'!$AQ$50,'2025Q1&amp;Q2'!$AS$50:$AV$50)</c:f>
              <c:strCache>
                <c:ptCount val="14"/>
                <c:pt idx="0">
                  <c:v>Real GDP</c:v>
                </c:pt>
                <c:pt idx="1">
                  <c:v>Cement_imports </c:v>
                </c:pt>
                <c:pt idx="2">
                  <c:v>Tot Exports(Value)</c:v>
                </c:pt>
                <c:pt idx="3">
                  <c:v>Capital Imports (Volume)</c:v>
                </c:pt>
                <c:pt idx="4">
                  <c:v>Demand</c:v>
                </c:pt>
                <c:pt idx="5">
                  <c:v>Monetary</c:v>
                </c:pt>
                <c:pt idx="6">
                  <c:v>Demand_Supply</c:v>
                </c:pt>
                <c:pt idx="7">
                  <c:v>CIEA(Nominal)</c:v>
                </c:pt>
                <c:pt idx="8">
                  <c:v>Turnovers_Financial</c:v>
                </c:pt>
                <c:pt idx="9">
                  <c:v>turnovers_industry</c:v>
                </c:pt>
                <c:pt idx="10">
                  <c:v>turnovers_services</c:v>
                </c:pt>
                <c:pt idx="11">
                  <c:v>Turnovers_Trade</c:v>
                </c:pt>
                <c:pt idx="12">
                  <c:v>Turnovers_Transport</c:v>
                </c:pt>
                <c:pt idx="13">
                  <c:v>VAT_receipts</c:v>
                </c:pt>
              </c:strCache>
              <c:extLst/>
            </c:strRef>
          </c:cat>
          <c:val>
            <c:numRef>
              <c:f>('2025Q1&amp;Q2'!$B$53,'2025Q1&amp;Q2'!$G$53,'2025Q1&amp;Q2'!$O$53,'2025Q1&amp;Q2'!$T$53,'2025Q1&amp;Q2'!$AC$53:$AE$53,'2025Q1&amp;Q2'!$AH$53,'2025Q1&amp;Q2'!$AO$53,'2025Q1&amp;Q2'!$AQ$53,'2025Q1&amp;Q2'!$AS$53:$AV$53)</c:f>
              <c:numCache>
                <c:formatCode>0.0%</c:formatCode>
                <c:ptCount val="14"/>
                <c:pt idx="0">
                  <c:v>7.6999999999999999E-2</c:v>
                </c:pt>
                <c:pt idx="1">
                  <c:v>4.4291386682956624E-2</c:v>
                </c:pt>
                <c:pt idx="2">
                  <c:v>1.3592547342700101E-2</c:v>
                </c:pt>
                <c:pt idx="3">
                  <c:v>6.9181124007330341E-2</c:v>
                </c:pt>
                <c:pt idx="4">
                  <c:v>0.10884147831398905</c:v>
                </c:pt>
                <c:pt idx="5">
                  <c:v>3.0026572999389156E-2</c:v>
                </c:pt>
                <c:pt idx="6">
                  <c:v>7.1295051924251673E-2</c:v>
                </c:pt>
                <c:pt idx="7">
                  <c:v>7.9778863775198605E-2</c:v>
                </c:pt>
                <c:pt idx="8">
                  <c:v>7.4366218692730524E-2</c:v>
                </c:pt>
                <c:pt idx="9">
                  <c:v>0.13883231521075134</c:v>
                </c:pt>
                <c:pt idx="10">
                  <c:v>8.8151191203420964E-2</c:v>
                </c:pt>
                <c:pt idx="11">
                  <c:v>8.7679291386682845E-2</c:v>
                </c:pt>
                <c:pt idx="12">
                  <c:v>6.786041539401344E-2</c:v>
                </c:pt>
                <c:pt idx="13">
                  <c:v>9.1380574221136213E-2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1D07-4352-A82D-70974415EB6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852064943"/>
        <c:axId val="852067855"/>
      </c:barChart>
      <c:catAx>
        <c:axId val="8520649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Bahnschrift" panose="020B0502040204020203" pitchFamily="34" charset="0"/>
                <a:ea typeface="+mn-ea"/>
                <a:cs typeface="+mn-cs"/>
              </a:defRPr>
            </a:pPr>
            <a:endParaRPr lang="en-RW"/>
          </a:p>
        </c:txPr>
        <c:crossAx val="852067855"/>
        <c:crosses val="autoZero"/>
        <c:auto val="1"/>
        <c:lblAlgn val="ctr"/>
        <c:lblOffset val="100"/>
        <c:noMultiLvlLbl val="0"/>
      </c:catAx>
      <c:valAx>
        <c:axId val="852067855"/>
        <c:scaling>
          <c:orientation val="minMax"/>
          <c:max val="0.14000000000000001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RW"/>
          </a:p>
        </c:txPr>
        <c:crossAx val="852064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R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de-DE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5089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4523f9aca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4523f9aca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CIEA is the Composite Index of Economic Activities.</a:t>
            </a:r>
            <a:endParaRPr dirty="0"/>
          </a:p>
        </p:txBody>
      </p:sp>
      <p:sp>
        <p:nvSpPr>
          <p:cNvPr id="36" name="Google Shape;36;g4523f9acad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889F9BA-A941-4801-BFC0-5AE0117C3700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289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100" b="1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9F9BA-A941-4801-BFC0-5AE0117C37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9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24DEF-4A40-0422-3AAF-F0B6A1A2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021FF-8078-C8B3-8A34-5462853BA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E8B5-F3D5-6DCE-3D33-878FA1677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sz="1100" b="1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3DEB0-CBA2-4D3A-8A40-A12EA9A80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9F9BA-A941-4801-BFC0-5AE0117C370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0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5DC1-E2E3-538E-2BD3-444C2BFB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370DC-9557-15CA-7E8F-8A657190F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5A230-0840-E41B-E0B8-D5FB53736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B8FAA-06FC-8BFC-E1B6-ACA0425A0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9F9BA-A941-4801-BFC0-5AE0117C37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81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46977f6685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46977f6685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g46977f6685_0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8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secHead">
  <p:cSld name="SECTION_HEADER">
    <p:bg>
      <p:bgPr>
        <a:solidFill>
          <a:srgbClr val="07376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829067" y="1823925"/>
            <a:ext cx="10363200" cy="10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  <a:defRPr sz="4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829067" y="4508200"/>
            <a:ext cx="10363200" cy="15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Merriweather Sans"/>
              <a:buNone/>
              <a:defRPr sz="1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067" y="217226"/>
            <a:ext cx="1816100" cy="148810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title" idx="2"/>
          </p:nvPr>
        </p:nvSpPr>
        <p:spPr>
          <a:xfrm>
            <a:off x="829067" y="3119325"/>
            <a:ext cx="10363200" cy="7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  <a:defRPr sz="2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">
  <p:cSld name="Final Slide">
    <p:bg>
      <p:bgPr>
        <a:solidFill>
          <a:srgbClr val="073763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7" y="2125981"/>
            <a:ext cx="10368609" cy="892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5" y="3840481"/>
            <a:ext cx="853885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2C01A-01D1-4B7F-AB1F-448AB1C327C0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25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10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11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8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7" y="1577340"/>
            <a:ext cx="53062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1E563-4F39-45E4-BC4F-C8EE49BD548F}" type="datetime1">
              <a:rPr lang="en-US" smtClean="0"/>
              <a:t>2/18/2026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730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g object 24"/>
          <p:cNvSpPr/>
          <p:nvPr/>
        </p:nvSpPr>
        <p:spPr>
          <a:xfrm>
            <a:off x="11405801" y="391242"/>
            <a:ext cx="787771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57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57" y="582104"/>
                </a:lnTo>
                <a:lnTo>
                  <a:pt x="785957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5" name="bg object 25"/>
          <p:cNvSpPr/>
          <p:nvPr/>
        </p:nvSpPr>
        <p:spPr>
          <a:xfrm>
            <a:off x="1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90" y="0"/>
                </a:moveTo>
                <a:lnTo>
                  <a:pt x="0" y="0"/>
                </a:lnTo>
                <a:lnTo>
                  <a:pt x="0" y="194627"/>
                </a:lnTo>
                <a:lnTo>
                  <a:pt x="4049890" y="194627"/>
                </a:lnTo>
                <a:lnTo>
                  <a:pt x="4049890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6" name="bg object 26"/>
          <p:cNvSpPr/>
          <p:nvPr/>
        </p:nvSpPr>
        <p:spPr>
          <a:xfrm>
            <a:off x="4058345" y="6657705"/>
            <a:ext cx="4076939" cy="195307"/>
          </a:xfrm>
          <a:custGeom>
            <a:avLst/>
            <a:gdLst/>
            <a:ahLst/>
            <a:cxnLst/>
            <a:rect l="l" t="t" r="r" b="b"/>
            <a:pathLst>
              <a:path w="4068445" h="194945">
                <a:moveTo>
                  <a:pt x="4068229" y="0"/>
                </a:moveTo>
                <a:lnTo>
                  <a:pt x="0" y="0"/>
                </a:lnTo>
                <a:lnTo>
                  <a:pt x="0" y="194627"/>
                </a:lnTo>
                <a:lnTo>
                  <a:pt x="4068229" y="194627"/>
                </a:lnTo>
                <a:lnTo>
                  <a:pt x="4068229" y="0"/>
                </a:lnTo>
                <a:close/>
              </a:path>
            </a:pathLst>
          </a:custGeom>
          <a:solidFill>
            <a:srgbClr val="149ED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sp>
        <p:nvSpPr>
          <p:cNvPr id="27" name="bg object 27"/>
          <p:cNvSpPr/>
          <p:nvPr/>
        </p:nvSpPr>
        <p:spPr>
          <a:xfrm>
            <a:off x="8135068" y="6657705"/>
            <a:ext cx="4058484" cy="195307"/>
          </a:xfrm>
          <a:custGeom>
            <a:avLst/>
            <a:gdLst/>
            <a:ahLst/>
            <a:cxnLst/>
            <a:rect l="l" t="t" r="r" b="b"/>
            <a:pathLst>
              <a:path w="4050029" h="194945">
                <a:moveTo>
                  <a:pt x="4049877" y="0"/>
                </a:moveTo>
                <a:lnTo>
                  <a:pt x="0" y="0"/>
                </a:lnTo>
                <a:lnTo>
                  <a:pt x="0" y="194627"/>
                </a:lnTo>
                <a:lnTo>
                  <a:pt x="4049877" y="194627"/>
                </a:lnTo>
                <a:lnTo>
                  <a:pt x="4049877" y="0"/>
                </a:lnTo>
                <a:close/>
              </a:path>
            </a:pathLst>
          </a:custGeom>
          <a:solidFill>
            <a:srgbClr val="F8D10A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pic>
        <p:nvPicPr>
          <p:cNvPr id="28" name="bg 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174" y="424164"/>
            <a:ext cx="272877" cy="326006"/>
          </a:xfrm>
          <a:prstGeom prst="rect">
            <a:avLst/>
          </a:prstGeom>
        </p:spPr>
      </p:pic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A08B2-5757-4A8A-811A-DC396F29D4C2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oogle Shape;22;p3">
            <a:extLst>
              <a:ext uri="{FF2B5EF4-FFF2-40B4-BE49-F238E27FC236}">
                <a16:creationId xmlns:a16="http://schemas.microsoft.com/office/drawing/2014/main" id="{D60626A7-64BD-C862-2B03-81F35AACA69E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5065" y="291825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759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E8CB7-7B76-4A95-9F48-ACBE2A7EA61E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967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11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D2CCC-F89B-4F7C-9B04-BEDB4BBBDBB8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458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F564F-38A9-4E81-BEE8-F82F68EAC2C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229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76" y="32400"/>
            <a:ext cx="11596076" cy="5048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6631" y="1431925"/>
            <a:ext cx="5666154" cy="4883150"/>
          </a:xfrm>
        </p:spPr>
        <p:txBody>
          <a:bodyPr/>
          <a:lstStyle>
            <a:lvl1pPr>
              <a:buClr>
                <a:schemeClr val="accent2"/>
              </a:buClr>
              <a:defRPr/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0356" y="1431925"/>
            <a:ext cx="5668107" cy="4883150"/>
          </a:xfrm>
        </p:spPr>
        <p:txBody>
          <a:bodyPr/>
          <a:lstStyle>
            <a:lvl1pPr>
              <a:buClr>
                <a:schemeClr val="accent2"/>
              </a:buClr>
              <a:defRPr lang="en-US" sz="993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604835C-9472-4241-BCDA-E5ACDC3F3B4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797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6C9F11-88E3-4EB9-90CE-BA3F7B623A6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9403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0A52F-9BEB-4226-BE92-9BBD62CF14A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91676" y="32732"/>
            <a:ext cx="11955585" cy="458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116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8"/>
          <p:cNvSpPr>
            <a:spLocks noGrp="1" noChangeArrowheads="1"/>
          </p:cNvSpPr>
          <p:nvPr>
            <p:ph type="ctrTitle"/>
          </p:nvPr>
        </p:nvSpPr>
        <p:spPr>
          <a:xfrm>
            <a:off x="453354" y="5829056"/>
            <a:ext cx="11211636" cy="690033"/>
          </a:xfrm>
          <a:prstGeom prst="rect">
            <a:avLst/>
          </a:prstGeom>
        </p:spPr>
        <p:txBody>
          <a:bodyPr lIns="0" tIns="0" rIns="0" bIns="0"/>
          <a:lstStyle>
            <a:lvl1pPr>
              <a:defRPr sz="331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7" name="Picture 6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656453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1F9A62F-9369-446D-A3FC-D6AA49E3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40067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A5BC2C-A41F-42B6-B5A9-E8BF043D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18171696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ECBB75-A06D-471E-AF81-645AA33F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049704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2987E6-8A0E-494C-A601-90539D43B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9944664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63609B-AB41-4D1F-BA0E-65B3CAEB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3820921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Divider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63609B-AB41-4D1F-BA0E-65B3CAEB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30496371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Appendix">
    <p:bg>
      <p:bgPr>
        <a:blipFill dpi="0" rotWithShape="1">
          <a:blip r:embed="rId2">
            <a:lum/>
          </a:blip>
          <a:srcRect/>
          <a:stretch>
            <a:fillRect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63609B-AB41-4D1F-BA0E-65B3CAEB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36" y="5941677"/>
            <a:ext cx="11899238" cy="458273"/>
          </a:xfrm>
          <a:noFill/>
        </p:spPr>
        <p:txBody>
          <a:bodyPr/>
          <a:lstStyle>
            <a:lvl1pPr>
              <a:defRPr sz="331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pic>
        <p:nvPicPr>
          <p:cNvPr id="8" name="Picture 7" descr="GoR Logo.pd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1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</p:spTree>
    <p:extLst>
      <p:ext uri="{BB962C8B-B14F-4D97-AF65-F5344CB8AC3E}">
        <p14:creationId xmlns:p14="http://schemas.microsoft.com/office/powerpoint/2010/main" val="21536264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069" y="1547854"/>
            <a:ext cx="11209866" cy="437534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89165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 smtClean="0">
                <a:solidFill>
                  <a:srgbClr val="53565A"/>
                </a:solidFill>
              </a:defRPr>
            </a:lvl1pPr>
            <a:lvl2pPr marL="378330" indent="-189165" algn="l">
              <a:buClr>
                <a:srgbClr val="97999B"/>
              </a:buClr>
              <a:buSzPct val="100000"/>
              <a:buFont typeface="Arial"/>
              <a:buChar char="–"/>
              <a:defRPr lang="en-US" b="0" dirty="0" smtClean="0">
                <a:solidFill>
                  <a:srgbClr val="53565A"/>
                </a:solidFill>
              </a:defRPr>
            </a:lvl2pPr>
            <a:lvl3pPr marL="567495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lang="en-US" b="0" dirty="0" smtClean="0">
                <a:solidFill>
                  <a:srgbClr val="53565A"/>
                </a:solidFill>
              </a:defRPr>
            </a:lvl3pPr>
            <a:lvl4pPr marL="756659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lang="en-US" b="0" dirty="0" smtClean="0">
                <a:solidFill>
                  <a:srgbClr val="53565A"/>
                </a:solidFill>
              </a:defRPr>
            </a:lvl4pPr>
            <a:lvl5pPr marL="945824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baseline="0" dirty="0">
                <a:solidFill>
                  <a:srgbClr val="53565A"/>
                </a:solidFill>
              </a:defRPr>
            </a:lvl5pPr>
            <a:lvl6pPr marL="1134989" indent="-189165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24154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b="0">
                <a:solidFill>
                  <a:srgbClr val="53565A"/>
                </a:solidFill>
              </a:defRPr>
            </a:lvl7pPr>
            <a:lvl8pPr marL="1513320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702485" indent="-189165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246C66-677D-499E-AF64-04421B0FE6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Rectangle 85">
            <a:extLst>
              <a:ext uri="{FF2B5EF4-FFF2-40B4-BE49-F238E27FC236}">
                <a16:creationId xmlns:a16="http://schemas.microsoft.com/office/drawing/2014/main" id="{CE57E99C-B8B7-43D2-980C-8BABF8E431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87">
            <a:extLst>
              <a:ext uri="{FF2B5EF4-FFF2-40B4-BE49-F238E27FC236}">
                <a16:creationId xmlns:a16="http://schemas.microsoft.com/office/drawing/2014/main" id="{00AE94D2-7619-40B7-A9AA-0DDD570FD7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2">
            <a:extLst>
              <a:ext uri="{FF2B5EF4-FFF2-40B4-BE49-F238E27FC236}">
                <a16:creationId xmlns:a16="http://schemas.microsoft.com/office/drawing/2014/main" id="{414A6B3C-AF26-4628-87F3-22CE542681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177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1066" y="1512972"/>
            <a:ext cx="5401735" cy="45600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89165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 smtClean="0">
                <a:solidFill>
                  <a:srgbClr val="53565A"/>
                </a:solidFill>
              </a:defRPr>
            </a:lvl1pPr>
            <a:lvl2pPr marL="378330" indent="-189165" algn="l">
              <a:buClr>
                <a:srgbClr val="97999B"/>
              </a:buClr>
              <a:buSzPct val="100000"/>
              <a:buFont typeface="Arial"/>
              <a:buChar char="–"/>
              <a:defRPr lang="en-US" b="0" dirty="0" smtClean="0">
                <a:solidFill>
                  <a:srgbClr val="53565A"/>
                </a:solidFill>
              </a:defRPr>
            </a:lvl2pPr>
            <a:lvl3pPr marL="567495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lang="en-US" b="0" dirty="0" smtClean="0">
                <a:solidFill>
                  <a:srgbClr val="53565A"/>
                </a:solidFill>
              </a:defRPr>
            </a:lvl3pPr>
            <a:lvl4pPr marL="756659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lang="en-US" b="0" dirty="0" smtClean="0">
                <a:solidFill>
                  <a:srgbClr val="53565A"/>
                </a:solidFill>
              </a:defRPr>
            </a:lvl4pPr>
            <a:lvl5pPr marL="945824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>
                <a:solidFill>
                  <a:srgbClr val="53565A"/>
                </a:solidFill>
              </a:defRPr>
            </a:lvl5pPr>
            <a:lvl6pPr marL="1134989" indent="-189165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24154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b="0">
                <a:solidFill>
                  <a:srgbClr val="53565A"/>
                </a:solidFill>
              </a:defRPr>
            </a:lvl7pPr>
            <a:lvl8pPr marL="1513320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702485" indent="-189165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3" y="1512972"/>
            <a:ext cx="5401734" cy="456000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89165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smtClean="0">
                <a:solidFill>
                  <a:srgbClr val="53565A"/>
                </a:solidFill>
              </a:defRPr>
            </a:lvl1pPr>
            <a:lvl2pPr marL="378330" indent="-189165" algn="l">
              <a:buClr>
                <a:srgbClr val="97999B"/>
              </a:buClr>
              <a:buSzPct val="100000"/>
              <a:buFont typeface="Arial"/>
              <a:buChar char="–"/>
              <a:defRPr lang="en-US" b="0" smtClean="0">
                <a:solidFill>
                  <a:srgbClr val="53565A"/>
                </a:solidFill>
              </a:defRPr>
            </a:lvl2pPr>
            <a:lvl3pPr marL="567495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lang="en-US" b="0" smtClean="0">
                <a:solidFill>
                  <a:srgbClr val="53565A"/>
                </a:solidFill>
              </a:defRPr>
            </a:lvl3pPr>
            <a:lvl4pPr marL="756659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lang="en-US" b="0" smtClean="0">
                <a:solidFill>
                  <a:srgbClr val="53565A"/>
                </a:solidFill>
              </a:defRPr>
            </a:lvl4pPr>
            <a:lvl5pPr marL="945824" indent="-189165" algn="l">
              <a:buClr>
                <a:srgbClr val="97999B"/>
              </a:buClr>
              <a:buSzPct val="100000"/>
              <a:buFont typeface="Symbol"/>
              <a:buChar char="·"/>
              <a:defRPr lang="en-US" b="0" dirty="0">
                <a:solidFill>
                  <a:srgbClr val="53565A"/>
                </a:solidFill>
              </a:defRPr>
            </a:lvl5pPr>
            <a:lvl6pPr marL="1134989" indent="-189165" algn="l">
              <a:buClr>
                <a:srgbClr val="97999B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24154" indent="-189165" algn="l">
              <a:buClr>
                <a:srgbClr val="97999B"/>
              </a:buClr>
              <a:buSzPct val="100000"/>
              <a:buFont typeface="Wingdings" panose="05000000000000000000" pitchFamily="2" charset="2"/>
              <a:buChar char="§"/>
              <a:defRPr b="0">
                <a:solidFill>
                  <a:srgbClr val="53565A"/>
                </a:solidFill>
              </a:defRPr>
            </a:lvl7pPr>
            <a:lvl8pPr marL="1513320" indent="-189165" algn="l">
              <a:buClr>
                <a:srgbClr val="97999B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702485" indent="-189165" algn="l">
              <a:buClr>
                <a:srgbClr val="97999B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9144A9-A96B-478E-BDBE-3481DCCCF2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Rectangle 85">
            <a:extLst>
              <a:ext uri="{FF2B5EF4-FFF2-40B4-BE49-F238E27FC236}">
                <a16:creationId xmlns:a16="http://schemas.microsoft.com/office/drawing/2014/main" id="{D885FA98-1B8E-4402-A4DA-590028A311B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87">
            <a:extLst>
              <a:ext uri="{FF2B5EF4-FFF2-40B4-BE49-F238E27FC236}">
                <a16:creationId xmlns:a16="http://schemas.microsoft.com/office/drawing/2014/main" id="{AEC71CA2-D4AD-4769-A521-AAA92D84CD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2">
            <a:extLst>
              <a:ext uri="{FF2B5EF4-FFF2-40B4-BE49-F238E27FC236}">
                <a16:creationId xmlns:a16="http://schemas.microsoft.com/office/drawing/2014/main" id="{2FC57A35-810C-4F5D-A693-AD265F15DC2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5492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2DEC29-5A90-46BA-A752-D9D1B46A71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Rectangle 85">
            <a:extLst>
              <a:ext uri="{FF2B5EF4-FFF2-40B4-BE49-F238E27FC236}">
                <a16:creationId xmlns:a16="http://schemas.microsoft.com/office/drawing/2014/main" id="{36DD9B25-92DB-4C65-A119-9781D2FDE7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87">
            <a:extLst>
              <a:ext uri="{FF2B5EF4-FFF2-40B4-BE49-F238E27FC236}">
                <a16:creationId xmlns:a16="http://schemas.microsoft.com/office/drawing/2014/main" id="{D08D2BEB-636C-4360-AD34-752C0F5CD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2">
            <a:extLst>
              <a:ext uri="{FF2B5EF4-FFF2-40B4-BE49-F238E27FC236}">
                <a16:creationId xmlns:a16="http://schemas.microsoft.com/office/drawing/2014/main" id="{B87F19A5-9605-4F64-B74C-3FD62C4D6C3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7205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232E51-46AE-4052-AA5A-35EA55E8E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1893149" y="207433"/>
            <a:ext cx="11209865" cy="571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7578A-EF93-403C-A80D-9A1341F1A21E}"/>
              </a:ext>
            </a:extLst>
          </p:cNvPr>
          <p:cNvSpPr txBox="1"/>
          <p:nvPr userDrawn="1"/>
        </p:nvSpPr>
        <p:spPr>
          <a:xfrm>
            <a:off x="480486" y="1049572"/>
            <a:ext cx="10354493" cy="3055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986" b="1" baseline="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3528FD-8A04-4D82-892C-BFC81C4B20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4296" y="6276531"/>
            <a:ext cx="1557223" cy="461872"/>
          </a:xfrm>
          <a:prstGeom prst="rect">
            <a:avLst/>
          </a:prstGeom>
        </p:spPr>
      </p:pic>
      <p:sp>
        <p:nvSpPr>
          <p:cNvPr id="15" name="Rectangle 85">
            <a:extLst>
              <a:ext uri="{FF2B5EF4-FFF2-40B4-BE49-F238E27FC236}">
                <a16:creationId xmlns:a16="http://schemas.microsoft.com/office/drawing/2014/main" id="{24DA9A73-ADB0-45C4-BACC-7CF39DAFD12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480487" y="6435396"/>
            <a:ext cx="461433" cy="366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b="0" i="0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defRPr>
            </a:lvl1pPr>
          </a:lstStyle>
          <a:p>
            <a:pPr>
              <a:defRPr/>
            </a:pPr>
            <a:fld id="{5C6D668D-E824-9349-9624-ABE028BE5F1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6" name="Rectangle 87">
            <a:extLst>
              <a:ext uri="{FF2B5EF4-FFF2-40B4-BE49-F238E27FC236}">
                <a16:creationId xmlns:a16="http://schemas.microsoft.com/office/drawing/2014/main" id="{9DF14EB7-707B-4C33-943D-9DF41C8627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black">
          <a:xfrm>
            <a:off x="950382" y="6436085"/>
            <a:ext cx="1422400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 smtClean="0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92">
            <a:extLst>
              <a:ext uri="{FF2B5EF4-FFF2-40B4-BE49-F238E27FC236}">
                <a16:creationId xmlns:a16="http://schemas.microsoft.com/office/drawing/2014/main" id="{A682110A-256E-473E-BE4E-D772A59A2D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black">
          <a:xfrm>
            <a:off x="2927348" y="6436085"/>
            <a:ext cx="5427133" cy="36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993">
                <a:solidFill>
                  <a:schemeClr val="accent4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652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8"/>
          <p:cNvSpPr>
            <a:spLocks noGrp="1" noChangeArrowheads="1"/>
          </p:cNvSpPr>
          <p:nvPr>
            <p:ph type="ctrTitle"/>
          </p:nvPr>
        </p:nvSpPr>
        <p:spPr>
          <a:xfrm>
            <a:off x="508534" y="173569"/>
            <a:ext cx="11211636" cy="690033"/>
          </a:xfrm>
          <a:prstGeom prst="rect">
            <a:avLst/>
          </a:prstGeom>
        </p:spPr>
        <p:txBody>
          <a:bodyPr/>
          <a:lstStyle>
            <a:lvl1pPr>
              <a:defRPr sz="3531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13" name="Rectangle 7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08535" y="935566"/>
            <a:ext cx="11209866" cy="359836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tIns="0" rIns="0" bIns="0"/>
          <a:lstStyle>
            <a:lvl1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207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4AAA6-C57B-49BE-9440-4243F8867A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1183" y="5795436"/>
            <a:ext cx="3913717" cy="448808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XX MMMM YYYY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1526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4.emf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3.emf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16252" y="621821"/>
            <a:ext cx="1035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16251" y="2092232"/>
            <a:ext cx="10352000" cy="3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erriweather Sans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100531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737600" y="6100531"/>
            <a:ext cx="284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15272" y="2412555"/>
            <a:ext cx="1602904" cy="914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189ED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3534" y="3254820"/>
            <a:ext cx="859129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44" y="6377941"/>
            <a:ext cx="3903476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8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18C1B-2213-4D54-96B1-78A92FEE9E15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22" y="6377941"/>
            <a:ext cx="2805623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624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60" r:id="rId6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8069">
        <a:defRPr>
          <a:latin typeface="+mn-lt"/>
          <a:ea typeface="+mn-ea"/>
          <a:cs typeface="+mn-cs"/>
        </a:defRPr>
      </a:lvl2pPr>
      <a:lvl3pPr marL="916137">
        <a:defRPr>
          <a:latin typeface="+mn-lt"/>
          <a:ea typeface="+mn-ea"/>
          <a:cs typeface="+mn-cs"/>
        </a:defRPr>
      </a:lvl3pPr>
      <a:lvl4pPr marL="1374206">
        <a:defRPr>
          <a:latin typeface="+mn-lt"/>
          <a:ea typeface="+mn-ea"/>
          <a:cs typeface="+mn-cs"/>
        </a:defRPr>
      </a:lvl4pPr>
      <a:lvl5pPr marL="1832275">
        <a:defRPr>
          <a:latin typeface="+mn-lt"/>
          <a:ea typeface="+mn-ea"/>
          <a:cs typeface="+mn-cs"/>
        </a:defRPr>
      </a:lvl5pPr>
      <a:lvl6pPr marL="2290343">
        <a:defRPr>
          <a:latin typeface="+mn-lt"/>
          <a:ea typeface="+mn-ea"/>
          <a:cs typeface="+mn-cs"/>
        </a:defRPr>
      </a:lvl6pPr>
      <a:lvl7pPr marL="2748412">
        <a:defRPr>
          <a:latin typeface="+mn-lt"/>
          <a:ea typeface="+mn-ea"/>
          <a:cs typeface="+mn-cs"/>
        </a:defRPr>
      </a:lvl7pPr>
      <a:lvl8pPr marL="3206481">
        <a:defRPr>
          <a:latin typeface="+mn-lt"/>
          <a:ea typeface="+mn-ea"/>
          <a:cs typeface="+mn-cs"/>
        </a:defRPr>
      </a:lvl8pPr>
      <a:lvl9pPr marL="366454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1" y="6069506"/>
            <a:ext cx="12192000" cy="78849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59">
              <a:solidFill>
                <a:srgbClr val="3399FE"/>
              </a:solidFill>
            </a:endParaRPr>
          </a:p>
        </p:txBody>
      </p:sp>
      <p:cxnSp>
        <p:nvCxnSpPr>
          <p:cNvPr id="18" name="Straight Connector 17"/>
          <p:cNvCxnSpPr/>
          <p:nvPr userDrawn="1"/>
        </p:nvCxnSpPr>
        <p:spPr>
          <a:xfrm flipH="1">
            <a:off x="1" y="6069506"/>
            <a:ext cx="12191999" cy="1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 userDrawn="1"/>
        </p:nvSpPr>
        <p:spPr>
          <a:xfrm>
            <a:off x="2" y="2"/>
            <a:ext cx="12192000" cy="769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90" dirty="0">
              <a:solidFill>
                <a:schemeClr val="accent3"/>
              </a:solidFill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92764" y="32732"/>
            <a:ext cx="11899238" cy="458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[Title]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2177" y="1431925"/>
            <a:ext cx="11436286" cy="488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685955" y="6673850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62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B6C9F11-88E3-4EB9-90CE-BA3F7B623A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9">
            <a:alphaModFix amt="5000"/>
          </a:blip>
          <a:stretch>
            <a:fillRect/>
          </a:stretch>
        </p:blipFill>
        <p:spPr>
          <a:xfrm>
            <a:off x="9527757" y="-1698973"/>
            <a:ext cx="4764322" cy="3883636"/>
          </a:xfrm>
          <a:prstGeom prst="rect">
            <a:avLst/>
          </a:prstGeom>
        </p:spPr>
      </p:pic>
      <p:sp>
        <p:nvSpPr>
          <p:cNvPr id="12" name="Rectangle 11"/>
          <p:cNvSpPr txBox="1">
            <a:spLocks noChangeArrowheads="1"/>
          </p:cNvSpPr>
          <p:nvPr userDrawn="1"/>
        </p:nvSpPr>
        <p:spPr bwMode="auto">
          <a:xfrm>
            <a:off x="365567" y="6362887"/>
            <a:ext cx="39467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B6C9F11-88E3-4EB9-90CE-BA3F7B623A66}" type="slidenum">
              <a:rPr lang="en-US" altLang="en-US" sz="662" smtClean="0"/>
              <a:pPr>
                <a:defRPr/>
              </a:pPr>
              <a:t>‹#›</a:t>
            </a:fld>
            <a:endParaRPr lang="en-US" altLang="en-US" sz="662" dirty="0"/>
          </a:p>
        </p:txBody>
      </p:sp>
      <p:sp>
        <p:nvSpPr>
          <p:cNvPr id="13" name="Rectangle 11"/>
          <p:cNvSpPr txBox="1">
            <a:spLocks noChangeArrowheads="1"/>
          </p:cNvSpPr>
          <p:nvPr userDrawn="1"/>
        </p:nvSpPr>
        <p:spPr bwMode="auto">
          <a:xfrm>
            <a:off x="1452439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REPUBLIC OF RWANDA </a:t>
            </a:r>
            <a:r>
              <a:rPr lang="mr-IN" altLang="en-US" sz="662" dirty="0"/>
              <a:t>–</a:t>
            </a:r>
            <a:r>
              <a:rPr lang="en-US" altLang="en-US" sz="662" dirty="0"/>
              <a:t> INVESTOR PRESENTATION</a:t>
            </a:r>
          </a:p>
        </p:txBody>
      </p:sp>
      <p:sp>
        <p:nvSpPr>
          <p:cNvPr id="14" name="Rectangle 11"/>
          <p:cNvSpPr txBox="1">
            <a:spLocks noChangeArrowheads="1"/>
          </p:cNvSpPr>
          <p:nvPr userDrawn="1"/>
        </p:nvSpPr>
        <p:spPr bwMode="auto">
          <a:xfrm>
            <a:off x="4783625" y="6362887"/>
            <a:ext cx="3149115" cy="427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5689" tIns="37844" rIns="75689" bIns="37844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sz="662" dirty="0"/>
              <a:t>April 2025</a:t>
            </a:r>
          </a:p>
        </p:txBody>
      </p:sp>
      <p:pic>
        <p:nvPicPr>
          <p:cNvPr id="15" name="Picture 14" descr="GoR Logo.pdf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73" y="6058668"/>
            <a:ext cx="1886610" cy="78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0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1986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5pPr>
      <a:lvl6pPr marL="378424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6pPr>
      <a:lvl7pPr marL="756849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7pPr>
      <a:lvl8pPr marL="1135273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8pPr>
      <a:lvl9pPr marL="1513698" algn="l" rtl="0" fontAlgn="base">
        <a:spcBef>
          <a:spcPct val="0"/>
        </a:spcBef>
        <a:spcAft>
          <a:spcPct val="0"/>
        </a:spcAft>
        <a:defRPr sz="2318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202352" indent="-20235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£"/>
        <a:defRPr sz="993" kern="1200">
          <a:solidFill>
            <a:schemeClr val="tx1"/>
          </a:solidFill>
          <a:latin typeface="+mn-lt"/>
          <a:ea typeface="+mn-ea"/>
          <a:cs typeface="+mn-cs"/>
        </a:defRPr>
      </a:lvl1pPr>
      <a:lvl2pPr marL="328493" indent="-12482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2pPr>
      <a:lvl3pPr marL="466461" indent="-11957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3pPr>
      <a:lvl4pPr marL="663557" indent="-147165" algn="l" rtl="0" eaLnBrk="0" fontAlgn="base" hangingPunct="0">
        <a:spcBef>
          <a:spcPct val="20000"/>
        </a:spcBef>
        <a:spcAft>
          <a:spcPct val="0"/>
        </a:spcAft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4pPr>
      <a:lvl5pPr marL="812036" indent="-147165" algn="l" rtl="0" eaLnBrk="0" fontAlgn="base" hangingPunct="0">
        <a:spcBef>
          <a:spcPct val="20000"/>
        </a:spcBef>
        <a:spcAft>
          <a:spcPct val="0"/>
        </a:spcAft>
        <a:buChar char="•"/>
        <a:defRPr sz="993" kern="1200">
          <a:solidFill>
            <a:schemeClr val="tx1"/>
          </a:solidFill>
          <a:latin typeface="+mn-lt"/>
          <a:ea typeface="+mn-ea"/>
          <a:cs typeface="+mn-cs"/>
        </a:defRPr>
      </a:lvl5pPr>
      <a:lvl6pPr marL="2081334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9759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8183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6608" indent="-189212" algn="l" defTabSz="756849" rtl="0" eaLnBrk="1" latinLnBrk="0" hangingPunct="1">
        <a:lnSpc>
          <a:spcPct val="90000"/>
        </a:lnSpc>
        <a:spcBef>
          <a:spcPts val="414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8424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849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5273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3698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2122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70547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8971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7396" algn="l" defTabSz="756849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1.x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Excel_Worksheet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chart" Target="../charts/chart2.x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Excel_Worksheet2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94" y="25130"/>
            <a:ext cx="12191081" cy="6807741"/>
            <a:chOff x="0" y="19062"/>
            <a:chExt cx="12168505" cy="6795134"/>
          </a:xfrm>
        </p:grpSpPr>
        <p:sp>
          <p:nvSpPr>
            <p:cNvPr id="3" name="object 3"/>
            <p:cNvSpPr/>
            <p:nvPr/>
          </p:nvSpPr>
          <p:spPr>
            <a:xfrm>
              <a:off x="0" y="3435210"/>
              <a:ext cx="6064885" cy="3378835"/>
            </a:xfrm>
            <a:custGeom>
              <a:avLst/>
              <a:gdLst/>
              <a:ahLst/>
              <a:cxnLst/>
              <a:rect l="l" t="t" r="r" b="b"/>
              <a:pathLst>
                <a:path w="6064885" h="3378834">
                  <a:moveTo>
                    <a:pt x="293344" y="0"/>
                  </a:moveTo>
                  <a:lnTo>
                    <a:pt x="257365" y="0"/>
                  </a:lnTo>
                  <a:lnTo>
                    <a:pt x="212407" y="50088"/>
                  </a:lnTo>
                  <a:lnTo>
                    <a:pt x="167449" y="0"/>
                  </a:lnTo>
                  <a:lnTo>
                    <a:pt x="131470" y="0"/>
                  </a:lnTo>
                  <a:lnTo>
                    <a:pt x="212407" y="90170"/>
                  </a:lnTo>
                  <a:lnTo>
                    <a:pt x="248386" y="50088"/>
                  </a:lnTo>
                  <a:lnTo>
                    <a:pt x="293344" y="0"/>
                  </a:lnTo>
                  <a:close/>
                </a:path>
                <a:path w="6064885" h="3378834">
                  <a:moveTo>
                    <a:pt x="650798" y="3057931"/>
                  </a:moveTo>
                  <a:lnTo>
                    <a:pt x="430504" y="2812504"/>
                  </a:lnTo>
                  <a:lnTo>
                    <a:pt x="210223" y="3057906"/>
                  </a:lnTo>
                  <a:lnTo>
                    <a:pt x="0" y="2823705"/>
                  </a:lnTo>
                  <a:lnTo>
                    <a:pt x="0" y="3292144"/>
                  </a:lnTo>
                  <a:lnTo>
                    <a:pt x="210210" y="3057931"/>
                  </a:lnTo>
                  <a:lnTo>
                    <a:pt x="430504" y="3303359"/>
                  </a:lnTo>
                  <a:lnTo>
                    <a:pt x="650798" y="3057931"/>
                  </a:lnTo>
                  <a:close/>
                </a:path>
                <a:path w="6064885" h="3378834">
                  <a:moveTo>
                    <a:pt x="650798" y="2475725"/>
                  </a:moveTo>
                  <a:lnTo>
                    <a:pt x="430504" y="2230297"/>
                  </a:lnTo>
                  <a:lnTo>
                    <a:pt x="210210" y="2475725"/>
                  </a:lnTo>
                  <a:lnTo>
                    <a:pt x="0" y="2241499"/>
                  </a:lnTo>
                  <a:lnTo>
                    <a:pt x="0" y="2709951"/>
                  </a:lnTo>
                  <a:lnTo>
                    <a:pt x="210210" y="2475750"/>
                  </a:lnTo>
                  <a:lnTo>
                    <a:pt x="430504" y="2721152"/>
                  </a:lnTo>
                  <a:lnTo>
                    <a:pt x="650798" y="2475725"/>
                  </a:lnTo>
                  <a:close/>
                </a:path>
                <a:path w="6064885" h="3378834">
                  <a:moveTo>
                    <a:pt x="650798" y="1885213"/>
                  </a:moveTo>
                  <a:lnTo>
                    <a:pt x="430504" y="1639785"/>
                  </a:lnTo>
                  <a:lnTo>
                    <a:pt x="210210" y="1885213"/>
                  </a:lnTo>
                  <a:lnTo>
                    <a:pt x="0" y="1651000"/>
                  </a:lnTo>
                  <a:lnTo>
                    <a:pt x="0" y="2119426"/>
                  </a:lnTo>
                  <a:lnTo>
                    <a:pt x="210210" y="1885226"/>
                  </a:lnTo>
                  <a:lnTo>
                    <a:pt x="430504" y="2130641"/>
                  </a:lnTo>
                  <a:lnTo>
                    <a:pt x="650798" y="1885213"/>
                  </a:lnTo>
                  <a:close/>
                </a:path>
                <a:path w="6064885" h="3378834">
                  <a:moveTo>
                    <a:pt x="650798" y="1303680"/>
                  </a:moveTo>
                  <a:lnTo>
                    <a:pt x="430504" y="1058252"/>
                  </a:lnTo>
                  <a:lnTo>
                    <a:pt x="210210" y="1303680"/>
                  </a:lnTo>
                  <a:lnTo>
                    <a:pt x="0" y="1069454"/>
                  </a:lnTo>
                  <a:lnTo>
                    <a:pt x="0" y="1537906"/>
                  </a:lnTo>
                  <a:lnTo>
                    <a:pt x="210210" y="1303705"/>
                  </a:lnTo>
                  <a:lnTo>
                    <a:pt x="430504" y="1549107"/>
                  </a:lnTo>
                  <a:lnTo>
                    <a:pt x="650798" y="1303680"/>
                  </a:lnTo>
                  <a:close/>
                </a:path>
                <a:path w="6064885" h="3378834">
                  <a:moveTo>
                    <a:pt x="650798" y="713168"/>
                  </a:moveTo>
                  <a:lnTo>
                    <a:pt x="430504" y="467741"/>
                  </a:lnTo>
                  <a:lnTo>
                    <a:pt x="210210" y="713168"/>
                  </a:lnTo>
                  <a:lnTo>
                    <a:pt x="0" y="478942"/>
                  </a:lnTo>
                  <a:lnTo>
                    <a:pt x="0" y="947394"/>
                  </a:lnTo>
                  <a:lnTo>
                    <a:pt x="210210" y="713181"/>
                  </a:lnTo>
                  <a:lnTo>
                    <a:pt x="430504" y="958596"/>
                  </a:lnTo>
                  <a:lnTo>
                    <a:pt x="650798" y="713168"/>
                  </a:lnTo>
                  <a:close/>
                </a:path>
                <a:path w="6064885" h="3378834">
                  <a:moveTo>
                    <a:pt x="650798" y="124472"/>
                  </a:moveTo>
                  <a:lnTo>
                    <a:pt x="539076" y="0"/>
                  </a:lnTo>
                  <a:lnTo>
                    <a:pt x="321932" y="0"/>
                  </a:lnTo>
                  <a:lnTo>
                    <a:pt x="210210" y="124472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98"/>
                  </a:lnTo>
                  <a:lnTo>
                    <a:pt x="210210" y="124485"/>
                  </a:lnTo>
                  <a:lnTo>
                    <a:pt x="430504" y="369900"/>
                  </a:lnTo>
                  <a:lnTo>
                    <a:pt x="650798" y="124472"/>
                  </a:lnTo>
                  <a:close/>
                </a:path>
                <a:path w="6064885" h="3378834">
                  <a:moveTo>
                    <a:pt x="733920" y="0"/>
                  </a:moveTo>
                  <a:lnTo>
                    <a:pt x="697941" y="0"/>
                  </a:lnTo>
                  <a:lnTo>
                    <a:pt x="652983" y="50088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62" y="50088"/>
                  </a:lnTo>
                  <a:lnTo>
                    <a:pt x="733920" y="0"/>
                  </a:lnTo>
                  <a:close/>
                </a:path>
                <a:path w="6064885" h="3378834">
                  <a:moveTo>
                    <a:pt x="1091387" y="3057931"/>
                  </a:moveTo>
                  <a:lnTo>
                    <a:pt x="871093" y="2812504"/>
                  </a:lnTo>
                  <a:lnTo>
                    <a:pt x="650798" y="3057931"/>
                  </a:lnTo>
                  <a:lnTo>
                    <a:pt x="871093" y="3303359"/>
                  </a:lnTo>
                  <a:lnTo>
                    <a:pt x="1091387" y="3057931"/>
                  </a:lnTo>
                  <a:close/>
                </a:path>
                <a:path w="6064885" h="3378834">
                  <a:moveTo>
                    <a:pt x="1091387" y="2475725"/>
                  </a:moveTo>
                  <a:lnTo>
                    <a:pt x="871093" y="2230297"/>
                  </a:lnTo>
                  <a:lnTo>
                    <a:pt x="650798" y="2475725"/>
                  </a:lnTo>
                  <a:lnTo>
                    <a:pt x="871093" y="2721152"/>
                  </a:lnTo>
                  <a:lnTo>
                    <a:pt x="1091387" y="2475725"/>
                  </a:lnTo>
                  <a:close/>
                </a:path>
                <a:path w="6064885" h="3378834">
                  <a:moveTo>
                    <a:pt x="1091387" y="1885213"/>
                  </a:moveTo>
                  <a:lnTo>
                    <a:pt x="871093" y="1639785"/>
                  </a:lnTo>
                  <a:lnTo>
                    <a:pt x="650798" y="1885213"/>
                  </a:lnTo>
                  <a:lnTo>
                    <a:pt x="871093" y="2130641"/>
                  </a:lnTo>
                  <a:lnTo>
                    <a:pt x="1091387" y="1885213"/>
                  </a:lnTo>
                  <a:close/>
                </a:path>
                <a:path w="6064885" h="3378834">
                  <a:moveTo>
                    <a:pt x="1091387" y="1303680"/>
                  </a:moveTo>
                  <a:lnTo>
                    <a:pt x="871093" y="1058252"/>
                  </a:lnTo>
                  <a:lnTo>
                    <a:pt x="650798" y="1303680"/>
                  </a:lnTo>
                  <a:lnTo>
                    <a:pt x="871093" y="1549107"/>
                  </a:lnTo>
                  <a:lnTo>
                    <a:pt x="1091387" y="1303680"/>
                  </a:lnTo>
                  <a:close/>
                </a:path>
                <a:path w="6064885" h="3378834">
                  <a:moveTo>
                    <a:pt x="1091387" y="713168"/>
                  </a:moveTo>
                  <a:lnTo>
                    <a:pt x="871093" y="467741"/>
                  </a:lnTo>
                  <a:lnTo>
                    <a:pt x="650798" y="713168"/>
                  </a:lnTo>
                  <a:lnTo>
                    <a:pt x="871093" y="958596"/>
                  </a:lnTo>
                  <a:lnTo>
                    <a:pt x="1091387" y="713168"/>
                  </a:lnTo>
                  <a:close/>
                </a:path>
                <a:path w="6064885" h="3378834">
                  <a:moveTo>
                    <a:pt x="1091387" y="124472"/>
                  </a:moveTo>
                  <a:lnTo>
                    <a:pt x="979665" y="0"/>
                  </a:lnTo>
                  <a:lnTo>
                    <a:pt x="762520" y="0"/>
                  </a:lnTo>
                  <a:lnTo>
                    <a:pt x="650798" y="124472"/>
                  </a:lnTo>
                  <a:lnTo>
                    <a:pt x="871093" y="369900"/>
                  </a:lnTo>
                  <a:lnTo>
                    <a:pt x="1091387" y="124472"/>
                  </a:lnTo>
                  <a:close/>
                </a:path>
                <a:path w="6064885" h="3378834">
                  <a:moveTo>
                    <a:pt x="1174508" y="0"/>
                  </a:moveTo>
                  <a:lnTo>
                    <a:pt x="1138529" y="0"/>
                  </a:lnTo>
                  <a:lnTo>
                    <a:pt x="1093571" y="50088"/>
                  </a:lnTo>
                  <a:lnTo>
                    <a:pt x="1048613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50" y="50088"/>
                  </a:lnTo>
                  <a:lnTo>
                    <a:pt x="1174508" y="0"/>
                  </a:lnTo>
                  <a:close/>
                </a:path>
                <a:path w="6064885" h="3378834">
                  <a:moveTo>
                    <a:pt x="1531975" y="124472"/>
                  </a:moveTo>
                  <a:lnTo>
                    <a:pt x="1420253" y="0"/>
                  </a:lnTo>
                  <a:lnTo>
                    <a:pt x="1203109" y="0"/>
                  </a:lnTo>
                  <a:lnTo>
                    <a:pt x="1091387" y="124472"/>
                  </a:lnTo>
                  <a:lnTo>
                    <a:pt x="1311681" y="369900"/>
                  </a:lnTo>
                  <a:lnTo>
                    <a:pt x="1531975" y="124472"/>
                  </a:lnTo>
                  <a:close/>
                </a:path>
                <a:path w="6064885" h="3378834">
                  <a:moveTo>
                    <a:pt x="1531988" y="3057931"/>
                  </a:moveTo>
                  <a:lnTo>
                    <a:pt x="1311694" y="2812504"/>
                  </a:lnTo>
                  <a:lnTo>
                    <a:pt x="1091399" y="3057931"/>
                  </a:lnTo>
                  <a:lnTo>
                    <a:pt x="1311694" y="3303359"/>
                  </a:lnTo>
                  <a:lnTo>
                    <a:pt x="1531988" y="3057931"/>
                  </a:lnTo>
                  <a:close/>
                </a:path>
                <a:path w="6064885" h="3378834">
                  <a:moveTo>
                    <a:pt x="1531988" y="2475725"/>
                  </a:moveTo>
                  <a:lnTo>
                    <a:pt x="1311694" y="2230297"/>
                  </a:lnTo>
                  <a:lnTo>
                    <a:pt x="1091399" y="2475725"/>
                  </a:lnTo>
                  <a:lnTo>
                    <a:pt x="1311694" y="2721152"/>
                  </a:lnTo>
                  <a:lnTo>
                    <a:pt x="1531988" y="2475725"/>
                  </a:lnTo>
                  <a:close/>
                </a:path>
                <a:path w="6064885" h="3378834">
                  <a:moveTo>
                    <a:pt x="1531988" y="1885213"/>
                  </a:moveTo>
                  <a:lnTo>
                    <a:pt x="1311694" y="1639785"/>
                  </a:lnTo>
                  <a:lnTo>
                    <a:pt x="1091399" y="1885213"/>
                  </a:lnTo>
                  <a:lnTo>
                    <a:pt x="1311694" y="2130641"/>
                  </a:lnTo>
                  <a:lnTo>
                    <a:pt x="1531988" y="1885213"/>
                  </a:lnTo>
                  <a:close/>
                </a:path>
                <a:path w="6064885" h="3378834">
                  <a:moveTo>
                    <a:pt x="1531988" y="1303680"/>
                  </a:moveTo>
                  <a:lnTo>
                    <a:pt x="1311694" y="1058252"/>
                  </a:lnTo>
                  <a:lnTo>
                    <a:pt x="1091399" y="1303680"/>
                  </a:lnTo>
                  <a:lnTo>
                    <a:pt x="1311694" y="1549107"/>
                  </a:lnTo>
                  <a:lnTo>
                    <a:pt x="1531988" y="1303680"/>
                  </a:lnTo>
                  <a:close/>
                </a:path>
                <a:path w="6064885" h="3378834">
                  <a:moveTo>
                    <a:pt x="1531988" y="713168"/>
                  </a:moveTo>
                  <a:lnTo>
                    <a:pt x="1311694" y="467741"/>
                  </a:lnTo>
                  <a:lnTo>
                    <a:pt x="1091399" y="713168"/>
                  </a:lnTo>
                  <a:lnTo>
                    <a:pt x="1311694" y="958596"/>
                  </a:lnTo>
                  <a:lnTo>
                    <a:pt x="1531988" y="713168"/>
                  </a:lnTo>
                  <a:close/>
                </a:path>
                <a:path w="6064885" h="3378834">
                  <a:moveTo>
                    <a:pt x="1615097" y="0"/>
                  </a:moveTo>
                  <a:lnTo>
                    <a:pt x="1579118" y="0"/>
                  </a:lnTo>
                  <a:lnTo>
                    <a:pt x="1534160" y="50088"/>
                  </a:lnTo>
                  <a:lnTo>
                    <a:pt x="1489202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39" y="50088"/>
                  </a:lnTo>
                  <a:lnTo>
                    <a:pt x="1615097" y="0"/>
                  </a:lnTo>
                  <a:close/>
                </a:path>
                <a:path w="6064885" h="3378834">
                  <a:moveTo>
                    <a:pt x="2055685" y="0"/>
                  </a:moveTo>
                  <a:lnTo>
                    <a:pt x="2019706" y="0"/>
                  </a:lnTo>
                  <a:lnTo>
                    <a:pt x="1974761" y="50088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61" y="90170"/>
                  </a:lnTo>
                  <a:lnTo>
                    <a:pt x="2010727" y="50088"/>
                  </a:lnTo>
                  <a:lnTo>
                    <a:pt x="2055685" y="0"/>
                  </a:lnTo>
                  <a:close/>
                </a:path>
                <a:path w="6064885" h="3378834">
                  <a:moveTo>
                    <a:pt x="2413152" y="124472"/>
                  </a:moveTo>
                  <a:lnTo>
                    <a:pt x="2301430" y="0"/>
                  </a:lnTo>
                  <a:lnTo>
                    <a:pt x="2084285" y="0"/>
                  </a:lnTo>
                  <a:lnTo>
                    <a:pt x="1972564" y="124472"/>
                  </a:lnTo>
                  <a:lnTo>
                    <a:pt x="1860854" y="0"/>
                  </a:lnTo>
                  <a:lnTo>
                    <a:pt x="1643710" y="0"/>
                  </a:lnTo>
                  <a:lnTo>
                    <a:pt x="1531988" y="124472"/>
                  </a:lnTo>
                  <a:lnTo>
                    <a:pt x="1752282" y="369900"/>
                  </a:lnTo>
                  <a:lnTo>
                    <a:pt x="1972564" y="124485"/>
                  </a:lnTo>
                  <a:lnTo>
                    <a:pt x="2192858" y="369900"/>
                  </a:lnTo>
                  <a:lnTo>
                    <a:pt x="2413152" y="124472"/>
                  </a:lnTo>
                  <a:close/>
                </a:path>
                <a:path w="6064885" h="3378834">
                  <a:moveTo>
                    <a:pt x="2496274" y="0"/>
                  </a:moveTo>
                  <a:lnTo>
                    <a:pt x="2460294" y="0"/>
                  </a:lnTo>
                  <a:lnTo>
                    <a:pt x="2415336" y="50088"/>
                  </a:lnTo>
                  <a:lnTo>
                    <a:pt x="2370378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88"/>
                  </a:lnTo>
                  <a:lnTo>
                    <a:pt x="2496274" y="0"/>
                  </a:lnTo>
                  <a:close/>
                </a:path>
                <a:path w="6064885" h="3378834">
                  <a:moveTo>
                    <a:pt x="2853728" y="3057931"/>
                  </a:moveTo>
                  <a:lnTo>
                    <a:pt x="2633434" y="2812504"/>
                  </a:lnTo>
                  <a:lnTo>
                    <a:pt x="2413139" y="3057931"/>
                  </a:lnTo>
                  <a:lnTo>
                    <a:pt x="2192858" y="2812504"/>
                  </a:lnTo>
                  <a:lnTo>
                    <a:pt x="1972564" y="3057931"/>
                  </a:lnTo>
                  <a:lnTo>
                    <a:pt x="1752282" y="2812504"/>
                  </a:lnTo>
                  <a:lnTo>
                    <a:pt x="1531988" y="3057931"/>
                  </a:lnTo>
                  <a:lnTo>
                    <a:pt x="1752282" y="3303359"/>
                  </a:lnTo>
                  <a:lnTo>
                    <a:pt x="1972564" y="3057944"/>
                  </a:lnTo>
                  <a:lnTo>
                    <a:pt x="2192858" y="3303359"/>
                  </a:lnTo>
                  <a:lnTo>
                    <a:pt x="2413139" y="3057944"/>
                  </a:lnTo>
                  <a:lnTo>
                    <a:pt x="2633434" y="3303359"/>
                  </a:lnTo>
                  <a:lnTo>
                    <a:pt x="2853728" y="3057931"/>
                  </a:lnTo>
                  <a:close/>
                </a:path>
                <a:path w="6064885" h="3378834">
                  <a:moveTo>
                    <a:pt x="2853728" y="2475725"/>
                  </a:moveTo>
                  <a:lnTo>
                    <a:pt x="2633434" y="2230297"/>
                  </a:lnTo>
                  <a:lnTo>
                    <a:pt x="2413139" y="2475725"/>
                  </a:lnTo>
                  <a:lnTo>
                    <a:pt x="2192858" y="2230297"/>
                  </a:lnTo>
                  <a:lnTo>
                    <a:pt x="1972564" y="2475725"/>
                  </a:lnTo>
                  <a:lnTo>
                    <a:pt x="1752282" y="2230297"/>
                  </a:lnTo>
                  <a:lnTo>
                    <a:pt x="1531988" y="2475725"/>
                  </a:lnTo>
                  <a:lnTo>
                    <a:pt x="1752282" y="2721152"/>
                  </a:lnTo>
                  <a:lnTo>
                    <a:pt x="1972564" y="2475738"/>
                  </a:lnTo>
                  <a:lnTo>
                    <a:pt x="2192858" y="2721152"/>
                  </a:lnTo>
                  <a:lnTo>
                    <a:pt x="2413139" y="2475738"/>
                  </a:lnTo>
                  <a:lnTo>
                    <a:pt x="2633434" y="2721152"/>
                  </a:lnTo>
                  <a:lnTo>
                    <a:pt x="2853728" y="2475725"/>
                  </a:lnTo>
                  <a:close/>
                </a:path>
                <a:path w="6064885" h="3378834">
                  <a:moveTo>
                    <a:pt x="2853728" y="1885213"/>
                  </a:moveTo>
                  <a:lnTo>
                    <a:pt x="2633434" y="1639785"/>
                  </a:lnTo>
                  <a:lnTo>
                    <a:pt x="2413139" y="1885213"/>
                  </a:lnTo>
                  <a:lnTo>
                    <a:pt x="2192858" y="1639785"/>
                  </a:lnTo>
                  <a:lnTo>
                    <a:pt x="1972564" y="1885213"/>
                  </a:lnTo>
                  <a:lnTo>
                    <a:pt x="1752282" y="1639785"/>
                  </a:lnTo>
                  <a:lnTo>
                    <a:pt x="1531988" y="1885213"/>
                  </a:lnTo>
                  <a:lnTo>
                    <a:pt x="1752282" y="2130641"/>
                  </a:lnTo>
                  <a:lnTo>
                    <a:pt x="1972564" y="1885226"/>
                  </a:lnTo>
                  <a:lnTo>
                    <a:pt x="2192858" y="2130641"/>
                  </a:lnTo>
                  <a:lnTo>
                    <a:pt x="2413139" y="1885226"/>
                  </a:lnTo>
                  <a:lnTo>
                    <a:pt x="2633434" y="2130641"/>
                  </a:lnTo>
                  <a:lnTo>
                    <a:pt x="2853728" y="1885213"/>
                  </a:lnTo>
                  <a:close/>
                </a:path>
                <a:path w="6064885" h="3378834">
                  <a:moveTo>
                    <a:pt x="2853728" y="1303680"/>
                  </a:moveTo>
                  <a:lnTo>
                    <a:pt x="2633434" y="1058252"/>
                  </a:lnTo>
                  <a:lnTo>
                    <a:pt x="2413139" y="1303680"/>
                  </a:lnTo>
                  <a:lnTo>
                    <a:pt x="2192858" y="1058252"/>
                  </a:lnTo>
                  <a:lnTo>
                    <a:pt x="1972564" y="1303680"/>
                  </a:lnTo>
                  <a:lnTo>
                    <a:pt x="1752282" y="1058252"/>
                  </a:lnTo>
                  <a:lnTo>
                    <a:pt x="1531988" y="1303680"/>
                  </a:lnTo>
                  <a:lnTo>
                    <a:pt x="1752282" y="1549107"/>
                  </a:lnTo>
                  <a:lnTo>
                    <a:pt x="1972564" y="1303693"/>
                  </a:lnTo>
                  <a:lnTo>
                    <a:pt x="2192858" y="1549107"/>
                  </a:lnTo>
                  <a:lnTo>
                    <a:pt x="2413139" y="1303693"/>
                  </a:lnTo>
                  <a:lnTo>
                    <a:pt x="2633434" y="1549107"/>
                  </a:lnTo>
                  <a:lnTo>
                    <a:pt x="2853728" y="1303680"/>
                  </a:lnTo>
                  <a:close/>
                </a:path>
                <a:path w="6064885" h="3378834">
                  <a:moveTo>
                    <a:pt x="2853728" y="713168"/>
                  </a:moveTo>
                  <a:lnTo>
                    <a:pt x="2633434" y="467741"/>
                  </a:lnTo>
                  <a:lnTo>
                    <a:pt x="2413139" y="713168"/>
                  </a:lnTo>
                  <a:lnTo>
                    <a:pt x="2192858" y="467741"/>
                  </a:lnTo>
                  <a:lnTo>
                    <a:pt x="1972564" y="713168"/>
                  </a:lnTo>
                  <a:lnTo>
                    <a:pt x="1752282" y="467741"/>
                  </a:lnTo>
                  <a:lnTo>
                    <a:pt x="1531988" y="713168"/>
                  </a:lnTo>
                  <a:lnTo>
                    <a:pt x="1752282" y="958596"/>
                  </a:lnTo>
                  <a:lnTo>
                    <a:pt x="1972564" y="713181"/>
                  </a:lnTo>
                  <a:lnTo>
                    <a:pt x="2192858" y="958596"/>
                  </a:lnTo>
                  <a:lnTo>
                    <a:pt x="2413139" y="713181"/>
                  </a:lnTo>
                  <a:lnTo>
                    <a:pt x="2633434" y="958596"/>
                  </a:lnTo>
                  <a:lnTo>
                    <a:pt x="2853728" y="713168"/>
                  </a:lnTo>
                  <a:close/>
                </a:path>
                <a:path w="6064885" h="3378834">
                  <a:moveTo>
                    <a:pt x="2853740" y="124472"/>
                  </a:moveTo>
                  <a:lnTo>
                    <a:pt x="2742019" y="0"/>
                  </a:lnTo>
                  <a:lnTo>
                    <a:pt x="2524874" y="0"/>
                  </a:lnTo>
                  <a:lnTo>
                    <a:pt x="2413152" y="124472"/>
                  </a:lnTo>
                  <a:lnTo>
                    <a:pt x="2633446" y="369900"/>
                  </a:lnTo>
                  <a:lnTo>
                    <a:pt x="2853740" y="124472"/>
                  </a:lnTo>
                  <a:close/>
                </a:path>
                <a:path w="6064885" h="3378834">
                  <a:moveTo>
                    <a:pt x="2936875" y="0"/>
                  </a:moveTo>
                  <a:lnTo>
                    <a:pt x="2900896" y="0"/>
                  </a:lnTo>
                  <a:lnTo>
                    <a:pt x="2855938" y="50088"/>
                  </a:lnTo>
                  <a:lnTo>
                    <a:pt x="2810980" y="0"/>
                  </a:lnTo>
                  <a:lnTo>
                    <a:pt x="2774988" y="0"/>
                  </a:lnTo>
                  <a:lnTo>
                    <a:pt x="2855938" y="90170"/>
                  </a:lnTo>
                  <a:lnTo>
                    <a:pt x="2891917" y="50088"/>
                  </a:lnTo>
                  <a:lnTo>
                    <a:pt x="2936875" y="0"/>
                  </a:lnTo>
                  <a:close/>
                </a:path>
                <a:path w="6064885" h="33788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6064885" h="3378834">
                  <a:moveTo>
                    <a:pt x="2976270" y="2339225"/>
                  </a:moveTo>
                  <a:lnTo>
                    <a:pt x="2853740" y="2475738"/>
                  </a:lnTo>
                  <a:lnTo>
                    <a:pt x="2976270" y="2612250"/>
                  </a:lnTo>
                  <a:lnTo>
                    <a:pt x="2976270" y="2339225"/>
                  </a:lnTo>
                  <a:close/>
                </a:path>
                <a:path w="6064885" h="3378834">
                  <a:moveTo>
                    <a:pt x="2976270" y="1748701"/>
                  </a:moveTo>
                  <a:lnTo>
                    <a:pt x="2853740" y="1885213"/>
                  </a:lnTo>
                  <a:lnTo>
                    <a:pt x="2976270" y="2021725"/>
                  </a:lnTo>
                  <a:lnTo>
                    <a:pt x="2976270" y="1748701"/>
                  </a:lnTo>
                  <a:close/>
                </a:path>
                <a:path w="6064885" h="3378834">
                  <a:moveTo>
                    <a:pt x="2976270" y="1167180"/>
                  </a:moveTo>
                  <a:lnTo>
                    <a:pt x="2853740" y="1303693"/>
                  </a:lnTo>
                  <a:lnTo>
                    <a:pt x="2976270" y="1440205"/>
                  </a:lnTo>
                  <a:lnTo>
                    <a:pt x="2976270" y="1167180"/>
                  </a:lnTo>
                  <a:close/>
                </a:path>
                <a:path w="6064885" h="3378834">
                  <a:moveTo>
                    <a:pt x="2976270" y="576656"/>
                  </a:moveTo>
                  <a:lnTo>
                    <a:pt x="2853740" y="713168"/>
                  </a:lnTo>
                  <a:lnTo>
                    <a:pt x="2976270" y="849680"/>
                  </a:lnTo>
                  <a:lnTo>
                    <a:pt x="2976270" y="576656"/>
                  </a:lnTo>
                  <a:close/>
                </a:path>
                <a:path w="6064885" h="3378834">
                  <a:moveTo>
                    <a:pt x="2976270" y="0"/>
                  </a:moveTo>
                  <a:lnTo>
                    <a:pt x="2965462" y="0"/>
                  </a:lnTo>
                  <a:lnTo>
                    <a:pt x="2853740" y="124472"/>
                  </a:lnTo>
                  <a:lnTo>
                    <a:pt x="2976270" y="260985"/>
                  </a:lnTo>
                  <a:lnTo>
                    <a:pt x="2976270" y="0"/>
                  </a:lnTo>
                  <a:close/>
                </a:path>
                <a:path w="6064885" h="3378834">
                  <a:moveTo>
                    <a:pt x="2976283" y="3229572"/>
                  </a:moveTo>
                  <a:lnTo>
                    <a:pt x="2889834" y="3133255"/>
                  </a:lnTo>
                  <a:lnTo>
                    <a:pt x="2853855" y="3093161"/>
                  </a:lnTo>
                  <a:lnTo>
                    <a:pt x="2633561" y="3338601"/>
                  </a:lnTo>
                  <a:lnTo>
                    <a:pt x="2449233" y="3133255"/>
                  </a:lnTo>
                  <a:lnTo>
                    <a:pt x="2413254" y="3093161"/>
                  </a:lnTo>
                  <a:lnTo>
                    <a:pt x="2192972" y="3338601"/>
                  </a:lnTo>
                  <a:lnTo>
                    <a:pt x="2008657" y="3133255"/>
                  </a:lnTo>
                  <a:lnTo>
                    <a:pt x="1972678" y="3093161"/>
                  </a:lnTo>
                  <a:lnTo>
                    <a:pt x="1752384" y="3338588"/>
                  </a:lnTo>
                  <a:lnTo>
                    <a:pt x="1568081" y="3133255"/>
                  </a:lnTo>
                  <a:lnTo>
                    <a:pt x="1532102" y="3093161"/>
                  </a:lnTo>
                  <a:lnTo>
                    <a:pt x="1311795" y="3338601"/>
                  </a:lnTo>
                  <a:lnTo>
                    <a:pt x="1127480" y="3133255"/>
                  </a:lnTo>
                  <a:lnTo>
                    <a:pt x="1091501" y="3093161"/>
                  </a:lnTo>
                  <a:lnTo>
                    <a:pt x="871207" y="3338601"/>
                  </a:lnTo>
                  <a:lnTo>
                    <a:pt x="686892" y="3133255"/>
                  </a:lnTo>
                  <a:lnTo>
                    <a:pt x="650913" y="3093161"/>
                  </a:lnTo>
                  <a:lnTo>
                    <a:pt x="430606" y="3338601"/>
                  </a:lnTo>
                  <a:lnTo>
                    <a:pt x="246303" y="3133255"/>
                  </a:lnTo>
                  <a:lnTo>
                    <a:pt x="210324" y="3093161"/>
                  </a:lnTo>
                  <a:lnTo>
                    <a:pt x="0" y="3327489"/>
                  </a:lnTo>
                  <a:lnTo>
                    <a:pt x="0" y="3367582"/>
                  </a:lnTo>
                  <a:lnTo>
                    <a:pt x="210324" y="3133255"/>
                  </a:lnTo>
                  <a:lnTo>
                    <a:pt x="430606" y="3378682"/>
                  </a:lnTo>
                  <a:lnTo>
                    <a:pt x="466585" y="3338601"/>
                  </a:lnTo>
                  <a:lnTo>
                    <a:pt x="650913" y="3133255"/>
                  </a:lnTo>
                  <a:lnTo>
                    <a:pt x="871207" y="3378682"/>
                  </a:lnTo>
                  <a:lnTo>
                    <a:pt x="907186" y="3338601"/>
                  </a:lnTo>
                  <a:lnTo>
                    <a:pt x="889190" y="3338601"/>
                  </a:lnTo>
                  <a:lnTo>
                    <a:pt x="907186" y="3338588"/>
                  </a:lnTo>
                  <a:lnTo>
                    <a:pt x="1091501" y="3133255"/>
                  </a:lnTo>
                  <a:lnTo>
                    <a:pt x="1311795" y="3378682"/>
                  </a:lnTo>
                  <a:lnTo>
                    <a:pt x="1347774" y="3338601"/>
                  </a:lnTo>
                  <a:lnTo>
                    <a:pt x="1532102" y="3133255"/>
                  </a:lnTo>
                  <a:lnTo>
                    <a:pt x="1752384" y="3378682"/>
                  </a:lnTo>
                  <a:lnTo>
                    <a:pt x="1788363" y="3338588"/>
                  </a:lnTo>
                  <a:lnTo>
                    <a:pt x="1972678" y="3133255"/>
                  </a:lnTo>
                  <a:lnTo>
                    <a:pt x="2192972" y="3378682"/>
                  </a:lnTo>
                  <a:lnTo>
                    <a:pt x="2228939" y="3338601"/>
                  </a:lnTo>
                  <a:lnTo>
                    <a:pt x="2413254" y="3133255"/>
                  </a:lnTo>
                  <a:lnTo>
                    <a:pt x="2633561" y="3378682"/>
                  </a:lnTo>
                  <a:lnTo>
                    <a:pt x="2669540" y="3338601"/>
                  </a:lnTo>
                  <a:lnTo>
                    <a:pt x="2651544" y="3338601"/>
                  </a:lnTo>
                  <a:lnTo>
                    <a:pt x="2669540" y="3338588"/>
                  </a:lnTo>
                  <a:lnTo>
                    <a:pt x="2853855" y="3133255"/>
                  </a:lnTo>
                  <a:lnTo>
                    <a:pt x="2976283" y="3269653"/>
                  </a:lnTo>
                  <a:lnTo>
                    <a:pt x="2976283" y="3229572"/>
                  </a:lnTo>
                  <a:close/>
                </a:path>
                <a:path w="6064885" h="3378834">
                  <a:moveTo>
                    <a:pt x="2976283" y="2647365"/>
                  </a:moveTo>
                  <a:lnTo>
                    <a:pt x="2889821" y="2551049"/>
                  </a:lnTo>
                  <a:lnTo>
                    <a:pt x="2853855" y="2510967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67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67"/>
                  </a:lnTo>
                  <a:lnTo>
                    <a:pt x="1752384" y="2756395"/>
                  </a:lnTo>
                  <a:lnTo>
                    <a:pt x="1568069" y="2551049"/>
                  </a:lnTo>
                  <a:lnTo>
                    <a:pt x="1532102" y="2510967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67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67"/>
                  </a:lnTo>
                  <a:lnTo>
                    <a:pt x="430606" y="2756395"/>
                  </a:lnTo>
                  <a:lnTo>
                    <a:pt x="246291" y="2551049"/>
                  </a:lnTo>
                  <a:lnTo>
                    <a:pt x="210324" y="2510967"/>
                  </a:lnTo>
                  <a:lnTo>
                    <a:pt x="0" y="2745308"/>
                  </a:lnTo>
                  <a:lnTo>
                    <a:pt x="0" y="2785389"/>
                  </a:lnTo>
                  <a:lnTo>
                    <a:pt x="210324" y="2551049"/>
                  </a:lnTo>
                  <a:lnTo>
                    <a:pt x="430606" y="2796489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89"/>
                  </a:lnTo>
                  <a:lnTo>
                    <a:pt x="907186" y="2756395"/>
                  </a:lnTo>
                  <a:lnTo>
                    <a:pt x="1091501" y="2551049"/>
                  </a:lnTo>
                  <a:lnTo>
                    <a:pt x="1311795" y="2796489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95"/>
                  </a:lnTo>
                  <a:lnTo>
                    <a:pt x="1972678" y="2551049"/>
                  </a:lnTo>
                  <a:lnTo>
                    <a:pt x="2192972" y="2796489"/>
                  </a:lnTo>
                  <a:lnTo>
                    <a:pt x="2228951" y="2756395"/>
                  </a:lnTo>
                  <a:lnTo>
                    <a:pt x="2413254" y="2551049"/>
                  </a:lnTo>
                  <a:lnTo>
                    <a:pt x="2633561" y="2796489"/>
                  </a:lnTo>
                  <a:lnTo>
                    <a:pt x="2669540" y="2756395"/>
                  </a:lnTo>
                  <a:lnTo>
                    <a:pt x="2853855" y="2551049"/>
                  </a:lnTo>
                  <a:lnTo>
                    <a:pt x="2976283" y="2687459"/>
                  </a:lnTo>
                  <a:lnTo>
                    <a:pt x="2976283" y="2647365"/>
                  </a:lnTo>
                  <a:close/>
                </a:path>
                <a:path w="6064885" h="3378834">
                  <a:moveTo>
                    <a:pt x="2976283" y="2056841"/>
                  </a:moveTo>
                  <a:lnTo>
                    <a:pt x="2889821" y="1960524"/>
                  </a:lnTo>
                  <a:lnTo>
                    <a:pt x="2853855" y="1920443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43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43"/>
                  </a:lnTo>
                  <a:lnTo>
                    <a:pt x="1752384" y="2165870"/>
                  </a:lnTo>
                  <a:lnTo>
                    <a:pt x="1568069" y="1960524"/>
                  </a:lnTo>
                  <a:lnTo>
                    <a:pt x="1532102" y="1920443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43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43"/>
                  </a:lnTo>
                  <a:lnTo>
                    <a:pt x="430606" y="2165870"/>
                  </a:lnTo>
                  <a:lnTo>
                    <a:pt x="246291" y="1960524"/>
                  </a:lnTo>
                  <a:lnTo>
                    <a:pt x="210324" y="1920443"/>
                  </a:lnTo>
                  <a:lnTo>
                    <a:pt x="0" y="2154783"/>
                  </a:lnTo>
                  <a:lnTo>
                    <a:pt x="0" y="2194877"/>
                  </a:lnTo>
                  <a:lnTo>
                    <a:pt x="210324" y="1960524"/>
                  </a:lnTo>
                  <a:lnTo>
                    <a:pt x="430606" y="2205964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64"/>
                  </a:lnTo>
                  <a:lnTo>
                    <a:pt x="907186" y="2165870"/>
                  </a:lnTo>
                  <a:lnTo>
                    <a:pt x="1091501" y="1960524"/>
                  </a:lnTo>
                  <a:lnTo>
                    <a:pt x="1311795" y="2205964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64"/>
                  </a:lnTo>
                  <a:lnTo>
                    <a:pt x="1788363" y="2165870"/>
                  </a:lnTo>
                  <a:lnTo>
                    <a:pt x="1972678" y="1960524"/>
                  </a:lnTo>
                  <a:lnTo>
                    <a:pt x="2192972" y="2205964"/>
                  </a:lnTo>
                  <a:lnTo>
                    <a:pt x="2228951" y="2165870"/>
                  </a:lnTo>
                  <a:lnTo>
                    <a:pt x="2413254" y="1960524"/>
                  </a:lnTo>
                  <a:lnTo>
                    <a:pt x="2633561" y="2205964"/>
                  </a:lnTo>
                  <a:lnTo>
                    <a:pt x="2669540" y="2165870"/>
                  </a:lnTo>
                  <a:lnTo>
                    <a:pt x="2853855" y="1960524"/>
                  </a:lnTo>
                  <a:lnTo>
                    <a:pt x="2976283" y="2096935"/>
                  </a:lnTo>
                  <a:lnTo>
                    <a:pt x="2976283" y="2056841"/>
                  </a:lnTo>
                  <a:close/>
                </a:path>
                <a:path w="6064885" h="3378834">
                  <a:moveTo>
                    <a:pt x="2976283" y="1475320"/>
                  </a:moveTo>
                  <a:lnTo>
                    <a:pt x="2889821" y="1379004"/>
                  </a:lnTo>
                  <a:lnTo>
                    <a:pt x="2853855" y="1338922"/>
                  </a:lnTo>
                  <a:lnTo>
                    <a:pt x="2633561" y="1584350"/>
                  </a:lnTo>
                  <a:lnTo>
                    <a:pt x="2449233" y="1379004"/>
                  </a:lnTo>
                  <a:lnTo>
                    <a:pt x="2413254" y="1338922"/>
                  </a:lnTo>
                  <a:lnTo>
                    <a:pt x="2192972" y="1584350"/>
                  </a:lnTo>
                  <a:lnTo>
                    <a:pt x="2008657" y="1379004"/>
                  </a:lnTo>
                  <a:lnTo>
                    <a:pt x="1972678" y="1338922"/>
                  </a:lnTo>
                  <a:lnTo>
                    <a:pt x="1752384" y="1584350"/>
                  </a:lnTo>
                  <a:lnTo>
                    <a:pt x="1568069" y="1379004"/>
                  </a:lnTo>
                  <a:lnTo>
                    <a:pt x="1532102" y="1338922"/>
                  </a:lnTo>
                  <a:lnTo>
                    <a:pt x="1311795" y="1584350"/>
                  </a:lnTo>
                  <a:lnTo>
                    <a:pt x="1127480" y="1379004"/>
                  </a:lnTo>
                  <a:lnTo>
                    <a:pt x="1091501" y="1338922"/>
                  </a:lnTo>
                  <a:lnTo>
                    <a:pt x="871207" y="1584350"/>
                  </a:lnTo>
                  <a:lnTo>
                    <a:pt x="686892" y="1379004"/>
                  </a:lnTo>
                  <a:lnTo>
                    <a:pt x="650913" y="1338922"/>
                  </a:lnTo>
                  <a:lnTo>
                    <a:pt x="430606" y="1584350"/>
                  </a:lnTo>
                  <a:lnTo>
                    <a:pt x="246291" y="1379004"/>
                  </a:lnTo>
                  <a:lnTo>
                    <a:pt x="210324" y="1338922"/>
                  </a:lnTo>
                  <a:lnTo>
                    <a:pt x="0" y="1573263"/>
                  </a:lnTo>
                  <a:lnTo>
                    <a:pt x="0" y="1613344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85" y="1584350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50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74" y="1584350"/>
                  </a:lnTo>
                  <a:lnTo>
                    <a:pt x="1532102" y="1379004"/>
                  </a:lnTo>
                  <a:lnTo>
                    <a:pt x="1752384" y="1624431"/>
                  </a:lnTo>
                  <a:lnTo>
                    <a:pt x="1788363" y="1584350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39" y="1584350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50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20"/>
                  </a:lnTo>
                  <a:close/>
                </a:path>
                <a:path w="6064885" h="3378834">
                  <a:moveTo>
                    <a:pt x="2976283" y="884809"/>
                  </a:moveTo>
                  <a:lnTo>
                    <a:pt x="2889821" y="788492"/>
                  </a:lnTo>
                  <a:lnTo>
                    <a:pt x="2853855" y="748411"/>
                  </a:lnTo>
                  <a:lnTo>
                    <a:pt x="2633561" y="993838"/>
                  </a:lnTo>
                  <a:lnTo>
                    <a:pt x="2449233" y="788492"/>
                  </a:lnTo>
                  <a:lnTo>
                    <a:pt x="2413254" y="748411"/>
                  </a:lnTo>
                  <a:lnTo>
                    <a:pt x="2192972" y="993838"/>
                  </a:lnTo>
                  <a:lnTo>
                    <a:pt x="2008657" y="788492"/>
                  </a:lnTo>
                  <a:lnTo>
                    <a:pt x="1972678" y="748411"/>
                  </a:lnTo>
                  <a:lnTo>
                    <a:pt x="1752384" y="993838"/>
                  </a:lnTo>
                  <a:lnTo>
                    <a:pt x="1568069" y="788492"/>
                  </a:lnTo>
                  <a:lnTo>
                    <a:pt x="1532102" y="748411"/>
                  </a:lnTo>
                  <a:lnTo>
                    <a:pt x="1311795" y="993838"/>
                  </a:lnTo>
                  <a:lnTo>
                    <a:pt x="1127480" y="788492"/>
                  </a:lnTo>
                  <a:lnTo>
                    <a:pt x="1091501" y="748411"/>
                  </a:lnTo>
                  <a:lnTo>
                    <a:pt x="871207" y="993838"/>
                  </a:lnTo>
                  <a:lnTo>
                    <a:pt x="686892" y="788492"/>
                  </a:lnTo>
                  <a:lnTo>
                    <a:pt x="650913" y="748411"/>
                  </a:lnTo>
                  <a:lnTo>
                    <a:pt x="430606" y="993838"/>
                  </a:lnTo>
                  <a:lnTo>
                    <a:pt x="246291" y="788492"/>
                  </a:lnTo>
                  <a:lnTo>
                    <a:pt x="210324" y="748411"/>
                  </a:lnTo>
                  <a:lnTo>
                    <a:pt x="0" y="982738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32"/>
                  </a:lnTo>
                  <a:lnTo>
                    <a:pt x="466585" y="993838"/>
                  </a:lnTo>
                  <a:lnTo>
                    <a:pt x="650913" y="788492"/>
                  </a:lnTo>
                  <a:lnTo>
                    <a:pt x="871207" y="1033932"/>
                  </a:lnTo>
                  <a:lnTo>
                    <a:pt x="907186" y="993838"/>
                  </a:lnTo>
                  <a:lnTo>
                    <a:pt x="1091501" y="788492"/>
                  </a:lnTo>
                  <a:lnTo>
                    <a:pt x="1311795" y="1033932"/>
                  </a:lnTo>
                  <a:lnTo>
                    <a:pt x="1347774" y="993838"/>
                  </a:lnTo>
                  <a:lnTo>
                    <a:pt x="1532102" y="788492"/>
                  </a:lnTo>
                  <a:lnTo>
                    <a:pt x="1752384" y="1033919"/>
                  </a:lnTo>
                  <a:lnTo>
                    <a:pt x="1788363" y="993838"/>
                  </a:lnTo>
                  <a:lnTo>
                    <a:pt x="1972678" y="788492"/>
                  </a:lnTo>
                  <a:lnTo>
                    <a:pt x="2192972" y="1033932"/>
                  </a:lnTo>
                  <a:lnTo>
                    <a:pt x="2228951" y="993838"/>
                  </a:lnTo>
                  <a:lnTo>
                    <a:pt x="2413254" y="788492"/>
                  </a:lnTo>
                  <a:lnTo>
                    <a:pt x="2633561" y="1033932"/>
                  </a:lnTo>
                  <a:lnTo>
                    <a:pt x="2669540" y="993838"/>
                  </a:lnTo>
                  <a:lnTo>
                    <a:pt x="2853855" y="788492"/>
                  </a:lnTo>
                  <a:lnTo>
                    <a:pt x="2976283" y="924902"/>
                  </a:lnTo>
                  <a:lnTo>
                    <a:pt x="2976283" y="884809"/>
                  </a:lnTo>
                  <a:close/>
                </a:path>
                <a:path w="6064885" h="3378834">
                  <a:moveTo>
                    <a:pt x="2976283" y="296113"/>
                  </a:moveTo>
                  <a:lnTo>
                    <a:pt x="2889821" y="199796"/>
                  </a:lnTo>
                  <a:lnTo>
                    <a:pt x="2853855" y="159715"/>
                  </a:lnTo>
                  <a:lnTo>
                    <a:pt x="2633561" y="405142"/>
                  </a:lnTo>
                  <a:lnTo>
                    <a:pt x="2449233" y="199796"/>
                  </a:lnTo>
                  <a:lnTo>
                    <a:pt x="2413254" y="159715"/>
                  </a:lnTo>
                  <a:lnTo>
                    <a:pt x="2192972" y="405142"/>
                  </a:lnTo>
                  <a:lnTo>
                    <a:pt x="2008657" y="199796"/>
                  </a:lnTo>
                  <a:lnTo>
                    <a:pt x="1972678" y="159715"/>
                  </a:lnTo>
                  <a:lnTo>
                    <a:pt x="1752384" y="405142"/>
                  </a:lnTo>
                  <a:lnTo>
                    <a:pt x="1568069" y="199796"/>
                  </a:lnTo>
                  <a:lnTo>
                    <a:pt x="1532102" y="159715"/>
                  </a:lnTo>
                  <a:lnTo>
                    <a:pt x="1311795" y="405142"/>
                  </a:lnTo>
                  <a:lnTo>
                    <a:pt x="1127480" y="199796"/>
                  </a:lnTo>
                  <a:lnTo>
                    <a:pt x="1091501" y="159715"/>
                  </a:lnTo>
                  <a:lnTo>
                    <a:pt x="871207" y="405142"/>
                  </a:lnTo>
                  <a:lnTo>
                    <a:pt x="686892" y="199796"/>
                  </a:lnTo>
                  <a:lnTo>
                    <a:pt x="650913" y="159715"/>
                  </a:lnTo>
                  <a:lnTo>
                    <a:pt x="430606" y="405142"/>
                  </a:lnTo>
                  <a:lnTo>
                    <a:pt x="246291" y="199796"/>
                  </a:lnTo>
                  <a:lnTo>
                    <a:pt x="210324" y="159715"/>
                  </a:lnTo>
                  <a:lnTo>
                    <a:pt x="0" y="394055"/>
                  </a:lnTo>
                  <a:lnTo>
                    <a:pt x="0" y="434136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85" y="405142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42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74" y="405142"/>
                  </a:lnTo>
                  <a:lnTo>
                    <a:pt x="1532102" y="199796"/>
                  </a:lnTo>
                  <a:lnTo>
                    <a:pt x="1752384" y="445223"/>
                  </a:lnTo>
                  <a:lnTo>
                    <a:pt x="1788363" y="405142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39" y="405142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42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13"/>
                  </a:lnTo>
                  <a:close/>
                </a:path>
                <a:path w="6064885" h="3378834">
                  <a:moveTo>
                    <a:pt x="3105645" y="124472"/>
                  </a:moveTo>
                  <a:lnTo>
                    <a:pt x="2993923" y="0"/>
                  </a:lnTo>
                  <a:lnTo>
                    <a:pt x="2983128" y="0"/>
                  </a:lnTo>
                  <a:lnTo>
                    <a:pt x="2983128" y="260972"/>
                  </a:lnTo>
                  <a:lnTo>
                    <a:pt x="3105645" y="124472"/>
                  </a:lnTo>
                  <a:close/>
                </a:path>
                <a:path w="6064885" h="3378834">
                  <a:moveTo>
                    <a:pt x="3546246" y="713168"/>
                  </a:moveTo>
                  <a:lnTo>
                    <a:pt x="3325952" y="467741"/>
                  </a:lnTo>
                  <a:lnTo>
                    <a:pt x="3105658" y="713168"/>
                  </a:lnTo>
                  <a:lnTo>
                    <a:pt x="3325952" y="958596"/>
                  </a:lnTo>
                  <a:lnTo>
                    <a:pt x="3546246" y="713168"/>
                  </a:lnTo>
                  <a:close/>
                </a:path>
                <a:path w="6064885" h="3378834">
                  <a:moveTo>
                    <a:pt x="3546246" y="124472"/>
                  </a:moveTo>
                  <a:lnTo>
                    <a:pt x="3434524" y="0"/>
                  </a:lnTo>
                  <a:lnTo>
                    <a:pt x="3217380" y="0"/>
                  </a:lnTo>
                  <a:lnTo>
                    <a:pt x="3105658" y="124472"/>
                  </a:lnTo>
                  <a:lnTo>
                    <a:pt x="3325952" y="369900"/>
                  </a:lnTo>
                  <a:lnTo>
                    <a:pt x="3546246" y="124472"/>
                  </a:lnTo>
                  <a:close/>
                </a:path>
                <a:path w="6064885" h="3378834">
                  <a:moveTo>
                    <a:pt x="4427410" y="713168"/>
                  </a:moveTo>
                  <a:lnTo>
                    <a:pt x="4207116" y="467741"/>
                  </a:lnTo>
                  <a:lnTo>
                    <a:pt x="3986822" y="713168"/>
                  </a:lnTo>
                  <a:lnTo>
                    <a:pt x="3766540" y="467741"/>
                  </a:lnTo>
                  <a:lnTo>
                    <a:pt x="3546246" y="713168"/>
                  </a:lnTo>
                  <a:lnTo>
                    <a:pt x="3766540" y="958596"/>
                  </a:lnTo>
                  <a:lnTo>
                    <a:pt x="3986822" y="713181"/>
                  </a:lnTo>
                  <a:lnTo>
                    <a:pt x="4207116" y="958596"/>
                  </a:lnTo>
                  <a:lnTo>
                    <a:pt x="4427410" y="713168"/>
                  </a:lnTo>
                  <a:close/>
                </a:path>
                <a:path w="6064885" h="3378834">
                  <a:moveTo>
                    <a:pt x="4427410" y="124472"/>
                  </a:moveTo>
                  <a:lnTo>
                    <a:pt x="4315688" y="0"/>
                  </a:lnTo>
                  <a:lnTo>
                    <a:pt x="4098544" y="0"/>
                  </a:lnTo>
                  <a:lnTo>
                    <a:pt x="3986822" y="124472"/>
                  </a:lnTo>
                  <a:lnTo>
                    <a:pt x="3875113" y="0"/>
                  </a:lnTo>
                  <a:lnTo>
                    <a:pt x="3657968" y="0"/>
                  </a:lnTo>
                  <a:lnTo>
                    <a:pt x="3546246" y="124472"/>
                  </a:lnTo>
                  <a:lnTo>
                    <a:pt x="3766540" y="369900"/>
                  </a:lnTo>
                  <a:lnTo>
                    <a:pt x="3986822" y="124485"/>
                  </a:lnTo>
                  <a:lnTo>
                    <a:pt x="4207116" y="369900"/>
                  </a:lnTo>
                  <a:lnTo>
                    <a:pt x="4427410" y="124472"/>
                  </a:lnTo>
                  <a:close/>
                </a:path>
                <a:path w="6064885" h="3378834">
                  <a:moveTo>
                    <a:pt x="4867999" y="713168"/>
                  </a:moveTo>
                  <a:lnTo>
                    <a:pt x="4647704" y="467741"/>
                  </a:lnTo>
                  <a:lnTo>
                    <a:pt x="4427410" y="713168"/>
                  </a:lnTo>
                  <a:lnTo>
                    <a:pt x="4647704" y="958596"/>
                  </a:lnTo>
                  <a:lnTo>
                    <a:pt x="4867999" y="713168"/>
                  </a:lnTo>
                  <a:close/>
                </a:path>
                <a:path w="6064885" h="3378834">
                  <a:moveTo>
                    <a:pt x="4867999" y="124472"/>
                  </a:moveTo>
                  <a:lnTo>
                    <a:pt x="4756277" y="0"/>
                  </a:lnTo>
                  <a:lnTo>
                    <a:pt x="4539132" y="0"/>
                  </a:lnTo>
                  <a:lnTo>
                    <a:pt x="4427410" y="124472"/>
                  </a:lnTo>
                  <a:lnTo>
                    <a:pt x="4647704" y="369900"/>
                  </a:lnTo>
                  <a:lnTo>
                    <a:pt x="4867999" y="124472"/>
                  </a:lnTo>
                  <a:close/>
                </a:path>
                <a:path w="6064885" h="3378834">
                  <a:moveTo>
                    <a:pt x="6064339" y="299313"/>
                  </a:moveTo>
                  <a:lnTo>
                    <a:pt x="5969343" y="405142"/>
                  </a:lnTo>
                  <a:lnTo>
                    <a:pt x="5749074" y="159715"/>
                  </a:lnTo>
                  <a:lnTo>
                    <a:pt x="5528780" y="405142"/>
                  </a:lnTo>
                  <a:lnTo>
                    <a:pt x="5308485" y="159715"/>
                  </a:lnTo>
                  <a:lnTo>
                    <a:pt x="5088191" y="405142"/>
                  </a:lnTo>
                  <a:lnTo>
                    <a:pt x="4867884" y="159715"/>
                  </a:lnTo>
                  <a:lnTo>
                    <a:pt x="4647590" y="405142"/>
                  </a:lnTo>
                  <a:lnTo>
                    <a:pt x="4427296" y="159715"/>
                  </a:lnTo>
                  <a:lnTo>
                    <a:pt x="4207002" y="405142"/>
                  </a:lnTo>
                  <a:lnTo>
                    <a:pt x="3986720" y="159715"/>
                  </a:lnTo>
                  <a:lnTo>
                    <a:pt x="3766439" y="405142"/>
                  </a:lnTo>
                  <a:lnTo>
                    <a:pt x="3546132" y="159715"/>
                  </a:lnTo>
                  <a:lnTo>
                    <a:pt x="3325825" y="405142"/>
                  </a:lnTo>
                  <a:lnTo>
                    <a:pt x="3105543" y="159715"/>
                  </a:lnTo>
                  <a:lnTo>
                    <a:pt x="2983128" y="296100"/>
                  </a:lnTo>
                  <a:lnTo>
                    <a:pt x="2983128" y="336181"/>
                  </a:lnTo>
                  <a:lnTo>
                    <a:pt x="3105543" y="199796"/>
                  </a:lnTo>
                  <a:lnTo>
                    <a:pt x="3325825" y="445223"/>
                  </a:lnTo>
                  <a:lnTo>
                    <a:pt x="3546132" y="199796"/>
                  </a:lnTo>
                  <a:lnTo>
                    <a:pt x="3766439" y="445223"/>
                  </a:lnTo>
                  <a:lnTo>
                    <a:pt x="3986720" y="199796"/>
                  </a:lnTo>
                  <a:lnTo>
                    <a:pt x="4207002" y="445223"/>
                  </a:lnTo>
                  <a:lnTo>
                    <a:pt x="4427296" y="199796"/>
                  </a:lnTo>
                  <a:lnTo>
                    <a:pt x="4647590" y="445223"/>
                  </a:lnTo>
                  <a:lnTo>
                    <a:pt x="4867884" y="199796"/>
                  </a:lnTo>
                  <a:lnTo>
                    <a:pt x="5088191" y="445223"/>
                  </a:lnTo>
                  <a:lnTo>
                    <a:pt x="5308485" y="199796"/>
                  </a:lnTo>
                  <a:lnTo>
                    <a:pt x="5528780" y="445223"/>
                  </a:lnTo>
                  <a:lnTo>
                    <a:pt x="5749074" y="199796"/>
                  </a:lnTo>
                  <a:lnTo>
                    <a:pt x="5969343" y="445223"/>
                  </a:lnTo>
                  <a:lnTo>
                    <a:pt x="6064339" y="339394"/>
                  </a:lnTo>
                  <a:lnTo>
                    <a:pt x="6064339" y="299313"/>
                  </a:lnTo>
                  <a:close/>
                </a:path>
                <a:path w="6064885" h="3378834">
                  <a:moveTo>
                    <a:pt x="6064351" y="573455"/>
                  </a:moveTo>
                  <a:lnTo>
                    <a:pt x="5969457" y="467728"/>
                  </a:lnTo>
                  <a:lnTo>
                    <a:pt x="5749163" y="713168"/>
                  </a:lnTo>
                  <a:lnTo>
                    <a:pt x="5528881" y="467741"/>
                  </a:lnTo>
                  <a:lnTo>
                    <a:pt x="5308587" y="713168"/>
                  </a:lnTo>
                  <a:lnTo>
                    <a:pt x="5088306" y="467741"/>
                  </a:lnTo>
                  <a:lnTo>
                    <a:pt x="4868011" y="713168"/>
                  </a:lnTo>
                  <a:lnTo>
                    <a:pt x="5088306" y="958596"/>
                  </a:lnTo>
                  <a:lnTo>
                    <a:pt x="5308587" y="713181"/>
                  </a:lnTo>
                  <a:lnTo>
                    <a:pt x="5528881" y="958596"/>
                  </a:lnTo>
                  <a:lnTo>
                    <a:pt x="5749163" y="713181"/>
                  </a:lnTo>
                  <a:lnTo>
                    <a:pt x="5969457" y="958596"/>
                  </a:lnTo>
                  <a:lnTo>
                    <a:pt x="6064351" y="852868"/>
                  </a:lnTo>
                  <a:lnTo>
                    <a:pt x="6064351" y="573455"/>
                  </a:lnTo>
                  <a:close/>
                </a:path>
                <a:path w="6064885" h="3378834">
                  <a:moveTo>
                    <a:pt x="6064351" y="0"/>
                  </a:moveTo>
                  <a:lnTo>
                    <a:pt x="5860885" y="0"/>
                  </a:lnTo>
                  <a:lnTo>
                    <a:pt x="5749163" y="124472"/>
                  </a:lnTo>
                  <a:lnTo>
                    <a:pt x="5637454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196891" y="0"/>
                  </a:lnTo>
                  <a:lnTo>
                    <a:pt x="4979746" y="0"/>
                  </a:lnTo>
                  <a:lnTo>
                    <a:pt x="4868024" y="124472"/>
                  </a:lnTo>
                  <a:lnTo>
                    <a:pt x="5088318" y="369900"/>
                  </a:lnTo>
                  <a:lnTo>
                    <a:pt x="5308600" y="124498"/>
                  </a:lnTo>
                  <a:lnTo>
                    <a:pt x="5528881" y="369900"/>
                  </a:lnTo>
                  <a:lnTo>
                    <a:pt x="5749163" y="124485"/>
                  </a:lnTo>
                  <a:lnTo>
                    <a:pt x="5969457" y="369900"/>
                  </a:lnTo>
                  <a:lnTo>
                    <a:pt x="6064351" y="264172"/>
                  </a:lnTo>
                  <a:lnTo>
                    <a:pt x="6064351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4" name="object 4"/>
            <p:cNvSpPr/>
            <p:nvPr/>
          </p:nvSpPr>
          <p:spPr>
            <a:xfrm>
              <a:off x="2983128" y="3435210"/>
              <a:ext cx="6187440" cy="3378835"/>
            </a:xfrm>
            <a:custGeom>
              <a:avLst/>
              <a:gdLst/>
              <a:ahLst/>
              <a:cxnLst/>
              <a:rect l="l" t="t" r="r" b="b"/>
              <a:pathLst>
                <a:path w="6187440" h="3378834">
                  <a:moveTo>
                    <a:pt x="122516" y="3057931"/>
                  </a:moveTo>
                  <a:lnTo>
                    <a:pt x="0" y="2921431"/>
                  </a:lnTo>
                  <a:lnTo>
                    <a:pt x="0" y="3194431"/>
                  </a:lnTo>
                  <a:lnTo>
                    <a:pt x="122516" y="3057931"/>
                  </a:lnTo>
                  <a:close/>
                </a:path>
                <a:path w="6187440" h="3378834">
                  <a:moveTo>
                    <a:pt x="122516" y="2475725"/>
                  </a:moveTo>
                  <a:lnTo>
                    <a:pt x="0" y="2339225"/>
                  </a:lnTo>
                  <a:lnTo>
                    <a:pt x="0" y="2612225"/>
                  </a:lnTo>
                  <a:lnTo>
                    <a:pt x="122516" y="2475725"/>
                  </a:lnTo>
                  <a:close/>
                </a:path>
                <a:path w="6187440" h="3378834">
                  <a:moveTo>
                    <a:pt x="122516" y="1885213"/>
                  </a:moveTo>
                  <a:lnTo>
                    <a:pt x="0" y="1748713"/>
                  </a:lnTo>
                  <a:lnTo>
                    <a:pt x="0" y="2021713"/>
                  </a:lnTo>
                  <a:lnTo>
                    <a:pt x="122516" y="1885213"/>
                  </a:lnTo>
                  <a:close/>
                </a:path>
                <a:path w="6187440" h="3378834">
                  <a:moveTo>
                    <a:pt x="122516" y="1303693"/>
                  </a:moveTo>
                  <a:lnTo>
                    <a:pt x="0" y="1167193"/>
                  </a:lnTo>
                  <a:lnTo>
                    <a:pt x="0" y="1440192"/>
                  </a:lnTo>
                  <a:lnTo>
                    <a:pt x="122516" y="1303693"/>
                  </a:lnTo>
                  <a:close/>
                </a:path>
                <a:path w="6187440" h="3378834">
                  <a:moveTo>
                    <a:pt x="122516" y="713168"/>
                  </a:moveTo>
                  <a:lnTo>
                    <a:pt x="0" y="576668"/>
                  </a:lnTo>
                  <a:lnTo>
                    <a:pt x="0" y="849668"/>
                  </a:lnTo>
                  <a:lnTo>
                    <a:pt x="122516" y="713168"/>
                  </a:lnTo>
                  <a:close/>
                </a:path>
                <a:path w="6187440" h="3378834">
                  <a:moveTo>
                    <a:pt x="201269" y="0"/>
                  </a:moveTo>
                  <a:lnTo>
                    <a:pt x="165290" y="0"/>
                  </a:lnTo>
                  <a:lnTo>
                    <a:pt x="120332" y="50088"/>
                  </a:lnTo>
                  <a:lnTo>
                    <a:pt x="75374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11" y="50088"/>
                  </a:lnTo>
                  <a:lnTo>
                    <a:pt x="201269" y="0"/>
                  </a:lnTo>
                  <a:close/>
                </a:path>
                <a:path w="6187440" h="3378834">
                  <a:moveTo>
                    <a:pt x="563118" y="3057931"/>
                  </a:moveTo>
                  <a:lnTo>
                    <a:pt x="342823" y="2812504"/>
                  </a:lnTo>
                  <a:lnTo>
                    <a:pt x="122529" y="3057931"/>
                  </a:lnTo>
                  <a:lnTo>
                    <a:pt x="342823" y="3303359"/>
                  </a:lnTo>
                  <a:lnTo>
                    <a:pt x="563118" y="3057931"/>
                  </a:lnTo>
                  <a:close/>
                </a:path>
                <a:path w="6187440" h="3378834">
                  <a:moveTo>
                    <a:pt x="563118" y="2475725"/>
                  </a:moveTo>
                  <a:lnTo>
                    <a:pt x="342823" y="2230297"/>
                  </a:lnTo>
                  <a:lnTo>
                    <a:pt x="122529" y="2475725"/>
                  </a:lnTo>
                  <a:lnTo>
                    <a:pt x="342823" y="2721152"/>
                  </a:lnTo>
                  <a:lnTo>
                    <a:pt x="563118" y="2475725"/>
                  </a:lnTo>
                  <a:close/>
                </a:path>
                <a:path w="6187440" h="3378834">
                  <a:moveTo>
                    <a:pt x="563118" y="1885213"/>
                  </a:moveTo>
                  <a:lnTo>
                    <a:pt x="342823" y="1639785"/>
                  </a:lnTo>
                  <a:lnTo>
                    <a:pt x="122529" y="1885213"/>
                  </a:lnTo>
                  <a:lnTo>
                    <a:pt x="342823" y="2130641"/>
                  </a:lnTo>
                  <a:lnTo>
                    <a:pt x="563118" y="1885213"/>
                  </a:lnTo>
                  <a:close/>
                </a:path>
                <a:path w="6187440" h="3378834">
                  <a:moveTo>
                    <a:pt x="563118" y="1303680"/>
                  </a:moveTo>
                  <a:lnTo>
                    <a:pt x="342823" y="1058252"/>
                  </a:lnTo>
                  <a:lnTo>
                    <a:pt x="122529" y="1303680"/>
                  </a:lnTo>
                  <a:lnTo>
                    <a:pt x="342823" y="1549107"/>
                  </a:lnTo>
                  <a:lnTo>
                    <a:pt x="563118" y="1303680"/>
                  </a:lnTo>
                  <a:close/>
                </a:path>
                <a:path w="6187440" h="3378834">
                  <a:moveTo>
                    <a:pt x="563118" y="713168"/>
                  </a:moveTo>
                  <a:lnTo>
                    <a:pt x="342823" y="467741"/>
                  </a:lnTo>
                  <a:lnTo>
                    <a:pt x="122529" y="713168"/>
                  </a:lnTo>
                  <a:lnTo>
                    <a:pt x="342823" y="958596"/>
                  </a:lnTo>
                  <a:lnTo>
                    <a:pt x="563118" y="713168"/>
                  </a:lnTo>
                  <a:close/>
                </a:path>
                <a:path w="6187440" h="3378834">
                  <a:moveTo>
                    <a:pt x="641858" y="0"/>
                  </a:moveTo>
                  <a:lnTo>
                    <a:pt x="605878" y="0"/>
                  </a:lnTo>
                  <a:lnTo>
                    <a:pt x="560920" y="50088"/>
                  </a:lnTo>
                  <a:lnTo>
                    <a:pt x="515962" y="0"/>
                  </a:lnTo>
                  <a:lnTo>
                    <a:pt x="479983" y="0"/>
                  </a:lnTo>
                  <a:lnTo>
                    <a:pt x="560920" y="90170"/>
                  </a:lnTo>
                  <a:lnTo>
                    <a:pt x="596900" y="50088"/>
                  </a:lnTo>
                  <a:lnTo>
                    <a:pt x="641858" y="0"/>
                  </a:lnTo>
                  <a:close/>
                </a:path>
                <a:path w="6187440" h="3378834">
                  <a:moveTo>
                    <a:pt x="1082446" y="0"/>
                  </a:moveTo>
                  <a:lnTo>
                    <a:pt x="1046467" y="0"/>
                  </a:lnTo>
                  <a:lnTo>
                    <a:pt x="1001509" y="50088"/>
                  </a:lnTo>
                  <a:lnTo>
                    <a:pt x="956551" y="0"/>
                  </a:lnTo>
                  <a:lnTo>
                    <a:pt x="920572" y="0"/>
                  </a:lnTo>
                  <a:lnTo>
                    <a:pt x="1001509" y="90170"/>
                  </a:lnTo>
                  <a:lnTo>
                    <a:pt x="1037488" y="50088"/>
                  </a:lnTo>
                  <a:lnTo>
                    <a:pt x="1082446" y="0"/>
                  </a:lnTo>
                  <a:close/>
                </a:path>
                <a:path w="6187440" h="3378834">
                  <a:moveTo>
                    <a:pt x="1444282" y="3057931"/>
                  </a:moveTo>
                  <a:lnTo>
                    <a:pt x="1223987" y="2812504"/>
                  </a:lnTo>
                  <a:lnTo>
                    <a:pt x="1003693" y="3057931"/>
                  </a:lnTo>
                  <a:lnTo>
                    <a:pt x="783412" y="2812504"/>
                  </a:lnTo>
                  <a:lnTo>
                    <a:pt x="563118" y="3057931"/>
                  </a:lnTo>
                  <a:lnTo>
                    <a:pt x="783412" y="3303359"/>
                  </a:lnTo>
                  <a:lnTo>
                    <a:pt x="1003693" y="3057944"/>
                  </a:lnTo>
                  <a:lnTo>
                    <a:pt x="1223987" y="3303359"/>
                  </a:lnTo>
                  <a:lnTo>
                    <a:pt x="1444282" y="3057931"/>
                  </a:lnTo>
                  <a:close/>
                </a:path>
                <a:path w="6187440" h="3378834">
                  <a:moveTo>
                    <a:pt x="1444282" y="2475725"/>
                  </a:moveTo>
                  <a:lnTo>
                    <a:pt x="1223987" y="2230297"/>
                  </a:lnTo>
                  <a:lnTo>
                    <a:pt x="1003693" y="2475725"/>
                  </a:lnTo>
                  <a:lnTo>
                    <a:pt x="783412" y="2230297"/>
                  </a:lnTo>
                  <a:lnTo>
                    <a:pt x="563118" y="2475725"/>
                  </a:lnTo>
                  <a:lnTo>
                    <a:pt x="783412" y="2721152"/>
                  </a:lnTo>
                  <a:lnTo>
                    <a:pt x="1003693" y="2475738"/>
                  </a:lnTo>
                  <a:lnTo>
                    <a:pt x="1223987" y="2721152"/>
                  </a:lnTo>
                  <a:lnTo>
                    <a:pt x="1444282" y="2475725"/>
                  </a:lnTo>
                  <a:close/>
                </a:path>
                <a:path w="6187440" h="3378834">
                  <a:moveTo>
                    <a:pt x="1444282" y="1885213"/>
                  </a:moveTo>
                  <a:lnTo>
                    <a:pt x="1223987" y="1639785"/>
                  </a:lnTo>
                  <a:lnTo>
                    <a:pt x="1003693" y="1885213"/>
                  </a:lnTo>
                  <a:lnTo>
                    <a:pt x="783412" y="1639785"/>
                  </a:lnTo>
                  <a:lnTo>
                    <a:pt x="563118" y="1885213"/>
                  </a:lnTo>
                  <a:lnTo>
                    <a:pt x="783412" y="2130641"/>
                  </a:lnTo>
                  <a:lnTo>
                    <a:pt x="1003693" y="1885226"/>
                  </a:lnTo>
                  <a:lnTo>
                    <a:pt x="1223987" y="2130641"/>
                  </a:lnTo>
                  <a:lnTo>
                    <a:pt x="1444282" y="1885213"/>
                  </a:lnTo>
                  <a:close/>
                </a:path>
                <a:path w="6187440" h="3378834">
                  <a:moveTo>
                    <a:pt x="1444282" y="1303680"/>
                  </a:moveTo>
                  <a:lnTo>
                    <a:pt x="1223987" y="1058252"/>
                  </a:lnTo>
                  <a:lnTo>
                    <a:pt x="1003693" y="1303680"/>
                  </a:lnTo>
                  <a:lnTo>
                    <a:pt x="783412" y="1058252"/>
                  </a:lnTo>
                  <a:lnTo>
                    <a:pt x="563118" y="1303680"/>
                  </a:lnTo>
                  <a:lnTo>
                    <a:pt x="783412" y="1549107"/>
                  </a:lnTo>
                  <a:lnTo>
                    <a:pt x="1003693" y="1303693"/>
                  </a:lnTo>
                  <a:lnTo>
                    <a:pt x="1223987" y="1549107"/>
                  </a:lnTo>
                  <a:lnTo>
                    <a:pt x="1444282" y="1303680"/>
                  </a:lnTo>
                  <a:close/>
                </a:path>
                <a:path w="6187440" h="3378834">
                  <a:moveTo>
                    <a:pt x="1523034" y="0"/>
                  </a:moveTo>
                  <a:lnTo>
                    <a:pt x="1487055" y="0"/>
                  </a:lnTo>
                  <a:lnTo>
                    <a:pt x="1442097" y="50088"/>
                  </a:lnTo>
                  <a:lnTo>
                    <a:pt x="1397139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76" y="50088"/>
                  </a:lnTo>
                  <a:lnTo>
                    <a:pt x="1523034" y="0"/>
                  </a:lnTo>
                  <a:close/>
                </a:path>
                <a:path w="6187440" h="3378834">
                  <a:moveTo>
                    <a:pt x="1884870" y="3057931"/>
                  </a:moveTo>
                  <a:lnTo>
                    <a:pt x="1664576" y="2812504"/>
                  </a:lnTo>
                  <a:lnTo>
                    <a:pt x="1444282" y="3057931"/>
                  </a:lnTo>
                  <a:lnTo>
                    <a:pt x="1664576" y="3303359"/>
                  </a:lnTo>
                  <a:lnTo>
                    <a:pt x="1884870" y="3057931"/>
                  </a:lnTo>
                  <a:close/>
                </a:path>
                <a:path w="6187440" h="3378834">
                  <a:moveTo>
                    <a:pt x="1884870" y="2475725"/>
                  </a:moveTo>
                  <a:lnTo>
                    <a:pt x="1664576" y="2230297"/>
                  </a:lnTo>
                  <a:lnTo>
                    <a:pt x="1444282" y="2475725"/>
                  </a:lnTo>
                  <a:lnTo>
                    <a:pt x="1664576" y="2721152"/>
                  </a:lnTo>
                  <a:lnTo>
                    <a:pt x="1884870" y="2475725"/>
                  </a:lnTo>
                  <a:close/>
                </a:path>
                <a:path w="6187440" h="3378834">
                  <a:moveTo>
                    <a:pt x="1884870" y="1885213"/>
                  </a:moveTo>
                  <a:lnTo>
                    <a:pt x="1664576" y="1639785"/>
                  </a:lnTo>
                  <a:lnTo>
                    <a:pt x="1444282" y="1885213"/>
                  </a:lnTo>
                  <a:lnTo>
                    <a:pt x="1664576" y="2130641"/>
                  </a:lnTo>
                  <a:lnTo>
                    <a:pt x="1884870" y="1885213"/>
                  </a:lnTo>
                  <a:close/>
                </a:path>
                <a:path w="6187440" h="3378834">
                  <a:moveTo>
                    <a:pt x="1884870" y="1303680"/>
                  </a:moveTo>
                  <a:lnTo>
                    <a:pt x="1664576" y="1058252"/>
                  </a:lnTo>
                  <a:lnTo>
                    <a:pt x="1444282" y="1303680"/>
                  </a:lnTo>
                  <a:lnTo>
                    <a:pt x="1664576" y="1549107"/>
                  </a:lnTo>
                  <a:lnTo>
                    <a:pt x="1884870" y="1303680"/>
                  </a:lnTo>
                  <a:close/>
                </a:path>
                <a:path w="6187440" h="3378834">
                  <a:moveTo>
                    <a:pt x="1963623" y="0"/>
                  </a:moveTo>
                  <a:lnTo>
                    <a:pt x="1927644" y="0"/>
                  </a:lnTo>
                  <a:lnTo>
                    <a:pt x="1882686" y="50088"/>
                  </a:lnTo>
                  <a:lnTo>
                    <a:pt x="1837728" y="0"/>
                  </a:lnTo>
                  <a:lnTo>
                    <a:pt x="1801749" y="0"/>
                  </a:lnTo>
                  <a:lnTo>
                    <a:pt x="1882686" y="90170"/>
                  </a:lnTo>
                  <a:lnTo>
                    <a:pt x="1918665" y="50088"/>
                  </a:lnTo>
                  <a:lnTo>
                    <a:pt x="1963623" y="0"/>
                  </a:lnTo>
                  <a:close/>
                </a:path>
                <a:path w="6187440" h="3378834">
                  <a:moveTo>
                    <a:pt x="2404224" y="0"/>
                  </a:moveTo>
                  <a:lnTo>
                    <a:pt x="2368232" y="0"/>
                  </a:lnTo>
                  <a:lnTo>
                    <a:pt x="2323287" y="50088"/>
                  </a:lnTo>
                  <a:lnTo>
                    <a:pt x="2278316" y="0"/>
                  </a:lnTo>
                  <a:lnTo>
                    <a:pt x="2242337" y="0"/>
                  </a:lnTo>
                  <a:lnTo>
                    <a:pt x="2323287" y="90170"/>
                  </a:lnTo>
                  <a:lnTo>
                    <a:pt x="2359266" y="50088"/>
                  </a:lnTo>
                  <a:lnTo>
                    <a:pt x="2404224" y="0"/>
                  </a:lnTo>
                  <a:close/>
                </a:path>
                <a:path w="6187440" h="3378834">
                  <a:moveTo>
                    <a:pt x="2844787" y="0"/>
                  </a:moveTo>
                  <a:lnTo>
                    <a:pt x="2808808" y="0"/>
                  </a:lnTo>
                  <a:lnTo>
                    <a:pt x="2763850" y="50088"/>
                  </a:lnTo>
                  <a:lnTo>
                    <a:pt x="2718892" y="0"/>
                  </a:lnTo>
                  <a:lnTo>
                    <a:pt x="2682913" y="0"/>
                  </a:lnTo>
                  <a:lnTo>
                    <a:pt x="2763850" y="90170"/>
                  </a:lnTo>
                  <a:lnTo>
                    <a:pt x="2799829" y="50088"/>
                  </a:lnTo>
                  <a:lnTo>
                    <a:pt x="2844787" y="0"/>
                  </a:lnTo>
                  <a:close/>
                </a:path>
                <a:path w="6187440" h="3378834">
                  <a:moveTo>
                    <a:pt x="3081210" y="3232759"/>
                  </a:moveTo>
                  <a:lnTo>
                    <a:pt x="2986214" y="3338588"/>
                  </a:lnTo>
                  <a:lnTo>
                    <a:pt x="2765945" y="3093161"/>
                  </a:lnTo>
                  <a:lnTo>
                    <a:pt x="2545651" y="3338601"/>
                  </a:lnTo>
                  <a:lnTo>
                    <a:pt x="2325357" y="3093161"/>
                  </a:lnTo>
                  <a:lnTo>
                    <a:pt x="2105063" y="3338601"/>
                  </a:lnTo>
                  <a:lnTo>
                    <a:pt x="1884756" y="3093161"/>
                  </a:lnTo>
                  <a:lnTo>
                    <a:pt x="1664462" y="3338601"/>
                  </a:lnTo>
                  <a:lnTo>
                    <a:pt x="1444167" y="3093161"/>
                  </a:lnTo>
                  <a:lnTo>
                    <a:pt x="1223873" y="3338588"/>
                  </a:lnTo>
                  <a:lnTo>
                    <a:pt x="1003592" y="3093161"/>
                  </a:lnTo>
                  <a:lnTo>
                    <a:pt x="783310" y="3338601"/>
                  </a:lnTo>
                  <a:lnTo>
                    <a:pt x="563003" y="3093161"/>
                  </a:lnTo>
                  <a:lnTo>
                    <a:pt x="342696" y="3338601"/>
                  </a:lnTo>
                  <a:lnTo>
                    <a:pt x="122415" y="3093161"/>
                  </a:lnTo>
                  <a:lnTo>
                    <a:pt x="0" y="3229559"/>
                  </a:lnTo>
                  <a:lnTo>
                    <a:pt x="0" y="3269640"/>
                  </a:lnTo>
                  <a:lnTo>
                    <a:pt x="122415" y="3133255"/>
                  </a:lnTo>
                  <a:lnTo>
                    <a:pt x="342696" y="3378682"/>
                  </a:lnTo>
                  <a:lnTo>
                    <a:pt x="563003" y="3133255"/>
                  </a:lnTo>
                  <a:lnTo>
                    <a:pt x="783310" y="3378682"/>
                  </a:lnTo>
                  <a:lnTo>
                    <a:pt x="1003592" y="3133255"/>
                  </a:lnTo>
                  <a:lnTo>
                    <a:pt x="1223873" y="3378682"/>
                  </a:lnTo>
                  <a:lnTo>
                    <a:pt x="1444167" y="3133255"/>
                  </a:lnTo>
                  <a:lnTo>
                    <a:pt x="1664462" y="3378682"/>
                  </a:lnTo>
                  <a:lnTo>
                    <a:pt x="1884756" y="3133255"/>
                  </a:lnTo>
                  <a:lnTo>
                    <a:pt x="2105063" y="3378682"/>
                  </a:lnTo>
                  <a:lnTo>
                    <a:pt x="2325357" y="3133255"/>
                  </a:lnTo>
                  <a:lnTo>
                    <a:pt x="2545651" y="3378682"/>
                  </a:lnTo>
                  <a:lnTo>
                    <a:pt x="2765945" y="3133255"/>
                  </a:lnTo>
                  <a:lnTo>
                    <a:pt x="2986214" y="3378682"/>
                  </a:lnTo>
                  <a:lnTo>
                    <a:pt x="3081210" y="3272853"/>
                  </a:lnTo>
                  <a:lnTo>
                    <a:pt x="3081210" y="3232759"/>
                  </a:lnTo>
                  <a:close/>
                </a:path>
                <a:path w="6187440" h="3378834">
                  <a:moveTo>
                    <a:pt x="3081210" y="2650566"/>
                  </a:moveTo>
                  <a:lnTo>
                    <a:pt x="2986214" y="2756395"/>
                  </a:lnTo>
                  <a:lnTo>
                    <a:pt x="2765945" y="2510967"/>
                  </a:lnTo>
                  <a:lnTo>
                    <a:pt x="2545651" y="2756395"/>
                  </a:lnTo>
                  <a:lnTo>
                    <a:pt x="2325357" y="2510967"/>
                  </a:lnTo>
                  <a:lnTo>
                    <a:pt x="2105063" y="2756395"/>
                  </a:lnTo>
                  <a:lnTo>
                    <a:pt x="1884756" y="2510967"/>
                  </a:lnTo>
                  <a:lnTo>
                    <a:pt x="1664462" y="2756395"/>
                  </a:lnTo>
                  <a:lnTo>
                    <a:pt x="1444167" y="2510967"/>
                  </a:lnTo>
                  <a:lnTo>
                    <a:pt x="1223873" y="2756395"/>
                  </a:lnTo>
                  <a:lnTo>
                    <a:pt x="1003592" y="2510967"/>
                  </a:lnTo>
                  <a:lnTo>
                    <a:pt x="783310" y="2756395"/>
                  </a:lnTo>
                  <a:lnTo>
                    <a:pt x="563003" y="2510967"/>
                  </a:lnTo>
                  <a:lnTo>
                    <a:pt x="342696" y="2756395"/>
                  </a:lnTo>
                  <a:lnTo>
                    <a:pt x="122415" y="2510967"/>
                  </a:lnTo>
                  <a:lnTo>
                    <a:pt x="0" y="2647353"/>
                  </a:lnTo>
                  <a:lnTo>
                    <a:pt x="0" y="2687447"/>
                  </a:lnTo>
                  <a:lnTo>
                    <a:pt x="122415" y="2551049"/>
                  </a:lnTo>
                  <a:lnTo>
                    <a:pt x="342696" y="2796489"/>
                  </a:lnTo>
                  <a:lnTo>
                    <a:pt x="563003" y="2551049"/>
                  </a:lnTo>
                  <a:lnTo>
                    <a:pt x="783310" y="2796489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89"/>
                  </a:lnTo>
                  <a:lnTo>
                    <a:pt x="1884756" y="2551049"/>
                  </a:lnTo>
                  <a:lnTo>
                    <a:pt x="2105063" y="2796489"/>
                  </a:lnTo>
                  <a:lnTo>
                    <a:pt x="2325357" y="2551049"/>
                  </a:lnTo>
                  <a:lnTo>
                    <a:pt x="2545651" y="2796489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66"/>
                  </a:lnTo>
                  <a:close/>
                </a:path>
                <a:path w="6187440" h="3378834">
                  <a:moveTo>
                    <a:pt x="3081210" y="2060041"/>
                  </a:moveTo>
                  <a:lnTo>
                    <a:pt x="2986214" y="2165870"/>
                  </a:lnTo>
                  <a:lnTo>
                    <a:pt x="2765945" y="1920443"/>
                  </a:lnTo>
                  <a:lnTo>
                    <a:pt x="2545651" y="2165870"/>
                  </a:lnTo>
                  <a:lnTo>
                    <a:pt x="2325357" y="1920443"/>
                  </a:lnTo>
                  <a:lnTo>
                    <a:pt x="2105063" y="2165870"/>
                  </a:lnTo>
                  <a:lnTo>
                    <a:pt x="1884756" y="1920443"/>
                  </a:lnTo>
                  <a:lnTo>
                    <a:pt x="1664462" y="2165870"/>
                  </a:lnTo>
                  <a:lnTo>
                    <a:pt x="1444167" y="1920443"/>
                  </a:lnTo>
                  <a:lnTo>
                    <a:pt x="1223873" y="2165870"/>
                  </a:lnTo>
                  <a:lnTo>
                    <a:pt x="1003592" y="1920443"/>
                  </a:lnTo>
                  <a:lnTo>
                    <a:pt x="783310" y="2165870"/>
                  </a:lnTo>
                  <a:lnTo>
                    <a:pt x="563003" y="1920443"/>
                  </a:lnTo>
                  <a:lnTo>
                    <a:pt x="342696" y="2165870"/>
                  </a:lnTo>
                  <a:lnTo>
                    <a:pt x="122415" y="1920443"/>
                  </a:lnTo>
                  <a:lnTo>
                    <a:pt x="0" y="2056828"/>
                  </a:lnTo>
                  <a:lnTo>
                    <a:pt x="0" y="2096922"/>
                  </a:lnTo>
                  <a:lnTo>
                    <a:pt x="122415" y="1960524"/>
                  </a:lnTo>
                  <a:lnTo>
                    <a:pt x="342696" y="2205964"/>
                  </a:lnTo>
                  <a:lnTo>
                    <a:pt x="563003" y="1960524"/>
                  </a:lnTo>
                  <a:lnTo>
                    <a:pt x="783310" y="2205964"/>
                  </a:lnTo>
                  <a:lnTo>
                    <a:pt x="1003592" y="1960524"/>
                  </a:lnTo>
                  <a:lnTo>
                    <a:pt x="1223873" y="2205964"/>
                  </a:lnTo>
                  <a:lnTo>
                    <a:pt x="1444167" y="1960524"/>
                  </a:lnTo>
                  <a:lnTo>
                    <a:pt x="1664462" y="2205964"/>
                  </a:lnTo>
                  <a:lnTo>
                    <a:pt x="1884756" y="1960524"/>
                  </a:lnTo>
                  <a:lnTo>
                    <a:pt x="2105063" y="2205964"/>
                  </a:lnTo>
                  <a:lnTo>
                    <a:pt x="2325357" y="1960524"/>
                  </a:lnTo>
                  <a:lnTo>
                    <a:pt x="2545651" y="2205964"/>
                  </a:lnTo>
                  <a:lnTo>
                    <a:pt x="2765945" y="1960524"/>
                  </a:lnTo>
                  <a:lnTo>
                    <a:pt x="2986214" y="2205964"/>
                  </a:lnTo>
                  <a:lnTo>
                    <a:pt x="3081210" y="2100122"/>
                  </a:lnTo>
                  <a:lnTo>
                    <a:pt x="3081210" y="2060041"/>
                  </a:lnTo>
                  <a:close/>
                </a:path>
                <a:path w="6187440" h="3378834">
                  <a:moveTo>
                    <a:pt x="3081210" y="1478521"/>
                  </a:moveTo>
                  <a:lnTo>
                    <a:pt x="2986214" y="1584350"/>
                  </a:lnTo>
                  <a:lnTo>
                    <a:pt x="2765945" y="1338922"/>
                  </a:lnTo>
                  <a:lnTo>
                    <a:pt x="2545651" y="1584350"/>
                  </a:lnTo>
                  <a:lnTo>
                    <a:pt x="2325357" y="1338922"/>
                  </a:lnTo>
                  <a:lnTo>
                    <a:pt x="2105063" y="1584350"/>
                  </a:lnTo>
                  <a:lnTo>
                    <a:pt x="1884756" y="1338922"/>
                  </a:lnTo>
                  <a:lnTo>
                    <a:pt x="1664462" y="1584350"/>
                  </a:lnTo>
                  <a:lnTo>
                    <a:pt x="1444167" y="1338922"/>
                  </a:lnTo>
                  <a:lnTo>
                    <a:pt x="1223873" y="1584350"/>
                  </a:lnTo>
                  <a:lnTo>
                    <a:pt x="1003592" y="1338922"/>
                  </a:lnTo>
                  <a:lnTo>
                    <a:pt x="783310" y="1584350"/>
                  </a:lnTo>
                  <a:lnTo>
                    <a:pt x="563003" y="1338922"/>
                  </a:lnTo>
                  <a:lnTo>
                    <a:pt x="342696" y="1584350"/>
                  </a:lnTo>
                  <a:lnTo>
                    <a:pt x="122415" y="1338922"/>
                  </a:lnTo>
                  <a:lnTo>
                    <a:pt x="0" y="1475308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31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31"/>
                  </a:lnTo>
                  <a:lnTo>
                    <a:pt x="3081210" y="1518602"/>
                  </a:lnTo>
                  <a:lnTo>
                    <a:pt x="3081210" y="1478521"/>
                  </a:lnTo>
                  <a:close/>
                </a:path>
                <a:path w="6187440" h="3378834">
                  <a:moveTo>
                    <a:pt x="3081210" y="888009"/>
                  </a:moveTo>
                  <a:lnTo>
                    <a:pt x="2986214" y="993838"/>
                  </a:lnTo>
                  <a:lnTo>
                    <a:pt x="2765945" y="748411"/>
                  </a:lnTo>
                  <a:lnTo>
                    <a:pt x="2545651" y="993838"/>
                  </a:lnTo>
                  <a:lnTo>
                    <a:pt x="2325357" y="748411"/>
                  </a:lnTo>
                  <a:lnTo>
                    <a:pt x="2105063" y="993838"/>
                  </a:lnTo>
                  <a:lnTo>
                    <a:pt x="1884756" y="748411"/>
                  </a:lnTo>
                  <a:lnTo>
                    <a:pt x="1664462" y="993838"/>
                  </a:lnTo>
                  <a:lnTo>
                    <a:pt x="1444167" y="748411"/>
                  </a:lnTo>
                  <a:lnTo>
                    <a:pt x="1223873" y="993838"/>
                  </a:lnTo>
                  <a:lnTo>
                    <a:pt x="1003592" y="748411"/>
                  </a:lnTo>
                  <a:lnTo>
                    <a:pt x="783310" y="993838"/>
                  </a:lnTo>
                  <a:lnTo>
                    <a:pt x="563003" y="748411"/>
                  </a:lnTo>
                  <a:lnTo>
                    <a:pt x="342696" y="993838"/>
                  </a:lnTo>
                  <a:lnTo>
                    <a:pt x="122415" y="748411"/>
                  </a:lnTo>
                  <a:lnTo>
                    <a:pt x="0" y="884796"/>
                  </a:lnTo>
                  <a:lnTo>
                    <a:pt x="0" y="924890"/>
                  </a:lnTo>
                  <a:lnTo>
                    <a:pt x="122415" y="788492"/>
                  </a:lnTo>
                  <a:lnTo>
                    <a:pt x="342696" y="1033932"/>
                  </a:lnTo>
                  <a:lnTo>
                    <a:pt x="563003" y="788492"/>
                  </a:lnTo>
                  <a:lnTo>
                    <a:pt x="783310" y="1033932"/>
                  </a:lnTo>
                  <a:lnTo>
                    <a:pt x="1003592" y="788492"/>
                  </a:lnTo>
                  <a:lnTo>
                    <a:pt x="1223873" y="1033919"/>
                  </a:lnTo>
                  <a:lnTo>
                    <a:pt x="1444167" y="788492"/>
                  </a:lnTo>
                  <a:lnTo>
                    <a:pt x="1664462" y="1033932"/>
                  </a:lnTo>
                  <a:lnTo>
                    <a:pt x="1884756" y="788492"/>
                  </a:lnTo>
                  <a:lnTo>
                    <a:pt x="2105063" y="1033932"/>
                  </a:lnTo>
                  <a:lnTo>
                    <a:pt x="2325357" y="788492"/>
                  </a:lnTo>
                  <a:lnTo>
                    <a:pt x="2545651" y="1033932"/>
                  </a:lnTo>
                  <a:lnTo>
                    <a:pt x="2765945" y="788492"/>
                  </a:lnTo>
                  <a:lnTo>
                    <a:pt x="2986214" y="1033919"/>
                  </a:lnTo>
                  <a:lnTo>
                    <a:pt x="3081210" y="928090"/>
                  </a:lnTo>
                  <a:lnTo>
                    <a:pt x="3081210" y="888009"/>
                  </a:lnTo>
                  <a:close/>
                </a:path>
                <a:path w="6187440" h="3378834">
                  <a:moveTo>
                    <a:pt x="3081223" y="2918218"/>
                  </a:moveTo>
                  <a:lnTo>
                    <a:pt x="2986328" y="2812491"/>
                  </a:lnTo>
                  <a:lnTo>
                    <a:pt x="2766034" y="3057918"/>
                  </a:lnTo>
                  <a:lnTo>
                    <a:pt x="2545753" y="2812504"/>
                  </a:lnTo>
                  <a:lnTo>
                    <a:pt x="2325459" y="3057931"/>
                  </a:lnTo>
                  <a:lnTo>
                    <a:pt x="2105177" y="2812504"/>
                  </a:lnTo>
                  <a:lnTo>
                    <a:pt x="1884883" y="3057931"/>
                  </a:lnTo>
                  <a:lnTo>
                    <a:pt x="2105177" y="3303359"/>
                  </a:lnTo>
                  <a:lnTo>
                    <a:pt x="2325459" y="3057944"/>
                  </a:lnTo>
                  <a:lnTo>
                    <a:pt x="2545753" y="3303359"/>
                  </a:lnTo>
                  <a:lnTo>
                    <a:pt x="2766034" y="3057944"/>
                  </a:lnTo>
                  <a:lnTo>
                    <a:pt x="2986328" y="3303359"/>
                  </a:lnTo>
                  <a:lnTo>
                    <a:pt x="3081223" y="3197631"/>
                  </a:lnTo>
                  <a:lnTo>
                    <a:pt x="3081223" y="2918218"/>
                  </a:lnTo>
                  <a:close/>
                </a:path>
                <a:path w="6187440" h="3378834">
                  <a:moveTo>
                    <a:pt x="3081223" y="2336025"/>
                  </a:moveTo>
                  <a:lnTo>
                    <a:pt x="2986328" y="2230297"/>
                  </a:lnTo>
                  <a:lnTo>
                    <a:pt x="2766047" y="2475725"/>
                  </a:lnTo>
                  <a:lnTo>
                    <a:pt x="2545753" y="2230297"/>
                  </a:lnTo>
                  <a:lnTo>
                    <a:pt x="2325459" y="2475725"/>
                  </a:lnTo>
                  <a:lnTo>
                    <a:pt x="2105177" y="2230297"/>
                  </a:lnTo>
                  <a:lnTo>
                    <a:pt x="1884883" y="2475725"/>
                  </a:lnTo>
                  <a:lnTo>
                    <a:pt x="2105177" y="2721152"/>
                  </a:lnTo>
                  <a:lnTo>
                    <a:pt x="2325459" y="2475738"/>
                  </a:lnTo>
                  <a:lnTo>
                    <a:pt x="2545753" y="2721152"/>
                  </a:lnTo>
                  <a:lnTo>
                    <a:pt x="2766034" y="2475750"/>
                  </a:lnTo>
                  <a:lnTo>
                    <a:pt x="2986328" y="2721165"/>
                  </a:lnTo>
                  <a:lnTo>
                    <a:pt x="3081223" y="2615438"/>
                  </a:lnTo>
                  <a:lnTo>
                    <a:pt x="3081223" y="2336025"/>
                  </a:lnTo>
                  <a:close/>
                </a:path>
                <a:path w="6187440" h="3378834">
                  <a:moveTo>
                    <a:pt x="3081223" y="1745513"/>
                  </a:moveTo>
                  <a:lnTo>
                    <a:pt x="2986328" y="1639785"/>
                  </a:lnTo>
                  <a:lnTo>
                    <a:pt x="2766034" y="1885213"/>
                  </a:lnTo>
                  <a:lnTo>
                    <a:pt x="2545753" y="1639785"/>
                  </a:lnTo>
                  <a:lnTo>
                    <a:pt x="2325459" y="1885213"/>
                  </a:lnTo>
                  <a:lnTo>
                    <a:pt x="2105177" y="1639785"/>
                  </a:lnTo>
                  <a:lnTo>
                    <a:pt x="1884883" y="1885213"/>
                  </a:lnTo>
                  <a:lnTo>
                    <a:pt x="2105177" y="2130641"/>
                  </a:lnTo>
                  <a:lnTo>
                    <a:pt x="2325459" y="1885226"/>
                  </a:lnTo>
                  <a:lnTo>
                    <a:pt x="2545753" y="2130641"/>
                  </a:lnTo>
                  <a:lnTo>
                    <a:pt x="2766034" y="1885226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13"/>
                  </a:lnTo>
                  <a:close/>
                </a:path>
                <a:path w="6187440" h="3378834">
                  <a:moveTo>
                    <a:pt x="3081223" y="1163980"/>
                  </a:moveTo>
                  <a:lnTo>
                    <a:pt x="2986328" y="1058252"/>
                  </a:lnTo>
                  <a:lnTo>
                    <a:pt x="2766047" y="1303680"/>
                  </a:lnTo>
                  <a:lnTo>
                    <a:pt x="2545753" y="1058252"/>
                  </a:lnTo>
                  <a:lnTo>
                    <a:pt x="2325459" y="1303680"/>
                  </a:lnTo>
                  <a:lnTo>
                    <a:pt x="2105177" y="1058252"/>
                  </a:lnTo>
                  <a:lnTo>
                    <a:pt x="1884883" y="1303680"/>
                  </a:lnTo>
                  <a:lnTo>
                    <a:pt x="2105177" y="1549107"/>
                  </a:lnTo>
                  <a:lnTo>
                    <a:pt x="2325459" y="1303693"/>
                  </a:lnTo>
                  <a:lnTo>
                    <a:pt x="2545753" y="1549107"/>
                  </a:lnTo>
                  <a:lnTo>
                    <a:pt x="2766034" y="1303705"/>
                  </a:lnTo>
                  <a:lnTo>
                    <a:pt x="2986328" y="1549120"/>
                  </a:lnTo>
                  <a:lnTo>
                    <a:pt x="3081223" y="1443393"/>
                  </a:lnTo>
                  <a:lnTo>
                    <a:pt x="3081223" y="1163980"/>
                  </a:lnTo>
                  <a:close/>
                </a:path>
                <a:path w="6187440" h="3378834">
                  <a:moveTo>
                    <a:pt x="4302049" y="1885213"/>
                  </a:moveTo>
                  <a:lnTo>
                    <a:pt x="4081754" y="1639785"/>
                  </a:lnTo>
                  <a:lnTo>
                    <a:pt x="3861460" y="1885213"/>
                  </a:lnTo>
                  <a:lnTo>
                    <a:pt x="3641179" y="1639785"/>
                  </a:lnTo>
                  <a:lnTo>
                    <a:pt x="3420884" y="1885213"/>
                  </a:lnTo>
                  <a:lnTo>
                    <a:pt x="3200603" y="1639798"/>
                  </a:lnTo>
                  <a:lnTo>
                    <a:pt x="3105708" y="1745513"/>
                  </a:lnTo>
                  <a:lnTo>
                    <a:pt x="3105708" y="2024926"/>
                  </a:lnTo>
                  <a:lnTo>
                    <a:pt x="3200603" y="2130641"/>
                  </a:lnTo>
                  <a:lnTo>
                    <a:pt x="3420884" y="1885226"/>
                  </a:lnTo>
                  <a:lnTo>
                    <a:pt x="3641179" y="2130641"/>
                  </a:lnTo>
                  <a:lnTo>
                    <a:pt x="3861460" y="1885226"/>
                  </a:lnTo>
                  <a:lnTo>
                    <a:pt x="4081754" y="2130641"/>
                  </a:lnTo>
                  <a:lnTo>
                    <a:pt x="4302049" y="1885213"/>
                  </a:lnTo>
                  <a:close/>
                </a:path>
                <a:path w="6187440" h="3378834">
                  <a:moveTo>
                    <a:pt x="4302049" y="1303680"/>
                  </a:moveTo>
                  <a:lnTo>
                    <a:pt x="4081754" y="1058252"/>
                  </a:lnTo>
                  <a:lnTo>
                    <a:pt x="3861460" y="1303680"/>
                  </a:lnTo>
                  <a:lnTo>
                    <a:pt x="3641179" y="1058252"/>
                  </a:lnTo>
                  <a:lnTo>
                    <a:pt x="3420884" y="1303680"/>
                  </a:lnTo>
                  <a:lnTo>
                    <a:pt x="3200603" y="1058252"/>
                  </a:lnTo>
                  <a:lnTo>
                    <a:pt x="3105708" y="1163980"/>
                  </a:lnTo>
                  <a:lnTo>
                    <a:pt x="3105708" y="1443393"/>
                  </a:lnTo>
                  <a:lnTo>
                    <a:pt x="3200603" y="1549120"/>
                  </a:lnTo>
                  <a:lnTo>
                    <a:pt x="3420884" y="1303705"/>
                  </a:lnTo>
                  <a:lnTo>
                    <a:pt x="3641179" y="1549107"/>
                  </a:lnTo>
                  <a:lnTo>
                    <a:pt x="3861460" y="1303693"/>
                  </a:lnTo>
                  <a:lnTo>
                    <a:pt x="4081754" y="1549107"/>
                  </a:lnTo>
                  <a:lnTo>
                    <a:pt x="4302049" y="1303680"/>
                  </a:lnTo>
                  <a:close/>
                </a:path>
                <a:path w="6187440" h="3378834">
                  <a:moveTo>
                    <a:pt x="4302049" y="713168"/>
                  </a:moveTo>
                  <a:lnTo>
                    <a:pt x="4081754" y="467741"/>
                  </a:lnTo>
                  <a:lnTo>
                    <a:pt x="3861460" y="713168"/>
                  </a:lnTo>
                  <a:lnTo>
                    <a:pt x="3641179" y="467741"/>
                  </a:lnTo>
                  <a:lnTo>
                    <a:pt x="3420884" y="713168"/>
                  </a:lnTo>
                  <a:lnTo>
                    <a:pt x="3200603" y="467728"/>
                  </a:lnTo>
                  <a:lnTo>
                    <a:pt x="3105708" y="573455"/>
                  </a:lnTo>
                  <a:lnTo>
                    <a:pt x="3105708" y="852868"/>
                  </a:lnTo>
                  <a:lnTo>
                    <a:pt x="3200603" y="958596"/>
                  </a:lnTo>
                  <a:lnTo>
                    <a:pt x="3420884" y="713181"/>
                  </a:lnTo>
                  <a:lnTo>
                    <a:pt x="3641179" y="958596"/>
                  </a:lnTo>
                  <a:lnTo>
                    <a:pt x="3861460" y="713181"/>
                  </a:lnTo>
                  <a:lnTo>
                    <a:pt x="4081754" y="958596"/>
                  </a:lnTo>
                  <a:lnTo>
                    <a:pt x="4302049" y="713168"/>
                  </a:lnTo>
                  <a:close/>
                </a:path>
                <a:path w="6187440" h="3378834">
                  <a:moveTo>
                    <a:pt x="4302049" y="124472"/>
                  </a:moveTo>
                  <a:lnTo>
                    <a:pt x="4190327" y="0"/>
                  </a:lnTo>
                  <a:lnTo>
                    <a:pt x="3973182" y="0"/>
                  </a:lnTo>
                  <a:lnTo>
                    <a:pt x="3861460" y="124472"/>
                  </a:lnTo>
                  <a:lnTo>
                    <a:pt x="3749751" y="0"/>
                  </a:lnTo>
                  <a:lnTo>
                    <a:pt x="3532606" y="0"/>
                  </a:lnTo>
                  <a:lnTo>
                    <a:pt x="3420884" y="124472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900"/>
                  </a:lnTo>
                  <a:lnTo>
                    <a:pt x="3420884" y="124485"/>
                  </a:lnTo>
                  <a:lnTo>
                    <a:pt x="3641179" y="369900"/>
                  </a:lnTo>
                  <a:lnTo>
                    <a:pt x="3861460" y="124485"/>
                  </a:lnTo>
                  <a:lnTo>
                    <a:pt x="4081754" y="369900"/>
                  </a:lnTo>
                  <a:lnTo>
                    <a:pt x="4302049" y="124472"/>
                  </a:lnTo>
                  <a:close/>
                </a:path>
                <a:path w="6187440" h="3378834">
                  <a:moveTo>
                    <a:pt x="4742650" y="1885213"/>
                  </a:moveTo>
                  <a:lnTo>
                    <a:pt x="4522355" y="1639785"/>
                  </a:lnTo>
                  <a:lnTo>
                    <a:pt x="4302061" y="1885213"/>
                  </a:lnTo>
                  <a:lnTo>
                    <a:pt x="4522355" y="2130641"/>
                  </a:lnTo>
                  <a:lnTo>
                    <a:pt x="4742650" y="1885213"/>
                  </a:lnTo>
                  <a:close/>
                </a:path>
                <a:path w="6187440" h="3378834">
                  <a:moveTo>
                    <a:pt x="4742650" y="1303680"/>
                  </a:moveTo>
                  <a:lnTo>
                    <a:pt x="4522355" y="1058252"/>
                  </a:lnTo>
                  <a:lnTo>
                    <a:pt x="4302061" y="1303680"/>
                  </a:lnTo>
                  <a:lnTo>
                    <a:pt x="4522355" y="1549107"/>
                  </a:lnTo>
                  <a:lnTo>
                    <a:pt x="4742650" y="1303680"/>
                  </a:lnTo>
                  <a:close/>
                </a:path>
                <a:path w="6187440" h="3378834">
                  <a:moveTo>
                    <a:pt x="4742650" y="713168"/>
                  </a:moveTo>
                  <a:lnTo>
                    <a:pt x="4522355" y="467741"/>
                  </a:lnTo>
                  <a:lnTo>
                    <a:pt x="4302061" y="713168"/>
                  </a:lnTo>
                  <a:lnTo>
                    <a:pt x="4522355" y="958596"/>
                  </a:lnTo>
                  <a:lnTo>
                    <a:pt x="4742650" y="713168"/>
                  </a:lnTo>
                  <a:close/>
                </a:path>
                <a:path w="6187440" h="3378834">
                  <a:moveTo>
                    <a:pt x="4742650" y="124472"/>
                  </a:moveTo>
                  <a:lnTo>
                    <a:pt x="4630928" y="0"/>
                  </a:lnTo>
                  <a:lnTo>
                    <a:pt x="4413783" y="0"/>
                  </a:lnTo>
                  <a:lnTo>
                    <a:pt x="4302061" y="124472"/>
                  </a:lnTo>
                  <a:lnTo>
                    <a:pt x="4522355" y="369900"/>
                  </a:lnTo>
                  <a:lnTo>
                    <a:pt x="4742650" y="124472"/>
                  </a:lnTo>
                  <a:close/>
                </a:path>
                <a:path w="6187440" h="3378834">
                  <a:moveTo>
                    <a:pt x="5623814" y="1303680"/>
                  </a:moveTo>
                  <a:lnTo>
                    <a:pt x="5403520" y="1058252"/>
                  </a:lnTo>
                  <a:lnTo>
                    <a:pt x="5183225" y="1303680"/>
                  </a:lnTo>
                  <a:lnTo>
                    <a:pt x="4962944" y="1058252"/>
                  </a:lnTo>
                  <a:lnTo>
                    <a:pt x="4742650" y="1303680"/>
                  </a:lnTo>
                  <a:lnTo>
                    <a:pt x="4962944" y="1549107"/>
                  </a:lnTo>
                  <a:lnTo>
                    <a:pt x="5183225" y="1303693"/>
                  </a:lnTo>
                  <a:lnTo>
                    <a:pt x="5403520" y="1549107"/>
                  </a:lnTo>
                  <a:lnTo>
                    <a:pt x="5623814" y="1303680"/>
                  </a:lnTo>
                  <a:close/>
                </a:path>
                <a:path w="6187440" h="3378834">
                  <a:moveTo>
                    <a:pt x="5623814" y="713168"/>
                  </a:moveTo>
                  <a:lnTo>
                    <a:pt x="5403520" y="467741"/>
                  </a:lnTo>
                  <a:lnTo>
                    <a:pt x="5183225" y="713168"/>
                  </a:lnTo>
                  <a:lnTo>
                    <a:pt x="4962944" y="467741"/>
                  </a:lnTo>
                  <a:lnTo>
                    <a:pt x="4742650" y="713168"/>
                  </a:lnTo>
                  <a:lnTo>
                    <a:pt x="4962944" y="958596"/>
                  </a:lnTo>
                  <a:lnTo>
                    <a:pt x="5183225" y="713181"/>
                  </a:lnTo>
                  <a:lnTo>
                    <a:pt x="5403520" y="958596"/>
                  </a:lnTo>
                  <a:lnTo>
                    <a:pt x="5623814" y="713168"/>
                  </a:lnTo>
                  <a:close/>
                </a:path>
                <a:path w="6187440" h="3378834">
                  <a:moveTo>
                    <a:pt x="5623814" y="124472"/>
                  </a:moveTo>
                  <a:lnTo>
                    <a:pt x="5512092" y="0"/>
                  </a:lnTo>
                  <a:lnTo>
                    <a:pt x="5294947" y="0"/>
                  </a:lnTo>
                  <a:lnTo>
                    <a:pt x="5183238" y="124460"/>
                  </a:lnTo>
                  <a:lnTo>
                    <a:pt x="5071529" y="0"/>
                  </a:lnTo>
                  <a:lnTo>
                    <a:pt x="4854384" y="0"/>
                  </a:lnTo>
                  <a:lnTo>
                    <a:pt x="4742662" y="124472"/>
                  </a:lnTo>
                  <a:lnTo>
                    <a:pt x="4962957" y="369900"/>
                  </a:lnTo>
                  <a:lnTo>
                    <a:pt x="5183238" y="124498"/>
                  </a:lnTo>
                  <a:lnTo>
                    <a:pt x="5403520" y="369900"/>
                  </a:lnTo>
                  <a:lnTo>
                    <a:pt x="5623814" y="124472"/>
                  </a:lnTo>
                  <a:close/>
                </a:path>
                <a:path w="6187440" h="3378834">
                  <a:moveTo>
                    <a:pt x="6064402" y="1303680"/>
                  </a:moveTo>
                  <a:lnTo>
                    <a:pt x="5844108" y="1058252"/>
                  </a:lnTo>
                  <a:lnTo>
                    <a:pt x="5623814" y="1303680"/>
                  </a:lnTo>
                  <a:lnTo>
                    <a:pt x="5844108" y="1549107"/>
                  </a:lnTo>
                  <a:lnTo>
                    <a:pt x="6064402" y="1303680"/>
                  </a:lnTo>
                  <a:close/>
                </a:path>
                <a:path w="6187440" h="3378834">
                  <a:moveTo>
                    <a:pt x="6064402" y="713168"/>
                  </a:moveTo>
                  <a:lnTo>
                    <a:pt x="5844108" y="467741"/>
                  </a:lnTo>
                  <a:lnTo>
                    <a:pt x="5623814" y="713168"/>
                  </a:lnTo>
                  <a:lnTo>
                    <a:pt x="5844108" y="958596"/>
                  </a:lnTo>
                  <a:lnTo>
                    <a:pt x="6064402" y="713168"/>
                  </a:lnTo>
                  <a:close/>
                </a:path>
                <a:path w="6187440" h="3378834">
                  <a:moveTo>
                    <a:pt x="6064402" y="124472"/>
                  </a:moveTo>
                  <a:lnTo>
                    <a:pt x="5952680" y="0"/>
                  </a:lnTo>
                  <a:lnTo>
                    <a:pt x="5735536" y="0"/>
                  </a:lnTo>
                  <a:lnTo>
                    <a:pt x="5623814" y="124472"/>
                  </a:lnTo>
                  <a:lnTo>
                    <a:pt x="5844108" y="369900"/>
                  </a:lnTo>
                  <a:lnTo>
                    <a:pt x="6064402" y="124472"/>
                  </a:lnTo>
                  <a:close/>
                </a:path>
                <a:path w="6187440" h="3378834">
                  <a:moveTo>
                    <a:pt x="6186932" y="1475308"/>
                  </a:moveTo>
                  <a:lnTo>
                    <a:pt x="6064516" y="1338922"/>
                  </a:lnTo>
                  <a:lnTo>
                    <a:pt x="5844222" y="1584350"/>
                  </a:lnTo>
                  <a:lnTo>
                    <a:pt x="5623903" y="1338922"/>
                  </a:lnTo>
                  <a:lnTo>
                    <a:pt x="5403621" y="1584350"/>
                  </a:lnTo>
                  <a:lnTo>
                    <a:pt x="5183327" y="1338922"/>
                  </a:lnTo>
                  <a:lnTo>
                    <a:pt x="4963033" y="1584350"/>
                  </a:lnTo>
                  <a:lnTo>
                    <a:pt x="4742764" y="1338922"/>
                  </a:lnTo>
                  <a:lnTo>
                    <a:pt x="4522457" y="1584350"/>
                  </a:lnTo>
                  <a:lnTo>
                    <a:pt x="4302163" y="1338922"/>
                  </a:lnTo>
                  <a:lnTo>
                    <a:pt x="4081856" y="1584350"/>
                  </a:lnTo>
                  <a:lnTo>
                    <a:pt x="3861562" y="1338922"/>
                  </a:lnTo>
                  <a:lnTo>
                    <a:pt x="3641267" y="1584350"/>
                  </a:lnTo>
                  <a:lnTo>
                    <a:pt x="3420986" y="1338922"/>
                  </a:lnTo>
                  <a:lnTo>
                    <a:pt x="3200692" y="1584350"/>
                  </a:lnTo>
                  <a:lnTo>
                    <a:pt x="3105696" y="1478521"/>
                  </a:lnTo>
                  <a:lnTo>
                    <a:pt x="3105696" y="1518602"/>
                  </a:lnTo>
                  <a:lnTo>
                    <a:pt x="3200692" y="1624431"/>
                  </a:lnTo>
                  <a:lnTo>
                    <a:pt x="3420986" y="1379004"/>
                  </a:lnTo>
                  <a:lnTo>
                    <a:pt x="3641267" y="1624431"/>
                  </a:lnTo>
                  <a:lnTo>
                    <a:pt x="3861562" y="1379004"/>
                  </a:lnTo>
                  <a:lnTo>
                    <a:pt x="4081856" y="1624431"/>
                  </a:lnTo>
                  <a:lnTo>
                    <a:pt x="4302163" y="1379004"/>
                  </a:lnTo>
                  <a:lnTo>
                    <a:pt x="4522457" y="1624431"/>
                  </a:lnTo>
                  <a:lnTo>
                    <a:pt x="4742764" y="1379004"/>
                  </a:lnTo>
                  <a:lnTo>
                    <a:pt x="4963033" y="1624431"/>
                  </a:lnTo>
                  <a:lnTo>
                    <a:pt x="5183327" y="1379004"/>
                  </a:lnTo>
                  <a:lnTo>
                    <a:pt x="5403621" y="1624431"/>
                  </a:lnTo>
                  <a:lnTo>
                    <a:pt x="5623903" y="1379004"/>
                  </a:lnTo>
                  <a:lnTo>
                    <a:pt x="5844222" y="1624431"/>
                  </a:lnTo>
                  <a:lnTo>
                    <a:pt x="6064516" y="1379004"/>
                  </a:lnTo>
                  <a:lnTo>
                    <a:pt x="6186932" y="1515389"/>
                  </a:lnTo>
                  <a:lnTo>
                    <a:pt x="6186932" y="1475308"/>
                  </a:lnTo>
                  <a:close/>
                </a:path>
                <a:path w="6187440" h="3378834">
                  <a:moveTo>
                    <a:pt x="6186932" y="1167193"/>
                  </a:moveTo>
                  <a:lnTo>
                    <a:pt x="6064415" y="1303693"/>
                  </a:lnTo>
                  <a:lnTo>
                    <a:pt x="6186932" y="1440192"/>
                  </a:lnTo>
                  <a:lnTo>
                    <a:pt x="6186932" y="1167193"/>
                  </a:lnTo>
                  <a:close/>
                </a:path>
                <a:path w="6187440" h="3378834">
                  <a:moveTo>
                    <a:pt x="6186932" y="884796"/>
                  </a:moveTo>
                  <a:lnTo>
                    <a:pt x="6064516" y="748411"/>
                  </a:lnTo>
                  <a:lnTo>
                    <a:pt x="5844222" y="993838"/>
                  </a:lnTo>
                  <a:lnTo>
                    <a:pt x="5623903" y="748411"/>
                  </a:lnTo>
                  <a:lnTo>
                    <a:pt x="5403621" y="993838"/>
                  </a:lnTo>
                  <a:lnTo>
                    <a:pt x="5183327" y="748411"/>
                  </a:lnTo>
                  <a:lnTo>
                    <a:pt x="4963033" y="993838"/>
                  </a:lnTo>
                  <a:lnTo>
                    <a:pt x="4742764" y="748411"/>
                  </a:lnTo>
                  <a:lnTo>
                    <a:pt x="4522457" y="993838"/>
                  </a:lnTo>
                  <a:lnTo>
                    <a:pt x="4302163" y="748411"/>
                  </a:lnTo>
                  <a:lnTo>
                    <a:pt x="4081856" y="993838"/>
                  </a:lnTo>
                  <a:lnTo>
                    <a:pt x="3861562" y="748411"/>
                  </a:lnTo>
                  <a:lnTo>
                    <a:pt x="3641267" y="993838"/>
                  </a:lnTo>
                  <a:lnTo>
                    <a:pt x="3420986" y="748411"/>
                  </a:lnTo>
                  <a:lnTo>
                    <a:pt x="3200692" y="993838"/>
                  </a:lnTo>
                  <a:lnTo>
                    <a:pt x="3105696" y="888009"/>
                  </a:lnTo>
                  <a:lnTo>
                    <a:pt x="3105696" y="928090"/>
                  </a:lnTo>
                  <a:lnTo>
                    <a:pt x="3200692" y="1033919"/>
                  </a:lnTo>
                  <a:lnTo>
                    <a:pt x="3420986" y="788492"/>
                  </a:lnTo>
                  <a:lnTo>
                    <a:pt x="3641267" y="1033932"/>
                  </a:lnTo>
                  <a:lnTo>
                    <a:pt x="3861562" y="788492"/>
                  </a:lnTo>
                  <a:lnTo>
                    <a:pt x="4081856" y="1033932"/>
                  </a:lnTo>
                  <a:lnTo>
                    <a:pt x="4302163" y="788492"/>
                  </a:lnTo>
                  <a:lnTo>
                    <a:pt x="4522457" y="1033932"/>
                  </a:lnTo>
                  <a:lnTo>
                    <a:pt x="4742764" y="788492"/>
                  </a:lnTo>
                  <a:lnTo>
                    <a:pt x="4963033" y="1033919"/>
                  </a:lnTo>
                  <a:lnTo>
                    <a:pt x="5183327" y="788492"/>
                  </a:lnTo>
                  <a:lnTo>
                    <a:pt x="5403621" y="1033932"/>
                  </a:lnTo>
                  <a:lnTo>
                    <a:pt x="5623903" y="788492"/>
                  </a:lnTo>
                  <a:lnTo>
                    <a:pt x="5844222" y="1033932"/>
                  </a:lnTo>
                  <a:lnTo>
                    <a:pt x="6064516" y="788492"/>
                  </a:lnTo>
                  <a:lnTo>
                    <a:pt x="6186932" y="924890"/>
                  </a:lnTo>
                  <a:lnTo>
                    <a:pt x="6186932" y="884796"/>
                  </a:lnTo>
                  <a:close/>
                </a:path>
                <a:path w="6187440" h="3378834">
                  <a:moveTo>
                    <a:pt x="6186932" y="576668"/>
                  </a:moveTo>
                  <a:lnTo>
                    <a:pt x="6064415" y="713168"/>
                  </a:lnTo>
                  <a:lnTo>
                    <a:pt x="6186932" y="849668"/>
                  </a:lnTo>
                  <a:lnTo>
                    <a:pt x="6186932" y="576668"/>
                  </a:lnTo>
                  <a:close/>
                </a:path>
                <a:path w="6187440" h="3378834">
                  <a:moveTo>
                    <a:pt x="6186932" y="296100"/>
                  </a:moveTo>
                  <a:lnTo>
                    <a:pt x="6064516" y="159715"/>
                  </a:lnTo>
                  <a:lnTo>
                    <a:pt x="5844222" y="405142"/>
                  </a:lnTo>
                  <a:lnTo>
                    <a:pt x="5623903" y="159715"/>
                  </a:lnTo>
                  <a:lnTo>
                    <a:pt x="5403621" y="405142"/>
                  </a:lnTo>
                  <a:lnTo>
                    <a:pt x="5183327" y="159715"/>
                  </a:lnTo>
                  <a:lnTo>
                    <a:pt x="4963033" y="405142"/>
                  </a:lnTo>
                  <a:lnTo>
                    <a:pt x="4742764" y="159715"/>
                  </a:lnTo>
                  <a:lnTo>
                    <a:pt x="4522457" y="405142"/>
                  </a:lnTo>
                  <a:lnTo>
                    <a:pt x="4302163" y="159715"/>
                  </a:lnTo>
                  <a:lnTo>
                    <a:pt x="4081856" y="405142"/>
                  </a:lnTo>
                  <a:lnTo>
                    <a:pt x="3861562" y="159715"/>
                  </a:lnTo>
                  <a:lnTo>
                    <a:pt x="3641267" y="405142"/>
                  </a:lnTo>
                  <a:lnTo>
                    <a:pt x="3420986" y="159715"/>
                  </a:lnTo>
                  <a:lnTo>
                    <a:pt x="3200692" y="405142"/>
                  </a:lnTo>
                  <a:lnTo>
                    <a:pt x="3105696" y="299313"/>
                  </a:lnTo>
                  <a:lnTo>
                    <a:pt x="3105696" y="339394"/>
                  </a:lnTo>
                  <a:lnTo>
                    <a:pt x="3200692" y="445223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23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100"/>
                  </a:lnTo>
                  <a:close/>
                </a:path>
                <a:path w="6187440" h="3378834">
                  <a:moveTo>
                    <a:pt x="6186932" y="0"/>
                  </a:moveTo>
                  <a:lnTo>
                    <a:pt x="6176137" y="0"/>
                  </a:lnTo>
                  <a:lnTo>
                    <a:pt x="6064415" y="124472"/>
                  </a:lnTo>
                  <a:lnTo>
                    <a:pt x="6186932" y="260972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9062"/>
              <a:ext cx="12168505" cy="6795134"/>
            </a:xfrm>
            <a:custGeom>
              <a:avLst/>
              <a:gdLst/>
              <a:ahLst/>
              <a:cxnLst/>
              <a:rect l="l" t="t" r="r" b="b"/>
              <a:pathLst>
                <a:path w="12168505" h="6795134">
                  <a:moveTo>
                    <a:pt x="293331" y="0"/>
                  </a:moveTo>
                  <a:lnTo>
                    <a:pt x="257352" y="0"/>
                  </a:lnTo>
                  <a:lnTo>
                    <a:pt x="212407" y="50076"/>
                  </a:lnTo>
                  <a:lnTo>
                    <a:pt x="167462" y="0"/>
                  </a:lnTo>
                  <a:lnTo>
                    <a:pt x="131483" y="0"/>
                  </a:lnTo>
                  <a:lnTo>
                    <a:pt x="212407" y="90157"/>
                  </a:lnTo>
                  <a:lnTo>
                    <a:pt x="248386" y="50076"/>
                  </a:lnTo>
                  <a:lnTo>
                    <a:pt x="293331" y="0"/>
                  </a:lnTo>
                  <a:close/>
                </a:path>
                <a:path w="12168505" h="6795134">
                  <a:moveTo>
                    <a:pt x="650786" y="124460"/>
                  </a:moveTo>
                  <a:lnTo>
                    <a:pt x="539076" y="0"/>
                  </a:lnTo>
                  <a:lnTo>
                    <a:pt x="321919" y="0"/>
                  </a:lnTo>
                  <a:lnTo>
                    <a:pt x="210210" y="124460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73"/>
                  </a:lnTo>
                  <a:lnTo>
                    <a:pt x="210210" y="124472"/>
                  </a:lnTo>
                  <a:lnTo>
                    <a:pt x="430504" y="369887"/>
                  </a:lnTo>
                  <a:lnTo>
                    <a:pt x="650786" y="124460"/>
                  </a:lnTo>
                  <a:close/>
                </a:path>
                <a:path w="12168505" h="6795134">
                  <a:moveTo>
                    <a:pt x="650798" y="3057906"/>
                  </a:moveTo>
                  <a:lnTo>
                    <a:pt x="430504" y="2812478"/>
                  </a:lnTo>
                  <a:lnTo>
                    <a:pt x="210210" y="3057906"/>
                  </a:lnTo>
                  <a:lnTo>
                    <a:pt x="0" y="2823680"/>
                  </a:lnTo>
                  <a:lnTo>
                    <a:pt x="0" y="3292132"/>
                  </a:lnTo>
                  <a:lnTo>
                    <a:pt x="210210" y="3057931"/>
                  </a:lnTo>
                  <a:lnTo>
                    <a:pt x="430504" y="3303333"/>
                  </a:lnTo>
                  <a:lnTo>
                    <a:pt x="650798" y="3057906"/>
                  </a:lnTo>
                  <a:close/>
                </a:path>
                <a:path w="12168505" h="6795134">
                  <a:moveTo>
                    <a:pt x="650798" y="2475712"/>
                  </a:moveTo>
                  <a:lnTo>
                    <a:pt x="430504" y="2230285"/>
                  </a:lnTo>
                  <a:lnTo>
                    <a:pt x="210210" y="2475712"/>
                  </a:lnTo>
                  <a:lnTo>
                    <a:pt x="0" y="2241512"/>
                  </a:lnTo>
                  <a:lnTo>
                    <a:pt x="0" y="2709926"/>
                  </a:lnTo>
                  <a:lnTo>
                    <a:pt x="210210" y="2475725"/>
                  </a:lnTo>
                  <a:lnTo>
                    <a:pt x="430504" y="2721140"/>
                  </a:lnTo>
                  <a:lnTo>
                    <a:pt x="650798" y="2475712"/>
                  </a:lnTo>
                  <a:close/>
                </a:path>
                <a:path w="12168505" h="6795134">
                  <a:moveTo>
                    <a:pt x="650798" y="1885200"/>
                  </a:moveTo>
                  <a:lnTo>
                    <a:pt x="430504" y="1639773"/>
                  </a:lnTo>
                  <a:lnTo>
                    <a:pt x="210223" y="1885188"/>
                  </a:lnTo>
                  <a:lnTo>
                    <a:pt x="0" y="1650987"/>
                  </a:lnTo>
                  <a:lnTo>
                    <a:pt x="0" y="2119426"/>
                  </a:lnTo>
                  <a:lnTo>
                    <a:pt x="210210" y="1885213"/>
                  </a:lnTo>
                  <a:lnTo>
                    <a:pt x="430504" y="2130628"/>
                  </a:lnTo>
                  <a:lnTo>
                    <a:pt x="650798" y="1885200"/>
                  </a:lnTo>
                  <a:close/>
                </a:path>
                <a:path w="12168505" h="6795134">
                  <a:moveTo>
                    <a:pt x="650798" y="1303667"/>
                  </a:moveTo>
                  <a:lnTo>
                    <a:pt x="430504" y="1058240"/>
                  </a:lnTo>
                  <a:lnTo>
                    <a:pt x="210210" y="1303667"/>
                  </a:lnTo>
                  <a:lnTo>
                    <a:pt x="0" y="1069441"/>
                  </a:lnTo>
                  <a:lnTo>
                    <a:pt x="0" y="1537893"/>
                  </a:lnTo>
                  <a:lnTo>
                    <a:pt x="210210" y="1303680"/>
                  </a:lnTo>
                  <a:lnTo>
                    <a:pt x="430504" y="1549095"/>
                  </a:lnTo>
                  <a:lnTo>
                    <a:pt x="650798" y="1303667"/>
                  </a:lnTo>
                  <a:close/>
                </a:path>
                <a:path w="12168505" h="6795134">
                  <a:moveTo>
                    <a:pt x="650798" y="713155"/>
                  </a:moveTo>
                  <a:lnTo>
                    <a:pt x="430504" y="467728"/>
                  </a:lnTo>
                  <a:lnTo>
                    <a:pt x="210223" y="713143"/>
                  </a:lnTo>
                  <a:lnTo>
                    <a:pt x="0" y="478942"/>
                  </a:lnTo>
                  <a:lnTo>
                    <a:pt x="0" y="947369"/>
                  </a:lnTo>
                  <a:lnTo>
                    <a:pt x="210210" y="713168"/>
                  </a:lnTo>
                  <a:lnTo>
                    <a:pt x="430504" y="958583"/>
                  </a:lnTo>
                  <a:lnTo>
                    <a:pt x="650798" y="713155"/>
                  </a:lnTo>
                  <a:close/>
                </a:path>
                <a:path w="12168505" h="6795134">
                  <a:moveTo>
                    <a:pt x="733920" y="0"/>
                  </a:moveTo>
                  <a:lnTo>
                    <a:pt x="697928" y="0"/>
                  </a:lnTo>
                  <a:lnTo>
                    <a:pt x="652983" y="50076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75" y="50076"/>
                  </a:lnTo>
                  <a:lnTo>
                    <a:pt x="733920" y="0"/>
                  </a:lnTo>
                  <a:close/>
                </a:path>
                <a:path w="12168505" h="6795134">
                  <a:moveTo>
                    <a:pt x="1091387" y="3057906"/>
                  </a:moveTo>
                  <a:lnTo>
                    <a:pt x="871093" y="2812478"/>
                  </a:lnTo>
                  <a:lnTo>
                    <a:pt x="650798" y="3057906"/>
                  </a:lnTo>
                  <a:lnTo>
                    <a:pt x="871093" y="3303333"/>
                  </a:lnTo>
                  <a:lnTo>
                    <a:pt x="1091387" y="3057906"/>
                  </a:lnTo>
                  <a:close/>
                </a:path>
                <a:path w="12168505" h="6795134">
                  <a:moveTo>
                    <a:pt x="1091387" y="2475712"/>
                  </a:moveTo>
                  <a:lnTo>
                    <a:pt x="871093" y="2230285"/>
                  </a:lnTo>
                  <a:lnTo>
                    <a:pt x="650798" y="2475712"/>
                  </a:lnTo>
                  <a:lnTo>
                    <a:pt x="871093" y="2721140"/>
                  </a:lnTo>
                  <a:lnTo>
                    <a:pt x="1091387" y="2475712"/>
                  </a:lnTo>
                  <a:close/>
                </a:path>
                <a:path w="12168505" h="6795134">
                  <a:moveTo>
                    <a:pt x="1091387" y="1885200"/>
                  </a:moveTo>
                  <a:lnTo>
                    <a:pt x="871093" y="1639773"/>
                  </a:lnTo>
                  <a:lnTo>
                    <a:pt x="650798" y="1885200"/>
                  </a:lnTo>
                  <a:lnTo>
                    <a:pt x="871093" y="2130628"/>
                  </a:lnTo>
                  <a:lnTo>
                    <a:pt x="1091387" y="1885200"/>
                  </a:lnTo>
                  <a:close/>
                </a:path>
                <a:path w="12168505" h="6795134">
                  <a:moveTo>
                    <a:pt x="1091387" y="1303667"/>
                  </a:moveTo>
                  <a:lnTo>
                    <a:pt x="871093" y="1058240"/>
                  </a:lnTo>
                  <a:lnTo>
                    <a:pt x="650798" y="1303667"/>
                  </a:lnTo>
                  <a:lnTo>
                    <a:pt x="871093" y="1549095"/>
                  </a:lnTo>
                  <a:lnTo>
                    <a:pt x="1091387" y="1303667"/>
                  </a:lnTo>
                  <a:close/>
                </a:path>
                <a:path w="12168505" h="6795134">
                  <a:moveTo>
                    <a:pt x="1091387" y="713155"/>
                  </a:moveTo>
                  <a:lnTo>
                    <a:pt x="871093" y="467728"/>
                  </a:lnTo>
                  <a:lnTo>
                    <a:pt x="650798" y="713155"/>
                  </a:lnTo>
                  <a:lnTo>
                    <a:pt x="871093" y="958583"/>
                  </a:lnTo>
                  <a:lnTo>
                    <a:pt x="1091387" y="713155"/>
                  </a:lnTo>
                  <a:close/>
                </a:path>
                <a:path w="12168505" h="6795134">
                  <a:moveTo>
                    <a:pt x="1091387" y="124460"/>
                  </a:moveTo>
                  <a:lnTo>
                    <a:pt x="979678" y="0"/>
                  </a:lnTo>
                  <a:lnTo>
                    <a:pt x="762520" y="0"/>
                  </a:lnTo>
                  <a:lnTo>
                    <a:pt x="650811" y="124460"/>
                  </a:lnTo>
                  <a:lnTo>
                    <a:pt x="871105" y="369887"/>
                  </a:lnTo>
                  <a:lnTo>
                    <a:pt x="1091387" y="124460"/>
                  </a:lnTo>
                  <a:close/>
                </a:path>
                <a:path w="12168505" h="6795134">
                  <a:moveTo>
                    <a:pt x="1174508" y="0"/>
                  </a:moveTo>
                  <a:lnTo>
                    <a:pt x="1138516" y="0"/>
                  </a:lnTo>
                  <a:lnTo>
                    <a:pt x="1093571" y="50076"/>
                  </a:lnTo>
                  <a:lnTo>
                    <a:pt x="1048626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63" y="50076"/>
                  </a:lnTo>
                  <a:lnTo>
                    <a:pt x="1174508" y="0"/>
                  </a:lnTo>
                  <a:close/>
                </a:path>
                <a:path w="12168505" h="6795134">
                  <a:moveTo>
                    <a:pt x="1531975" y="124460"/>
                  </a:moveTo>
                  <a:lnTo>
                    <a:pt x="1420266" y="0"/>
                  </a:lnTo>
                  <a:lnTo>
                    <a:pt x="1203109" y="0"/>
                  </a:lnTo>
                  <a:lnTo>
                    <a:pt x="1091399" y="124460"/>
                  </a:lnTo>
                  <a:lnTo>
                    <a:pt x="1311694" y="369887"/>
                  </a:lnTo>
                  <a:lnTo>
                    <a:pt x="1531975" y="124460"/>
                  </a:lnTo>
                  <a:close/>
                </a:path>
                <a:path w="12168505" h="6795134">
                  <a:moveTo>
                    <a:pt x="1531988" y="3057906"/>
                  </a:moveTo>
                  <a:lnTo>
                    <a:pt x="1311694" y="2812478"/>
                  </a:lnTo>
                  <a:lnTo>
                    <a:pt x="1091399" y="3057906"/>
                  </a:lnTo>
                  <a:lnTo>
                    <a:pt x="1311694" y="3303333"/>
                  </a:lnTo>
                  <a:lnTo>
                    <a:pt x="1531988" y="3057906"/>
                  </a:lnTo>
                  <a:close/>
                </a:path>
                <a:path w="12168505" h="6795134">
                  <a:moveTo>
                    <a:pt x="1531988" y="2475712"/>
                  </a:moveTo>
                  <a:lnTo>
                    <a:pt x="1311694" y="2230285"/>
                  </a:lnTo>
                  <a:lnTo>
                    <a:pt x="1091399" y="2475712"/>
                  </a:lnTo>
                  <a:lnTo>
                    <a:pt x="1311694" y="2721140"/>
                  </a:lnTo>
                  <a:lnTo>
                    <a:pt x="1531988" y="2475712"/>
                  </a:lnTo>
                  <a:close/>
                </a:path>
                <a:path w="12168505" h="6795134">
                  <a:moveTo>
                    <a:pt x="1531988" y="1885200"/>
                  </a:moveTo>
                  <a:lnTo>
                    <a:pt x="1311694" y="1639773"/>
                  </a:lnTo>
                  <a:lnTo>
                    <a:pt x="1091399" y="1885200"/>
                  </a:lnTo>
                  <a:lnTo>
                    <a:pt x="1311694" y="2130628"/>
                  </a:lnTo>
                  <a:lnTo>
                    <a:pt x="1531988" y="1885200"/>
                  </a:lnTo>
                  <a:close/>
                </a:path>
                <a:path w="12168505" h="6795134">
                  <a:moveTo>
                    <a:pt x="1531988" y="1303667"/>
                  </a:moveTo>
                  <a:lnTo>
                    <a:pt x="1311694" y="1058240"/>
                  </a:lnTo>
                  <a:lnTo>
                    <a:pt x="1091399" y="1303667"/>
                  </a:lnTo>
                  <a:lnTo>
                    <a:pt x="1311694" y="1549095"/>
                  </a:lnTo>
                  <a:lnTo>
                    <a:pt x="1531988" y="1303667"/>
                  </a:lnTo>
                  <a:close/>
                </a:path>
                <a:path w="12168505" h="6795134">
                  <a:moveTo>
                    <a:pt x="1531988" y="713155"/>
                  </a:moveTo>
                  <a:lnTo>
                    <a:pt x="1311694" y="467728"/>
                  </a:lnTo>
                  <a:lnTo>
                    <a:pt x="1091399" y="713155"/>
                  </a:lnTo>
                  <a:lnTo>
                    <a:pt x="1311694" y="958583"/>
                  </a:lnTo>
                  <a:lnTo>
                    <a:pt x="1531988" y="713155"/>
                  </a:lnTo>
                  <a:close/>
                </a:path>
                <a:path w="12168505" h="6795134">
                  <a:moveTo>
                    <a:pt x="1615097" y="0"/>
                  </a:moveTo>
                  <a:lnTo>
                    <a:pt x="1579105" y="0"/>
                  </a:lnTo>
                  <a:lnTo>
                    <a:pt x="1534160" y="50076"/>
                  </a:lnTo>
                  <a:lnTo>
                    <a:pt x="1489214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51" y="50076"/>
                  </a:lnTo>
                  <a:lnTo>
                    <a:pt x="1615097" y="0"/>
                  </a:lnTo>
                  <a:close/>
                </a:path>
                <a:path w="12168505" h="6795134">
                  <a:moveTo>
                    <a:pt x="1972564" y="124460"/>
                  </a:moveTo>
                  <a:lnTo>
                    <a:pt x="1860854" y="0"/>
                  </a:lnTo>
                  <a:lnTo>
                    <a:pt x="1643697" y="0"/>
                  </a:lnTo>
                  <a:lnTo>
                    <a:pt x="1531988" y="124460"/>
                  </a:lnTo>
                  <a:lnTo>
                    <a:pt x="1752282" y="369887"/>
                  </a:lnTo>
                  <a:lnTo>
                    <a:pt x="1972564" y="124460"/>
                  </a:lnTo>
                  <a:close/>
                </a:path>
                <a:path w="12168505" h="6795134">
                  <a:moveTo>
                    <a:pt x="2055672" y="0"/>
                  </a:moveTo>
                  <a:lnTo>
                    <a:pt x="2019693" y="0"/>
                  </a:lnTo>
                  <a:lnTo>
                    <a:pt x="1974748" y="50076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48" y="90157"/>
                  </a:lnTo>
                  <a:lnTo>
                    <a:pt x="2010727" y="50076"/>
                  </a:lnTo>
                  <a:lnTo>
                    <a:pt x="2055672" y="0"/>
                  </a:lnTo>
                  <a:close/>
                </a:path>
                <a:path w="12168505" h="6795134">
                  <a:moveTo>
                    <a:pt x="2413139" y="124460"/>
                  </a:moveTo>
                  <a:lnTo>
                    <a:pt x="2301430" y="0"/>
                  </a:lnTo>
                  <a:lnTo>
                    <a:pt x="2084273" y="0"/>
                  </a:lnTo>
                  <a:lnTo>
                    <a:pt x="1972564" y="124460"/>
                  </a:lnTo>
                  <a:lnTo>
                    <a:pt x="2192858" y="369887"/>
                  </a:lnTo>
                  <a:lnTo>
                    <a:pt x="2413139" y="124460"/>
                  </a:lnTo>
                  <a:close/>
                </a:path>
                <a:path w="12168505" h="6795134">
                  <a:moveTo>
                    <a:pt x="2496261" y="0"/>
                  </a:moveTo>
                  <a:lnTo>
                    <a:pt x="2460282" y="0"/>
                  </a:lnTo>
                  <a:lnTo>
                    <a:pt x="2415336" y="50076"/>
                  </a:lnTo>
                  <a:lnTo>
                    <a:pt x="2370391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76"/>
                  </a:lnTo>
                  <a:lnTo>
                    <a:pt x="2496261" y="0"/>
                  </a:lnTo>
                  <a:close/>
                </a:path>
                <a:path w="12168505" h="6795134">
                  <a:moveTo>
                    <a:pt x="2853728" y="3057906"/>
                  </a:moveTo>
                  <a:lnTo>
                    <a:pt x="2633434" y="2812478"/>
                  </a:lnTo>
                  <a:lnTo>
                    <a:pt x="2413139" y="3057906"/>
                  </a:lnTo>
                  <a:lnTo>
                    <a:pt x="2192858" y="2812478"/>
                  </a:lnTo>
                  <a:lnTo>
                    <a:pt x="1972564" y="3057906"/>
                  </a:lnTo>
                  <a:lnTo>
                    <a:pt x="1752282" y="2812478"/>
                  </a:lnTo>
                  <a:lnTo>
                    <a:pt x="1531988" y="3057906"/>
                  </a:lnTo>
                  <a:lnTo>
                    <a:pt x="1752282" y="3303333"/>
                  </a:lnTo>
                  <a:lnTo>
                    <a:pt x="1972564" y="3057918"/>
                  </a:lnTo>
                  <a:lnTo>
                    <a:pt x="2192858" y="3303333"/>
                  </a:lnTo>
                  <a:lnTo>
                    <a:pt x="2413139" y="3057918"/>
                  </a:lnTo>
                  <a:lnTo>
                    <a:pt x="2633434" y="3303333"/>
                  </a:lnTo>
                  <a:lnTo>
                    <a:pt x="2853728" y="3057906"/>
                  </a:lnTo>
                  <a:close/>
                </a:path>
                <a:path w="12168505" h="6795134">
                  <a:moveTo>
                    <a:pt x="2853728" y="2475712"/>
                  </a:moveTo>
                  <a:lnTo>
                    <a:pt x="2633434" y="2230285"/>
                  </a:lnTo>
                  <a:lnTo>
                    <a:pt x="2413139" y="2475712"/>
                  </a:lnTo>
                  <a:lnTo>
                    <a:pt x="2192858" y="2230285"/>
                  </a:lnTo>
                  <a:lnTo>
                    <a:pt x="1972564" y="2475712"/>
                  </a:lnTo>
                  <a:lnTo>
                    <a:pt x="1752282" y="2230285"/>
                  </a:lnTo>
                  <a:lnTo>
                    <a:pt x="1531988" y="2475712"/>
                  </a:lnTo>
                  <a:lnTo>
                    <a:pt x="1752282" y="2721140"/>
                  </a:lnTo>
                  <a:lnTo>
                    <a:pt x="1972564" y="2475725"/>
                  </a:lnTo>
                  <a:lnTo>
                    <a:pt x="2192858" y="2721140"/>
                  </a:lnTo>
                  <a:lnTo>
                    <a:pt x="2413139" y="2475725"/>
                  </a:lnTo>
                  <a:lnTo>
                    <a:pt x="2633434" y="2721140"/>
                  </a:lnTo>
                  <a:lnTo>
                    <a:pt x="2853728" y="2475712"/>
                  </a:lnTo>
                  <a:close/>
                </a:path>
                <a:path w="12168505" h="6795134">
                  <a:moveTo>
                    <a:pt x="2853728" y="1885200"/>
                  </a:moveTo>
                  <a:lnTo>
                    <a:pt x="2633434" y="1639773"/>
                  </a:lnTo>
                  <a:lnTo>
                    <a:pt x="2413139" y="1885200"/>
                  </a:lnTo>
                  <a:lnTo>
                    <a:pt x="2192858" y="1639773"/>
                  </a:lnTo>
                  <a:lnTo>
                    <a:pt x="1972564" y="1885200"/>
                  </a:lnTo>
                  <a:lnTo>
                    <a:pt x="1752282" y="1639773"/>
                  </a:lnTo>
                  <a:lnTo>
                    <a:pt x="1531988" y="1885200"/>
                  </a:lnTo>
                  <a:lnTo>
                    <a:pt x="1752282" y="2130628"/>
                  </a:lnTo>
                  <a:lnTo>
                    <a:pt x="1972564" y="1885213"/>
                  </a:lnTo>
                  <a:lnTo>
                    <a:pt x="2192858" y="2130628"/>
                  </a:lnTo>
                  <a:lnTo>
                    <a:pt x="2413139" y="1885213"/>
                  </a:lnTo>
                  <a:lnTo>
                    <a:pt x="2633434" y="2130628"/>
                  </a:lnTo>
                  <a:lnTo>
                    <a:pt x="2853728" y="1885200"/>
                  </a:lnTo>
                  <a:close/>
                </a:path>
                <a:path w="12168505" h="6795134">
                  <a:moveTo>
                    <a:pt x="2853728" y="1303667"/>
                  </a:moveTo>
                  <a:lnTo>
                    <a:pt x="2633434" y="1058240"/>
                  </a:lnTo>
                  <a:lnTo>
                    <a:pt x="2413139" y="1303667"/>
                  </a:lnTo>
                  <a:lnTo>
                    <a:pt x="2192858" y="1058240"/>
                  </a:lnTo>
                  <a:lnTo>
                    <a:pt x="1972564" y="1303667"/>
                  </a:lnTo>
                  <a:lnTo>
                    <a:pt x="1752282" y="1058240"/>
                  </a:lnTo>
                  <a:lnTo>
                    <a:pt x="1531988" y="1303667"/>
                  </a:lnTo>
                  <a:lnTo>
                    <a:pt x="1752282" y="1549095"/>
                  </a:lnTo>
                  <a:lnTo>
                    <a:pt x="1972564" y="1303680"/>
                  </a:lnTo>
                  <a:lnTo>
                    <a:pt x="2192858" y="1549095"/>
                  </a:lnTo>
                  <a:lnTo>
                    <a:pt x="2413139" y="1303680"/>
                  </a:lnTo>
                  <a:lnTo>
                    <a:pt x="2633434" y="1549095"/>
                  </a:lnTo>
                  <a:lnTo>
                    <a:pt x="2853728" y="1303667"/>
                  </a:lnTo>
                  <a:close/>
                </a:path>
                <a:path w="12168505" h="6795134">
                  <a:moveTo>
                    <a:pt x="2853728" y="713155"/>
                  </a:moveTo>
                  <a:lnTo>
                    <a:pt x="2633434" y="467728"/>
                  </a:lnTo>
                  <a:lnTo>
                    <a:pt x="2413139" y="713155"/>
                  </a:lnTo>
                  <a:lnTo>
                    <a:pt x="2192858" y="467728"/>
                  </a:lnTo>
                  <a:lnTo>
                    <a:pt x="1972564" y="713155"/>
                  </a:lnTo>
                  <a:lnTo>
                    <a:pt x="1752282" y="467728"/>
                  </a:lnTo>
                  <a:lnTo>
                    <a:pt x="1531988" y="713155"/>
                  </a:lnTo>
                  <a:lnTo>
                    <a:pt x="1752282" y="958583"/>
                  </a:lnTo>
                  <a:lnTo>
                    <a:pt x="1972564" y="713168"/>
                  </a:lnTo>
                  <a:lnTo>
                    <a:pt x="2192858" y="958583"/>
                  </a:lnTo>
                  <a:lnTo>
                    <a:pt x="2413139" y="713168"/>
                  </a:lnTo>
                  <a:lnTo>
                    <a:pt x="2633434" y="958583"/>
                  </a:lnTo>
                  <a:lnTo>
                    <a:pt x="2853728" y="713155"/>
                  </a:lnTo>
                  <a:close/>
                </a:path>
                <a:path w="12168505" h="6795134">
                  <a:moveTo>
                    <a:pt x="2853728" y="124460"/>
                  </a:moveTo>
                  <a:lnTo>
                    <a:pt x="2742019" y="0"/>
                  </a:lnTo>
                  <a:lnTo>
                    <a:pt x="2524861" y="0"/>
                  </a:lnTo>
                  <a:lnTo>
                    <a:pt x="2413152" y="124460"/>
                  </a:lnTo>
                  <a:lnTo>
                    <a:pt x="2633446" y="369887"/>
                  </a:lnTo>
                  <a:lnTo>
                    <a:pt x="2853728" y="124460"/>
                  </a:lnTo>
                  <a:close/>
                </a:path>
                <a:path w="12168505" h="6795134">
                  <a:moveTo>
                    <a:pt x="2936875" y="0"/>
                  </a:moveTo>
                  <a:lnTo>
                    <a:pt x="2900883" y="0"/>
                  </a:lnTo>
                  <a:lnTo>
                    <a:pt x="2855938" y="50076"/>
                  </a:lnTo>
                  <a:lnTo>
                    <a:pt x="2810980" y="0"/>
                  </a:lnTo>
                  <a:lnTo>
                    <a:pt x="2775000" y="0"/>
                  </a:lnTo>
                  <a:lnTo>
                    <a:pt x="2855938" y="90170"/>
                  </a:lnTo>
                  <a:lnTo>
                    <a:pt x="2891929" y="50076"/>
                  </a:lnTo>
                  <a:lnTo>
                    <a:pt x="2936875" y="0"/>
                  </a:lnTo>
                  <a:close/>
                </a:path>
                <a:path w="12168505" h="67951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12168505" h="6795134">
                  <a:moveTo>
                    <a:pt x="2976270" y="2339200"/>
                  </a:moveTo>
                  <a:lnTo>
                    <a:pt x="2853740" y="2475712"/>
                  </a:lnTo>
                  <a:lnTo>
                    <a:pt x="2976270" y="2612225"/>
                  </a:lnTo>
                  <a:lnTo>
                    <a:pt x="2976270" y="2339200"/>
                  </a:lnTo>
                  <a:close/>
                </a:path>
                <a:path w="12168505" h="6795134">
                  <a:moveTo>
                    <a:pt x="2976270" y="1748688"/>
                  </a:moveTo>
                  <a:lnTo>
                    <a:pt x="2853740" y="1885200"/>
                  </a:lnTo>
                  <a:lnTo>
                    <a:pt x="2976270" y="2021713"/>
                  </a:lnTo>
                  <a:lnTo>
                    <a:pt x="2976270" y="1748688"/>
                  </a:lnTo>
                  <a:close/>
                </a:path>
                <a:path w="12168505" h="6795134">
                  <a:moveTo>
                    <a:pt x="2976270" y="1167155"/>
                  </a:moveTo>
                  <a:lnTo>
                    <a:pt x="2853740" y="1303667"/>
                  </a:lnTo>
                  <a:lnTo>
                    <a:pt x="2976270" y="1440180"/>
                  </a:lnTo>
                  <a:lnTo>
                    <a:pt x="2976270" y="1167155"/>
                  </a:lnTo>
                  <a:close/>
                </a:path>
                <a:path w="12168505" h="6795134">
                  <a:moveTo>
                    <a:pt x="2976270" y="576643"/>
                  </a:moveTo>
                  <a:lnTo>
                    <a:pt x="2853740" y="713155"/>
                  </a:lnTo>
                  <a:lnTo>
                    <a:pt x="2976270" y="849668"/>
                  </a:lnTo>
                  <a:lnTo>
                    <a:pt x="2976270" y="576643"/>
                  </a:lnTo>
                  <a:close/>
                </a:path>
                <a:path w="12168505" h="6795134">
                  <a:moveTo>
                    <a:pt x="2976270" y="0"/>
                  </a:moveTo>
                  <a:lnTo>
                    <a:pt x="2965450" y="0"/>
                  </a:lnTo>
                  <a:lnTo>
                    <a:pt x="2853740" y="124460"/>
                  </a:lnTo>
                  <a:lnTo>
                    <a:pt x="2976270" y="260972"/>
                  </a:lnTo>
                  <a:lnTo>
                    <a:pt x="2976270" y="0"/>
                  </a:lnTo>
                  <a:close/>
                </a:path>
                <a:path w="12168505" h="6795134">
                  <a:moveTo>
                    <a:pt x="2976283" y="3229546"/>
                  </a:moveTo>
                  <a:lnTo>
                    <a:pt x="2889834" y="3133242"/>
                  </a:lnTo>
                  <a:lnTo>
                    <a:pt x="2853855" y="3093148"/>
                  </a:lnTo>
                  <a:lnTo>
                    <a:pt x="2633561" y="3338576"/>
                  </a:lnTo>
                  <a:lnTo>
                    <a:pt x="2449245" y="3133242"/>
                  </a:lnTo>
                  <a:lnTo>
                    <a:pt x="2413254" y="3093148"/>
                  </a:lnTo>
                  <a:lnTo>
                    <a:pt x="2192972" y="3338576"/>
                  </a:lnTo>
                  <a:lnTo>
                    <a:pt x="2008657" y="3133242"/>
                  </a:lnTo>
                  <a:lnTo>
                    <a:pt x="1972678" y="3093148"/>
                  </a:lnTo>
                  <a:lnTo>
                    <a:pt x="1752384" y="3338576"/>
                  </a:lnTo>
                  <a:lnTo>
                    <a:pt x="1568081" y="3133242"/>
                  </a:lnTo>
                  <a:lnTo>
                    <a:pt x="1532102" y="3093148"/>
                  </a:lnTo>
                  <a:lnTo>
                    <a:pt x="1311795" y="3338576"/>
                  </a:lnTo>
                  <a:lnTo>
                    <a:pt x="1127480" y="3133242"/>
                  </a:lnTo>
                  <a:lnTo>
                    <a:pt x="1091501" y="3093148"/>
                  </a:lnTo>
                  <a:lnTo>
                    <a:pt x="871207" y="3338576"/>
                  </a:lnTo>
                  <a:lnTo>
                    <a:pt x="686892" y="3133242"/>
                  </a:lnTo>
                  <a:lnTo>
                    <a:pt x="650913" y="3093148"/>
                  </a:lnTo>
                  <a:lnTo>
                    <a:pt x="430606" y="3338576"/>
                  </a:lnTo>
                  <a:lnTo>
                    <a:pt x="246303" y="3133242"/>
                  </a:lnTo>
                  <a:lnTo>
                    <a:pt x="210324" y="3093148"/>
                  </a:lnTo>
                  <a:lnTo>
                    <a:pt x="0" y="3327489"/>
                  </a:lnTo>
                  <a:lnTo>
                    <a:pt x="0" y="3367570"/>
                  </a:lnTo>
                  <a:lnTo>
                    <a:pt x="210324" y="3133242"/>
                  </a:lnTo>
                  <a:lnTo>
                    <a:pt x="430606" y="3378657"/>
                  </a:lnTo>
                  <a:lnTo>
                    <a:pt x="466585" y="3338576"/>
                  </a:lnTo>
                  <a:lnTo>
                    <a:pt x="650913" y="3133242"/>
                  </a:lnTo>
                  <a:lnTo>
                    <a:pt x="871207" y="3378657"/>
                  </a:lnTo>
                  <a:lnTo>
                    <a:pt x="907186" y="3338576"/>
                  </a:lnTo>
                  <a:lnTo>
                    <a:pt x="1091501" y="3133242"/>
                  </a:lnTo>
                  <a:lnTo>
                    <a:pt x="1311795" y="3378657"/>
                  </a:lnTo>
                  <a:lnTo>
                    <a:pt x="1347774" y="3338576"/>
                  </a:lnTo>
                  <a:lnTo>
                    <a:pt x="1532102" y="3133242"/>
                  </a:lnTo>
                  <a:lnTo>
                    <a:pt x="1752384" y="3378657"/>
                  </a:lnTo>
                  <a:lnTo>
                    <a:pt x="1788363" y="3338576"/>
                  </a:lnTo>
                  <a:lnTo>
                    <a:pt x="1972678" y="3133242"/>
                  </a:lnTo>
                  <a:lnTo>
                    <a:pt x="2192972" y="3378657"/>
                  </a:lnTo>
                  <a:lnTo>
                    <a:pt x="2228939" y="3338576"/>
                  </a:lnTo>
                  <a:lnTo>
                    <a:pt x="2413254" y="3133242"/>
                  </a:lnTo>
                  <a:lnTo>
                    <a:pt x="2633561" y="3378657"/>
                  </a:lnTo>
                  <a:lnTo>
                    <a:pt x="2669540" y="3338576"/>
                  </a:lnTo>
                  <a:lnTo>
                    <a:pt x="2853855" y="3133242"/>
                  </a:lnTo>
                  <a:lnTo>
                    <a:pt x="2976283" y="3269627"/>
                  </a:lnTo>
                  <a:lnTo>
                    <a:pt x="2976283" y="3229546"/>
                  </a:lnTo>
                  <a:close/>
                </a:path>
                <a:path w="12168505" h="6795134">
                  <a:moveTo>
                    <a:pt x="2976283" y="2647365"/>
                  </a:moveTo>
                  <a:lnTo>
                    <a:pt x="2889834" y="2551049"/>
                  </a:lnTo>
                  <a:lnTo>
                    <a:pt x="2853855" y="2510955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55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55"/>
                  </a:lnTo>
                  <a:lnTo>
                    <a:pt x="1752384" y="2756382"/>
                  </a:lnTo>
                  <a:lnTo>
                    <a:pt x="1568081" y="2551049"/>
                  </a:lnTo>
                  <a:lnTo>
                    <a:pt x="1532102" y="2510955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55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55"/>
                  </a:lnTo>
                  <a:lnTo>
                    <a:pt x="430606" y="2756395"/>
                  </a:lnTo>
                  <a:lnTo>
                    <a:pt x="246303" y="2551049"/>
                  </a:lnTo>
                  <a:lnTo>
                    <a:pt x="210324" y="2510955"/>
                  </a:lnTo>
                  <a:lnTo>
                    <a:pt x="0" y="2745282"/>
                  </a:lnTo>
                  <a:lnTo>
                    <a:pt x="0" y="2785376"/>
                  </a:lnTo>
                  <a:lnTo>
                    <a:pt x="210324" y="2551049"/>
                  </a:lnTo>
                  <a:lnTo>
                    <a:pt x="430606" y="2796476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76"/>
                  </a:lnTo>
                  <a:lnTo>
                    <a:pt x="907186" y="2756395"/>
                  </a:lnTo>
                  <a:lnTo>
                    <a:pt x="889190" y="2756395"/>
                  </a:lnTo>
                  <a:lnTo>
                    <a:pt x="907186" y="2756382"/>
                  </a:lnTo>
                  <a:lnTo>
                    <a:pt x="1091501" y="2551049"/>
                  </a:lnTo>
                  <a:lnTo>
                    <a:pt x="1311795" y="2796476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82"/>
                  </a:lnTo>
                  <a:lnTo>
                    <a:pt x="1972678" y="2551049"/>
                  </a:lnTo>
                  <a:lnTo>
                    <a:pt x="2192972" y="2796476"/>
                  </a:lnTo>
                  <a:lnTo>
                    <a:pt x="2228939" y="2756395"/>
                  </a:lnTo>
                  <a:lnTo>
                    <a:pt x="2413254" y="2551049"/>
                  </a:lnTo>
                  <a:lnTo>
                    <a:pt x="2633561" y="2796476"/>
                  </a:lnTo>
                  <a:lnTo>
                    <a:pt x="2669540" y="2756395"/>
                  </a:lnTo>
                  <a:lnTo>
                    <a:pt x="2651544" y="2756395"/>
                  </a:lnTo>
                  <a:lnTo>
                    <a:pt x="2669540" y="2756382"/>
                  </a:lnTo>
                  <a:lnTo>
                    <a:pt x="2853855" y="2551049"/>
                  </a:lnTo>
                  <a:lnTo>
                    <a:pt x="2976283" y="2687447"/>
                  </a:lnTo>
                  <a:lnTo>
                    <a:pt x="2976283" y="2647365"/>
                  </a:lnTo>
                  <a:close/>
                </a:path>
                <a:path w="12168505" h="6795134">
                  <a:moveTo>
                    <a:pt x="2976283" y="2056841"/>
                  </a:moveTo>
                  <a:lnTo>
                    <a:pt x="2889834" y="1960524"/>
                  </a:lnTo>
                  <a:lnTo>
                    <a:pt x="2853855" y="1920430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30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30"/>
                  </a:lnTo>
                  <a:lnTo>
                    <a:pt x="1752384" y="2165858"/>
                  </a:lnTo>
                  <a:lnTo>
                    <a:pt x="1568081" y="1960524"/>
                  </a:lnTo>
                  <a:lnTo>
                    <a:pt x="1532102" y="1920430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30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30"/>
                  </a:lnTo>
                  <a:lnTo>
                    <a:pt x="430606" y="2165870"/>
                  </a:lnTo>
                  <a:lnTo>
                    <a:pt x="246303" y="1960524"/>
                  </a:lnTo>
                  <a:lnTo>
                    <a:pt x="210324" y="1920430"/>
                  </a:lnTo>
                  <a:lnTo>
                    <a:pt x="0" y="2154771"/>
                  </a:lnTo>
                  <a:lnTo>
                    <a:pt x="0" y="2194864"/>
                  </a:lnTo>
                  <a:lnTo>
                    <a:pt x="210324" y="1960524"/>
                  </a:lnTo>
                  <a:lnTo>
                    <a:pt x="430606" y="2205952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52"/>
                  </a:lnTo>
                  <a:lnTo>
                    <a:pt x="907186" y="2165870"/>
                  </a:lnTo>
                  <a:lnTo>
                    <a:pt x="889190" y="2165870"/>
                  </a:lnTo>
                  <a:lnTo>
                    <a:pt x="907186" y="2165858"/>
                  </a:lnTo>
                  <a:lnTo>
                    <a:pt x="1091501" y="1960524"/>
                  </a:lnTo>
                  <a:lnTo>
                    <a:pt x="1311795" y="2205952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52"/>
                  </a:lnTo>
                  <a:lnTo>
                    <a:pt x="1788363" y="2165858"/>
                  </a:lnTo>
                  <a:lnTo>
                    <a:pt x="1972678" y="1960524"/>
                  </a:lnTo>
                  <a:lnTo>
                    <a:pt x="2192972" y="2205952"/>
                  </a:lnTo>
                  <a:lnTo>
                    <a:pt x="2228939" y="2165870"/>
                  </a:lnTo>
                  <a:lnTo>
                    <a:pt x="2413254" y="1960524"/>
                  </a:lnTo>
                  <a:lnTo>
                    <a:pt x="2633561" y="2205952"/>
                  </a:lnTo>
                  <a:lnTo>
                    <a:pt x="2669540" y="2165870"/>
                  </a:lnTo>
                  <a:lnTo>
                    <a:pt x="2651544" y="2165870"/>
                  </a:lnTo>
                  <a:lnTo>
                    <a:pt x="2669540" y="2165858"/>
                  </a:lnTo>
                  <a:lnTo>
                    <a:pt x="2853855" y="1960524"/>
                  </a:lnTo>
                  <a:lnTo>
                    <a:pt x="2976283" y="2096922"/>
                  </a:lnTo>
                  <a:lnTo>
                    <a:pt x="2976283" y="2056841"/>
                  </a:lnTo>
                  <a:close/>
                </a:path>
                <a:path w="12168505" h="6795134">
                  <a:moveTo>
                    <a:pt x="2976283" y="1475308"/>
                  </a:moveTo>
                  <a:lnTo>
                    <a:pt x="2889834" y="1379004"/>
                  </a:lnTo>
                  <a:lnTo>
                    <a:pt x="2853855" y="1338910"/>
                  </a:lnTo>
                  <a:lnTo>
                    <a:pt x="2633561" y="1584337"/>
                  </a:lnTo>
                  <a:lnTo>
                    <a:pt x="2449245" y="1379004"/>
                  </a:lnTo>
                  <a:lnTo>
                    <a:pt x="2413254" y="1338910"/>
                  </a:lnTo>
                  <a:lnTo>
                    <a:pt x="2192972" y="1584337"/>
                  </a:lnTo>
                  <a:lnTo>
                    <a:pt x="2008657" y="1379004"/>
                  </a:lnTo>
                  <a:lnTo>
                    <a:pt x="1972678" y="1338910"/>
                  </a:lnTo>
                  <a:lnTo>
                    <a:pt x="1752384" y="1584337"/>
                  </a:lnTo>
                  <a:lnTo>
                    <a:pt x="1568081" y="1379004"/>
                  </a:lnTo>
                  <a:lnTo>
                    <a:pt x="1532102" y="1338910"/>
                  </a:lnTo>
                  <a:lnTo>
                    <a:pt x="1311795" y="1584337"/>
                  </a:lnTo>
                  <a:lnTo>
                    <a:pt x="1127480" y="1379004"/>
                  </a:lnTo>
                  <a:lnTo>
                    <a:pt x="1091501" y="1338910"/>
                  </a:lnTo>
                  <a:lnTo>
                    <a:pt x="871207" y="1584337"/>
                  </a:lnTo>
                  <a:lnTo>
                    <a:pt x="686892" y="1379004"/>
                  </a:lnTo>
                  <a:lnTo>
                    <a:pt x="650913" y="1338910"/>
                  </a:lnTo>
                  <a:lnTo>
                    <a:pt x="430606" y="1584337"/>
                  </a:lnTo>
                  <a:lnTo>
                    <a:pt x="246303" y="1379004"/>
                  </a:lnTo>
                  <a:lnTo>
                    <a:pt x="210324" y="1338910"/>
                  </a:lnTo>
                  <a:lnTo>
                    <a:pt x="0" y="1573250"/>
                  </a:lnTo>
                  <a:lnTo>
                    <a:pt x="0" y="1613331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98" y="1584337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37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87" y="1584337"/>
                  </a:lnTo>
                  <a:lnTo>
                    <a:pt x="1532102" y="1379004"/>
                  </a:lnTo>
                  <a:lnTo>
                    <a:pt x="1752384" y="1624418"/>
                  </a:lnTo>
                  <a:lnTo>
                    <a:pt x="1788363" y="1584337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51" y="1584337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37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08"/>
                  </a:lnTo>
                  <a:close/>
                </a:path>
                <a:path w="12168505" h="6795134">
                  <a:moveTo>
                    <a:pt x="2976283" y="884796"/>
                  </a:moveTo>
                  <a:lnTo>
                    <a:pt x="2889847" y="788492"/>
                  </a:lnTo>
                  <a:lnTo>
                    <a:pt x="2853855" y="748385"/>
                  </a:lnTo>
                  <a:lnTo>
                    <a:pt x="2633561" y="993825"/>
                  </a:lnTo>
                  <a:lnTo>
                    <a:pt x="2449245" y="788492"/>
                  </a:lnTo>
                  <a:lnTo>
                    <a:pt x="2413254" y="748385"/>
                  </a:lnTo>
                  <a:lnTo>
                    <a:pt x="2192972" y="993825"/>
                  </a:lnTo>
                  <a:lnTo>
                    <a:pt x="2008670" y="788492"/>
                  </a:lnTo>
                  <a:lnTo>
                    <a:pt x="1972678" y="748385"/>
                  </a:lnTo>
                  <a:lnTo>
                    <a:pt x="1752384" y="993813"/>
                  </a:lnTo>
                  <a:lnTo>
                    <a:pt x="1568094" y="788492"/>
                  </a:lnTo>
                  <a:lnTo>
                    <a:pt x="1532102" y="748385"/>
                  </a:lnTo>
                  <a:lnTo>
                    <a:pt x="1311795" y="993825"/>
                  </a:lnTo>
                  <a:lnTo>
                    <a:pt x="1127493" y="788492"/>
                  </a:lnTo>
                  <a:lnTo>
                    <a:pt x="1091501" y="748385"/>
                  </a:lnTo>
                  <a:lnTo>
                    <a:pt x="871207" y="993825"/>
                  </a:lnTo>
                  <a:lnTo>
                    <a:pt x="686904" y="788492"/>
                  </a:lnTo>
                  <a:lnTo>
                    <a:pt x="650913" y="748385"/>
                  </a:lnTo>
                  <a:lnTo>
                    <a:pt x="430606" y="993825"/>
                  </a:lnTo>
                  <a:lnTo>
                    <a:pt x="246316" y="788492"/>
                  </a:lnTo>
                  <a:lnTo>
                    <a:pt x="210324" y="748385"/>
                  </a:lnTo>
                  <a:lnTo>
                    <a:pt x="0" y="982726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07"/>
                  </a:lnTo>
                  <a:lnTo>
                    <a:pt x="466585" y="993825"/>
                  </a:lnTo>
                  <a:lnTo>
                    <a:pt x="650913" y="788492"/>
                  </a:lnTo>
                  <a:lnTo>
                    <a:pt x="871207" y="1033907"/>
                  </a:lnTo>
                  <a:lnTo>
                    <a:pt x="907186" y="993825"/>
                  </a:lnTo>
                  <a:lnTo>
                    <a:pt x="1091501" y="788492"/>
                  </a:lnTo>
                  <a:lnTo>
                    <a:pt x="1311795" y="1033907"/>
                  </a:lnTo>
                  <a:lnTo>
                    <a:pt x="1347774" y="993825"/>
                  </a:lnTo>
                  <a:lnTo>
                    <a:pt x="1532102" y="788492"/>
                  </a:lnTo>
                  <a:lnTo>
                    <a:pt x="1752384" y="1033907"/>
                  </a:lnTo>
                  <a:lnTo>
                    <a:pt x="1788375" y="993813"/>
                  </a:lnTo>
                  <a:lnTo>
                    <a:pt x="1972678" y="788492"/>
                  </a:lnTo>
                  <a:lnTo>
                    <a:pt x="2192972" y="1033907"/>
                  </a:lnTo>
                  <a:lnTo>
                    <a:pt x="2228939" y="993825"/>
                  </a:lnTo>
                  <a:lnTo>
                    <a:pt x="2413254" y="788492"/>
                  </a:lnTo>
                  <a:lnTo>
                    <a:pt x="2633561" y="1033907"/>
                  </a:lnTo>
                  <a:lnTo>
                    <a:pt x="2669540" y="993825"/>
                  </a:lnTo>
                  <a:lnTo>
                    <a:pt x="2853855" y="788492"/>
                  </a:lnTo>
                  <a:lnTo>
                    <a:pt x="2976283" y="924877"/>
                  </a:lnTo>
                  <a:lnTo>
                    <a:pt x="2976283" y="884796"/>
                  </a:lnTo>
                  <a:close/>
                </a:path>
                <a:path w="12168505" h="6795134">
                  <a:moveTo>
                    <a:pt x="2976283" y="296100"/>
                  </a:moveTo>
                  <a:lnTo>
                    <a:pt x="2889834" y="199796"/>
                  </a:lnTo>
                  <a:lnTo>
                    <a:pt x="2853855" y="159702"/>
                  </a:lnTo>
                  <a:lnTo>
                    <a:pt x="2633561" y="405130"/>
                  </a:lnTo>
                  <a:lnTo>
                    <a:pt x="2449245" y="199796"/>
                  </a:lnTo>
                  <a:lnTo>
                    <a:pt x="2413254" y="159702"/>
                  </a:lnTo>
                  <a:lnTo>
                    <a:pt x="2192972" y="405130"/>
                  </a:lnTo>
                  <a:lnTo>
                    <a:pt x="2008657" y="199796"/>
                  </a:lnTo>
                  <a:lnTo>
                    <a:pt x="1972678" y="159702"/>
                  </a:lnTo>
                  <a:lnTo>
                    <a:pt x="1752384" y="405130"/>
                  </a:lnTo>
                  <a:lnTo>
                    <a:pt x="1568081" y="199796"/>
                  </a:lnTo>
                  <a:lnTo>
                    <a:pt x="1532102" y="159702"/>
                  </a:lnTo>
                  <a:lnTo>
                    <a:pt x="1311795" y="405130"/>
                  </a:lnTo>
                  <a:lnTo>
                    <a:pt x="1127480" y="199796"/>
                  </a:lnTo>
                  <a:lnTo>
                    <a:pt x="1091501" y="159702"/>
                  </a:lnTo>
                  <a:lnTo>
                    <a:pt x="871207" y="405130"/>
                  </a:lnTo>
                  <a:lnTo>
                    <a:pt x="686892" y="199796"/>
                  </a:lnTo>
                  <a:lnTo>
                    <a:pt x="650913" y="159702"/>
                  </a:lnTo>
                  <a:lnTo>
                    <a:pt x="430606" y="405130"/>
                  </a:lnTo>
                  <a:lnTo>
                    <a:pt x="246303" y="199796"/>
                  </a:lnTo>
                  <a:lnTo>
                    <a:pt x="210324" y="159702"/>
                  </a:lnTo>
                  <a:lnTo>
                    <a:pt x="0" y="394042"/>
                  </a:lnTo>
                  <a:lnTo>
                    <a:pt x="0" y="434124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98" y="405130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30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87" y="405130"/>
                  </a:lnTo>
                  <a:lnTo>
                    <a:pt x="1532102" y="199796"/>
                  </a:lnTo>
                  <a:lnTo>
                    <a:pt x="1752384" y="445211"/>
                  </a:lnTo>
                  <a:lnTo>
                    <a:pt x="1788363" y="405130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51" y="405130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30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00"/>
                  </a:lnTo>
                  <a:close/>
                </a:path>
                <a:path w="12168505" h="6795134">
                  <a:moveTo>
                    <a:pt x="3986822" y="124460"/>
                  </a:moveTo>
                  <a:lnTo>
                    <a:pt x="3875113" y="0"/>
                  </a:lnTo>
                  <a:lnTo>
                    <a:pt x="3657955" y="0"/>
                  </a:lnTo>
                  <a:lnTo>
                    <a:pt x="3546246" y="124460"/>
                  </a:lnTo>
                  <a:lnTo>
                    <a:pt x="3766540" y="369887"/>
                  </a:lnTo>
                  <a:lnTo>
                    <a:pt x="3986822" y="124460"/>
                  </a:lnTo>
                  <a:close/>
                </a:path>
                <a:path w="12168505" h="6795134">
                  <a:moveTo>
                    <a:pt x="4427398" y="124460"/>
                  </a:moveTo>
                  <a:lnTo>
                    <a:pt x="4315688" y="0"/>
                  </a:lnTo>
                  <a:lnTo>
                    <a:pt x="4098531" y="0"/>
                  </a:lnTo>
                  <a:lnTo>
                    <a:pt x="3986822" y="124460"/>
                  </a:lnTo>
                  <a:lnTo>
                    <a:pt x="4207116" y="369887"/>
                  </a:lnTo>
                  <a:lnTo>
                    <a:pt x="4427398" y="124460"/>
                  </a:lnTo>
                  <a:close/>
                </a:path>
                <a:path w="12168505" h="6795134">
                  <a:moveTo>
                    <a:pt x="4867986" y="124460"/>
                  </a:moveTo>
                  <a:lnTo>
                    <a:pt x="4756277" y="0"/>
                  </a:lnTo>
                  <a:lnTo>
                    <a:pt x="4539119" y="0"/>
                  </a:lnTo>
                  <a:lnTo>
                    <a:pt x="4427410" y="124460"/>
                  </a:lnTo>
                  <a:lnTo>
                    <a:pt x="4647704" y="369887"/>
                  </a:lnTo>
                  <a:lnTo>
                    <a:pt x="4867986" y="124460"/>
                  </a:lnTo>
                  <a:close/>
                </a:path>
                <a:path w="12168505" h="6795134">
                  <a:moveTo>
                    <a:pt x="5308600" y="124460"/>
                  </a:moveTo>
                  <a:lnTo>
                    <a:pt x="5196891" y="0"/>
                  </a:lnTo>
                  <a:lnTo>
                    <a:pt x="4979733" y="0"/>
                  </a:lnTo>
                  <a:lnTo>
                    <a:pt x="4868024" y="124460"/>
                  </a:lnTo>
                  <a:lnTo>
                    <a:pt x="5088318" y="369887"/>
                  </a:lnTo>
                  <a:lnTo>
                    <a:pt x="5308600" y="124460"/>
                  </a:lnTo>
                  <a:close/>
                </a:path>
                <a:path w="12168505" h="6795134">
                  <a:moveTo>
                    <a:pt x="6064339" y="0"/>
                  </a:moveTo>
                  <a:lnTo>
                    <a:pt x="5860872" y="0"/>
                  </a:lnTo>
                  <a:lnTo>
                    <a:pt x="5749163" y="124460"/>
                  </a:lnTo>
                  <a:lnTo>
                    <a:pt x="5637466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528894" y="369887"/>
                  </a:lnTo>
                  <a:lnTo>
                    <a:pt x="5749163" y="124472"/>
                  </a:lnTo>
                  <a:lnTo>
                    <a:pt x="5969457" y="369887"/>
                  </a:lnTo>
                  <a:lnTo>
                    <a:pt x="6064339" y="264172"/>
                  </a:lnTo>
                  <a:lnTo>
                    <a:pt x="6064339" y="0"/>
                  </a:lnTo>
                  <a:close/>
                </a:path>
                <a:path w="12168505" h="6795134">
                  <a:moveTo>
                    <a:pt x="9299435" y="6474079"/>
                  </a:moveTo>
                  <a:lnTo>
                    <a:pt x="9176918" y="6337579"/>
                  </a:lnTo>
                  <a:lnTo>
                    <a:pt x="9176918" y="6610578"/>
                  </a:lnTo>
                  <a:lnTo>
                    <a:pt x="9299435" y="6474079"/>
                  </a:lnTo>
                  <a:close/>
                </a:path>
                <a:path w="12168505" h="6795134">
                  <a:moveTo>
                    <a:pt x="9378201" y="3416147"/>
                  </a:moveTo>
                  <a:lnTo>
                    <a:pt x="9342209" y="3416147"/>
                  </a:lnTo>
                  <a:lnTo>
                    <a:pt x="9297251" y="3466236"/>
                  </a:lnTo>
                  <a:lnTo>
                    <a:pt x="9252293" y="3416147"/>
                  </a:lnTo>
                  <a:lnTo>
                    <a:pt x="9216314" y="3416147"/>
                  </a:lnTo>
                  <a:lnTo>
                    <a:pt x="9297251" y="3506317"/>
                  </a:lnTo>
                  <a:lnTo>
                    <a:pt x="9333243" y="3466236"/>
                  </a:lnTo>
                  <a:lnTo>
                    <a:pt x="9378201" y="3416147"/>
                  </a:lnTo>
                  <a:close/>
                </a:path>
                <a:path w="12168505" h="6795134">
                  <a:moveTo>
                    <a:pt x="9740036" y="6474079"/>
                  </a:moveTo>
                  <a:lnTo>
                    <a:pt x="9519742" y="6228651"/>
                  </a:lnTo>
                  <a:lnTo>
                    <a:pt x="9299448" y="6474079"/>
                  </a:lnTo>
                  <a:lnTo>
                    <a:pt x="9519742" y="6719506"/>
                  </a:lnTo>
                  <a:lnTo>
                    <a:pt x="9740036" y="6474079"/>
                  </a:lnTo>
                  <a:close/>
                </a:path>
                <a:path w="12168505" h="6795134">
                  <a:moveTo>
                    <a:pt x="9818789" y="3416147"/>
                  </a:moveTo>
                  <a:lnTo>
                    <a:pt x="9782810" y="3416147"/>
                  </a:lnTo>
                  <a:lnTo>
                    <a:pt x="9737852" y="3466236"/>
                  </a:lnTo>
                  <a:lnTo>
                    <a:pt x="9692894" y="3416147"/>
                  </a:lnTo>
                  <a:lnTo>
                    <a:pt x="9656915" y="3416147"/>
                  </a:lnTo>
                  <a:lnTo>
                    <a:pt x="9737852" y="3506317"/>
                  </a:lnTo>
                  <a:lnTo>
                    <a:pt x="9773831" y="3466236"/>
                  </a:lnTo>
                  <a:lnTo>
                    <a:pt x="9818789" y="3416147"/>
                  </a:lnTo>
                  <a:close/>
                </a:path>
                <a:path w="12168505" h="6795134">
                  <a:moveTo>
                    <a:pt x="10259365" y="3416147"/>
                  </a:moveTo>
                  <a:lnTo>
                    <a:pt x="10223386" y="3416147"/>
                  </a:lnTo>
                  <a:lnTo>
                    <a:pt x="10178428" y="3466236"/>
                  </a:lnTo>
                  <a:lnTo>
                    <a:pt x="10133470" y="3416147"/>
                  </a:lnTo>
                  <a:lnTo>
                    <a:pt x="10097491" y="3416147"/>
                  </a:lnTo>
                  <a:lnTo>
                    <a:pt x="10178428" y="3506317"/>
                  </a:lnTo>
                  <a:lnTo>
                    <a:pt x="10214407" y="3466236"/>
                  </a:lnTo>
                  <a:lnTo>
                    <a:pt x="10259365" y="3416147"/>
                  </a:lnTo>
                  <a:close/>
                </a:path>
                <a:path w="12168505" h="6795134">
                  <a:moveTo>
                    <a:pt x="10621201" y="6474079"/>
                  </a:moveTo>
                  <a:lnTo>
                    <a:pt x="10400906" y="6228651"/>
                  </a:lnTo>
                  <a:lnTo>
                    <a:pt x="10180612" y="6474079"/>
                  </a:lnTo>
                  <a:lnTo>
                    <a:pt x="9960331" y="6228651"/>
                  </a:lnTo>
                  <a:lnTo>
                    <a:pt x="9740036" y="6474079"/>
                  </a:lnTo>
                  <a:lnTo>
                    <a:pt x="9960331" y="6719506"/>
                  </a:lnTo>
                  <a:lnTo>
                    <a:pt x="10180612" y="6474092"/>
                  </a:lnTo>
                  <a:lnTo>
                    <a:pt x="10400906" y="6719506"/>
                  </a:lnTo>
                  <a:lnTo>
                    <a:pt x="10621201" y="6474079"/>
                  </a:lnTo>
                  <a:close/>
                </a:path>
                <a:path w="12168505" h="6795134">
                  <a:moveTo>
                    <a:pt x="10699953" y="3416147"/>
                  </a:moveTo>
                  <a:lnTo>
                    <a:pt x="10663974" y="3416147"/>
                  </a:lnTo>
                  <a:lnTo>
                    <a:pt x="10619016" y="3466236"/>
                  </a:lnTo>
                  <a:lnTo>
                    <a:pt x="10574058" y="3416147"/>
                  </a:lnTo>
                  <a:lnTo>
                    <a:pt x="10538079" y="3416147"/>
                  </a:lnTo>
                  <a:lnTo>
                    <a:pt x="10619016" y="3506317"/>
                  </a:lnTo>
                  <a:lnTo>
                    <a:pt x="10654995" y="3466236"/>
                  </a:lnTo>
                  <a:lnTo>
                    <a:pt x="10699953" y="3416147"/>
                  </a:lnTo>
                  <a:close/>
                </a:path>
                <a:path w="12168505" h="6795134">
                  <a:moveTo>
                    <a:pt x="11061789" y="6474079"/>
                  </a:moveTo>
                  <a:lnTo>
                    <a:pt x="10841495" y="6228651"/>
                  </a:lnTo>
                  <a:lnTo>
                    <a:pt x="10621201" y="6474079"/>
                  </a:lnTo>
                  <a:lnTo>
                    <a:pt x="10841495" y="6719506"/>
                  </a:lnTo>
                  <a:lnTo>
                    <a:pt x="11061789" y="6474079"/>
                  </a:lnTo>
                  <a:close/>
                </a:path>
                <a:path w="12168505" h="6795134">
                  <a:moveTo>
                    <a:pt x="11140554" y="3416147"/>
                  </a:moveTo>
                  <a:lnTo>
                    <a:pt x="11104575" y="3416147"/>
                  </a:lnTo>
                  <a:lnTo>
                    <a:pt x="11059617" y="3466236"/>
                  </a:lnTo>
                  <a:lnTo>
                    <a:pt x="11014659" y="3416147"/>
                  </a:lnTo>
                  <a:lnTo>
                    <a:pt x="10978680" y="3416147"/>
                  </a:lnTo>
                  <a:lnTo>
                    <a:pt x="11059617" y="3506317"/>
                  </a:lnTo>
                  <a:lnTo>
                    <a:pt x="11095596" y="3466236"/>
                  </a:lnTo>
                  <a:lnTo>
                    <a:pt x="11140554" y="3416147"/>
                  </a:lnTo>
                  <a:close/>
                </a:path>
                <a:path w="12168505" h="6795134">
                  <a:moveTo>
                    <a:pt x="11502390" y="6474079"/>
                  </a:moveTo>
                  <a:lnTo>
                    <a:pt x="11282096" y="6228651"/>
                  </a:lnTo>
                  <a:lnTo>
                    <a:pt x="11061802" y="6474079"/>
                  </a:lnTo>
                  <a:lnTo>
                    <a:pt x="11282096" y="6719506"/>
                  </a:lnTo>
                  <a:lnTo>
                    <a:pt x="11502390" y="6474079"/>
                  </a:lnTo>
                  <a:close/>
                </a:path>
                <a:path w="12168505" h="6795134">
                  <a:moveTo>
                    <a:pt x="11581143" y="3416147"/>
                  </a:moveTo>
                  <a:lnTo>
                    <a:pt x="11545164" y="3416147"/>
                  </a:lnTo>
                  <a:lnTo>
                    <a:pt x="11500206" y="3466236"/>
                  </a:lnTo>
                  <a:lnTo>
                    <a:pt x="11455248" y="3416147"/>
                  </a:lnTo>
                  <a:lnTo>
                    <a:pt x="11419269" y="3416147"/>
                  </a:lnTo>
                  <a:lnTo>
                    <a:pt x="11500206" y="3506317"/>
                  </a:lnTo>
                  <a:lnTo>
                    <a:pt x="11536185" y="3466236"/>
                  </a:lnTo>
                  <a:lnTo>
                    <a:pt x="11581143" y="3416147"/>
                  </a:lnTo>
                  <a:close/>
                </a:path>
                <a:path w="12168505" h="6795134">
                  <a:moveTo>
                    <a:pt x="12021718" y="3416147"/>
                  </a:moveTo>
                  <a:lnTo>
                    <a:pt x="11985739" y="3416147"/>
                  </a:lnTo>
                  <a:lnTo>
                    <a:pt x="11940781" y="3466236"/>
                  </a:lnTo>
                  <a:lnTo>
                    <a:pt x="11895823" y="3416147"/>
                  </a:lnTo>
                  <a:lnTo>
                    <a:pt x="11859844" y="3416147"/>
                  </a:lnTo>
                  <a:lnTo>
                    <a:pt x="11940781" y="3506317"/>
                  </a:lnTo>
                  <a:lnTo>
                    <a:pt x="11976760" y="3466236"/>
                  </a:lnTo>
                  <a:lnTo>
                    <a:pt x="12021718" y="3416147"/>
                  </a:lnTo>
                  <a:close/>
                </a:path>
                <a:path w="12168505" h="6795134">
                  <a:moveTo>
                    <a:pt x="12167972" y="6233884"/>
                  </a:moveTo>
                  <a:lnTo>
                    <a:pt x="12163273" y="6228639"/>
                  </a:lnTo>
                  <a:lnTo>
                    <a:pt x="11942966" y="6474066"/>
                  </a:lnTo>
                  <a:lnTo>
                    <a:pt x="11722684" y="6228651"/>
                  </a:lnTo>
                  <a:lnTo>
                    <a:pt x="11502390" y="6474079"/>
                  </a:lnTo>
                  <a:lnTo>
                    <a:pt x="11722684" y="6719506"/>
                  </a:lnTo>
                  <a:lnTo>
                    <a:pt x="11942966" y="6474092"/>
                  </a:lnTo>
                  <a:lnTo>
                    <a:pt x="12163273" y="6719506"/>
                  </a:lnTo>
                  <a:lnTo>
                    <a:pt x="12167972" y="6714261"/>
                  </a:lnTo>
                  <a:lnTo>
                    <a:pt x="12167972" y="6233884"/>
                  </a:lnTo>
                  <a:close/>
                </a:path>
                <a:path w="12168505" h="6795134">
                  <a:moveTo>
                    <a:pt x="12167984" y="6749351"/>
                  </a:moveTo>
                  <a:lnTo>
                    <a:pt x="12163158" y="6754736"/>
                  </a:lnTo>
                  <a:lnTo>
                    <a:pt x="11978856" y="6549403"/>
                  </a:lnTo>
                  <a:lnTo>
                    <a:pt x="11942877" y="6509309"/>
                  </a:lnTo>
                  <a:lnTo>
                    <a:pt x="11722583" y="6754749"/>
                  </a:lnTo>
                  <a:lnTo>
                    <a:pt x="11538268" y="6549403"/>
                  </a:lnTo>
                  <a:lnTo>
                    <a:pt x="11502288" y="6509309"/>
                  </a:lnTo>
                  <a:lnTo>
                    <a:pt x="11282007" y="6754749"/>
                  </a:lnTo>
                  <a:lnTo>
                    <a:pt x="11097666" y="6549403"/>
                  </a:lnTo>
                  <a:lnTo>
                    <a:pt x="11061687" y="6509309"/>
                  </a:lnTo>
                  <a:lnTo>
                    <a:pt x="10841393" y="6754749"/>
                  </a:lnTo>
                  <a:lnTo>
                    <a:pt x="10657078" y="6549403"/>
                  </a:lnTo>
                  <a:lnTo>
                    <a:pt x="10621099" y="6509309"/>
                  </a:lnTo>
                  <a:lnTo>
                    <a:pt x="10400817" y="6754736"/>
                  </a:lnTo>
                  <a:lnTo>
                    <a:pt x="10216502" y="6549403"/>
                  </a:lnTo>
                  <a:lnTo>
                    <a:pt x="10180523" y="6509309"/>
                  </a:lnTo>
                  <a:lnTo>
                    <a:pt x="9960242" y="6754749"/>
                  </a:lnTo>
                  <a:lnTo>
                    <a:pt x="9775927" y="6549403"/>
                  </a:lnTo>
                  <a:lnTo>
                    <a:pt x="9739947" y="6509309"/>
                  </a:lnTo>
                  <a:lnTo>
                    <a:pt x="9519628" y="6754749"/>
                  </a:lnTo>
                  <a:lnTo>
                    <a:pt x="9335325" y="6549403"/>
                  </a:lnTo>
                  <a:lnTo>
                    <a:pt x="9299346" y="6509309"/>
                  </a:lnTo>
                  <a:lnTo>
                    <a:pt x="9176931" y="6645707"/>
                  </a:lnTo>
                  <a:lnTo>
                    <a:pt x="9176931" y="6685788"/>
                  </a:lnTo>
                  <a:lnTo>
                    <a:pt x="9299346" y="6549403"/>
                  </a:lnTo>
                  <a:lnTo>
                    <a:pt x="9519628" y="6794830"/>
                  </a:lnTo>
                  <a:lnTo>
                    <a:pt x="9555607" y="6754749"/>
                  </a:lnTo>
                  <a:lnTo>
                    <a:pt x="9739947" y="6549403"/>
                  </a:lnTo>
                  <a:lnTo>
                    <a:pt x="9960242" y="6794830"/>
                  </a:lnTo>
                  <a:lnTo>
                    <a:pt x="9996208" y="6754749"/>
                  </a:lnTo>
                  <a:lnTo>
                    <a:pt x="10180523" y="6549403"/>
                  </a:lnTo>
                  <a:lnTo>
                    <a:pt x="10400817" y="6794830"/>
                  </a:lnTo>
                  <a:lnTo>
                    <a:pt x="10436796" y="6754736"/>
                  </a:lnTo>
                  <a:lnTo>
                    <a:pt x="10621099" y="6549403"/>
                  </a:lnTo>
                  <a:lnTo>
                    <a:pt x="10841393" y="6794830"/>
                  </a:lnTo>
                  <a:lnTo>
                    <a:pt x="10877360" y="6754749"/>
                  </a:lnTo>
                  <a:lnTo>
                    <a:pt x="11061687" y="6549403"/>
                  </a:lnTo>
                  <a:lnTo>
                    <a:pt x="11282007" y="6794830"/>
                  </a:lnTo>
                  <a:lnTo>
                    <a:pt x="11317973" y="6754749"/>
                  </a:lnTo>
                  <a:lnTo>
                    <a:pt x="11502288" y="6549403"/>
                  </a:lnTo>
                  <a:lnTo>
                    <a:pt x="11722583" y="6794830"/>
                  </a:lnTo>
                  <a:lnTo>
                    <a:pt x="11758549" y="6754749"/>
                  </a:lnTo>
                  <a:lnTo>
                    <a:pt x="11942877" y="6549403"/>
                  </a:lnTo>
                  <a:lnTo>
                    <a:pt x="12163158" y="6794830"/>
                  </a:lnTo>
                  <a:lnTo>
                    <a:pt x="12167984" y="6789445"/>
                  </a:lnTo>
                  <a:lnTo>
                    <a:pt x="12167984" y="6754736"/>
                  </a:lnTo>
                  <a:lnTo>
                    <a:pt x="12167984" y="6749351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7" name="object 7"/>
            <p:cNvSpPr/>
            <p:nvPr/>
          </p:nvSpPr>
          <p:spPr>
            <a:xfrm>
              <a:off x="2983128" y="19062"/>
              <a:ext cx="6187440" cy="3378835"/>
            </a:xfrm>
            <a:custGeom>
              <a:avLst/>
              <a:gdLst/>
              <a:ahLst/>
              <a:cxnLst/>
              <a:rect l="l" t="t" r="r" b="b"/>
              <a:pathLst>
                <a:path w="6187440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6187440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6187440" h="3378835">
                  <a:moveTo>
                    <a:pt x="122516" y="1885200"/>
                  </a:moveTo>
                  <a:lnTo>
                    <a:pt x="0" y="1748701"/>
                  </a:lnTo>
                  <a:lnTo>
                    <a:pt x="0" y="2021700"/>
                  </a:lnTo>
                  <a:lnTo>
                    <a:pt x="122516" y="1885200"/>
                  </a:lnTo>
                  <a:close/>
                </a:path>
                <a:path w="6187440" h="3378835">
                  <a:moveTo>
                    <a:pt x="122516" y="1303667"/>
                  </a:moveTo>
                  <a:lnTo>
                    <a:pt x="0" y="1167168"/>
                  </a:lnTo>
                  <a:lnTo>
                    <a:pt x="0" y="1440167"/>
                  </a:lnTo>
                  <a:lnTo>
                    <a:pt x="122516" y="1303667"/>
                  </a:lnTo>
                  <a:close/>
                </a:path>
                <a:path w="6187440" h="3378835">
                  <a:moveTo>
                    <a:pt x="122516" y="713143"/>
                  </a:moveTo>
                  <a:lnTo>
                    <a:pt x="0" y="576643"/>
                  </a:lnTo>
                  <a:lnTo>
                    <a:pt x="0" y="849642"/>
                  </a:lnTo>
                  <a:lnTo>
                    <a:pt x="122516" y="713143"/>
                  </a:lnTo>
                  <a:close/>
                </a:path>
                <a:path w="6187440" h="3378835">
                  <a:moveTo>
                    <a:pt x="122516" y="124460"/>
                  </a:moveTo>
                  <a:lnTo>
                    <a:pt x="10807" y="0"/>
                  </a:lnTo>
                  <a:lnTo>
                    <a:pt x="0" y="0"/>
                  </a:lnTo>
                  <a:lnTo>
                    <a:pt x="0" y="260959"/>
                  </a:lnTo>
                  <a:lnTo>
                    <a:pt x="122516" y="124460"/>
                  </a:lnTo>
                  <a:close/>
                </a:path>
                <a:path w="6187440" h="3378835">
                  <a:moveTo>
                    <a:pt x="201282" y="0"/>
                  </a:moveTo>
                  <a:lnTo>
                    <a:pt x="165290" y="0"/>
                  </a:lnTo>
                  <a:lnTo>
                    <a:pt x="120345" y="50076"/>
                  </a:lnTo>
                  <a:lnTo>
                    <a:pt x="75399" y="0"/>
                  </a:lnTo>
                  <a:lnTo>
                    <a:pt x="39408" y="0"/>
                  </a:lnTo>
                  <a:lnTo>
                    <a:pt x="120345" y="90170"/>
                  </a:lnTo>
                  <a:lnTo>
                    <a:pt x="156324" y="50076"/>
                  </a:lnTo>
                  <a:lnTo>
                    <a:pt x="201282" y="0"/>
                  </a:lnTo>
                  <a:close/>
                </a:path>
                <a:path w="6187440" h="3378835">
                  <a:moveTo>
                    <a:pt x="563105" y="124460"/>
                  </a:moveTo>
                  <a:lnTo>
                    <a:pt x="451396" y="0"/>
                  </a:lnTo>
                  <a:lnTo>
                    <a:pt x="234238" y="0"/>
                  </a:lnTo>
                  <a:lnTo>
                    <a:pt x="122529" y="124460"/>
                  </a:lnTo>
                  <a:lnTo>
                    <a:pt x="342823" y="369887"/>
                  </a:lnTo>
                  <a:lnTo>
                    <a:pt x="563105" y="124460"/>
                  </a:lnTo>
                  <a:close/>
                </a:path>
                <a:path w="6187440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6187440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6187440" h="3378835">
                  <a:moveTo>
                    <a:pt x="563118" y="1885200"/>
                  </a:moveTo>
                  <a:lnTo>
                    <a:pt x="342823" y="1639773"/>
                  </a:lnTo>
                  <a:lnTo>
                    <a:pt x="122529" y="1885200"/>
                  </a:lnTo>
                  <a:lnTo>
                    <a:pt x="342823" y="2130628"/>
                  </a:lnTo>
                  <a:lnTo>
                    <a:pt x="563118" y="1885200"/>
                  </a:lnTo>
                  <a:close/>
                </a:path>
                <a:path w="6187440" h="3378835">
                  <a:moveTo>
                    <a:pt x="563118" y="1303667"/>
                  </a:moveTo>
                  <a:lnTo>
                    <a:pt x="342823" y="1058240"/>
                  </a:lnTo>
                  <a:lnTo>
                    <a:pt x="122529" y="1303667"/>
                  </a:lnTo>
                  <a:lnTo>
                    <a:pt x="342823" y="1549095"/>
                  </a:lnTo>
                  <a:lnTo>
                    <a:pt x="563118" y="1303667"/>
                  </a:lnTo>
                  <a:close/>
                </a:path>
                <a:path w="6187440" h="3378835">
                  <a:moveTo>
                    <a:pt x="563118" y="713155"/>
                  </a:moveTo>
                  <a:lnTo>
                    <a:pt x="342823" y="467728"/>
                  </a:lnTo>
                  <a:lnTo>
                    <a:pt x="122529" y="713155"/>
                  </a:lnTo>
                  <a:lnTo>
                    <a:pt x="342823" y="958583"/>
                  </a:lnTo>
                  <a:lnTo>
                    <a:pt x="563118" y="713155"/>
                  </a:lnTo>
                  <a:close/>
                </a:path>
                <a:path w="6187440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12" y="50076"/>
                  </a:lnTo>
                  <a:lnTo>
                    <a:pt x="641870" y="0"/>
                  </a:lnTo>
                  <a:close/>
                </a:path>
                <a:path w="6187440" h="3378835">
                  <a:moveTo>
                    <a:pt x="1003693" y="124460"/>
                  </a:moveTo>
                  <a:lnTo>
                    <a:pt x="891984" y="0"/>
                  </a:lnTo>
                  <a:lnTo>
                    <a:pt x="674827" y="0"/>
                  </a:lnTo>
                  <a:lnTo>
                    <a:pt x="563118" y="124460"/>
                  </a:lnTo>
                  <a:lnTo>
                    <a:pt x="783412" y="369887"/>
                  </a:lnTo>
                  <a:lnTo>
                    <a:pt x="1003693" y="124460"/>
                  </a:lnTo>
                  <a:close/>
                </a:path>
                <a:path w="6187440" h="3378835">
                  <a:moveTo>
                    <a:pt x="1082446" y="0"/>
                  </a:moveTo>
                  <a:lnTo>
                    <a:pt x="1046467" y="0"/>
                  </a:lnTo>
                  <a:lnTo>
                    <a:pt x="1001522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22" y="90157"/>
                  </a:lnTo>
                  <a:lnTo>
                    <a:pt x="1037488" y="50076"/>
                  </a:lnTo>
                  <a:lnTo>
                    <a:pt x="1082446" y="0"/>
                  </a:lnTo>
                  <a:close/>
                </a:path>
                <a:path w="6187440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6187440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6187440" h="3378835">
                  <a:moveTo>
                    <a:pt x="1444282" y="1885200"/>
                  </a:moveTo>
                  <a:lnTo>
                    <a:pt x="1223987" y="1639773"/>
                  </a:lnTo>
                  <a:lnTo>
                    <a:pt x="1003693" y="1885200"/>
                  </a:lnTo>
                  <a:lnTo>
                    <a:pt x="783412" y="1639773"/>
                  </a:lnTo>
                  <a:lnTo>
                    <a:pt x="563118" y="1885200"/>
                  </a:lnTo>
                  <a:lnTo>
                    <a:pt x="783412" y="2130628"/>
                  </a:lnTo>
                  <a:lnTo>
                    <a:pt x="1003693" y="1885213"/>
                  </a:lnTo>
                  <a:lnTo>
                    <a:pt x="1223987" y="2130628"/>
                  </a:lnTo>
                  <a:lnTo>
                    <a:pt x="1444282" y="1885200"/>
                  </a:lnTo>
                  <a:close/>
                </a:path>
                <a:path w="6187440" h="3378835">
                  <a:moveTo>
                    <a:pt x="1444282" y="1303667"/>
                  </a:moveTo>
                  <a:lnTo>
                    <a:pt x="1223987" y="1058240"/>
                  </a:lnTo>
                  <a:lnTo>
                    <a:pt x="1003693" y="1303667"/>
                  </a:lnTo>
                  <a:lnTo>
                    <a:pt x="783412" y="1058240"/>
                  </a:lnTo>
                  <a:lnTo>
                    <a:pt x="563118" y="1303667"/>
                  </a:lnTo>
                  <a:lnTo>
                    <a:pt x="783412" y="1549095"/>
                  </a:lnTo>
                  <a:lnTo>
                    <a:pt x="1003693" y="1303680"/>
                  </a:lnTo>
                  <a:lnTo>
                    <a:pt x="1223987" y="1549095"/>
                  </a:lnTo>
                  <a:lnTo>
                    <a:pt x="1444282" y="1303667"/>
                  </a:lnTo>
                  <a:close/>
                </a:path>
                <a:path w="6187440" h="3378835">
                  <a:moveTo>
                    <a:pt x="1444282" y="713155"/>
                  </a:moveTo>
                  <a:lnTo>
                    <a:pt x="1223987" y="467728"/>
                  </a:lnTo>
                  <a:lnTo>
                    <a:pt x="1003693" y="713155"/>
                  </a:lnTo>
                  <a:lnTo>
                    <a:pt x="783412" y="467728"/>
                  </a:lnTo>
                  <a:lnTo>
                    <a:pt x="563118" y="713155"/>
                  </a:lnTo>
                  <a:lnTo>
                    <a:pt x="783412" y="958583"/>
                  </a:lnTo>
                  <a:lnTo>
                    <a:pt x="1003693" y="713168"/>
                  </a:lnTo>
                  <a:lnTo>
                    <a:pt x="1223987" y="958583"/>
                  </a:lnTo>
                  <a:lnTo>
                    <a:pt x="1444282" y="713155"/>
                  </a:lnTo>
                  <a:close/>
                </a:path>
                <a:path w="6187440" h="3378835">
                  <a:moveTo>
                    <a:pt x="1523034" y="0"/>
                  </a:moveTo>
                  <a:lnTo>
                    <a:pt x="1487055" y="0"/>
                  </a:lnTo>
                  <a:lnTo>
                    <a:pt x="1442110" y="50076"/>
                  </a:lnTo>
                  <a:lnTo>
                    <a:pt x="1397165" y="0"/>
                  </a:lnTo>
                  <a:lnTo>
                    <a:pt x="1361173" y="0"/>
                  </a:lnTo>
                  <a:lnTo>
                    <a:pt x="1442110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6187440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6187440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6187440" h="3378835">
                  <a:moveTo>
                    <a:pt x="1884870" y="1885200"/>
                  </a:moveTo>
                  <a:lnTo>
                    <a:pt x="1664576" y="1639773"/>
                  </a:lnTo>
                  <a:lnTo>
                    <a:pt x="1444282" y="1885200"/>
                  </a:lnTo>
                  <a:lnTo>
                    <a:pt x="1664576" y="2130628"/>
                  </a:lnTo>
                  <a:lnTo>
                    <a:pt x="1884870" y="1885200"/>
                  </a:lnTo>
                  <a:close/>
                </a:path>
                <a:path w="6187440" h="3378835">
                  <a:moveTo>
                    <a:pt x="1884870" y="1303667"/>
                  </a:moveTo>
                  <a:lnTo>
                    <a:pt x="1664576" y="1058240"/>
                  </a:lnTo>
                  <a:lnTo>
                    <a:pt x="1444282" y="1303667"/>
                  </a:lnTo>
                  <a:lnTo>
                    <a:pt x="1664576" y="1549095"/>
                  </a:lnTo>
                  <a:lnTo>
                    <a:pt x="1884870" y="1303667"/>
                  </a:lnTo>
                  <a:close/>
                </a:path>
                <a:path w="6187440" h="3378835">
                  <a:moveTo>
                    <a:pt x="1884870" y="713155"/>
                  </a:moveTo>
                  <a:lnTo>
                    <a:pt x="1664576" y="467728"/>
                  </a:lnTo>
                  <a:lnTo>
                    <a:pt x="1444282" y="713155"/>
                  </a:lnTo>
                  <a:lnTo>
                    <a:pt x="1664576" y="958583"/>
                  </a:lnTo>
                  <a:lnTo>
                    <a:pt x="1884870" y="713155"/>
                  </a:lnTo>
                  <a:close/>
                </a:path>
                <a:path w="6187440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77" y="50076"/>
                  </a:lnTo>
                  <a:lnTo>
                    <a:pt x="1963635" y="0"/>
                  </a:lnTo>
                  <a:close/>
                </a:path>
                <a:path w="6187440" h="3378835">
                  <a:moveTo>
                    <a:pt x="2404224" y="0"/>
                  </a:moveTo>
                  <a:lnTo>
                    <a:pt x="2368245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66" y="50076"/>
                  </a:lnTo>
                  <a:lnTo>
                    <a:pt x="2404224" y="0"/>
                  </a:lnTo>
                  <a:close/>
                </a:path>
                <a:path w="6187440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29" y="50076"/>
                  </a:lnTo>
                  <a:lnTo>
                    <a:pt x="2844787" y="0"/>
                  </a:lnTo>
                  <a:close/>
                </a:path>
                <a:path w="6187440" h="3378835">
                  <a:moveTo>
                    <a:pt x="3081210" y="3232747"/>
                  </a:moveTo>
                  <a:lnTo>
                    <a:pt x="2986214" y="3338576"/>
                  </a:lnTo>
                  <a:lnTo>
                    <a:pt x="2765945" y="3093148"/>
                  </a:lnTo>
                  <a:lnTo>
                    <a:pt x="2545651" y="3338576"/>
                  </a:lnTo>
                  <a:lnTo>
                    <a:pt x="2325357" y="3093148"/>
                  </a:lnTo>
                  <a:lnTo>
                    <a:pt x="2105063" y="3338576"/>
                  </a:lnTo>
                  <a:lnTo>
                    <a:pt x="1884756" y="3093148"/>
                  </a:lnTo>
                  <a:lnTo>
                    <a:pt x="1664462" y="3338576"/>
                  </a:lnTo>
                  <a:lnTo>
                    <a:pt x="1444167" y="3093148"/>
                  </a:lnTo>
                  <a:lnTo>
                    <a:pt x="1223873" y="3338576"/>
                  </a:lnTo>
                  <a:lnTo>
                    <a:pt x="1003592" y="3093148"/>
                  </a:lnTo>
                  <a:lnTo>
                    <a:pt x="783310" y="3338576"/>
                  </a:lnTo>
                  <a:lnTo>
                    <a:pt x="563003" y="3093148"/>
                  </a:lnTo>
                  <a:lnTo>
                    <a:pt x="342696" y="3338576"/>
                  </a:lnTo>
                  <a:lnTo>
                    <a:pt x="122415" y="3093148"/>
                  </a:lnTo>
                  <a:lnTo>
                    <a:pt x="0" y="3229533"/>
                  </a:lnTo>
                  <a:lnTo>
                    <a:pt x="0" y="3269615"/>
                  </a:lnTo>
                  <a:lnTo>
                    <a:pt x="122415" y="3133242"/>
                  </a:lnTo>
                  <a:lnTo>
                    <a:pt x="342696" y="3378657"/>
                  </a:lnTo>
                  <a:lnTo>
                    <a:pt x="563003" y="3133242"/>
                  </a:lnTo>
                  <a:lnTo>
                    <a:pt x="783310" y="3378657"/>
                  </a:lnTo>
                  <a:lnTo>
                    <a:pt x="1003592" y="3133242"/>
                  </a:lnTo>
                  <a:lnTo>
                    <a:pt x="1223873" y="3378657"/>
                  </a:lnTo>
                  <a:lnTo>
                    <a:pt x="1444167" y="3133242"/>
                  </a:lnTo>
                  <a:lnTo>
                    <a:pt x="1664462" y="3378657"/>
                  </a:lnTo>
                  <a:lnTo>
                    <a:pt x="1884756" y="3133242"/>
                  </a:lnTo>
                  <a:lnTo>
                    <a:pt x="2105063" y="3378657"/>
                  </a:lnTo>
                  <a:lnTo>
                    <a:pt x="2325357" y="3133242"/>
                  </a:lnTo>
                  <a:lnTo>
                    <a:pt x="2545651" y="3378657"/>
                  </a:lnTo>
                  <a:lnTo>
                    <a:pt x="2765945" y="3133242"/>
                  </a:lnTo>
                  <a:lnTo>
                    <a:pt x="2986214" y="3378657"/>
                  </a:lnTo>
                  <a:lnTo>
                    <a:pt x="3081210" y="3272828"/>
                  </a:lnTo>
                  <a:lnTo>
                    <a:pt x="3081210" y="3232747"/>
                  </a:lnTo>
                  <a:close/>
                </a:path>
                <a:path w="6187440" h="3378835">
                  <a:moveTo>
                    <a:pt x="3081210" y="2650553"/>
                  </a:moveTo>
                  <a:lnTo>
                    <a:pt x="2986214" y="2756382"/>
                  </a:lnTo>
                  <a:lnTo>
                    <a:pt x="2765945" y="2510955"/>
                  </a:lnTo>
                  <a:lnTo>
                    <a:pt x="2545651" y="2756395"/>
                  </a:lnTo>
                  <a:lnTo>
                    <a:pt x="2325357" y="2510955"/>
                  </a:lnTo>
                  <a:lnTo>
                    <a:pt x="2105063" y="2756395"/>
                  </a:lnTo>
                  <a:lnTo>
                    <a:pt x="1884756" y="2510955"/>
                  </a:lnTo>
                  <a:lnTo>
                    <a:pt x="1664462" y="2756395"/>
                  </a:lnTo>
                  <a:lnTo>
                    <a:pt x="1444167" y="2510955"/>
                  </a:lnTo>
                  <a:lnTo>
                    <a:pt x="1223873" y="2756382"/>
                  </a:lnTo>
                  <a:lnTo>
                    <a:pt x="1003592" y="2510955"/>
                  </a:lnTo>
                  <a:lnTo>
                    <a:pt x="783310" y="2756395"/>
                  </a:lnTo>
                  <a:lnTo>
                    <a:pt x="563003" y="2510955"/>
                  </a:lnTo>
                  <a:lnTo>
                    <a:pt x="342696" y="2756395"/>
                  </a:lnTo>
                  <a:lnTo>
                    <a:pt x="122415" y="2510955"/>
                  </a:lnTo>
                  <a:lnTo>
                    <a:pt x="0" y="2647353"/>
                  </a:lnTo>
                  <a:lnTo>
                    <a:pt x="0" y="2687434"/>
                  </a:lnTo>
                  <a:lnTo>
                    <a:pt x="122415" y="2551049"/>
                  </a:lnTo>
                  <a:lnTo>
                    <a:pt x="342696" y="2796476"/>
                  </a:lnTo>
                  <a:lnTo>
                    <a:pt x="563003" y="2551049"/>
                  </a:lnTo>
                  <a:lnTo>
                    <a:pt x="783310" y="2796476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76"/>
                  </a:lnTo>
                  <a:lnTo>
                    <a:pt x="1884756" y="2551049"/>
                  </a:lnTo>
                  <a:lnTo>
                    <a:pt x="2105063" y="2796476"/>
                  </a:lnTo>
                  <a:lnTo>
                    <a:pt x="2325357" y="2551049"/>
                  </a:lnTo>
                  <a:lnTo>
                    <a:pt x="2545651" y="2796476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53"/>
                  </a:lnTo>
                  <a:close/>
                </a:path>
                <a:path w="6187440" h="3378835">
                  <a:moveTo>
                    <a:pt x="3081210" y="2060028"/>
                  </a:moveTo>
                  <a:lnTo>
                    <a:pt x="2986214" y="2165858"/>
                  </a:lnTo>
                  <a:lnTo>
                    <a:pt x="2765945" y="1920430"/>
                  </a:lnTo>
                  <a:lnTo>
                    <a:pt x="2545651" y="2165870"/>
                  </a:lnTo>
                  <a:lnTo>
                    <a:pt x="2325357" y="1920430"/>
                  </a:lnTo>
                  <a:lnTo>
                    <a:pt x="2105063" y="2165870"/>
                  </a:lnTo>
                  <a:lnTo>
                    <a:pt x="1884756" y="1920430"/>
                  </a:lnTo>
                  <a:lnTo>
                    <a:pt x="1664462" y="2165870"/>
                  </a:lnTo>
                  <a:lnTo>
                    <a:pt x="1444167" y="1920430"/>
                  </a:lnTo>
                  <a:lnTo>
                    <a:pt x="1223873" y="2165858"/>
                  </a:lnTo>
                  <a:lnTo>
                    <a:pt x="1003592" y="1920430"/>
                  </a:lnTo>
                  <a:lnTo>
                    <a:pt x="783310" y="2165870"/>
                  </a:lnTo>
                  <a:lnTo>
                    <a:pt x="563003" y="1920430"/>
                  </a:lnTo>
                  <a:lnTo>
                    <a:pt x="342696" y="2165870"/>
                  </a:lnTo>
                  <a:lnTo>
                    <a:pt x="122415" y="1920430"/>
                  </a:lnTo>
                  <a:lnTo>
                    <a:pt x="0" y="2056828"/>
                  </a:lnTo>
                  <a:lnTo>
                    <a:pt x="0" y="2096909"/>
                  </a:lnTo>
                  <a:lnTo>
                    <a:pt x="122415" y="1960524"/>
                  </a:lnTo>
                  <a:lnTo>
                    <a:pt x="342696" y="2205952"/>
                  </a:lnTo>
                  <a:lnTo>
                    <a:pt x="563003" y="1960524"/>
                  </a:lnTo>
                  <a:lnTo>
                    <a:pt x="783310" y="2205952"/>
                  </a:lnTo>
                  <a:lnTo>
                    <a:pt x="1003592" y="1960524"/>
                  </a:lnTo>
                  <a:lnTo>
                    <a:pt x="1223873" y="2205952"/>
                  </a:lnTo>
                  <a:lnTo>
                    <a:pt x="1444167" y="1960524"/>
                  </a:lnTo>
                  <a:lnTo>
                    <a:pt x="1664462" y="2205952"/>
                  </a:lnTo>
                  <a:lnTo>
                    <a:pt x="1884756" y="1960524"/>
                  </a:lnTo>
                  <a:lnTo>
                    <a:pt x="2105063" y="2205952"/>
                  </a:lnTo>
                  <a:lnTo>
                    <a:pt x="2325357" y="1960524"/>
                  </a:lnTo>
                  <a:lnTo>
                    <a:pt x="2545651" y="2205952"/>
                  </a:lnTo>
                  <a:lnTo>
                    <a:pt x="2765945" y="1960524"/>
                  </a:lnTo>
                  <a:lnTo>
                    <a:pt x="2986214" y="2205952"/>
                  </a:lnTo>
                  <a:lnTo>
                    <a:pt x="3081210" y="2100122"/>
                  </a:lnTo>
                  <a:lnTo>
                    <a:pt x="3081210" y="2060028"/>
                  </a:lnTo>
                  <a:close/>
                </a:path>
                <a:path w="6187440" h="3378835">
                  <a:moveTo>
                    <a:pt x="3081210" y="1478508"/>
                  </a:moveTo>
                  <a:lnTo>
                    <a:pt x="2986214" y="1584337"/>
                  </a:lnTo>
                  <a:lnTo>
                    <a:pt x="2765945" y="1338910"/>
                  </a:lnTo>
                  <a:lnTo>
                    <a:pt x="2545651" y="1584337"/>
                  </a:lnTo>
                  <a:lnTo>
                    <a:pt x="2325357" y="1338910"/>
                  </a:lnTo>
                  <a:lnTo>
                    <a:pt x="2105063" y="1584337"/>
                  </a:lnTo>
                  <a:lnTo>
                    <a:pt x="1884756" y="1338910"/>
                  </a:lnTo>
                  <a:lnTo>
                    <a:pt x="1664462" y="1584337"/>
                  </a:lnTo>
                  <a:lnTo>
                    <a:pt x="1444167" y="1338910"/>
                  </a:lnTo>
                  <a:lnTo>
                    <a:pt x="1223873" y="1584337"/>
                  </a:lnTo>
                  <a:lnTo>
                    <a:pt x="1003592" y="1338910"/>
                  </a:lnTo>
                  <a:lnTo>
                    <a:pt x="783310" y="1584337"/>
                  </a:lnTo>
                  <a:lnTo>
                    <a:pt x="563003" y="1338910"/>
                  </a:lnTo>
                  <a:lnTo>
                    <a:pt x="342696" y="1584337"/>
                  </a:lnTo>
                  <a:lnTo>
                    <a:pt x="122415" y="1338910"/>
                  </a:lnTo>
                  <a:lnTo>
                    <a:pt x="0" y="1475295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18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18"/>
                  </a:lnTo>
                  <a:lnTo>
                    <a:pt x="3081210" y="1518589"/>
                  </a:lnTo>
                  <a:lnTo>
                    <a:pt x="3081210" y="1478508"/>
                  </a:lnTo>
                  <a:close/>
                </a:path>
                <a:path w="6187440" h="3378835">
                  <a:moveTo>
                    <a:pt x="3081210" y="887984"/>
                  </a:moveTo>
                  <a:lnTo>
                    <a:pt x="2986214" y="993813"/>
                  </a:lnTo>
                  <a:lnTo>
                    <a:pt x="2765945" y="748385"/>
                  </a:lnTo>
                  <a:lnTo>
                    <a:pt x="2545651" y="993825"/>
                  </a:lnTo>
                  <a:lnTo>
                    <a:pt x="2325357" y="748385"/>
                  </a:lnTo>
                  <a:lnTo>
                    <a:pt x="2105063" y="993825"/>
                  </a:lnTo>
                  <a:lnTo>
                    <a:pt x="1884756" y="748385"/>
                  </a:lnTo>
                  <a:lnTo>
                    <a:pt x="1664462" y="993825"/>
                  </a:lnTo>
                  <a:lnTo>
                    <a:pt x="1444167" y="748385"/>
                  </a:lnTo>
                  <a:lnTo>
                    <a:pt x="1223873" y="993813"/>
                  </a:lnTo>
                  <a:lnTo>
                    <a:pt x="1003592" y="748385"/>
                  </a:lnTo>
                  <a:lnTo>
                    <a:pt x="783310" y="993825"/>
                  </a:lnTo>
                  <a:lnTo>
                    <a:pt x="563003" y="748385"/>
                  </a:lnTo>
                  <a:lnTo>
                    <a:pt x="342696" y="993825"/>
                  </a:lnTo>
                  <a:lnTo>
                    <a:pt x="122415" y="748385"/>
                  </a:lnTo>
                  <a:lnTo>
                    <a:pt x="0" y="884783"/>
                  </a:lnTo>
                  <a:lnTo>
                    <a:pt x="0" y="924864"/>
                  </a:lnTo>
                  <a:lnTo>
                    <a:pt x="122415" y="788492"/>
                  </a:lnTo>
                  <a:lnTo>
                    <a:pt x="342696" y="1033907"/>
                  </a:lnTo>
                  <a:lnTo>
                    <a:pt x="563003" y="788492"/>
                  </a:lnTo>
                  <a:lnTo>
                    <a:pt x="783310" y="1033907"/>
                  </a:lnTo>
                  <a:lnTo>
                    <a:pt x="1003592" y="788492"/>
                  </a:lnTo>
                  <a:lnTo>
                    <a:pt x="1223873" y="1033907"/>
                  </a:lnTo>
                  <a:lnTo>
                    <a:pt x="1444167" y="788492"/>
                  </a:lnTo>
                  <a:lnTo>
                    <a:pt x="1664462" y="1033907"/>
                  </a:lnTo>
                  <a:lnTo>
                    <a:pt x="1884756" y="788492"/>
                  </a:lnTo>
                  <a:lnTo>
                    <a:pt x="2105063" y="1033907"/>
                  </a:lnTo>
                  <a:lnTo>
                    <a:pt x="2325357" y="788492"/>
                  </a:lnTo>
                  <a:lnTo>
                    <a:pt x="2545651" y="1033907"/>
                  </a:lnTo>
                  <a:lnTo>
                    <a:pt x="2765945" y="788492"/>
                  </a:lnTo>
                  <a:lnTo>
                    <a:pt x="2986214" y="1033907"/>
                  </a:lnTo>
                  <a:lnTo>
                    <a:pt x="3081210" y="928077"/>
                  </a:lnTo>
                  <a:lnTo>
                    <a:pt x="3081210" y="887984"/>
                  </a:lnTo>
                  <a:close/>
                </a:path>
                <a:path w="6187440" h="3378835">
                  <a:moveTo>
                    <a:pt x="3081210" y="299300"/>
                  </a:moveTo>
                  <a:lnTo>
                    <a:pt x="2986214" y="405130"/>
                  </a:lnTo>
                  <a:lnTo>
                    <a:pt x="2765945" y="159702"/>
                  </a:lnTo>
                  <a:lnTo>
                    <a:pt x="2545651" y="405130"/>
                  </a:lnTo>
                  <a:lnTo>
                    <a:pt x="2325357" y="159702"/>
                  </a:lnTo>
                  <a:lnTo>
                    <a:pt x="2105063" y="405130"/>
                  </a:lnTo>
                  <a:lnTo>
                    <a:pt x="1884756" y="159702"/>
                  </a:lnTo>
                  <a:lnTo>
                    <a:pt x="1664462" y="405130"/>
                  </a:lnTo>
                  <a:lnTo>
                    <a:pt x="1444167" y="159702"/>
                  </a:lnTo>
                  <a:lnTo>
                    <a:pt x="1223873" y="405130"/>
                  </a:lnTo>
                  <a:lnTo>
                    <a:pt x="1003592" y="159702"/>
                  </a:lnTo>
                  <a:lnTo>
                    <a:pt x="783310" y="405130"/>
                  </a:lnTo>
                  <a:lnTo>
                    <a:pt x="563003" y="159702"/>
                  </a:lnTo>
                  <a:lnTo>
                    <a:pt x="342696" y="405130"/>
                  </a:lnTo>
                  <a:lnTo>
                    <a:pt x="122415" y="159702"/>
                  </a:lnTo>
                  <a:lnTo>
                    <a:pt x="0" y="296087"/>
                  </a:lnTo>
                  <a:lnTo>
                    <a:pt x="0" y="336181"/>
                  </a:lnTo>
                  <a:lnTo>
                    <a:pt x="122415" y="199796"/>
                  </a:lnTo>
                  <a:lnTo>
                    <a:pt x="342696" y="445223"/>
                  </a:lnTo>
                  <a:lnTo>
                    <a:pt x="563003" y="199796"/>
                  </a:lnTo>
                  <a:lnTo>
                    <a:pt x="783310" y="445223"/>
                  </a:lnTo>
                  <a:lnTo>
                    <a:pt x="1003592" y="199796"/>
                  </a:lnTo>
                  <a:lnTo>
                    <a:pt x="1223873" y="445211"/>
                  </a:lnTo>
                  <a:lnTo>
                    <a:pt x="1444167" y="199796"/>
                  </a:lnTo>
                  <a:lnTo>
                    <a:pt x="1664462" y="445223"/>
                  </a:lnTo>
                  <a:lnTo>
                    <a:pt x="1884756" y="199796"/>
                  </a:lnTo>
                  <a:lnTo>
                    <a:pt x="2105063" y="445223"/>
                  </a:lnTo>
                  <a:lnTo>
                    <a:pt x="2325357" y="199796"/>
                  </a:lnTo>
                  <a:lnTo>
                    <a:pt x="2545651" y="445223"/>
                  </a:lnTo>
                  <a:lnTo>
                    <a:pt x="2765945" y="199796"/>
                  </a:lnTo>
                  <a:lnTo>
                    <a:pt x="2986214" y="445211"/>
                  </a:lnTo>
                  <a:lnTo>
                    <a:pt x="3081210" y="339382"/>
                  </a:lnTo>
                  <a:lnTo>
                    <a:pt x="3081210" y="299300"/>
                  </a:lnTo>
                  <a:close/>
                </a:path>
                <a:path w="6187440" h="3378835">
                  <a:moveTo>
                    <a:pt x="3081223" y="2918206"/>
                  </a:moveTo>
                  <a:lnTo>
                    <a:pt x="2986328" y="2812478"/>
                  </a:lnTo>
                  <a:lnTo>
                    <a:pt x="2766047" y="3057906"/>
                  </a:lnTo>
                  <a:lnTo>
                    <a:pt x="2545753" y="2812478"/>
                  </a:lnTo>
                  <a:lnTo>
                    <a:pt x="2325459" y="3057906"/>
                  </a:ln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59" y="3057918"/>
                  </a:lnTo>
                  <a:lnTo>
                    <a:pt x="2545753" y="3303333"/>
                  </a:lnTo>
                  <a:lnTo>
                    <a:pt x="2766034" y="3057931"/>
                  </a:lnTo>
                  <a:lnTo>
                    <a:pt x="2986328" y="3303346"/>
                  </a:lnTo>
                  <a:lnTo>
                    <a:pt x="3081223" y="3197618"/>
                  </a:lnTo>
                  <a:lnTo>
                    <a:pt x="3081223" y="2918206"/>
                  </a:lnTo>
                  <a:close/>
                </a:path>
                <a:path w="6187440" h="3378835">
                  <a:moveTo>
                    <a:pt x="3081223" y="2336012"/>
                  </a:moveTo>
                  <a:lnTo>
                    <a:pt x="2986328" y="2230285"/>
                  </a:lnTo>
                  <a:lnTo>
                    <a:pt x="2766034" y="2475712"/>
                  </a:lnTo>
                  <a:lnTo>
                    <a:pt x="2545753" y="2230285"/>
                  </a:lnTo>
                  <a:lnTo>
                    <a:pt x="2325459" y="2475712"/>
                  </a:ln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59" y="2475725"/>
                  </a:lnTo>
                  <a:lnTo>
                    <a:pt x="2545753" y="2721140"/>
                  </a:lnTo>
                  <a:lnTo>
                    <a:pt x="2766034" y="2475725"/>
                  </a:lnTo>
                  <a:lnTo>
                    <a:pt x="2986328" y="2721140"/>
                  </a:lnTo>
                  <a:lnTo>
                    <a:pt x="3081223" y="2615412"/>
                  </a:lnTo>
                  <a:lnTo>
                    <a:pt x="3081223" y="2336012"/>
                  </a:lnTo>
                  <a:close/>
                </a:path>
                <a:path w="6187440" h="3378835">
                  <a:moveTo>
                    <a:pt x="3081223" y="1745500"/>
                  </a:moveTo>
                  <a:lnTo>
                    <a:pt x="2986328" y="1639773"/>
                  </a:lnTo>
                  <a:lnTo>
                    <a:pt x="2766034" y="1885200"/>
                  </a:lnTo>
                  <a:lnTo>
                    <a:pt x="2545753" y="1639773"/>
                  </a:lnTo>
                  <a:lnTo>
                    <a:pt x="2325459" y="1885200"/>
                  </a:lnTo>
                  <a:lnTo>
                    <a:pt x="2105177" y="1639773"/>
                  </a:lnTo>
                  <a:lnTo>
                    <a:pt x="1884883" y="1885200"/>
                  </a:lnTo>
                  <a:lnTo>
                    <a:pt x="2105177" y="2130628"/>
                  </a:lnTo>
                  <a:lnTo>
                    <a:pt x="2325459" y="1885213"/>
                  </a:lnTo>
                  <a:lnTo>
                    <a:pt x="2545753" y="2130628"/>
                  </a:lnTo>
                  <a:lnTo>
                    <a:pt x="2766034" y="1885213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00"/>
                  </a:lnTo>
                  <a:close/>
                </a:path>
                <a:path w="6187440" h="3378835">
                  <a:moveTo>
                    <a:pt x="3081223" y="1163955"/>
                  </a:moveTo>
                  <a:lnTo>
                    <a:pt x="2986328" y="1058227"/>
                  </a:lnTo>
                  <a:lnTo>
                    <a:pt x="2766034" y="1303667"/>
                  </a:lnTo>
                  <a:lnTo>
                    <a:pt x="2545753" y="1058240"/>
                  </a:lnTo>
                  <a:lnTo>
                    <a:pt x="2325459" y="1303667"/>
                  </a:lnTo>
                  <a:lnTo>
                    <a:pt x="2105177" y="1058240"/>
                  </a:lnTo>
                  <a:lnTo>
                    <a:pt x="1884883" y="1303667"/>
                  </a:lnTo>
                  <a:lnTo>
                    <a:pt x="2105177" y="1549095"/>
                  </a:lnTo>
                  <a:lnTo>
                    <a:pt x="2325459" y="1303680"/>
                  </a:lnTo>
                  <a:lnTo>
                    <a:pt x="2545753" y="1549095"/>
                  </a:lnTo>
                  <a:lnTo>
                    <a:pt x="2766034" y="1303680"/>
                  </a:lnTo>
                  <a:lnTo>
                    <a:pt x="2986328" y="1549095"/>
                  </a:lnTo>
                  <a:lnTo>
                    <a:pt x="3081223" y="1443367"/>
                  </a:lnTo>
                  <a:lnTo>
                    <a:pt x="3081223" y="1163955"/>
                  </a:lnTo>
                  <a:close/>
                </a:path>
                <a:path w="6187440" h="3378835">
                  <a:moveTo>
                    <a:pt x="3081223" y="573455"/>
                  </a:moveTo>
                  <a:lnTo>
                    <a:pt x="2986328" y="467728"/>
                  </a:lnTo>
                  <a:lnTo>
                    <a:pt x="2766034" y="713155"/>
                  </a:lnTo>
                  <a:lnTo>
                    <a:pt x="2545753" y="467728"/>
                  </a:lnTo>
                  <a:lnTo>
                    <a:pt x="2325459" y="713155"/>
                  </a:lnTo>
                  <a:lnTo>
                    <a:pt x="2105177" y="467728"/>
                  </a:lnTo>
                  <a:lnTo>
                    <a:pt x="1884883" y="713155"/>
                  </a:lnTo>
                  <a:lnTo>
                    <a:pt x="2105177" y="958583"/>
                  </a:lnTo>
                  <a:lnTo>
                    <a:pt x="2325459" y="713168"/>
                  </a:lnTo>
                  <a:lnTo>
                    <a:pt x="2545753" y="958583"/>
                  </a:lnTo>
                  <a:lnTo>
                    <a:pt x="2766034" y="713168"/>
                  </a:lnTo>
                  <a:lnTo>
                    <a:pt x="2986328" y="958583"/>
                  </a:lnTo>
                  <a:lnTo>
                    <a:pt x="3081223" y="852855"/>
                  </a:lnTo>
                  <a:lnTo>
                    <a:pt x="3081223" y="573455"/>
                  </a:lnTo>
                  <a:close/>
                </a:path>
                <a:path w="6187440" h="3378835">
                  <a:moveTo>
                    <a:pt x="3861460" y="124460"/>
                  </a:moveTo>
                  <a:lnTo>
                    <a:pt x="3749751" y="0"/>
                  </a:lnTo>
                  <a:lnTo>
                    <a:pt x="3532594" y="0"/>
                  </a:lnTo>
                  <a:lnTo>
                    <a:pt x="3420884" y="124460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887"/>
                  </a:lnTo>
                  <a:lnTo>
                    <a:pt x="3420884" y="124472"/>
                  </a:lnTo>
                  <a:lnTo>
                    <a:pt x="3641179" y="369887"/>
                  </a:lnTo>
                  <a:lnTo>
                    <a:pt x="3861460" y="124460"/>
                  </a:lnTo>
                  <a:close/>
                </a:path>
                <a:path w="6187440" h="3378835">
                  <a:moveTo>
                    <a:pt x="4302049" y="1303667"/>
                  </a:moveTo>
                  <a:lnTo>
                    <a:pt x="4081754" y="1058240"/>
                  </a:lnTo>
                  <a:lnTo>
                    <a:pt x="3861460" y="1303667"/>
                  </a:lnTo>
                  <a:lnTo>
                    <a:pt x="3641179" y="1058240"/>
                  </a:lnTo>
                  <a:lnTo>
                    <a:pt x="3420884" y="1303667"/>
                  </a:lnTo>
                  <a:lnTo>
                    <a:pt x="3200603" y="1058227"/>
                  </a:lnTo>
                  <a:lnTo>
                    <a:pt x="3105708" y="1163955"/>
                  </a:lnTo>
                  <a:lnTo>
                    <a:pt x="3105708" y="1443367"/>
                  </a:lnTo>
                  <a:lnTo>
                    <a:pt x="3200603" y="1549095"/>
                  </a:lnTo>
                  <a:lnTo>
                    <a:pt x="3420884" y="1303680"/>
                  </a:lnTo>
                  <a:lnTo>
                    <a:pt x="3641179" y="1549095"/>
                  </a:lnTo>
                  <a:lnTo>
                    <a:pt x="3861460" y="1303680"/>
                  </a:lnTo>
                  <a:lnTo>
                    <a:pt x="4081754" y="1549095"/>
                  </a:lnTo>
                  <a:lnTo>
                    <a:pt x="4302049" y="1303667"/>
                  </a:lnTo>
                  <a:close/>
                </a:path>
                <a:path w="6187440" h="3378835">
                  <a:moveTo>
                    <a:pt x="4302049" y="713155"/>
                  </a:moveTo>
                  <a:lnTo>
                    <a:pt x="4081754" y="467728"/>
                  </a:lnTo>
                  <a:lnTo>
                    <a:pt x="3861460" y="713155"/>
                  </a:lnTo>
                  <a:lnTo>
                    <a:pt x="3641179" y="467728"/>
                  </a:lnTo>
                  <a:lnTo>
                    <a:pt x="3420897" y="713143"/>
                  </a:lnTo>
                  <a:lnTo>
                    <a:pt x="3200603" y="467728"/>
                  </a:lnTo>
                  <a:lnTo>
                    <a:pt x="3105708" y="573443"/>
                  </a:lnTo>
                  <a:lnTo>
                    <a:pt x="3105708" y="852855"/>
                  </a:lnTo>
                  <a:lnTo>
                    <a:pt x="3200603" y="958570"/>
                  </a:lnTo>
                  <a:lnTo>
                    <a:pt x="3420884" y="713168"/>
                  </a:lnTo>
                  <a:lnTo>
                    <a:pt x="3641179" y="958583"/>
                  </a:lnTo>
                  <a:lnTo>
                    <a:pt x="3861460" y="713168"/>
                  </a:lnTo>
                  <a:lnTo>
                    <a:pt x="4081754" y="958583"/>
                  </a:lnTo>
                  <a:lnTo>
                    <a:pt x="4302049" y="713155"/>
                  </a:lnTo>
                  <a:close/>
                </a:path>
                <a:path w="6187440" h="3378835">
                  <a:moveTo>
                    <a:pt x="4302049" y="124460"/>
                  </a:moveTo>
                  <a:lnTo>
                    <a:pt x="4190339" y="0"/>
                  </a:lnTo>
                  <a:lnTo>
                    <a:pt x="3973182" y="0"/>
                  </a:lnTo>
                  <a:lnTo>
                    <a:pt x="3861473" y="124460"/>
                  </a:lnTo>
                  <a:lnTo>
                    <a:pt x="4081767" y="369887"/>
                  </a:lnTo>
                  <a:lnTo>
                    <a:pt x="4302049" y="124460"/>
                  </a:lnTo>
                  <a:close/>
                </a:path>
                <a:path w="6187440" h="3378835">
                  <a:moveTo>
                    <a:pt x="4742637" y="124460"/>
                  </a:moveTo>
                  <a:lnTo>
                    <a:pt x="4630928" y="0"/>
                  </a:lnTo>
                  <a:lnTo>
                    <a:pt x="4413770" y="0"/>
                  </a:lnTo>
                  <a:lnTo>
                    <a:pt x="4302061" y="124460"/>
                  </a:lnTo>
                  <a:lnTo>
                    <a:pt x="4522355" y="369887"/>
                  </a:lnTo>
                  <a:lnTo>
                    <a:pt x="4742637" y="124460"/>
                  </a:lnTo>
                  <a:close/>
                </a:path>
                <a:path w="6187440" h="3378835">
                  <a:moveTo>
                    <a:pt x="4742650" y="713155"/>
                  </a:moveTo>
                  <a:lnTo>
                    <a:pt x="4522355" y="467728"/>
                  </a:lnTo>
                  <a:lnTo>
                    <a:pt x="4302061" y="713155"/>
                  </a:lnTo>
                  <a:lnTo>
                    <a:pt x="4522355" y="958583"/>
                  </a:lnTo>
                  <a:lnTo>
                    <a:pt x="4742650" y="713155"/>
                  </a:lnTo>
                  <a:close/>
                </a:path>
                <a:path w="6187440" h="3378835">
                  <a:moveTo>
                    <a:pt x="5623801" y="124460"/>
                  </a:moveTo>
                  <a:lnTo>
                    <a:pt x="5512092" y="0"/>
                  </a:lnTo>
                  <a:lnTo>
                    <a:pt x="5294935" y="0"/>
                  </a:lnTo>
                  <a:lnTo>
                    <a:pt x="5183225" y="124460"/>
                  </a:lnTo>
                  <a:lnTo>
                    <a:pt x="5071529" y="0"/>
                  </a:lnTo>
                  <a:lnTo>
                    <a:pt x="4854372" y="0"/>
                  </a:lnTo>
                  <a:lnTo>
                    <a:pt x="4742662" y="124460"/>
                  </a:lnTo>
                  <a:lnTo>
                    <a:pt x="4962957" y="369887"/>
                  </a:lnTo>
                  <a:lnTo>
                    <a:pt x="5183225" y="124472"/>
                  </a:lnTo>
                  <a:lnTo>
                    <a:pt x="5403520" y="369887"/>
                  </a:lnTo>
                  <a:lnTo>
                    <a:pt x="5623801" y="124460"/>
                  </a:lnTo>
                  <a:close/>
                </a:path>
                <a:path w="6187440" h="3378835">
                  <a:moveTo>
                    <a:pt x="5623814" y="713155"/>
                  </a:moveTo>
                  <a:lnTo>
                    <a:pt x="5403520" y="467728"/>
                  </a:lnTo>
                  <a:lnTo>
                    <a:pt x="5183225" y="713155"/>
                  </a:lnTo>
                  <a:lnTo>
                    <a:pt x="4962944" y="467728"/>
                  </a:lnTo>
                  <a:lnTo>
                    <a:pt x="4742650" y="713155"/>
                  </a:lnTo>
                  <a:lnTo>
                    <a:pt x="4962944" y="958583"/>
                  </a:lnTo>
                  <a:lnTo>
                    <a:pt x="5183225" y="713168"/>
                  </a:lnTo>
                  <a:lnTo>
                    <a:pt x="5403520" y="958583"/>
                  </a:lnTo>
                  <a:lnTo>
                    <a:pt x="5623814" y="713155"/>
                  </a:lnTo>
                  <a:close/>
                </a:path>
                <a:path w="6187440" h="3378835">
                  <a:moveTo>
                    <a:pt x="6064389" y="124460"/>
                  </a:moveTo>
                  <a:lnTo>
                    <a:pt x="5952680" y="0"/>
                  </a:lnTo>
                  <a:lnTo>
                    <a:pt x="5735523" y="0"/>
                  </a:lnTo>
                  <a:lnTo>
                    <a:pt x="5623814" y="124460"/>
                  </a:lnTo>
                  <a:lnTo>
                    <a:pt x="5844108" y="369887"/>
                  </a:lnTo>
                  <a:lnTo>
                    <a:pt x="6064389" y="124460"/>
                  </a:lnTo>
                  <a:close/>
                </a:path>
                <a:path w="6187440" h="3378835">
                  <a:moveTo>
                    <a:pt x="6064402" y="713155"/>
                  </a:moveTo>
                  <a:lnTo>
                    <a:pt x="5844108" y="467728"/>
                  </a:lnTo>
                  <a:lnTo>
                    <a:pt x="5623814" y="713155"/>
                  </a:lnTo>
                  <a:lnTo>
                    <a:pt x="5844108" y="958583"/>
                  </a:lnTo>
                  <a:lnTo>
                    <a:pt x="6064402" y="713155"/>
                  </a:lnTo>
                  <a:close/>
                </a:path>
                <a:path w="6187440" h="3378835">
                  <a:moveTo>
                    <a:pt x="6186932" y="884783"/>
                  </a:moveTo>
                  <a:lnTo>
                    <a:pt x="6064516" y="748385"/>
                  </a:lnTo>
                  <a:lnTo>
                    <a:pt x="5844222" y="993825"/>
                  </a:lnTo>
                  <a:lnTo>
                    <a:pt x="5623903" y="748385"/>
                  </a:lnTo>
                  <a:lnTo>
                    <a:pt x="5403621" y="993825"/>
                  </a:lnTo>
                  <a:lnTo>
                    <a:pt x="5183327" y="748385"/>
                  </a:lnTo>
                  <a:lnTo>
                    <a:pt x="4963033" y="993813"/>
                  </a:lnTo>
                  <a:lnTo>
                    <a:pt x="4742764" y="748385"/>
                  </a:lnTo>
                  <a:lnTo>
                    <a:pt x="4522457" y="993825"/>
                  </a:lnTo>
                  <a:lnTo>
                    <a:pt x="4302163" y="748385"/>
                  </a:lnTo>
                  <a:lnTo>
                    <a:pt x="4081856" y="993825"/>
                  </a:lnTo>
                  <a:lnTo>
                    <a:pt x="3861562" y="748385"/>
                  </a:lnTo>
                  <a:lnTo>
                    <a:pt x="3641267" y="993825"/>
                  </a:lnTo>
                  <a:lnTo>
                    <a:pt x="3420986" y="748385"/>
                  </a:lnTo>
                  <a:lnTo>
                    <a:pt x="3200692" y="993813"/>
                  </a:lnTo>
                  <a:lnTo>
                    <a:pt x="3105696" y="887984"/>
                  </a:lnTo>
                  <a:lnTo>
                    <a:pt x="3105696" y="928077"/>
                  </a:lnTo>
                  <a:lnTo>
                    <a:pt x="3200692" y="1033907"/>
                  </a:lnTo>
                  <a:lnTo>
                    <a:pt x="3420986" y="788492"/>
                  </a:lnTo>
                  <a:lnTo>
                    <a:pt x="3641267" y="1033907"/>
                  </a:lnTo>
                  <a:lnTo>
                    <a:pt x="3861562" y="788492"/>
                  </a:lnTo>
                  <a:lnTo>
                    <a:pt x="4081856" y="1033907"/>
                  </a:lnTo>
                  <a:lnTo>
                    <a:pt x="4302163" y="788492"/>
                  </a:lnTo>
                  <a:lnTo>
                    <a:pt x="4522457" y="1033907"/>
                  </a:lnTo>
                  <a:lnTo>
                    <a:pt x="4742764" y="788492"/>
                  </a:lnTo>
                  <a:lnTo>
                    <a:pt x="4963033" y="1033907"/>
                  </a:lnTo>
                  <a:lnTo>
                    <a:pt x="5183327" y="788492"/>
                  </a:lnTo>
                  <a:lnTo>
                    <a:pt x="5403621" y="1033907"/>
                  </a:lnTo>
                  <a:lnTo>
                    <a:pt x="5623903" y="788492"/>
                  </a:lnTo>
                  <a:lnTo>
                    <a:pt x="5844222" y="1033907"/>
                  </a:lnTo>
                  <a:lnTo>
                    <a:pt x="6064516" y="788492"/>
                  </a:lnTo>
                  <a:lnTo>
                    <a:pt x="6186932" y="924864"/>
                  </a:lnTo>
                  <a:lnTo>
                    <a:pt x="6186932" y="884783"/>
                  </a:lnTo>
                  <a:close/>
                </a:path>
                <a:path w="6187440" h="3378835">
                  <a:moveTo>
                    <a:pt x="6186932" y="576656"/>
                  </a:moveTo>
                  <a:lnTo>
                    <a:pt x="6064415" y="713155"/>
                  </a:lnTo>
                  <a:lnTo>
                    <a:pt x="6186932" y="849655"/>
                  </a:lnTo>
                  <a:lnTo>
                    <a:pt x="6186932" y="576656"/>
                  </a:lnTo>
                  <a:close/>
                </a:path>
                <a:path w="6187440" h="3378835">
                  <a:moveTo>
                    <a:pt x="6186932" y="296087"/>
                  </a:moveTo>
                  <a:lnTo>
                    <a:pt x="6064516" y="159702"/>
                  </a:lnTo>
                  <a:lnTo>
                    <a:pt x="5844222" y="405130"/>
                  </a:lnTo>
                  <a:lnTo>
                    <a:pt x="5623903" y="159702"/>
                  </a:lnTo>
                  <a:lnTo>
                    <a:pt x="5403621" y="405130"/>
                  </a:lnTo>
                  <a:lnTo>
                    <a:pt x="5183327" y="159702"/>
                  </a:lnTo>
                  <a:lnTo>
                    <a:pt x="4963033" y="405130"/>
                  </a:lnTo>
                  <a:lnTo>
                    <a:pt x="4742764" y="159702"/>
                  </a:lnTo>
                  <a:lnTo>
                    <a:pt x="4522457" y="405130"/>
                  </a:lnTo>
                  <a:lnTo>
                    <a:pt x="4302163" y="159702"/>
                  </a:lnTo>
                  <a:lnTo>
                    <a:pt x="4081856" y="405130"/>
                  </a:lnTo>
                  <a:lnTo>
                    <a:pt x="3861562" y="159702"/>
                  </a:lnTo>
                  <a:lnTo>
                    <a:pt x="3641267" y="405130"/>
                  </a:lnTo>
                  <a:lnTo>
                    <a:pt x="3420986" y="159702"/>
                  </a:lnTo>
                  <a:lnTo>
                    <a:pt x="3200692" y="405130"/>
                  </a:lnTo>
                  <a:lnTo>
                    <a:pt x="3105696" y="299300"/>
                  </a:lnTo>
                  <a:lnTo>
                    <a:pt x="3105696" y="339382"/>
                  </a:lnTo>
                  <a:lnTo>
                    <a:pt x="3200692" y="445211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11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087"/>
                  </a:lnTo>
                  <a:close/>
                </a:path>
                <a:path w="6187440" h="3378835">
                  <a:moveTo>
                    <a:pt x="6186932" y="0"/>
                  </a:moveTo>
                  <a:lnTo>
                    <a:pt x="6176124" y="0"/>
                  </a:lnTo>
                  <a:lnTo>
                    <a:pt x="6064415" y="124460"/>
                  </a:lnTo>
                  <a:lnTo>
                    <a:pt x="6186932" y="260959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9" name="object 9"/>
            <p:cNvSpPr/>
            <p:nvPr/>
          </p:nvSpPr>
          <p:spPr>
            <a:xfrm>
              <a:off x="9176918" y="19062"/>
              <a:ext cx="2991485" cy="3378835"/>
            </a:xfrm>
            <a:custGeom>
              <a:avLst/>
              <a:gdLst/>
              <a:ahLst/>
              <a:cxnLst/>
              <a:rect l="l" t="t" r="r" b="b"/>
              <a:pathLst>
                <a:path w="2991484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2991484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2991484" h="3378835">
                  <a:moveTo>
                    <a:pt x="201269" y="0"/>
                  </a:moveTo>
                  <a:lnTo>
                    <a:pt x="165277" y="0"/>
                  </a:lnTo>
                  <a:lnTo>
                    <a:pt x="120332" y="50076"/>
                  </a:lnTo>
                  <a:lnTo>
                    <a:pt x="75387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24" y="50076"/>
                  </a:lnTo>
                  <a:lnTo>
                    <a:pt x="201269" y="0"/>
                  </a:lnTo>
                  <a:close/>
                </a:path>
                <a:path w="2991484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2991484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2991484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25" y="50076"/>
                  </a:lnTo>
                  <a:lnTo>
                    <a:pt x="641870" y="0"/>
                  </a:lnTo>
                  <a:close/>
                </a:path>
                <a:path w="2991484" h="3378835">
                  <a:moveTo>
                    <a:pt x="1082433" y="0"/>
                  </a:moveTo>
                  <a:lnTo>
                    <a:pt x="1046454" y="0"/>
                  </a:lnTo>
                  <a:lnTo>
                    <a:pt x="1001509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09" y="90157"/>
                  </a:lnTo>
                  <a:lnTo>
                    <a:pt x="1037488" y="50076"/>
                  </a:lnTo>
                  <a:lnTo>
                    <a:pt x="1082433" y="0"/>
                  </a:lnTo>
                  <a:close/>
                </a:path>
                <a:path w="2991484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2991484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2991484" h="3378835">
                  <a:moveTo>
                    <a:pt x="1523034" y="0"/>
                  </a:moveTo>
                  <a:lnTo>
                    <a:pt x="1487043" y="0"/>
                  </a:lnTo>
                  <a:lnTo>
                    <a:pt x="1442097" y="50076"/>
                  </a:lnTo>
                  <a:lnTo>
                    <a:pt x="1397152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2991484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2991484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2991484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90" y="50076"/>
                  </a:lnTo>
                  <a:lnTo>
                    <a:pt x="1963635" y="0"/>
                  </a:lnTo>
                  <a:close/>
                </a:path>
                <a:path w="2991484" h="3378835">
                  <a:moveTo>
                    <a:pt x="2325471" y="3057906"/>
                  </a:move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71" y="3057906"/>
                  </a:lnTo>
                  <a:close/>
                </a:path>
                <a:path w="2991484" h="3378835">
                  <a:moveTo>
                    <a:pt x="2325471" y="2475712"/>
                  </a:move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71" y="2475712"/>
                  </a:lnTo>
                  <a:close/>
                </a:path>
                <a:path w="2991484" h="3378835">
                  <a:moveTo>
                    <a:pt x="2404211" y="0"/>
                  </a:moveTo>
                  <a:lnTo>
                    <a:pt x="2368232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79" y="50076"/>
                  </a:lnTo>
                  <a:lnTo>
                    <a:pt x="2404211" y="0"/>
                  </a:lnTo>
                  <a:close/>
                </a:path>
                <a:path w="2991484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42" y="50076"/>
                  </a:lnTo>
                  <a:lnTo>
                    <a:pt x="2844787" y="0"/>
                  </a:lnTo>
                  <a:close/>
                </a:path>
                <a:path w="2991484" h="3378835">
                  <a:moveTo>
                    <a:pt x="2991053" y="2817723"/>
                  </a:moveTo>
                  <a:lnTo>
                    <a:pt x="2986354" y="2812478"/>
                  </a:lnTo>
                  <a:lnTo>
                    <a:pt x="2766060" y="3057906"/>
                  </a:lnTo>
                  <a:lnTo>
                    <a:pt x="2545765" y="2812478"/>
                  </a:lnTo>
                  <a:lnTo>
                    <a:pt x="2325471" y="3057906"/>
                  </a:lnTo>
                  <a:lnTo>
                    <a:pt x="2545765" y="3303333"/>
                  </a:lnTo>
                  <a:lnTo>
                    <a:pt x="2766047" y="3057931"/>
                  </a:lnTo>
                  <a:lnTo>
                    <a:pt x="2986354" y="3303346"/>
                  </a:lnTo>
                  <a:lnTo>
                    <a:pt x="2991053" y="3298088"/>
                  </a:lnTo>
                  <a:lnTo>
                    <a:pt x="2991053" y="2817723"/>
                  </a:lnTo>
                  <a:close/>
                </a:path>
                <a:path w="2991484" h="3378835">
                  <a:moveTo>
                    <a:pt x="2991053" y="2235543"/>
                  </a:moveTo>
                  <a:lnTo>
                    <a:pt x="2986354" y="2230285"/>
                  </a:lnTo>
                  <a:lnTo>
                    <a:pt x="2766047" y="2475712"/>
                  </a:lnTo>
                  <a:lnTo>
                    <a:pt x="2545765" y="2230285"/>
                  </a:lnTo>
                  <a:lnTo>
                    <a:pt x="2325471" y="2475712"/>
                  </a:lnTo>
                  <a:lnTo>
                    <a:pt x="2545765" y="2721140"/>
                  </a:lnTo>
                  <a:lnTo>
                    <a:pt x="2766047" y="2475725"/>
                  </a:lnTo>
                  <a:lnTo>
                    <a:pt x="2986354" y="2721140"/>
                  </a:lnTo>
                  <a:lnTo>
                    <a:pt x="2991053" y="2715895"/>
                  </a:lnTo>
                  <a:lnTo>
                    <a:pt x="2991053" y="2235543"/>
                  </a:lnTo>
                  <a:close/>
                </a:path>
                <a:path w="2991484" h="3378835">
                  <a:moveTo>
                    <a:pt x="2991066" y="3333204"/>
                  </a:moveTo>
                  <a:lnTo>
                    <a:pt x="2986240" y="3338576"/>
                  </a:lnTo>
                  <a:lnTo>
                    <a:pt x="2801937" y="3133242"/>
                  </a:lnTo>
                  <a:lnTo>
                    <a:pt x="2765958" y="3093148"/>
                  </a:lnTo>
                  <a:lnTo>
                    <a:pt x="2545664" y="3338576"/>
                  </a:lnTo>
                  <a:lnTo>
                    <a:pt x="2361349" y="3133242"/>
                  </a:lnTo>
                  <a:lnTo>
                    <a:pt x="2325370" y="3093148"/>
                  </a:lnTo>
                  <a:lnTo>
                    <a:pt x="2105088" y="3338576"/>
                  </a:lnTo>
                  <a:lnTo>
                    <a:pt x="1920760" y="3133242"/>
                  </a:lnTo>
                  <a:lnTo>
                    <a:pt x="1884768" y="3093148"/>
                  </a:lnTo>
                  <a:lnTo>
                    <a:pt x="1664474" y="3338576"/>
                  </a:lnTo>
                  <a:lnTo>
                    <a:pt x="1480159" y="3133242"/>
                  </a:lnTo>
                  <a:lnTo>
                    <a:pt x="1444180" y="3093148"/>
                  </a:lnTo>
                  <a:lnTo>
                    <a:pt x="1223899" y="3338576"/>
                  </a:lnTo>
                  <a:lnTo>
                    <a:pt x="1039583" y="3133242"/>
                  </a:lnTo>
                  <a:lnTo>
                    <a:pt x="1003604" y="3093148"/>
                  </a:lnTo>
                  <a:lnTo>
                    <a:pt x="783323" y="3338576"/>
                  </a:lnTo>
                  <a:lnTo>
                    <a:pt x="599008" y="3133242"/>
                  </a:lnTo>
                  <a:lnTo>
                    <a:pt x="563029" y="3093148"/>
                  </a:lnTo>
                  <a:lnTo>
                    <a:pt x="342709" y="3338576"/>
                  </a:lnTo>
                  <a:lnTo>
                    <a:pt x="158407" y="3133242"/>
                  </a:lnTo>
                  <a:lnTo>
                    <a:pt x="122428" y="3093148"/>
                  </a:lnTo>
                  <a:lnTo>
                    <a:pt x="12" y="3229533"/>
                  </a:lnTo>
                  <a:lnTo>
                    <a:pt x="12" y="3269615"/>
                  </a:lnTo>
                  <a:lnTo>
                    <a:pt x="122428" y="3133242"/>
                  </a:lnTo>
                  <a:lnTo>
                    <a:pt x="342709" y="3378657"/>
                  </a:lnTo>
                  <a:lnTo>
                    <a:pt x="378688" y="3338576"/>
                  </a:lnTo>
                  <a:lnTo>
                    <a:pt x="563029" y="3133242"/>
                  </a:lnTo>
                  <a:lnTo>
                    <a:pt x="783323" y="3378657"/>
                  </a:lnTo>
                  <a:lnTo>
                    <a:pt x="819289" y="3338576"/>
                  </a:lnTo>
                  <a:lnTo>
                    <a:pt x="1003604" y="3133242"/>
                  </a:lnTo>
                  <a:lnTo>
                    <a:pt x="1223899" y="3378657"/>
                  </a:lnTo>
                  <a:lnTo>
                    <a:pt x="1259865" y="3338576"/>
                  </a:lnTo>
                  <a:lnTo>
                    <a:pt x="1444180" y="3133242"/>
                  </a:lnTo>
                  <a:lnTo>
                    <a:pt x="1664474" y="3378657"/>
                  </a:lnTo>
                  <a:lnTo>
                    <a:pt x="1700453" y="3338576"/>
                  </a:lnTo>
                  <a:lnTo>
                    <a:pt x="1884768" y="3133242"/>
                  </a:lnTo>
                  <a:lnTo>
                    <a:pt x="2105088" y="3378657"/>
                  </a:lnTo>
                  <a:lnTo>
                    <a:pt x="2141055" y="3338576"/>
                  </a:lnTo>
                  <a:lnTo>
                    <a:pt x="2325370" y="3133242"/>
                  </a:lnTo>
                  <a:lnTo>
                    <a:pt x="2545664" y="3378657"/>
                  </a:lnTo>
                  <a:lnTo>
                    <a:pt x="2581643" y="3338576"/>
                  </a:lnTo>
                  <a:lnTo>
                    <a:pt x="2765958" y="3133242"/>
                  </a:lnTo>
                  <a:lnTo>
                    <a:pt x="2986240" y="3378657"/>
                  </a:lnTo>
                  <a:lnTo>
                    <a:pt x="2991066" y="3373285"/>
                  </a:lnTo>
                  <a:lnTo>
                    <a:pt x="2991066" y="3338576"/>
                  </a:lnTo>
                  <a:lnTo>
                    <a:pt x="2991066" y="3333204"/>
                  </a:lnTo>
                  <a:close/>
                </a:path>
                <a:path w="2991484" h="3378835">
                  <a:moveTo>
                    <a:pt x="2991066" y="2750997"/>
                  </a:moveTo>
                  <a:lnTo>
                    <a:pt x="2986240" y="2756382"/>
                  </a:lnTo>
                  <a:lnTo>
                    <a:pt x="2801937" y="2551049"/>
                  </a:lnTo>
                  <a:lnTo>
                    <a:pt x="2765958" y="2510955"/>
                  </a:lnTo>
                  <a:lnTo>
                    <a:pt x="2545664" y="2756395"/>
                  </a:lnTo>
                  <a:lnTo>
                    <a:pt x="2361349" y="2551049"/>
                  </a:lnTo>
                  <a:lnTo>
                    <a:pt x="2325370" y="2510955"/>
                  </a:lnTo>
                  <a:lnTo>
                    <a:pt x="2105088" y="2756395"/>
                  </a:lnTo>
                  <a:lnTo>
                    <a:pt x="1920748" y="2551049"/>
                  </a:lnTo>
                  <a:lnTo>
                    <a:pt x="1884768" y="2510955"/>
                  </a:lnTo>
                  <a:lnTo>
                    <a:pt x="1664474" y="2756395"/>
                  </a:lnTo>
                  <a:lnTo>
                    <a:pt x="1480159" y="2551049"/>
                  </a:lnTo>
                  <a:lnTo>
                    <a:pt x="1444180" y="2510955"/>
                  </a:lnTo>
                  <a:lnTo>
                    <a:pt x="1223899" y="2756382"/>
                  </a:lnTo>
                  <a:lnTo>
                    <a:pt x="1039583" y="2551049"/>
                  </a:lnTo>
                  <a:lnTo>
                    <a:pt x="1003604" y="2510955"/>
                  </a:lnTo>
                  <a:lnTo>
                    <a:pt x="783323" y="2756395"/>
                  </a:lnTo>
                  <a:lnTo>
                    <a:pt x="599008" y="2551049"/>
                  </a:lnTo>
                  <a:lnTo>
                    <a:pt x="563029" y="2510955"/>
                  </a:lnTo>
                  <a:lnTo>
                    <a:pt x="342709" y="2756395"/>
                  </a:lnTo>
                  <a:lnTo>
                    <a:pt x="158407" y="2551049"/>
                  </a:lnTo>
                  <a:lnTo>
                    <a:pt x="122428" y="2510955"/>
                  </a:lnTo>
                  <a:lnTo>
                    <a:pt x="12" y="2647353"/>
                  </a:lnTo>
                  <a:lnTo>
                    <a:pt x="12" y="2687434"/>
                  </a:lnTo>
                  <a:lnTo>
                    <a:pt x="122428" y="2551049"/>
                  </a:lnTo>
                  <a:lnTo>
                    <a:pt x="342709" y="2796476"/>
                  </a:lnTo>
                  <a:lnTo>
                    <a:pt x="378688" y="2756395"/>
                  </a:lnTo>
                  <a:lnTo>
                    <a:pt x="563029" y="2551049"/>
                  </a:lnTo>
                  <a:lnTo>
                    <a:pt x="783323" y="2796476"/>
                  </a:lnTo>
                  <a:lnTo>
                    <a:pt x="819289" y="2756395"/>
                  </a:lnTo>
                  <a:lnTo>
                    <a:pt x="1003604" y="2551049"/>
                  </a:lnTo>
                  <a:lnTo>
                    <a:pt x="1223899" y="2796476"/>
                  </a:lnTo>
                  <a:lnTo>
                    <a:pt x="1259878" y="2756382"/>
                  </a:lnTo>
                  <a:lnTo>
                    <a:pt x="1444180" y="2551049"/>
                  </a:lnTo>
                  <a:lnTo>
                    <a:pt x="1664474" y="2796476"/>
                  </a:lnTo>
                  <a:lnTo>
                    <a:pt x="1700441" y="2756395"/>
                  </a:lnTo>
                  <a:lnTo>
                    <a:pt x="1884768" y="2551049"/>
                  </a:lnTo>
                  <a:lnTo>
                    <a:pt x="2105088" y="2796476"/>
                  </a:lnTo>
                  <a:lnTo>
                    <a:pt x="2141055" y="2756395"/>
                  </a:lnTo>
                  <a:lnTo>
                    <a:pt x="2325370" y="2551049"/>
                  </a:lnTo>
                  <a:lnTo>
                    <a:pt x="2545664" y="2796476"/>
                  </a:lnTo>
                  <a:lnTo>
                    <a:pt x="2581630" y="2756395"/>
                  </a:lnTo>
                  <a:lnTo>
                    <a:pt x="2765958" y="2551049"/>
                  </a:lnTo>
                  <a:lnTo>
                    <a:pt x="2986240" y="2796476"/>
                  </a:lnTo>
                  <a:lnTo>
                    <a:pt x="2991066" y="2791091"/>
                  </a:lnTo>
                  <a:lnTo>
                    <a:pt x="2991066" y="2756382"/>
                  </a:lnTo>
                  <a:lnTo>
                    <a:pt x="2991066" y="2750997"/>
                  </a:lnTo>
                  <a:close/>
                </a:path>
                <a:path w="2991484" h="3378835">
                  <a:moveTo>
                    <a:pt x="2991066" y="2160486"/>
                  </a:moveTo>
                  <a:lnTo>
                    <a:pt x="2986240" y="2165858"/>
                  </a:lnTo>
                  <a:lnTo>
                    <a:pt x="2801937" y="1960524"/>
                  </a:lnTo>
                  <a:lnTo>
                    <a:pt x="2765958" y="1920430"/>
                  </a:lnTo>
                  <a:lnTo>
                    <a:pt x="2545664" y="2165870"/>
                  </a:lnTo>
                  <a:lnTo>
                    <a:pt x="2361349" y="1960524"/>
                  </a:lnTo>
                  <a:lnTo>
                    <a:pt x="2325370" y="1920430"/>
                  </a:lnTo>
                  <a:lnTo>
                    <a:pt x="2105088" y="2165870"/>
                  </a:lnTo>
                  <a:lnTo>
                    <a:pt x="1920748" y="1960524"/>
                  </a:lnTo>
                  <a:lnTo>
                    <a:pt x="1884768" y="1920430"/>
                  </a:lnTo>
                  <a:lnTo>
                    <a:pt x="1664474" y="2165870"/>
                  </a:lnTo>
                  <a:lnTo>
                    <a:pt x="1480159" y="1960524"/>
                  </a:lnTo>
                  <a:lnTo>
                    <a:pt x="1444180" y="1920430"/>
                  </a:lnTo>
                  <a:lnTo>
                    <a:pt x="1223899" y="2165858"/>
                  </a:lnTo>
                  <a:lnTo>
                    <a:pt x="1039583" y="1960524"/>
                  </a:lnTo>
                  <a:lnTo>
                    <a:pt x="1003604" y="1920430"/>
                  </a:lnTo>
                  <a:lnTo>
                    <a:pt x="783323" y="2165870"/>
                  </a:lnTo>
                  <a:lnTo>
                    <a:pt x="599008" y="1960524"/>
                  </a:lnTo>
                  <a:lnTo>
                    <a:pt x="563029" y="1920430"/>
                  </a:lnTo>
                  <a:lnTo>
                    <a:pt x="342709" y="2165870"/>
                  </a:lnTo>
                  <a:lnTo>
                    <a:pt x="158407" y="1960524"/>
                  </a:lnTo>
                  <a:lnTo>
                    <a:pt x="122428" y="1920430"/>
                  </a:lnTo>
                  <a:lnTo>
                    <a:pt x="12" y="2056828"/>
                  </a:lnTo>
                  <a:lnTo>
                    <a:pt x="12" y="2096909"/>
                  </a:lnTo>
                  <a:lnTo>
                    <a:pt x="122428" y="1960524"/>
                  </a:lnTo>
                  <a:lnTo>
                    <a:pt x="342709" y="2205952"/>
                  </a:lnTo>
                  <a:lnTo>
                    <a:pt x="378688" y="2165870"/>
                  </a:lnTo>
                  <a:lnTo>
                    <a:pt x="563029" y="1960524"/>
                  </a:lnTo>
                  <a:lnTo>
                    <a:pt x="783323" y="2205952"/>
                  </a:lnTo>
                  <a:lnTo>
                    <a:pt x="819289" y="2165870"/>
                  </a:lnTo>
                  <a:lnTo>
                    <a:pt x="1003604" y="1960524"/>
                  </a:lnTo>
                  <a:lnTo>
                    <a:pt x="1223899" y="2205952"/>
                  </a:lnTo>
                  <a:lnTo>
                    <a:pt x="1259878" y="2165858"/>
                  </a:lnTo>
                  <a:lnTo>
                    <a:pt x="1444180" y="1960524"/>
                  </a:lnTo>
                  <a:lnTo>
                    <a:pt x="1664474" y="2205952"/>
                  </a:lnTo>
                  <a:lnTo>
                    <a:pt x="1700441" y="2165870"/>
                  </a:lnTo>
                  <a:lnTo>
                    <a:pt x="1884768" y="1960524"/>
                  </a:lnTo>
                  <a:lnTo>
                    <a:pt x="2105088" y="2205952"/>
                  </a:lnTo>
                  <a:lnTo>
                    <a:pt x="2141055" y="2165870"/>
                  </a:lnTo>
                  <a:lnTo>
                    <a:pt x="2325370" y="1960524"/>
                  </a:lnTo>
                  <a:lnTo>
                    <a:pt x="2545664" y="2205952"/>
                  </a:lnTo>
                  <a:lnTo>
                    <a:pt x="2581630" y="2165870"/>
                  </a:lnTo>
                  <a:lnTo>
                    <a:pt x="2765958" y="1960524"/>
                  </a:lnTo>
                  <a:lnTo>
                    <a:pt x="2986240" y="2205952"/>
                  </a:lnTo>
                  <a:lnTo>
                    <a:pt x="2991066" y="2200579"/>
                  </a:lnTo>
                  <a:lnTo>
                    <a:pt x="2991066" y="2165858"/>
                  </a:lnTo>
                  <a:lnTo>
                    <a:pt x="2991066" y="2160486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24" name="object 24"/>
            <p:cNvSpPr/>
            <p:nvPr/>
          </p:nvSpPr>
          <p:spPr>
            <a:xfrm>
              <a:off x="0" y="6645376"/>
              <a:ext cx="4043045" cy="194945"/>
            </a:xfrm>
            <a:custGeom>
              <a:avLst/>
              <a:gdLst/>
              <a:ahLst/>
              <a:cxnLst/>
              <a:rect l="l" t="t" r="r" b="b"/>
              <a:pathLst>
                <a:path w="4043045" h="194945">
                  <a:moveTo>
                    <a:pt x="4042486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2486" y="194627"/>
                  </a:lnTo>
                  <a:lnTo>
                    <a:pt x="4042486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25" name="object 25"/>
            <p:cNvSpPr/>
            <p:nvPr/>
          </p:nvSpPr>
          <p:spPr>
            <a:xfrm>
              <a:off x="4042486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26" name="object 26"/>
            <p:cNvSpPr/>
            <p:nvPr/>
          </p:nvSpPr>
          <p:spPr>
            <a:xfrm>
              <a:off x="8110715" y="6645376"/>
              <a:ext cx="4057650" cy="194945"/>
            </a:xfrm>
            <a:custGeom>
              <a:avLst/>
              <a:gdLst/>
              <a:ahLst/>
              <a:cxnLst/>
              <a:rect l="l" t="t" r="r" b="b"/>
              <a:pathLst>
                <a:path w="4057650" h="194945">
                  <a:moveTo>
                    <a:pt x="405726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57269" y="194627"/>
                  </a:lnTo>
                  <a:lnTo>
                    <a:pt x="4057269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308435" y="2418113"/>
            <a:ext cx="1356332" cy="1621618"/>
            <a:chOff x="3300897" y="3059971"/>
            <a:chExt cx="1353820" cy="1618615"/>
          </a:xfrm>
        </p:grpSpPr>
        <p:sp>
          <p:nvSpPr>
            <p:cNvPr id="29" name="object 29"/>
            <p:cNvSpPr/>
            <p:nvPr/>
          </p:nvSpPr>
          <p:spPr>
            <a:xfrm>
              <a:off x="3300897" y="3059971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218545" y="0"/>
                  </a:moveTo>
                  <a:lnTo>
                    <a:pt x="176061" y="4955"/>
                  </a:lnTo>
                  <a:lnTo>
                    <a:pt x="135291" y="17891"/>
                  </a:lnTo>
                  <a:lnTo>
                    <a:pt x="97474" y="38541"/>
                  </a:lnTo>
                  <a:lnTo>
                    <a:pt x="63849" y="66636"/>
                  </a:lnTo>
                  <a:lnTo>
                    <a:pt x="35656" y="101912"/>
                  </a:lnTo>
                  <a:lnTo>
                    <a:pt x="15082" y="142103"/>
                  </a:lnTo>
                  <a:lnTo>
                    <a:pt x="3285" y="184298"/>
                  </a:lnTo>
                  <a:lnTo>
                    <a:pt x="0" y="227258"/>
                  </a:lnTo>
                  <a:lnTo>
                    <a:pt x="4958" y="269742"/>
                  </a:lnTo>
                  <a:lnTo>
                    <a:pt x="17896" y="310512"/>
                  </a:lnTo>
                  <a:lnTo>
                    <a:pt x="38547" y="348328"/>
                  </a:lnTo>
                  <a:lnTo>
                    <a:pt x="66645" y="381951"/>
                  </a:lnTo>
                  <a:lnTo>
                    <a:pt x="101925" y="410141"/>
                  </a:lnTo>
                  <a:lnTo>
                    <a:pt x="719449" y="809188"/>
                  </a:lnTo>
                  <a:lnTo>
                    <a:pt x="1010216" y="621304"/>
                  </a:lnTo>
                  <a:lnTo>
                    <a:pt x="1057392" y="598224"/>
                  </a:lnTo>
                  <a:lnTo>
                    <a:pt x="1106950" y="587243"/>
                  </a:lnTo>
                  <a:lnTo>
                    <a:pt x="1156956" y="587829"/>
                  </a:lnTo>
                  <a:lnTo>
                    <a:pt x="1205472" y="599448"/>
                  </a:lnTo>
                  <a:lnTo>
                    <a:pt x="1250563" y="621571"/>
                  </a:lnTo>
                  <a:lnTo>
                    <a:pt x="343898" y="35681"/>
                  </a:lnTo>
                  <a:lnTo>
                    <a:pt x="303703" y="15096"/>
                  </a:lnTo>
                  <a:lnTo>
                    <a:pt x="261506" y="3291"/>
                  </a:lnTo>
                  <a:lnTo>
                    <a:pt x="218545" y="0"/>
                  </a:lnTo>
                  <a:close/>
                </a:path>
              </a:pathLst>
            </a:custGeom>
            <a:solidFill>
              <a:srgbClr val="135DAB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30" name="object 30"/>
            <p:cNvSpPr/>
            <p:nvPr/>
          </p:nvSpPr>
          <p:spPr>
            <a:xfrm>
              <a:off x="3300899" y="3869164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719444" y="0"/>
                  </a:moveTo>
                  <a:lnTo>
                    <a:pt x="101906" y="399033"/>
                  </a:lnTo>
                  <a:lnTo>
                    <a:pt x="66635" y="427223"/>
                  </a:lnTo>
                  <a:lnTo>
                    <a:pt x="38542" y="460846"/>
                  </a:lnTo>
                  <a:lnTo>
                    <a:pt x="17894" y="498663"/>
                  </a:lnTo>
                  <a:lnTo>
                    <a:pt x="4957" y="539434"/>
                  </a:lnTo>
                  <a:lnTo>
                    <a:pt x="0" y="581920"/>
                  </a:lnTo>
                  <a:lnTo>
                    <a:pt x="3287" y="624881"/>
                  </a:lnTo>
                  <a:lnTo>
                    <a:pt x="15086" y="667080"/>
                  </a:lnTo>
                  <a:lnTo>
                    <a:pt x="35663" y="707275"/>
                  </a:lnTo>
                  <a:lnTo>
                    <a:pt x="63853" y="742546"/>
                  </a:lnTo>
                  <a:lnTo>
                    <a:pt x="97475" y="770639"/>
                  </a:lnTo>
                  <a:lnTo>
                    <a:pt x="135291" y="791287"/>
                  </a:lnTo>
                  <a:lnTo>
                    <a:pt x="176060" y="804224"/>
                  </a:lnTo>
                  <a:lnTo>
                    <a:pt x="218543" y="809182"/>
                  </a:lnTo>
                  <a:lnTo>
                    <a:pt x="261500" y="805895"/>
                  </a:lnTo>
                  <a:lnTo>
                    <a:pt x="303692" y="794096"/>
                  </a:lnTo>
                  <a:lnTo>
                    <a:pt x="343879" y="773518"/>
                  </a:lnTo>
                  <a:lnTo>
                    <a:pt x="1250519" y="187642"/>
                  </a:lnTo>
                  <a:lnTo>
                    <a:pt x="1205431" y="209749"/>
                  </a:lnTo>
                  <a:lnTo>
                    <a:pt x="1156923" y="221358"/>
                  </a:lnTo>
                  <a:lnTo>
                    <a:pt x="1106929" y="221937"/>
                  </a:lnTo>
                  <a:lnTo>
                    <a:pt x="1057384" y="210960"/>
                  </a:lnTo>
                  <a:lnTo>
                    <a:pt x="1010223" y="187896"/>
                  </a:lnTo>
                  <a:lnTo>
                    <a:pt x="719444" y="0"/>
                  </a:lnTo>
                  <a:close/>
                </a:path>
              </a:pathLst>
            </a:custGeom>
            <a:solidFill>
              <a:srgbClr val="83C9EB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31" name="object 31"/>
            <p:cNvSpPr/>
            <p:nvPr/>
          </p:nvSpPr>
          <p:spPr>
            <a:xfrm>
              <a:off x="4020348" y="3646406"/>
              <a:ext cx="634365" cy="445770"/>
            </a:xfrm>
            <a:custGeom>
              <a:avLst/>
              <a:gdLst/>
              <a:ahLst/>
              <a:cxnLst/>
              <a:rect l="l" t="t" r="r" b="b"/>
              <a:pathLst>
                <a:path w="634364" h="445770">
                  <a:moveTo>
                    <a:pt x="413600" y="0"/>
                  </a:moveTo>
                  <a:lnTo>
                    <a:pt x="361950" y="5511"/>
                  </a:lnTo>
                  <a:lnTo>
                    <a:pt x="322971" y="18213"/>
                  </a:lnTo>
                  <a:lnTo>
                    <a:pt x="296684" y="31749"/>
                  </a:lnTo>
                  <a:lnTo>
                    <a:pt x="293649" y="33007"/>
                  </a:lnTo>
                  <a:lnTo>
                    <a:pt x="0" y="222758"/>
                  </a:lnTo>
                  <a:lnTo>
                    <a:pt x="293725" y="412559"/>
                  </a:lnTo>
                  <a:lnTo>
                    <a:pt x="296875" y="413867"/>
                  </a:lnTo>
                  <a:lnTo>
                    <a:pt x="306616" y="419404"/>
                  </a:lnTo>
                  <a:lnTo>
                    <a:pt x="348891" y="436640"/>
                  </a:lnTo>
                  <a:lnTo>
                    <a:pt x="391744" y="444792"/>
                  </a:lnTo>
                  <a:lnTo>
                    <a:pt x="413397" y="445503"/>
                  </a:lnTo>
                  <a:lnTo>
                    <a:pt x="426783" y="444969"/>
                  </a:lnTo>
                  <a:lnTo>
                    <a:pt x="491464" y="430532"/>
                  </a:lnTo>
                  <a:lnTo>
                    <a:pt x="532015" y="409984"/>
                  </a:lnTo>
                  <a:lnTo>
                    <a:pt x="567261" y="381926"/>
                  </a:lnTo>
                  <a:lnTo>
                    <a:pt x="596404" y="346900"/>
                  </a:lnTo>
                  <a:lnTo>
                    <a:pt x="624235" y="288756"/>
                  </a:lnTo>
                  <a:lnTo>
                    <a:pt x="634187" y="222745"/>
                  </a:lnTo>
                  <a:lnTo>
                    <a:pt x="631633" y="188919"/>
                  </a:lnTo>
                  <a:lnTo>
                    <a:pt x="612332" y="126426"/>
                  </a:lnTo>
                  <a:lnTo>
                    <a:pt x="567274" y="63587"/>
                  </a:lnTo>
                  <a:lnTo>
                    <a:pt x="532009" y="35502"/>
                  </a:lnTo>
                  <a:lnTo>
                    <a:pt x="491428" y="14943"/>
                  </a:lnTo>
                  <a:lnTo>
                    <a:pt x="446595" y="2908"/>
                  </a:lnTo>
                  <a:lnTo>
                    <a:pt x="426681" y="520"/>
                  </a:lnTo>
                  <a:lnTo>
                    <a:pt x="413600" y="0"/>
                  </a:lnTo>
                  <a:close/>
                </a:path>
              </a:pathLst>
            </a:custGeom>
            <a:solidFill>
              <a:srgbClr val="46A2D7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056" y="146321"/>
            <a:ext cx="1053887" cy="118173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52436" y="1403387"/>
            <a:ext cx="946633" cy="14100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12724">
              <a:spcBef>
                <a:spcPts val="135"/>
              </a:spcBef>
            </a:pPr>
            <a:r>
              <a:rPr sz="802" b="1" spc="-55" dirty="0">
                <a:latin typeface="Trebuchet MS"/>
                <a:cs typeface="Trebuchet MS"/>
              </a:rPr>
              <a:t>REPUBLIC</a:t>
            </a:r>
            <a:r>
              <a:rPr sz="802" b="1" spc="-75" dirty="0">
                <a:latin typeface="Trebuchet MS"/>
                <a:cs typeface="Trebuchet MS"/>
              </a:rPr>
              <a:t> </a:t>
            </a:r>
            <a:r>
              <a:rPr sz="802" b="1" spc="-90" dirty="0">
                <a:latin typeface="Trebuchet MS"/>
                <a:cs typeface="Trebuchet MS"/>
              </a:rPr>
              <a:t>OF</a:t>
            </a:r>
            <a:r>
              <a:rPr sz="802" b="1" spc="-75" dirty="0">
                <a:latin typeface="Trebuchet MS"/>
                <a:cs typeface="Trebuchet MS"/>
              </a:rPr>
              <a:t> </a:t>
            </a:r>
            <a:r>
              <a:rPr sz="802" b="1" spc="-65" dirty="0">
                <a:latin typeface="Trebuchet MS"/>
                <a:cs typeface="Trebuchet MS"/>
              </a:rPr>
              <a:t>RWANDA</a:t>
            </a:r>
            <a:endParaRPr sz="802" dirty="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25579" y="2894610"/>
            <a:ext cx="9657007" cy="612818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588205" marR="1495085">
              <a:spcBef>
                <a:spcPts val="90"/>
              </a:spcBef>
            </a:pPr>
            <a:r>
              <a:rPr lang="en-US" sz="3907" b="1" spc="-410" dirty="0">
                <a:solidFill>
                  <a:srgbClr val="135DAB"/>
                </a:solidFill>
                <a:latin typeface="Trebuchet MS"/>
                <a:cs typeface="Trebuchet MS"/>
              </a:rPr>
              <a:t>Real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597196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9" y="25129"/>
            <a:ext cx="12191081" cy="6807741"/>
            <a:chOff x="0" y="19062"/>
            <a:chExt cx="12168505" cy="6795134"/>
          </a:xfrm>
        </p:grpSpPr>
        <p:sp>
          <p:nvSpPr>
            <p:cNvPr id="3" name="object 3"/>
            <p:cNvSpPr/>
            <p:nvPr/>
          </p:nvSpPr>
          <p:spPr>
            <a:xfrm>
              <a:off x="0" y="3435210"/>
              <a:ext cx="6064885" cy="3378835"/>
            </a:xfrm>
            <a:custGeom>
              <a:avLst/>
              <a:gdLst/>
              <a:ahLst/>
              <a:cxnLst/>
              <a:rect l="l" t="t" r="r" b="b"/>
              <a:pathLst>
                <a:path w="6064885" h="3378834">
                  <a:moveTo>
                    <a:pt x="293344" y="0"/>
                  </a:moveTo>
                  <a:lnTo>
                    <a:pt x="257365" y="0"/>
                  </a:lnTo>
                  <a:lnTo>
                    <a:pt x="212407" y="50088"/>
                  </a:lnTo>
                  <a:lnTo>
                    <a:pt x="167449" y="0"/>
                  </a:lnTo>
                  <a:lnTo>
                    <a:pt x="131470" y="0"/>
                  </a:lnTo>
                  <a:lnTo>
                    <a:pt x="212407" y="90170"/>
                  </a:lnTo>
                  <a:lnTo>
                    <a:pt x="248386" y="50088"/>
                  </a:lnTo>
                  <a:lnTo>
                    <a:pt x="293344" y="0"/>
                  </a:lnTo>
                  <a:close/>
                </a:path>
                <a:path w="6064885" h="3378834">
                  <a:moveTo>
                    <a:pt x="650798" y="3057931"/>
                  </a:moveTo>
                  <a:lnTo>
                    <a:pt x="430504" y="2812504"/>
                  </a:lnTo>
                  <a:lnTo>
                    <a:pt x="210223" y="3057906"/>
                  </a:lnTo>
                  <a:lnTo>
                    <a:pt x="0" y="2823705"/>
                  </a:lnTo>
                  <a:lnTo>
                    <a:pt x="0" y="3292144"/>
                  </a:lnTo>
                  <a:lnTo>
                    <a:pt x="210210" y="3057931"/>
                  </a:lnTo>
                  <a:lnTo>
                    <a:pt x="430504" y="3303359"/>
                  </a:lnTo>
                  <a:lnTo>
                    <a:pt x="650798" y="3057931"/>
                  </a:lnTo>
                  <a:close/>
                </a:path>
                <a:path w="6064885" h="3378834">
                  <a:moveTo>
                    <a:pt x="650798" y="2475725"/>
                  </a:moveTo>
                  <a:lnTo>
                    <a:pt x="430504" y="2230297"/>
                  </a:lnTo>
                  <a:lnTo>
                    <a:pt x="210210" y="2475725"/>
                  </a:lnTo>
                  <a:lnTo>
                    <a:pt x="0" y="2241499"/>
                  </a:lnTo>
                  <a:lnTo>
                    <a:pt x="0" y="2709951"/>
                  </a:lnTo>
                  <a:lnTo>
                    <a:pt x="210210" y="2475750"/>
                  </a:lnTo>
                  <a:lnTo>
                    <a:pt x="430504" y="2721152"/>
                  </a:lnTo>
                  <a:lnTo>
                    <a:pt x="650798" y="2475725"/>
                  </a:lnTo>
                  <a:close/>
                </a:path>
                <a:path w="6064885" h="3378834">
                  <a:moveTo>
                    <a:pt x="650798" y="1885213"/>
                  </a:moveTo>
                  <a:lnTo>
                    <a:pt x="430504" y="1639785"/>
                  </a:lnTo>
                  <a:lnTo>
                    <a:pt x="210210" y="1885213"/>
                  </a:lnTo>
                  <a:lnTo>
                    <a:pt x="0" y="1651000"/>
                  </a:lnTo>
                  <a:lnTo>
                    <a:pt x="0" y="2119426"/>
                  </a:lnTo>
                  <a:lnTo>
                    <a:pt x="210210" y="1885226"/>
                  </a:lnTo>
                  <a:lnTo>
                    <a:pt x="430504" y="2130641"/>
                  </a:lnTo>
                  <a:lnTo>
                    <a:pt x="650798" y="1885213"/>
                  </a:lnTo>
                  <a:close/>
                </a:path>
                <a:path w="6064885" h="3378834">
                  <a:moveTo>
                    <a:pt x="650798" y="1303680"/>
                  </a:moveTo>
                  <a:lnTo>
                    <a:pt x="430504" y="1058252"/>
                  </a:lnTo>
                  <a:lnTo>
                    <a:pt x="210210" y="1303680"/>
                  </a:lnTo>
                  <a:lnTo>
                    <a:pt x="0" y="1069454"/>
                  </a:lnTo>
                  <a:lnTo>
                    <a:pt x="0" y="1537906"/>
                  </a:lnTo>
                  <a:lnTo>
                    <a:pt x="210210" y="1303705"/>
                  </a:lnTo>
                  <a:lnTo>
                    <a:pt x="430504" y="1549107"/>
                  </a:lnTo>
                  <a:lnTo>
                    <a:pt x="650798" y="1303680"/>
                  </a:lnTo>
                  <a:close/>
                </a:path>
                <a:path w="6064885" h="3378834">
                  <a:moveTo>
                    <a:pt x="650798" y="713168"/>
                  </a:moveTo>
                  <a:lnTo>
                    <a:pt x="430504" y="467741"/>
                  </a:lnTo>
                  <a:lnTo>
                    <a:pt x="210210" y="713168"/>
                  </a:lnTo>
                  <a:lnTo>
                    <a:pt x="0" y="478942"/>
                  </a:lnTo>
                  <a:lnTo>
                    <a:pt x="0" y="947394"/>
                  </a:lnTo>
                  <a:lnTo>
                    <a:pt x="210210" y="713181"/>
                  </a:lnTo>
                  <a:lnTo>
                    <a:pt x="430504" y="958596"/>
                  </a:lnTo>
                  <a:lnTo>
                    <a:pt x="650798" y="713168"/>
                  </a:lnTo>
                  <a:close/>
                </a:path>
                <a:path w="6064885" h="3378834">
                  <a:moveTo>
                    <a:pt x="650798" y="124472"/>
                  </a:moveTo>
                  <a:lnTo>
                    <a:pt x="539076" y="0"/>
                  </a:lnTo>
                  <a:lnTo>
                    <a:pt x="321932" y="0"/>
                  </a:lnTo>
                  <a:lnTo>
                    <a:pt x="210210" y="124472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98"/>
                  </a:lnTo>
                  <a:lnTo>
                    <a:pt x="210210" y="124485"/>
                  </a:lnTo>
                  <a:lnTo>
                    <a:pt x="430504" y="369900"/>
                  </a:lnTo>
                  <a:lnTo>
                    <a:pt x="650798" y="124472"/>
                  </a:lnTo>
                  <a:close/>
                </a:path>
                <a:path w="6064885" h="3378834">
                  <a:moveTo>
                    <a:pt x="733920" y="0"/>
                  </a:moveTo>
                  <a:lnTo>
                    <a:pt x="697941" y="0"/>
                  </a:lnTo>
                  <a:lnTo>
                    <a:pt x="652983" y="50088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62" y="50088"/>
                  </a:lnTo>
                  <a:lnTo>
                    <a:pt x="733920" y="0"/>
                  </a:lnTo>
                  <a:close/>
                </a:path>
                <a:path w="6064885" h="3378834">
                  <a:moveTo>
                    <a:pt x="1091387" y="3057931"/>
                  </a:moveTo>
                  <a:lnTo>
                    <a:pt x="871093" y="2812504"/>
                  </a:lnTo>
                  <a:lnTo>
                    <a:pt x="650798" y="3057931"/>
                  </a:lnTo>
                  <a:lnTo>
                    <a:pt x="871093" y="3303359"/>
                  </a:lnTo>
                  <a:lnTo>
                    <a:pt x="1091387" y="3057931"/>
                  </a:lnTo>
                  <a:close/>
                </a:path>
                <a:path w="6064885" h="3378834">
                  <a:moveTo>
                    <a:pt x="1091387" y="2475725"/>
                  </a:moveTo>
                  <a:lnTo>
                    <a:pt x="871093" y="2230297"/>
                  </a:lnTo>
                  <a:lnTo>
                    <a:pt x="650798" y="2475725"/>
                  </a:lnTo>
                  <a:lnTo>
                    <a:pt x="871093" y="2721152"/>
                  </a:lnTo>
                  <a:lnTo>
                    <a:pt x="1091387" y="2475725"/>
                  </a:lnTo>
                  <a:close/>
                </a:path>
                <a:path w="6064885" h="3378834">
                  <a:moveTo>
                    <a:pt x="1091387" y="1885213"/>
                  </a:moveTo>
                  <a:lnTo>
                    <a:pt x="871093" y="1639785"/>
                  </a:lnTo>
                  <a:lnTo>
                    <a:pt x="650798" y="1885213"/>
                  </a:lnTo>
                  <a:lnTo>
                    <a:pt x="871093" y="2130641"/>
                  </a:lnTo>
                  <a:lnTo>
                    <a:pt x="1091387" y="1885213"/>
                  </a:lnTo>
                  <a:close/>
                </a:path>
                <a:path w="6064885" h="3378834">
                  <a:moveTo>
                    <a:pt x="1091387" y="1303680"/>
                  </a:moveTo>
                  <a:lnTo>
                    <a:pt x="871093" y="1058252"/>
                  </a:lnTo>
                  <a:lnTo>
                    <a:pt x="650798" y="1303680"/>
                  </a:lnTo>
                  <a:lnTo>
                    <a:pt x="871093" y="1549107"/>
                  </a:lnTo>
                  <a:lnTo>
                    <a:pt x="1091387" y="1303680"/>
                  </a:lnTo>
                  <a:close/>
                </a:path>
                <a:path w="6064885" h="3378834">
                  <a:moveTo>
                    <a:pt x="1091387" y="713168"/>
                  </a:moveTo>
                  <a:lnTo>
                    <a:pt x="871093" y="467741"/>
                  </a:lnTo>
                  <a:lnTo>
                    <a:pt x="650798" y="713168"/>
                  </a:lnTo>
                  <a:lnTo>
                    <a:pt x="871093" y="958596"/>
                  </a:lnTo>
                  <a:lnTo>
                    <a:pt x="1091387" y="713168"/>
                  </a:lnTo>
                  <a:close/>
                </a:path>
                <a:path w="6064885" h="3378834">
                  <a:moveTo>
                    <a:pt x="1091387" y="124472"/>
                  </a:moveTo>
                  <a:lnTo>
                    <a:pt x="979665" y="0"/>
                  </a:lnTo>
                  <a:lnTo>
                    <a:pt x="762520" y="0"/>
                  </a:lnTo>
                  <a:lnTo>
                    <a:pt x="650798" y="124472"/>
                  </a:lnTo>
                  <a:lnTo>
                    <a:pt x="871093" y="369900"/>
                  </a:lnTo>
                  <a:lnTo>
                    <a:pt x="1091387" y="124472"/>
                  </a:lnTo>
                  <a:close/>
                </a:path>
                <a:path w="6064885" h="3378834">
                  <a:moveTo>
                    <a:pt x="1174508" y="0"/>
                  </a:moveTo>
                  <a:lnTo>
                    <a:pt x="1138529" y="0"/>
                  </a:lnTo>
                  <a:lnTo>
                    <a:pt x="1093571" y="50088"/>
                  </a:lnTo>
                  <a:lnTo>
                    <a:pt x="1048613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50" y="50088"/>
                  </a:lnTo>
                  <a:lnTo>
                    <a:pt x="1174508" y="0"/>
                  </a:lnTo>
                  <a:close/>
                </a:path>
                <a:path w="6064885" h="3378834">
                  <a:moveTo>
                    <a:pt x="1531975" y="124472"/>
                  </a:moveTo>
                  <a:lnTo>
                    <a:pt x="1420253" y="0"/>
                  </a:lnTo>
                  <a:lnTo>
                    <a:pt x="1203109" y="0"/>
                  </a:lnTo>
                  <a:lnTo>
                    <a:pt x="1091387" y="124472"/>
                  </a:lnTo>
                  <a:lnTo>
                    <a:pt x="1311681" y="369900"/>
                  </a:lnTo>
                  <a:lnTo>
                    <a:pt x="1531975" y="124472"/>
                  </a:lnTo>
                  <a:close/>
                </a:path>
                <a:path w="6064885" h="3378834">
                  <a:moveTo>
                    <a:pt x="1531988" y="3057931"/>
                  </a:moveTo>
                  <a:lnTo>
                    <a:pt x="1311694" y="2812504"/>
                  </a:lnTo>
                  <a:lnTo>
                    <a:pt x="1091399" y="3057931"/>
                  </a:lnTo>
                  <a:lnTo>
                    <a:pt x="1311694" y="3303359"/>
                  </a:lnTo>
                  <a:lnTo>
                    <a:pt x="1531988" y="3057931"/>
                  </a:lnTo>
                  <a:close/>
                </a:path>
                <a:path w="6064885" h="3378834">
                  <a:moveTo>
                    <a:pt x="1531988" y="2475725"/>
                  </a:moveTo>
                  <a:lnTo>
                    <a:pt x="1311694" y="2230297"/>
                  </a:lnTo>
                  <a:lnTo>
                    <a:pt x="1091399" y="2475725"/>
                  </a:lnTo>
                  <a:lnTo>
                    <a:pt x="1311694" y="2721152"/>
                  </a:lnTo>
                  <a:lnTo>
                    <a:pt x="1531988" y="2475725"/>
                  </a:lnTo>
                  <a:close/>
                </a:path>
                <a:path w="6064885" h="3378834">
                  <a:moveTo>
                    <a:pt x="1531988" y="1885213"/>
                  </a:moveTo>
                  <a:lnTo>
                    <a:pt x="1311694" y="1639785"/>
                  </a:lnTo>
                  <a:lnTo>
                    <a:pt x="1091399" y="1885213"/>
                  </a:lnTo>
                  <a:lnTo>
                    <a:pt x="1311694" y="2130641"/>
                  </a:lnTo>
                  <a:lnTo>
                    <a:pt x="1531988" y="1885213"/>
                  </a:lnTo>
                  <a:close/>
                </a:path>
                <a:path w="6064885" h="3378834">
                  <a:moveTo>
                    <a:pt x="1531988" y="1303680"/>
                  </a:moveTo>
                  <a:lnTo>
                    <a:pt x="1311694" y="1058252"/>
                  </a:lnTo>
                  <a:lnTo>
                    <a:pt x="1091399" y="1303680"/>
                  </a:lnTo>
                  <a:lnTo>
                    <a:pt x="1311694" y="1549107"/>
                  </a:lnTo>
                  <a:lnTo>
                    <a:pt x="1531988" y="1303680"/>
                  </a:lnTo>
                  <a:close/>
                </a:path>
                <a:path w="6064885" h="3378834">
                  <a:moveTo>
                    <a:pt x="1531988" y="713168"/>
                  </a:moveTo>
                  <a:lnTo>
                    <a:pt x="1311694" y="467741"/>
                  </a:lnTo>
                  <a:lnTo>
                    <a:pt x="1091399" y="713168"/>
                  </a:lnTo>
                  <a:lnTo>
                    <a:pt x="1311694" y="958596"/>
                  </a:lnTo>
                  <a:lnTo>
                    <a:pt x="1531988" y="713168"/>
                  </a:lnTo>
                  <a:close/>
                </a:path>
                <a:path w="6064885" h="3378834">
                  <a:moveTo>
                    <a:pt x="1615097" y="0"/>
                  </a:moveTo>
                  <a:lnTo>
                    <a:pt x="1579118" y="0"/>
                  </a:lnTo>
                  <a:lnTo>
                    <a:pt x="1534160" y="50088"/>
                  </a:lnTo>
                  <a:lnTo>
                    <a:pt x="1489202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39" y="50088"/>
                  </a:lnTo>
                  <a:lnTo>
                    <a:pt x="1615097" y="0"/>
                  </a:lnTo>
                  <a:close/>
                </a:path>
                <a:path w="6064885" h="3378834">
                  <a:moveTo>
                    <a:pt x="2055685" y="0"/>
                  </a:moveTo>
                  <a:lnTo>
                    <a:pt x="2019706" y="0"/>
                  </a:lnTo>
                  <a:lnTo>
                    <a:pt x="1974761" y="50088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61" y="90170"/>
                  </a:lnTo>
                  <a:lnTo>
                    <a:pt x="2010727" y="50088"/>
                  </a:lnTo>
                  <a:lnTo>
                    <a:pt x="2055685" y="0"/>
                  </a:lnTo>
                  <a:close/>
                </a:path>
                <a:path w="6064885" h="3378834">
                  <a:moveTo>
                    <a:pt x="2413152" y="124472"/>
                  </a:moveTo>
                  <a:lnTo>
                    <a:pt x="2301430" y="0"/>
                  </a:lnTo>
                  <a:lnTo>
                    <a:pt x="2084285" y="0"/>
                  </a:lnTo>
                  <a:lnTo>
                    <a:pt x="1972564" y="124472"/>
                  </a:lnTo>
                  <a:lnTo>
                    <a:pt x="1860854" y="0"/>
                  </a:lnTo>
                  <a:lnTo>
                    <a:pt x="1643710" y="0"/>
                  </a:lnTo>
                  <a:lnTo>
                    <a:pt x="1531988" y="124472"/>
                  </a:lnTo>
                  <a:lnTo>
                    <a:pt x="1752282" y="369900"/>
                  </a:lnTo>
                  <a:lnTo>
                    <a:pt x="1972564" y="124485"/>
                  </a:lnTo>
                  <a:lnTo>
                    <a:pt x="2192858" y="369900"/>
                  </a:lnTo>
                  <a:lnTo>
                    <a:pt x="2413152" y="124472"/>
                  </a:lnTo>
                  <a:close/>
                </a:path>
                <a:path w="6064885" h="3378834">
                  <a:moveTo>
                    <a:pt x="2496274" y="0"/>
                  </a:moveTo>
                  <a:lnTo>
                    <a:pt x="2460294" y="0"/>
                  </a:lnTo>
                  <a:lnTo>
                    <a:pt x="2415336" y="50088"/>
                  </a:lnTo>
                  <a:lnTo>
                    <a:pt x="2370378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88"/>
                  </a:lnTo>
                  <a:lnTo>
                    <a:pt x="2496274" y="0"/>
                  </a:lnTo>
                  <a:close/>
                </a:path>
                <a:path w="6064885" h="3378834">
                  <a:moveTo>
                    <a:pt x="2853728" y="3057931"/>
                  </a:moveTo>
                  <a:lnTo>
                    <a:pt x="2633434" y="2812504"/>
                  </a:lnTo>
                  <a:lnTo>
                    <a:pt x="2413139" y="3057931"/>
                  </a:lnTo>
                  <a:lnTo>
                    <a:pt x="2192858" y="2812504"/>
                  </a:lnTo>
                  <a:lnTo>
                    <a:pt x="1972564" y="3057931"/>
                  </a:lnTo>
                  <a:lnTo>
                    <a:pt x="1752282" y="2812504"/>
                  </a:lnTo>
                  <a:lnTo>
                    <a:pt x="1531988" y="3057931"/>
                  </a:lnTo>
                  <a:lnTo>
                    <a:pt x="1752282" y="3303359"/>
                  </a:lnTo>
                  <a:lnTo>
                    <a:pt x="1972564" y="3057944"/>
                  </a:lnTo>
                  <a:lnTo>
                    <a:pt x="2192858" y="3303359"/>
                  </a:lnTo>
                  <a:lnTo>
                    <a:pt x="2413139" y="3057944"/>
                  </a:lnTo>
                  <a:lnTo>
                    <a:pt x="2633434" y="3303359"/>
                  </a:lnTo>
                  <a:lnTo>
                    <a:pt x="2853728" y="3057931"/>
                  </a:lnTo>
                  <a:close/>
                </a:path>
                <a:path w="6064885" h="3378834">
                  <a:moveTo>
                    <a:pt x="2853728" y="2475725"/>
                  </a:moveTo>
                  <a:lnTo>
                    <a:pt x="2633434" y="2230297"/>
                  </a:lnTo>
                  <a:lnTo>
                    <a:pt x="2413139" y="2475725"/>
                  </a:lnTo>
                  <a:lnTo>
                    <a:pt x="2192858" y="2230297"/>
                  </a:lnTo>
                  <a:lnTo>
                    <a:pt x="1972564" y="2475725"/>
                  </a:lnTo>
                  <a:lnTo>
                    <a:pt x="1752282" y="2230297"/>
                  </a:lnTo>
                  <a:lnTo>
                    <a:pt x="1531988" y="2475725"/>
                  </a:lnTo>
                  <a:lnTo>
                    <a:pt x="1752282" y="2721152"/>
                  </a:lnTo>
                  <a:lnTo>
                    <a:pt x="1972564" y="2475738"/>
                  </a:lnTo>
                  <a:lnTo>
                    <a:pt x="2192858" y="2721152"/>
                  </a:lnTo>
                  <a:lnTo>
                    <a:pt x="2413139" y="2475738"/>
                  </a:lnTo>
                  <a:lnTo>
                    <a:pt x="2633434" y="2721152"/>
                  </a:lnTo>
                  <a:lnTo>
                    <a:pt x="2853728" y="2475725"/>
                  </a:lnTo>
                  <a:close/>
                </a:path>
                <a:path w="6064885" h="3378834">
                  <a:moveTo>
                    <a:pt x="2853728" y="1885213"/>
                  </a:moveTo>
                  <a:lnTo>
                    <a:pt x="2633434" y="1639785"/>
                  </a:lnTo>
                  <a:lnTo>
                    <a:pt x="2413139" y="1885213"/>
                  </a:lnTo>
                  <a:lnTo>
                    <a:pt x="2192858" y="1639785"/>
                  </a:lnTo>
                  <a:lnTo>
                    <a:pt x="1972564" y="1885213"/>
                  </a:lnTo>
                  <a:lnTo>
                    <a:pt x="1752282" y="1639785"/>
                  </a:lnTo>
                  <a:lnTo>
                    <a:pt x="1531988" y="1885213"/>
                  </a:lnTo>
                  <a:lnTo>
                    <a:pt x="1752282" y="2130641"/>
                  </a:lnTo>
                  <a:lnTo>
                    <a:pt x="1972564" y="1885226"/>
                  </a:lnTo>
                  <a:lnTo>
                    <a:pt x="2192858" y="2130641"/>
                  </a:lnTo>
                  <a:lnTo>
                    <a:pt x="2413139" y="1885226"/>
                  </a:lnTo>
                  <a:lnTo>
                    <a:pt x="2633434" y="2130641"/>
                  </a:lnTo>
                  <a:lnTo>
                    <a:pt x="2853728" y="1885213"/>
                  </a:lnTo>
                  <a:close/>
                </a:path>
                <a:path w="6064885" h="3378834">
                  <a:moveTo>
                    <a:pt x="2853728" y="1303680"/>
                  </a:moveTo>
                  <a:lnTo>
                    <a:pt x="2633434" y="1058252"/>
                  </a:lnTo>
                  <a:lnTo>
                    <a:pt x="2413139" y="1303680"/>
                  </a:lnTo>
                  <a:lnTo>
                    <a:pt x="2192858" y="1058252"/>
                  </a:lnTo>
                  <a:lnTo>
                    <a:pt x="1972564" y="1303680"/>
                  </a:lnTo>
                  <a:lnTo>
                    <a:pt x="1752282" y="1058252"/>
                  </a:lnTo>
                  <a:lnTo>
                    <a:pt x="1531988" y="1303680"/>
                  </a:lnTo>
                  <a:lnTo>
                    <a:pt x="1752282" y="1549107"/>
                  </a:lnTo>
                  <a:lnTo>
                    <a:pt x="1972564" y="1303693"/>
                  </a:lnTo>
                  <a:lnTo>
                    <a:pt x="2192858" y="1549107"/>
                  </a:lnTo>
                  <a:lnTo>
                    <a:pt x="2413139" y="1303693"/>
                  </a:lnTo>
                  <a:lnTo>
                    <a:pt x="2633434" y="1549107"/>
                  </a:lnTo>
                  <a:lnTo>
                    <a:pt x="2853728" y="1303680"/>
                  </a:lnTo>
                  <a:close/>
                </a:path>
                <a:path w="6064885" h="3378834">
                  <a:moveTo>
                    <a:pt x="2853728" y="713168"/>
                  </a:moveTo>
                  <a:lnTo>
                    <a:pt x="2633434" y="467741"/>
                  </a:lnTo>
                  <a:lnTo>
                    <a:pt x="2413139" y="713168"/>
                  </a:lnTo>
                  <a:lnTo>
                    <a:pt x="2192858" y="467741"/>
                  </a:lnTo>
                  <a:lnTo>
                    <a:pt x="1972564" y="713168"/>
                  </a:lnTo>
                  <a:lnTo>
                    <a:pt x="1752282" y="467741"/>
                  </a:lnTo>
                  <a:lnTo>
                    <a:pt x="1531988" y="713168"/>
                  </a:lnTo>
                  <a:lnTo>
                    <a:pt x="1752282" y="958596"/>
                  </a:lnTo>
                  <a:lnTo>
                    <a:pt x="1972564" y="713181"/>
                  </a:lnTo>
                  <a:lnTo>
                    <a:pt x="2192858" y="958596"/>
                  </a:lnTo>
                  <a:lnTo>
                    <a:pt x="2413139" y="713181"/>
                  </a:lnTo>
                  <a:lnTo>
                    <a:pt x="2633434" y="958596"/>
                  </a:lnTo>
                  <a:lnTo>
                    <a:pt x="2853728" y="713168"/>
                  </a:lnTo>
                  <a:close/>
                </a:path>
                <a:path w="6064885" h="3378834">
                  <a:moveTo>
                    <a:pt x="2853740" y="124472"/>
                  </a:moveTo>
                  <a:lnTo>
                    <a:pt x="2742019" y="0"/>
                  </a:lnTo>
                  <a:lnTo>
                    <a:pt x="2524874" y="0"/>
                  </a:lnTo>
                  <a:lnTo>
                    <a:pt x="2413152" y="124472"/>
                  </a:lnTo>
                  <a:lnTo>
                    <a:pt x="2633446" y="369900"/>
                  </a:lnTo>
                  <a:lnTo>
                    <a:pt x="2853740" y="124472"/>
                  </a:lnTo>
                  <a:close/>
                </a:path>
                <a:path w="6064885" h="3378834">
                  <a:moveTo>
                    <a:pt x="2936875" y="0"/>
                  </a:moveTo>
                  <a:lnTo>
                    <a:pt x="2900896" y="0"/>
                  </a:lnTo>
                  <a:lnTo>
                    <a:pt x="2855938" y="50088"/>
                  </a:lnTo>
                  <a:lnTo>
                    <a:pt x="2810980" y="0"/>
                  </a:lnTo>
                  <a:lnTo>
                    <a:pt x="2774988" y="0"/>
                  </a:lnTo>
                  <a:lnTo>
                    <a:pt x="2855938" y="90170"/>
                  </a:lnTo>
                  <a:lnTo>
                    <a:pt x="2891917" y="50088"/>
                  </a:lnTo>
                  <a:lnTo>
                    <a:pt x="2936875" y="0"/>
                  </a:lnTo>
                  <a:close/>
                </a:path>
                <a:path w="6064885" h="33788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6064885" h="3378834">
                  <a:moveTo>
                    <a:pt x="2976270" y="2339225"/>
                  </a:moveTo>
                  <a:lnTo>
                    <a:pt x="2853740" y="2475738"/>
                  </a:lnTo>
                  <a:lnTo>
                    <a:pt x="2976270" y="2612250"/>
                  </a:lnTo>
                  <a:lnTo>
                    <a:pt x="2976270" y="2339225"/>
                  </a:lnTo>
                  <a:close/>
                </a:path>
                <a:path w="6064885" h="3378834">
                  <a:moveTo>
                    <a:pt x="2976270" y="1748701"/>
                  </a:moveTo>
                  <a:lnTo>
                    <a:pt x="2853740" y="1885213"/>
                  </a:lnTo>
                  <a:lnTo>
                    <a:pt x="2976270" y="2021725"/>
                  </a:lnTo>
                  <a:lnTo>
                    <a:pt x="2976270" y="1748701"/>
                  </a:lnTo>
                  <a:close/>
                </a:path>
                <a:path w="6064885" h="3378834">
                  <a:moveTo>
                    <a:pt x="2976270" y="1167180"/>
                  </a:moveTo>
                  <a:lnTo>
                    <a:pt x="2853740" y="1303693"/>
                  </a:lnTo>
                  <a:lnTo>
                    <a:pt x="2976270" y="1440205"/>
                  </a:lnTo>
                  <a:lnTo>
                    <a:pt x="2976270" y="1167180"/>
                  </a:lnTo>
                  <a:close/>
                </a:path>
                <a:path w="6064885" h="3378834">
                  <a:moveTo>
                    <a:pt x="2976270" y="576656"/>
                  </a:moveTo>
                  <a:lnTo>
                    <a:pt x="2853740" y="713168"/>
                  </a:lnTo>
                  <a:lnTo>
                    <a:pt x="2976270" y="849680"/>
                  </a:lnTo>
                  <a:lnTo>
                    <a:pt x="2976270" y="576656"/>
                  </a:lnTo>
                  <a:close/>
                </a:path>
                <a:path w="6064885" h="3378834">
                  <a:moveTo>
                    <a:pt x="2976270" y="0"/>
                  </a:moveTo>
                  <a:lnTo>
                    <a:pt x="2965462" y="0"/>
                  </a:lnTo>
                  <a:lnTo>
                    <a:pt x="2853740" y="124472"/>
                  </a:lnTo>
                  <a:lnTo>
                    <a:pt x="2976270" y="260985"/>
                  </a:lnTo>
                  <a:lnTo>
                    <a:pt x="2976270" y="0"/>
                  </a:lnTo>
                  <a:close/>
                </a:path>
                <a:path w="6064885" h="3378834">
                  <a:moveTo>
                    <a:pt x="2976283" y="3229572"/>
                  </a:moveTo>
                  <a:lnTo>
                    <a:pt x="2889834" y="3133255"/>
                  </a:lnTo>
                  <a:lnTo>
                    <a:pt x="2853855" y="3093161"/>
                  </a:lnTo>
                  <a:lnTo>
                    <a:pt x="2633561" y="3338601"/>
                  </a:lnTo>
                  <a:lnTo>
                    <a:pt x="2449233" y="3133255"/>
                  </a:lnTo>
                  <a:lnTo>
                    <a:pt x="2413254" y="3093161"/>
                  </a:lnTo>
                  <a:lnTo>
                    <a:pt x="2192972" y="3338601"/>
                  </a:lnTo>
                  <a:lnTo>
                    <a:pt x="2008657" y="3133255"/>
                  </a:lnTo>
                  <a:lnTo>
                    <a:pt x="1972678" y="3093161"/>
                  </a:lnTo>
                  <a:lnTo>
                    <a:pt x="1752384" y="3338588"/>
                  </a:lnTo>
                  <a:lnTo>
                    <a:pt x="1568081" y="3133255"/>
                  </a:lnTo>
                  <a:lnTo>
                    <a:pt x="1532102" y="3093161"/>
                  </a:lnTo>
                  <a:lnTo>
                    <a:pt x="1311795" y="3338601"/>
                  </a:lnTo>
                  <a:lnTo>
                    <a:pt x="1127480" y="3133255"/>
                  </a:lnTo>
                  <a:lnTo>
                    <a:pt x="1091501" y="3093161"/>
                  </a:lnTo>
                  <a:lnTo>
                    <a:pt x="871207" y="3338601"/>
                  </a:lnTo>
                  <a:lnTo>
                    <a:pt x="686892" y="3133255"/>
                  </a:lnTo>
                  <a:lnTo>
                    <a:pt x="650913" y="3093161"/>
                  </a:lnTo>
                  <a:lnTo>
                    <a:pt x="430606" y="3338601"/>
                  </a:lnTo>
                  <a:lnTo>
                    <a:pt x="246303" y="3133255"/>
                  </a:lnTo>
                  <a:lnTo>
                    <a:pt x="210324" y="3093161"/>
                  </a:lnTo>
                  <a:lnTo>
                    <a:pt x="0" y="3327489"/>
                  </a:lnTo>
                  <a:lnTo>
                    <a:pt x="0" y="3367582"/>
                  </a:lnTo>
                  <a:lnTo>
                    <a:pt x="210324" y="3133255"/>
                  </a:lnTo>
                  <a:lnTo>
                    <a:pt x="430606" y="3378682"/>
                  </a:lnTo>
                  <a:lnTo>
                    <a:pt x="466585" y="3338601"/>
                  </a:lnTo>
                  <a:lnTo>
                    <a:pt x="650913" y="3133255"/>
                  </a:lnTo>
                  <a:lnTo>
                    <a:pt x="871207" y="3378682"/>
                  </a:lnTo>
                  <a:lnTo>
                    <a:pt x="907186" y="3338601"/>
                  </a:lnTo>
                  <a:lnTo>
                    <a:pt x="889190" y="3338601"/>
                  </a:lnTo>
                  <a:lnTo>
                    <a:pt x="907186" y="3338588"/>
                  </a:lnTo>
                  <a:lnTo>
                    <a:pt x="1091501" y="3133255"/>
                  </a:lnTo>
                  <a:lnTo>
                    <a:pt x="1311795" y="3378682"/>
                  </a:lnTo>
                  <a:lnTo>
                    <a:pt x="1347774" y="3338601"/>
                  </a:lnTo>
                  <a:lnTo>
                    <a:pt x="1532102" y="3133255"/>
                  </a:lnTo>
                  <a:lnTo>
                    <a:pt x="1752384" y="3378682"/>
                  </a:lnTo>
                  <a:lnTo>
                    <a:pt x="1788363" y="3338588"/>
                  </a:lnTo>
                  <a:lnTo>
                    <a:pt x="1972678" y="3133255"/>
                  </a:lnTo>
                  <a:lnTo>
                    <a:pt x="2192972" y="3378682"/>
                  </a:lnTo>
                  <a:lnTo>
                    <a:pt x="2228939" y="3338601"/>
                  </a:lnTo>
                  <a:lnTo>
                    <a:pt x="2413254" y="3133255"/>
                  </a:lnTo>
                  <a:lnTo>
                    <a:pt x="2633561" y="3378682"/>
                  </a:lnTo>
                  <a:lnTo>
                    <a:pt x="2669540" y="3338601"/>
                  </a:lnTo>
                  <a:lnTo>
                    <a:pt x="2651544" y="3338601"/>
                  </a:lnTo>
                  <a:lnTo>
                    <a:pt x="2669540" y="3338588"/>
                  </a:lnTo>
                  <a:lnTo>
                    <a:pt x="2853855" y="3133255"/>
                  </a:lnTo>
                  <a:lnTo>
                    <a:pt x="2976283" y="3269653"/>
                  </a:lnTo>
                  <a:lnTo>
                    <a:pt x="2976283" y="3229572"/>
                  </a:lnTo>
                  <a:close/>
                </a:path>
                <a:path w="6064885" h="3378834">
                  <a:moveTo>
                    <a:pt x="2976283" y="2647365"/>
                  </a:moveTo>
                  <a:lnTo>
                    <a:pt x="2889821" y="2551049"/>
                  </a:lnTo>
                  <a:lnTo>
                    <a:pt x="2853855" y="2510967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67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67"/>
                  </a:lnTo>
                  <a:lnTo>
                    <a:pt x="1752384" y="2756395"/>
                  </a:lnTo>
                  <a:lnTo>
                    <a:pt x="1568069" y="2551049"/>
                  </a:lnTo>
                  <a:lnTo>
                    <a:pt x="1532102" y="2510967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67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67"/>
                  </a:lnTo>
                  <a:lnTo>
                    <a:pt x="430606" y="2756395"/>
                  </a:lnTo>
                  <a:lnTo>
                    <a:pt x="246291" y="2551049"/>
                  </a:lnTo>
                  <a:lnTo>
                    <a:pt x="210324" y="2510967"/>
                  </a:lnTo>
                  <a:lnTo>
                    <a:pt x="0" y="2745308"/>
                  </a:lnTo>
                  <a:lnTo>
                    <a:pt x="0" y="2785389"/>
                  </a:lnTo>
                  <a:lnTo>
                    <a:pt x="210324" y="2551049"/>
                  </a:lnTo>
                  <a:lnTo>
                    <a:pt x="430606" y="2796489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89"/>
                  </a:lnTo>
                  <a:lnTo>
                    <a:pt x="907186" y="2756395"/>
                  </a:lnTo>
                  <a:lnTo>
                    <a:pt x="1091501" y="2551049"/>
                  </a:lnTo>
                  <a:lnTo>
                    <a:pt x="1311795" y="2796489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95"/>
                  </a:lnTo>
                  <a:lnTo>
                    <a:pt x="1972678" y="2551049"/>
                  </a:lnTo>
                  <a:lnTo>
                    <a:pt x="2192972" y="2796489"/>
                  </a:lnTo>
                  <a:lnTo>
                    <a:pt x="2228951" y="2756395"/>
                  </a:lnTo>
                  <a:lnTo>
                    <a:pt x="2413254" y="2551049"/>
                  </a:lnTo>
                  <a:lnTo>
                    <a:pt x="2633561" y="2796489"/>
                  </a:lnTo>
                  <a:lnTo>
                    <a:pt x="2669540" y="2756395"/>
                  </a:lnTo>
                  <a:lnTo>
                    <a:pt x="2853855" y="2551049"/>
                  </a:lnTo>
                  <a:lnTo>
                    <a:pt x="2976283" y="2687459"/>
                  </a:lnTo>
                  <a:lnTo>
                    <a:pt x="2976283" y="2647365"/>
                  </a:lnTo>
                  <a:close/>
                </a:path>
                <a:path w="6064885" h="3378834">
                  <a:moveTo>
                    <a:pt x="2976283" y="2056841"/>
                  </a:moveTo>
                  <a:lnTo>
                    <a:pt x="2889821" y="1960524"/>
                  </a:lnTo>
                  <a:lnTo>
                    <a:pt x="2853855" y="1920443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43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43"/>
                  </a:lnTo>
                  <a:lnTo>
                    <a:pt x="1752384" y="2165870"/>
                  </a:lnTo>
                  <a:lnTo>
                    <a:pt x="1568069" y="1960524"/>
                  </a:lnTo>
                  <a:lnTo>
                    <a:pt x="1532102" y="1920443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43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43"/>
                  </a:lnTo>
                  <a:lnTo>
                    <a:pt x="430606" y="2165870"/>
                  </a:lnTo>
                  <a:lnTo>
                    <a:pt x="246291" y="1960524"/>
                  </a:lnTo>
                  <a:lnTo>
                    <a:pt x="210324" y="1920443"/>
                  </a:lnTo>
                  <a:lnTo>
                    <a:pt x="0" y="2154783"/>
                  </a:lnTo>
                  <a:lnTo>
                    <a:pt x="0" y="2194877"/>
                  </a:lnTo>
                  <a:lnTo>
                    <a:pt x="210324" y="1960524"/>
                  </a:lnTo>
                  <a:lnTo>
                    <a:pt x="430606" y="2205964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64"/>
                  </a:lnTo>
                  <a:lnTo>
                    <a:pt x="907186" y="2165870"/>
                  </a:lnTo>
                  <a:lnTo>
                    <a:pt x="1091501" y="1960524"/>
                  </a:lnTo>
                  <a:lnTo>
                    <a:pt x="1311795" y="2205964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64"/>
                  </a:lnTo>
                  <a:lnTo>
                    <a:pt x="1788363" y="2165870"/>
                  </a:lnTo>
                  <a:lnTo>
                    <a:pt x="1972678" y="1960524"/>
                  </a:lnTo>
                  <a:lnTo>
                    <a:pt x="2192972" y="2205964"/>
                  </a:lnTo>
                  <a:lnTo>
                    <a:pt x="2228951" y="2165870"/>
                  </a:lnTo>
                  <a:lnTo>
                    <a:pt x="2413254" y="1960524"/>
                  </a:lnTo>
                  <a:lnTo>
                    <a:pt x="2633561" y="2205964"/>
                  </a:lnTo>
                  <a:lnTo>
                    <a:pt x="2669540" y="2165870"/>
                  </a:lnTo>
                  <a:lnTo>
                    <a:pt x="2853855" y="1960524"/>
                  </a:lnTo>
                  <a:lnTo>
                    <a:pt x="2976283" y="2096935"/>
                  </a:lnTo>
                  <a:lnTo>
                    <a:pt x="2976283" y="2056841"/>
                  </a:lnTo>
                  <a:close/>
                </a:path>
                <a:path w="6064885" h="3378834">
                  <a:moveTo>
                    <a:pt x="2976283" y="1475320"/>
                  </a:moveTo>
                  <a:lnTo>
                    <a:pt x="2889821" y="1379004"/>
                  </a:lnTo>
                  <a:lnTo>
                    <a:pt x="2853855" y="1338922"/>
                  </a:lnTo>
                  <a:lnTo>
                    <a:pt x="2633561" y="1584350"/>
                  </a:lnTo>
                  <a:lnTo>
                    <a:pt x="2449233" y="1379004"/>
                  </a:lnTo>
                  <a:lnTo>
                    <a:pt x="2413254" y="1338922"/>
                  </a:lnTo>
                  <a:lnTo>
                    <a:pt x="2192972" y="1584350"/>
                  </a:lnTo>
                  <a:lnTo>
                    <a:pt x="2008657" y="1379004"/>
                  </a:lnTo>
                  <a:lnTo>
                    <a:pt x="1972678" y="1338922"/>
                  </a:lnTo>
                  <a:lnTo>
                    <a:pt x="1752384" y="1584350"/>
                  </a:lnTo>
                  <a:lnTo>
                    <a:pt x="1568069" y="1379004"/>
                  </a:lnTo>
                  <a:lnTo>
                    <a:pt x="1532102" y="1338922"/>
                  </a:lnTo>
                  <a:lnTo>
                    <a:pt x="1311795" y="1584350"/>
                  </a:lnTo>
                  <a:lnTo>
                    <a:pt x="1127480" y="1379004"/>
                  </a:lnTo>
                  <a:lnTo>
                    <a:pt x="1091501" y="1338922"/>
                  </a:lnTo>
                  <a:lnTo>
                    <a:pt x="871207" y="1584350"/>
                  </a:lnTo>
                  <a:lnTo>
                    <a:pt x="686892" y="1379004"/>
                  </a:lnTo>
                  <a:lnTo>
                    <a:pt x="650913" y="1338922"/>
                  </a:lnTo>
                  <a:lnTo>
                    <a:pt x="430606" y="1584350"/>
                  </a:lnTo>
                  <a:lnTo>
                    <a:pt x="246291" y="1379004"/>
                  </a:lnTo>
                  <a:lnTo>
                    <a:pt x="210324" y="1338922"/>
                  </a:lnTo>
                  <a:lnTo>
                    <a:pt x="0" y="1573263"/>
                  </a:lnTo>
                  <a:lnTo>
                    <a:pt x="0" y="1613344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85" y="1584350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50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74" y="1584350"/>
                  </a:lnTo>
                  <a:lnTo>
                    <a:pt x="1532102" y="1379004"/>
                  </a:lnTo>
                  <a:lnTo>
                    <a:pt x="1752384" y="1624431"/>
                  </a:lnTo>
                  <a:lnTo>
                    <a:pt x="1788363" y="1584350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39" y="1584350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50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20"/>
                  </a:lnTo>
                  <a:close/>
                </a:path>
                <a:path w="6064885" h="3378834">
                  <a:moveTo>
                    <a:pt x="2976283" y="884809"/>
                  </a:moveTo>
                  <a:lnTo>
                    <a:pt x="2889821" y="788492"/>
                  </a:lnTo>
                  <a:lnTo>
                    <a:pt x="2853855" y="748411"/>
                  </a:lnTo>
                  <a:lnTo>
                    <a:pt x="2633561" y="993838"/>
                  </a:lnTo>
                  <a:lnTo>
                    <a:pt x="2449233" y="788492"/>
                  </a:lnTo>
                  <a:lnTo>
                    <a:pt x="2413254" y="748411"/>
                  </a:lnTo>
                  <a:lnTo>
                    <a:pt x="2192972" y="993838"/>
                  </a:lnTo>
                  <a:lnTo>
                    <a:pt x="2008657" y="788492"/>
                  </a:lnTo>
                  <a:lnTo>
                    <a:pt x="1972678" y="748411"/>
                  </a:lnTo>
                  <a:lnTo>
                    <a:pt x="1752384" y="993838"/>
                  </a:lnTo>
                  <a:lnTo>
                    <a:pt x="1568069" y="788492"/>
                  </a:lnTo>
                  <a:lnTo>
                    <a:pt x="1532102" y="748411"/>
                  </a:lnTo>
                  <a:lnTo>
                    <a:pt x="1311795" y="993838"/>
                  </a:lnTo>
                  <a:lnTo>
                    <a:pt x="1127480" y="788492"/>
                  </a:lnTo>
                  <a:lnTo>
                    <a:pt x="1091501" y="748411"/>
                  </a:lnTo>
                  <a:lnTo>
                    <a:pt x="871207" y="993838"/>
                  </a:lnTo>
                  <a:lnTo>
                    <a:pt x="686892" y="788492"/>
                  </a:lnTo>
                  <a:lnTo>
                    <a:pt x="650913" y="748411"/>
                  </a:lnTo>
                  <a:lnTo>
                    <a:pt x="430606" y="993838"/>
                  </a:lnTo>
                  <a:lnTo>
                    <a:pt x="246291" y="788492"/>
                  </a:lnTo>
                  <a:lnTo>
                    <a:pt x="210324" y="748411"/>
                  </a:lnTo>
                  <a:lnTo>
                    <a:pt x="0" y="982738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32"/>
                  </a:lnTo>
                  <a:lnTo>
                    <a:pt x="466585" y="993838"/>
                  </a:lnTo>
                  <a:lnTo>
                    <a:pt x="650913" y="788492"/>
                  </a:lnTo>
                  <a:lnTo>
                    <a:pt x="871207" y="1033932"/>
                  </a:lnTo>
                  <a:lnTo>
                    <a:pt x="907186" y="993838"/>
                  </a:lnTo>
                  <a:lnTo>
                    <a:pt x="1091501" y="788492"/>
                  </a:lnTo>
                  <a:lnTo>
                    <a:pt x="1311795" y="1033932"/>
                  </a:lnTo>
                  <a:lnTo>
                    <a:pt x="1347774" y="993838"/>
                  </a:lnTo>
                  <a:lnTo>
                    <a:pt x="1532102" y="788492"/>
                  </a:lnTo>
                  <a:lnTo>
                    <a:pt x="1752384" y="1033919"/>
                  </a:lnTo>
                  <a:lnTo>
                    <a:pt x="1788363" y="993838"/>
                  </a:lnTo>
                  <a:lnTo>
                    <a:pt x="1972678" y="788492"/>
                  </a:lnTo>
                  <a:lnTo>
                    <a:pt x="2192972" y="1033932"/>
                  </a:lnTo>
                  <a:lnTo>
                    <a:pt x="2228951" y="993838"/>
                  </a:lnTo>
                  <a:lnTo>
                    <a:pt x="2413254" y="788492"/>
                  </a:lnTo>
                  <a:lnTo>
                    <a:pt x="2633561" y="1033932"/>
                  </a:lnTo>
                  <a:lnTo>
                    <a:pt x="2669540" y="993838"/>
                  </a:lnTo>
                  <a:lnTo>
                    <a:pt x="2853855" y="788492"/>
                  </a:lnTo>
                  <a:lnTo>
                    <a:pt x="2976283" y="924902"/>
                  </a:lnTo>
                  <a:lnTo>
                    <a:pt x="2976283" y="884809"/>
                  </a:lnTo>
                  <a:close/>
                </a:path>
                <a:path w="6064885" h="3378834">
                  <a:moveTo>
                    <a:pt x="2976283" y="296113"/>
                  </a:moveTo>
                  <a:lnTo>
                    <a:pt x="2889821" y="199796"/>
                  </a:lnTo>
                  <a:lnTo>
                    <a:pt x="2853855" y="159715"/>
                  </a:lnTo>
                  <a:lnTo>
                    <a:pt x="2633561" y="405142"/>
                  </a:lnTo>
                  <a:lnTo>
                    <a:pt x="2449233" y="199796"/>
                  </a:lnTo>
                  <a:lnTo>
                    <a:pt x="2413254" y="159715"/>
                  </a:lnTo>
                  <a:lnTo>
                    <a:pt x="2192972" y="405142"/>
                  </a:lnTo>
                  <a:lnTo>
                    <a:pt x="2008657" y="199796"/>
                  </a:lnTo>
                  <a:lnTo>
                    <a:pt x="1972678" y="159715"/>
                  </a:lnTo>
                  <a:lnTo>
                    <a:pt x="1752384" y="405142"/>
                  </a:lnTo>
                  <a:lnTo>
                    <a:pt x="1568069" y="199796"/>
                  </a:lnTo>
                  <a:lnTo>
                    <a:pt x="1532102" y="159715"/>
                  </a:lnTo>
                  <a:lnTo>
                    <a:pt x="1311795" y="405142"/>
                  </a:lnTo>
                  <a:lnTo>
                    <a:pt x="1127480" y="199796"/>
                  </a:lnTo>
                  <a:lnTo>
                    <a:pt x="1091501" y="159715"/>
                  </a:lnTo>
                  <a:lnTo>
                    <a:pt x="871207" y="405142"/>
                  </a:lnTo>
                  <a:lnTo>
                    <a:pt x="686892" y="199796"/>
                  </a:lnTo>
                  <a:lnTo>
                    <a:pt x="650913" y="159715"/>
                  </a:lnTo>
                  <a:lnTo>
                    <a:pt x="430606" y="405142"/>
                  </a:lnTo>
                  <a:lnTo>
                    <a:pt x="246291" y="199796"/>
                  </a:lnTo>
                  <a:lnTo>
                    <a:pt x="210324" y="159715"/>
                  </a:lnTo>
                  <a:lnTo>
                    <a:pt x="0" y="394055"/>
                  </a:lnTo>
                  <a:lnTo>
                    <a:pt x="0" y="434136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85" y="405142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42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74" y="405142"/>
                  </a:lnTo>
                  <a:lnTo>
                    <a:pt x="1532102" y="199796"/>
                  </a:lnTo>
                  <a:lnTo>
                    <a:pt x="1752384" y="445223"/>
                  </a:lnTo>
                  <a:lnTo>
                    <a:pt x="1788363" y="405142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39" y="405142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42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13"/>
                  </a:lnTo>
                  <a:close/>
                </a:path>
                <a:path w="6064885" h="3378834">
                  <a:moveTo>
                    <a:pt x="3105645" y="124472"/>
                  </a:moveTo>
                  <a:lnTo>
                    <a:pt x="2993923" y="0"/>
                  </a:lnTo>
                  <a:lnTo>
                    <a:pt x="2983128" y="0"/>
                  </a:lnTo>
                  <a:lnTo>
                    <a:pt x="2983128" y="260972"/>
                  </a:lnTo>
                  <a:lnTo>
                    <a:pt x="3105645" y="124472"/>
                  </a:lnTo>
                  <a:close/>
                </a:path>
                <a:path w="6064885" h="3378834">
                  <a:moveTo>
                    <a:pt x="3546246" y="713168"/>
                  </a:moveTo>
                  <a:lnTo>
                    <a:pt x="3325952" y="467741"/>
                  </a:lnTo>
                  <a:lnTo>
                    <a:pt x="3105658" y="713168"/>
                  </a:lnTo>
                  <a:lnTo>
                    <a:pt x="3325952" y="958596"/>
                  </a:lnTo>
                  <a:lnTo>
                    <a:pt x="3546246" y="713168"/>
                  </a:lnTo>
                  <a:close/>
                </a:path>
                <a:path w="6064885" h="3378834">
                  <a:moveTo>
                    <a:pt x="3546246" y="124472"/>
                  </a:moveTo>
                  <a:lnTo>
                    <a:pt x="3434524" y="0"/>
                  </a:lnTo>
                  <a:lnTo>
                    <a:pt x="3217380" y="0"/>
                  </a:lnTo>
                  <a:lnTo>
                    <a:pt x="3105658" y="124472"/>
                  </a:lnTo>
                  <a:lnTo>
                    <a:pt x="3325952" y="369900"/>
                  </a:lnTo>
                  <a:lnTo>
                    <a:pt x="3546246" y="124472"/>
                  </a:lnTo>
                  <a:close/>
                </a:path>
                <a:path w="6064885" h="3378834">
                  <a:moveTo>
                    <a:pt x="4427410" y="713168"/>
                  </a:moveTo>
                  <a:lnTo>
                    <a:pt x="4207116" y="467741"/>
                  </a:lnTo>
                  <a:lnTo>
                    <a:pt x="3986822" y="713168"/>
                  </a:lnTo>
                  <a:lnTo>
                    <a:pt x="3766540" y="467741"/>
                  </a:lnTo>
                  <a:lnTo>
                    <a:pt x="3546246" y="713168"/>
                  </a:lnTo>
                  <a:lnTo>
                    <a:pt x="3766540" y="958596"/>
                  </a:lnTo>
                  <a:lnTo>
                    <a:pt x="3986822" y="713181"/>
                  </a:lnTo>
                  <a:lnTo>
                    <a:pt x="4207116" y="958596"/>
                  </a:lnTo>
                  <a:lnTo>
                    <a:pt x="4427410" y="713168"/>
                  </a:lnTo>
                  <a:close/>
                </a:path>
                <a:path w="6064885" h="3378834">
                  <a:moveTo>
                    <a:pt x="4427410" y="124472"/>
                  </a:moveTo>
                  <a:lnTo>
                    <a:pt x="4315688" y="0"/>
                  </a:lnTo>
                  <a:lnTo>
                    <a:pt x="4098544" y="0"/>
                  </a:lnTo>
                  <a:lnTo>
                    <a:pt x="3986822" y="124472"/>
                  </a:lnTo>
                  <a:lnTo>
                    <a:pt x="3875113" y="0"/>
                  </a:lnTo>
                  <a:lnTo>
                    <a:pt x="3657968" y="0"/>
                  </a:lnTo>
                  <a:lnTo>
                    <a:pt x="3546246" y="124472"/>
                  </a:lnTo>
                  <a:lnTo>
                    <a:pt x="3766540" y="369900"/>
                  </a:lnTo>
                  <a:lnTo>
                    <a:pt x="3986822" y="124485"/>
                  </a:lnTo>
                  <a:lnTo>
                    <a:pt x="4207116" y="369900"/>
                  </a:lnTo>
                  <a:lnTo>
                    <a:pt x="4427410" y="124472"/>
                  </a:lnTo>
                  <a:close/>
                </a:path>
                <a:path w="6064885" h="3378834">
                  <a:moveTo>
                    <a:pt x="4867999" y="713168"/>
                  </a:moveTo>
                  <a:lnTo>
                    <a:pt x="4647704" y="467741"/>
                  </a:lnTo>
                  <a:lnTo>
                    <a:pt x="4427410" y="713168"/>
                  </a:lnTo>
                  <a:lnTo>
                    <a:pt x="4647704" y="958596"/>
                  </a:lnTo>
                  <a:lnTo>
                    <a:pt x="4867999" y="713168"/>
                  </a:lnTo>
                  <a:close/>
                </a:path>
                <a:path w="6064885" h="3378834">
                  <a:moveTo>
                    <a:pt x="4867999" y="124472"/>
                  </a:moveTo>
                  <a:lnTo>
                    <a:pt x="4756277" y="0"/>
                  </a:lnTo>
                  <a:lnTo>
                    <a:pt x="4539132" y="0"/>
                  </a:lnTo>
                  <a:lnTo>
                    <a:pt x="4427410" y="124472"/>
                  </a:lnTo>
                  <a:lnTo>
                    <a:pt x="4647704" y="369900"/>
                  </a:lnTo>
                  <a:lnTo>
                    <a:pt x="4867999" y="124472"/>
                  </a:lnTo>
                  <a:close/>
                </a:path>
                <a:path w="6064885" h="3378834">
                  <a:moveTo>
                    <a:pt x="6064339" y="299313"/>
                  </a:moveTo>
                  <a:lnTo>
                    <a:pt x="5969343" y="405142"/>
                  </a:lnTo>
                  <a:lnTo>
                    <a:pt x="5749074" y="159715"/>
                  </a:lnTo>
                  <a:lnTo>
                    <a:pt x="5528780" y="405142"/>
                  </a:lnTo>
                  <a:lnTo>
                    <a:pt x="5308485" y="159715"/>
                  </a:lnTo>
                  <a:lnTo>
                    <a:pt x="5088191" y="405142"/>
                  </a:lnTo>
                  <a:lnTo>
                    <a:pt x="4867884" y="159715"/>
                  </a:lnTo>
                  <a:lnTo>
                    <a:pt x="4647590" y="405142"/>
                  </a:lnTo>
                  <a:lnTo>
                    <a:pt x="4427296" y="159715"/>
                  </a:lnTo>
                  <a:lnTo>
                    <a:pt x="4207002" y="405142"/>
                  </a:lnTo>
                  <a:lnTo>
                    <a:pt x="3986720" y="159715"/>
                  </a:lnTo>
                  <a:lnTo>
                    <a:pt x="3766439" y="405142"/>
                  </a:lnTo>
                  <a:lnTo>
                    <a:pt x="3546132" y="159715"/>
                  </a:lnTo>
                  <a:lnTo>
                    <a:pt x="3325825" y="405142"/>
                  </a:lnTo>
                  <a:lnTo>
                    <a:pt x="3105543" y="159715"/>
                  </a:lnTo>
                  <a:lnTo>
                    <a:pt x="2983128" y="296100"/>
                  </a:lnTo>
                  <a:lnTo>
                    <a:pt x="2983128" y="336181"/>
                  </a:lnTo>
                  <a:lnTo>
                    <a:pt x="3105543" y="199796"/>
                  </a:lnTo>
                  <a:lnTo>
                    <a:pt x="3325825" y="445223"/>
                  </a:lnTo>
                  <a:lnTo>
                    <a:pt x="3546132" y="199796"/>
                  </a:lnTo>
                  <a:lnTo>
                    <a:pt x="3766439" y="445223"/>
                  </a:lnTo>
                  <a:lnTo>
                    <a:pt x="3986720" y="199796"/>
                  </a:lnTo>
                  <a:lnTo>
                    <a:pt x="4207002" y="445223"/>
                  </a:lnTo>
                  <a:lnTo>
                    <a:pt x="4427296" y="199796"/>
                  </a:lnTo>
                  <a:lnTo>
                    <a:pt x="4647590" y="445223"/>
                  </a:lnTo>
                  <a:lnTo>
                    <a:pt x="4867884" y="199796"/>
                  </a:lnTo>
                  <a:lnTo>
                    <a:pt x="5088191" y="445223"/>
                  </a:lnTo>
                  <a:lnTo>
                    <a:pt x="5308485" y="199796"/>
                  </a:lnTo>
                  <a:lnTo>
                    <a:pt x="5528780" y="445223"/>
                  </a:lnTo>
                  <a:lnTo>
                    <a:pt x="5749074" y="199796"/>
                  </a:lnTo>
                  <a:lnTo>
                    <a:pt x="5969343" y="445223"/>
                  </a:lnTo>
                  <a:lnTo>
                    <a:pt x="6064339" y="339394"/>
                  </a:lnTo>
                  <a:lnTo>
                    <a:pt x="6064339" y="299313"/>
                  </a:lnTo>
                  <a:close/>
                </a:path>
                <a:path w="6064885" h="3378834">
                  <a:moveTo>
                    <a:pt x="6064351" y="573455"/>
                  </a:moveTo>
                  <a:lnTo>
                    <a:pt x="5969457" y="467728"/>
                  </a:lnTo>
                  <a:lnTo>
                    <a:pt x="5749163" y="713168"/>
                  </a:lnTo>
                  <a:lnTo>
                    <a:pt x="5528881" y="467741"/>
                  </a:lnTo>
                  <a:lnTo>
                    <a:pt x="5308587" y="713168"/>
                  </a:lnTo>
                  <a:lnTo>
                    <a:pt x="5088306" y="467741"/>
                  </a:lnTo>
                  <a:lnTo>
                    <a:pt x="4868011" y="713168"/>
                  </a:lnTo>
                  <a:lnTo>
                    <a:pt x="5088306" y="958596"/>
                  </a:lnTo>
                  <a:lnTo>
                    <a:pt x="5308587" y="713181"/>
                  </a:lnTo>
                  <a:lnTo>
                    <a:pt x="5528881" y="958596"/>
                  </a:lnTo>
                  <a:lnTo>
                    <a:pt x="5749163" y="713181"/>
                  </a:lnTo>
                  <a:lnTo>
                    <a:pt x="5969457" y="958596"/>
                  </a:lnTo>
                  <a:lnTo>
                    <a:pt x="6064351" y="852868"/>
                  </a:lnTo>
                  <a:lnTo>
                    <a:pt x="6064351" y="573455"/>
                  </a:lnTo>
                  <a:close/>
                </a:path>
                <a:path w="6064885" h="3378834">
                  <a:moveTo>
                    <a:pt x="6064351" y="0"/>
                  </a:moveTo>
                  <a:lnTo>
                    <a:pt x="5860885" y="0"/>
                  </a:lnTo>
                  <a:lnTo>
                    <a:pt x="5749163" y="124472"/>
                  </a:lnTo>
                  <a:lnTo>
                    <a:pt x="5637454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196891" y="0"/>
                  </a:lnTo>
                  <a:lnTo>
                    <a:pt x="4979746" y="0"/>
                  </a:lnTo>
                  <a:lnTo>
                    <a:pt x="4868024" y="124472"/>
                  </a:lnTo>
                  <a:lnTo>
                    <a:pt x="5088318" y="369900"/>
                  </a:lnTo>
                  <a:lnTo>
                    <a:pt x="5308600" y="124498"/>
                  </a:lnTo>
                  <a:lnTo>
                    <a:pt x="5528881" y="369900"/>
                  </a:lnTo>
                  <a:lnTo>
                    <a:pt x="5749163" y="124485"/>
                  </a:lnTo>
                  <a:lnTo>
                    <a:pt x="5969457" y="369900"/>
                  </a:lnTo>
                  <a:lnTo>
                    <a:pt x="6064351" y="264172"/>
                  </a:lnTo>
                  <a:lnTo>
                    <a:pt x="6064351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3032442" y="5065882"/>
              <a:ext cx="6187440" cy="551166"/>
            </a:xfrm>
            <a:custGeom>
              <a:avLst/>
              <a:gdLst/>
              <a:ahLst/>
              <a:cxnLst/>
              <a:rect l="l" t="t" r="r" b="b"/>
              <a:pathLst>
                <a:path w="6187440" h="3378834">
                  <a:moveTo>
                    <a:pt x="122516" y="3057931"/>
                  </a:moveTo>
                  <a:lnTo>
                    <a:pt x="0" y="2921431"/>
                  </a:lnTo>
                  <a:lnTo>
                    <a:pt x="0" y="3194431"/>
                  </a:lnTo>
                  <a:lnTo>
                    <a:pt x="122516" y="3057931"/>
                  </a:lnTo>
                  <a:close/>
                </a:path>
                <a:path w="6187440" h="3378834">
                  <a:moveTo>
                    <a:pt x="122516" y="2475725"/>
                  </a:moveTo>
                  <a:lnTo>
                    <a:pt x="0" y="2339225"/>
                  </a:lnTo>
                  <a:lnTo>
                    <a:pt x="0" y="2612225"/>
                  </a:lnTo>
                  <a:lnTo>
                    <a:pt x="122516" y="2475725"/>
                  </a:lnTo>
                  <a:close/>
                </a:path>
                <a:path w="6187440" h="3378834">
                  <a:moveTo>
                    <a:pt x="122516" y="1885213"/>
                  </a:moveTo>
                  <a:lnTo>
                    <a:pt x="0" y="1748713"/>
                  </a:lnTo>
                  <a:lnTo>
                    <a:pt x="0" y="2021713"/>
                  </a:lnTo>
                  <a:lnTo>
                    <a:pt x="122516" y="1885213"/>
                  </a:lnTo>
                  <a:close/>
                </a:path>
                <a:path w="6187440" h="3378834">
                  <a:moveTo>
                    <a:pt x="122516" y="1303693"/>
                  </a:moveTo>
                  <a:lnTo>
                    <a:pt x="0" y="1167193"/>
                  </a:lnTo>
                  <a:lnTo>
                    <a:pt x="0" y="1440192"/>
                  </a:lnTo>
                  <a:lnTo>
                    <a:pt x="122516" y="1303693"/>
                  </a:lnTo>
                  <a:close/>
                </a:path>
                <a:path w="6187440" h="3378834">
                  <a:moveTo>
                    <a:pt x="122516" y="713168"/>
                  </a:moveTo>
                  <a:lnTo>
                    <a:pt x="0" y="576668"/>
                  </a:lnTo>
                  <a:lnTo>
                    <a:pt x="0" y="849668"/>
                  </a:lnTo>
                  <a:lnTo>
                    <a:pt x="122516" y="713168"/>
                  </a:lnTo>
                  <a:close/>
                </a:path>
                <a:path w="6187440" h="3378834">
                  <a:moveTo>
                    <a:pt x="201269" y="0"/>
                  </a:moveTo>
                  <a:lnTo>
                    <a:pt x="165290" y="0"/>
                  </a:lnTo>
                  <a:lnTo>
                    <a:pt x="120332" y="50088"/>
                  </a:lnTo>
                  <a:lnTo>
                    <a:pt x="75374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11" y="50088"/>
                  </a:lnTo>
                  <a:lnTo>
                    <a:pt x="201269" y="0"/>
                  </a:lnTo>
                  <a:close/>
                </a:path>
                <a:path w="6187440" h="3378834">
                  <a:moveTo>
                    <a:pt x="563118" y="3057931"/>
                  </a:moveTo>
                  <a:lnTo>
                    <a:pt x="342823" y="2812504"/>
                  </a:lnTo>
                  <a:lnTo>
                    <a:pt x="122529" y="3057931"/>
                  </a:lnTo>
                  <a:lnTo>
                    <a:pt x="342823" y="3303359"/>
                  </a:lnTo>
                  <a:lnTo>
                    <a:pt x="563118" y="3057931"/>
                  </a:lnTo>
                  <a:close/>
                </a:path>
                <a:path w="6187440" h="3378834">
                  <a:moveTo>
                    <a:pt x="563118" y="2475725"/>
                  </a:moveTo>
                  <a:lnTo>
                    <a:pt x="342823" y="2230297"/>
                  </a:lnTo>
                  <a:lnTo>
                    <a:pt x="122529" y="2475725"/>
                  </a:lnTo>
                  <a:lnTo>
                    <a:pt x="342823" y="2721152"/>
                  </a:lnTo>
                  <a:lnTo>
                    <a:pt x="563118" y="2475725"/>
                  </a:lnTo>
                  <a:close/>
                </a:path>
                <a:path w="6187440" h="3378834">
                  <a:moveTo>
                    <a:pt x="563118" y="1885213"/>
                  </a:moveTo>
                  <a:lnTo>
                    <a:pt x="342823" y="1639785"/>
                  </a:lnTo>
                  <a:lnTo>
                    <a:pt x="122529" y="1885213"/>
                  </a:lnTo>
                  <a:lnTo>
                    <a:pt x="342823" y="2130641"/>
                  </a:lnTo>
                  <a:lnTo>
                    <a:pt x="563118" y="1885213"/>
                  </a:lnTo>
                  <a:close/>
                </a:path>
                <a:path w="6187440" h="3378834">
                  <a:moveTo>
                    <a:pt x="563118" y="1303680"/>
                  </a:moveTo>
                  <a:lnTo>
                    <a:pt x="342823" y="1058252"/>
                  </a:lnTo>
                  <a:lnTo>
                    <a:pt x="122529" y="1303680"/>
                  </a:lnTo>
                  <a:lnTo>
                    <a:pt x="342823" y="1549107"/>
                  </a:lnTo>
                  <a:lnTo>
                    <a:pt x="563118" y="1303680"/>
                  </a:lnTo>
                  <a:close/>
                </a:path>
                <a:path w="6187440" h="3378834">
                  <a:moveTo>
                    <a:pt x="563118" y="713168"/>
                  </a:moveTo>
                  <a:lnTo>
                    <a:pt x="342823" y="467741"/>
                  </a:lnTo>
                  <a:lnTo>
                    <a:pt x="122529" y="713168"/>
                  </a:lnTo>
                  <a:lnTo>
                    <a:pt x="342823" y="958596"/>
                  </a:lnTo>
                  <a:lnTo>
                    <a:pt x="563118" y="713168"/>
                  </a:lnTo>
                  <a:close/>
                </a:path>
                <a:path w="6187440" h="3378834">
                  <a:moveTo>
                    <a:pt x="641858" y="0"/>
                  </a:moveTo>
                  <a:lnTo>
                    <a:pt x="605878" y="0"/>
                  </a:lnTo>
                  <a:lnTo>
                    <a:pt x="560920" y="50088"/>
                  </a:lnTo>
                  <a:lnTo>
                    <a:pt x="515962" y="0"/>
                  </a:lnTo>
                  <a:lnTo>
                    <a:pt x="479983" y="0"/>
                  </a:lnTo>
                  <a:lnTo>
                    <a:pt x="560920" y="90170"/>
                  </a:lnTo>
                  <a:lnTo>
                    <a:pt x="596900" y="50088"/>
                  </a:lnTo>
                  <a:lnTo>
                    <a:pt x="641858" y="0"/>
                  </a:lnTo>
                  <a:close/>
                </a:path>
                <a:path w="6187440" h="3378834">
                  <a:moveTo>
                    <a:pt x="1082446" y="0"/>
                  </a:moveTo>
                  <a:lnTo>
                    <a:pt x="1046467" y="0"/>
                  </a:lnTo>
                  <a:lnTo>
                    <a:pt x="1001509" y="50088"/>
                  </a:lnTo>
                  <a:lnTo>
                    <a:pt x="956551" y="0"/>
                  </a:lnTo>
                  <a:lnTo>
                    <a:pt x="920572" y="0"/>
                  </a:lnTo>
                  <a:lnTo>
                    <a:pt x="1001509" y="90170"/>
                  </a:lnTo>
                  <a:lnTo>
                    <a:pt x="1037488" y="50088"/>
                  </a:lnTo>
                  <a:lnTo>
                    <a:pt x="1082446" y="0"/>
                  </a:lnTo>
                  <a:close/>
                </a:path>
                <a:path w="6187440" h="3378834">
                  <a:moveTo>
                    <a:pt x="1444282" y="3057931"/>
                  </a:moveTo>
                  <a:lnTo>
                    <a:pt x="1223987" y="2812504"/>
                  </a:lnTo>
                  <a:lnTo>
                    <a:pt x="1003693" y="3057931"/>
                  </a:lnTo>
                  <a:lnTo>
                    <a:pt x="783412" y="2812504"/>
                  </a:lnTo>
                  <a:lnTo>
                    <a:pt x="563118" y="3057931"/>
                  </a:lnTo>
                  <a:lnTo>
                    <a:pt x="783412" y="3303359"/>
                  </a:lnTo>
                  <a:lnTo>
                    <a:pt x="1003693" y="3057944"/>
                  </a:lnTo>
                  <a:lnTo>
                    <a:pt x="1223987" y="3303359"/>
                  </a:lnTo>
                  <a:lnTo>
                    <a:pt x="1444282" y="3057931"/>
                  </a:lnTo>
                  <a:close/>
                </a:path>
                <a:path w="6187440" h="3378834">
                  <a:moveTo>
                    <a:pt x="1444282" y="2475725"/>
                  </a:moveTo>
                  <a:lnTo>
                    <a:pt x="1223987" y="2230297"/>
                  </a:lnTo>
                  <a:lnTo>
                    <a:pt x="1003693" y="2475725"/>
                  </a:lnTo>
                  <a:lnTo>
                    <a:pt x="783412" y="2230297"/>
                  </a:lnTo>
                  <a:lnTo>
                    <a:pt x="563118" y="2475725"/>
                  </a:lnTo>
                  <a:lnTo>
                    <a:pt x="783412" y="2721152"/>
                  </a:lnTo>
                  <a:lnTo>
                    <a:pt x="1003693" y="2475738"/>
                  </a:lnTo>
                  <a:lnTo>
                    <a:pt x="1223987" y="2721152"/>
                  </a:lnTo>
                  <a:lnTo>
                    <a:pt x="1444282" y="2475725"/>
                  </a:lnTo>
                  <a:close/>
                </a:path>
                <a:path w="6187440" h="3378834">
                  <a:moveTo>
                    <a:pt x="1444282" y="1885213"/>
                  </a:moveTo>
                  <a:lnTo>
                    <a:pt x="1223987" y="1639785"/>
                  </a:lnTo>
                  <a:lnTo>
                    <a:pt x="1003693" y="1885213"/>
                  </a:lnTo>
                  <a:lnTo>
                    <a:pt x="783412" y="1639785"/>
                  </a:lnTo>
                  <a:lnTo>
                    <a:pt x="563118" y="1885213"/>
                  </a:lnTo>
                  <a:lnTo>
                    <a:pt x="783412" y="2130641"/>
                  </a:lnTo>
                  <a:lnTo>
                    <a:pt x="1003693" y="1885226"/>
                  </a:lnTo>
                  <a:lnTo>
                    <a:pt x="1223987" y="2130641"/>
                  </a:lnTo>
                  <a:lnTo>
                    <a:pt x="1444282" y="1885213"/>
                  </a:lnTo>
                  <a:close/>
                </a:path>
                <a:path w="6187440" h="3378834">
                  <a:moveTo>
                    <a:pt x="1444282" y="1303680"/>
                  </a:moveTo>
                  <a:lnTo>
                    <a:pt x="1223987" y="1058252"/>
                  </a:lnTo>
                  <a:lnTo>
                    <a:pt x="1003693" y="1303680"/>
                  </a:lnTo>
                  <a:lnTo>
                    <a:pt x="783412" y="1058252"/>
                  </a:lnTo>
                  <a:lnTo>
                    <a:pt x="563118" y="1303680"/>
                  </a:lnTo>
                  <a:lnTo>
                    <a:pt x="783412" y="1549107"/>
                  </a:lnTo>
                  <a:lnTo>
                    <a:pt x="1003693" y="1303693"/>
                  </a:lnTo>
                  <a:lnTo>
                    <a:pt x="1223987" y="1549107"/>
                  </a:lnTo>
                  <a:lnTo>
                    <a:pt x="1444282" y="1303680"/>
                  </a:lnTo>
                  <a:close/>
                </a:path>
                <a:path w="6187440" h="3378834">
                  <a:moveTo>
                    <a:pt x="1523034" y="0"/>
                  </a:moveTo>
                  <a:lnTo>
                    <a:pt x="1487055" y="0"/>
                  </a:lnTo>
                  <a:lnTo>
                    <a:pt x="1442097" y="50088"/>
                  </a:lnTo>
                  <a:lnTo>
                    <a:pt x="1397139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76" y="50088"/>
                  </a:lnTo>
                  <a:lnTo>
                    <a:pt x="1523034" y="0"/>
                  </a:lnTo>
                  <a:close/>
                </a:path>
                <a:path w="6187440" h="3378834">
                  <a:moveTo>
                    <a:pt x="1884870" y="3057931"/>
                  </a:moveTo>
                  <a:lnTo>
                    <a:pt x="1664576" y="2812504"/>
                  </a:lnTo>
                  <a:lnTo>
                    <a:pt x="1444282" y="3057931"/>
                  </a:lnTo>
                  <a:lnTo>
                    <a:pt x="1664576" y="3303359"/>
                  </a:lnTo>
                  <a:lnTo>
                    <a:pt x="1884870" y="3057931"/>
                  </a:lnTo>
                  <a:close/>
                </a:path>
                <a:path w="6187440" h="3378834">
                  <a:moveTo>
                    <a:pt x="1884870" y="2475725"/>
                  </a:moveTo>
                  <a:lnTo>
                    <a:pt x="1664576" y="2230297"/>
                  </a:lnTo>
                  <a:lnTo>
                    <a:pt x="1444282" y="2475725"/>
                  </a:lnTo>
                  <a:lnTo>
                    <a:pt x="1664576" y="2721152"/>
                  </a:lnTo>
                  <a:lnTo>
                    <a:pt x="1884870" y="2475725"/>
                  </a:lnTo>
                  <a:close/>
                </a:path>
                <a:path w="6187440" h="3378834">
                  <a:moveTo>
                    <a:pt x="1884870" y="1885213"/>
                  </a:moveTo>
                  <a:lnTo>
                    <a:pt x="1664576" y="1639785"/>
                  </a:lnTo>
                  <a:lnTo>
                    <a:pt x="1444282" y="1885213"/>
                  </a:lnTo>
                  <a:lnTo>
                    <a:pt x="1664576" y="2130641"/>
                  </a:lnTo>
                  <a:lnTo>
                    <a:pt x="1884870" y="1885213"/>
                  </a:lnTo>
                  <a:close/>
                </a:path>
                <a:path w="6187440" h="3378834">
                  <a:moveTo>
                    <a:pt x="1884870" y="1303680"/>
                  </a:moveTo>
                  <a:lnTo>
                    <a:pt x="1664576" y="1058252"/>
                  </a:lnTo>
                  <a:lnTo>
                    <a:pt x="1444282" y="1303680"/>
                  </a:lnTo>
                  <a:lnTo>
                    <a:pt x="1664576" y="1549107"/>
                  </a:lnTo>
                  <a:lnTo>
                    <a:pt x="1884870" y="1303680"/>
                  </a:lnTo>
                  <a:close/>
                </a:path>
                <a:path w="6187440" h="3378834">
                  <a:moveTo>
                    <a:pt x="1963623" y="0"/>
                  </a:moveTo>
                  <a:lnTo>
                    <a:pt x="1927644" y="0"/>
                  </a:lnTo>
                  <a:lnTo>
                    <a:pt x="1882686" y="50088"/>
                  </a:lnTo>
                  <a:lnTo>
                    <a:pt x="1837728" y="0"/>
                  </a:lnTo>
                  <a:lnTo>
                    <a:pt x="1801749" y="0"/>
                  </a:lnTo>
                  <a:lnTo>
                    <a:pt x="1882686" y="90170"/>
                  </a:lnTo>
                  <a:lnTo>
                    <a:pt x="1918665" y="50088"/>
                  </a:lnTo>
                  <a:lnTo>
                    <a:pt x="1963623" y="0"/>
                  </a:lnTo>
                  <a:close/>
                </a:path>
                <a:path w="6187440" h="3378834">
                  <a:moveTo>
                    <a:pt x="2404224" y="0"/>
                  </a:moveTo>
                  <a:lnTo>
                    <a:pt x="2368232" y="0"/>
                  </a:lnTo>
                  <a:lnTo>
                    <a:pt x="2323287" y="50088"/>
                  </a:lnTo>
                  <a:lnTo>
                    <a:pt x="2278316" y="0"/>
                  </a:lnTo>
                  <a:lnTo>
                    <a:pt x="2242337" y="0"/>
                  </a:lnTo>
                  <a:lnTo>
                    <a:pt x="2323287" y="90170"/>
                  </a:lnTo>
                  <a:lnTo>
                    <a:pt x="2359266" y="50088"/>
                  </a:lnTo>
                  <a:lnTo>
                    <a:pt x="2404224" y="0"/>
                  </a:lnTo>
                  <a:close/>
                </a:path>
                <a:path w="6187440" h="3378834">
                  <a:moveTo>
                    <a:pt x="2844787" y="0"/>
                  </a:moveTo>
                  <a:lnTo>
                    <a:pt x="2808808" y="0"/>
                  </a:lnTo>
                  <a:lnTo>
                    <a:pt x="2763850" y="50088"/>
                  </a:lnTo>
                  <a:lnTo>
                    <a:pt x="2718892" y="0"/>
                  </a:lnTo>
                  <a:lnTo>
                    <a:pt x="2682913" y="0"/>
                  </a:lnTo>
                  <a:lnTo>
                    <a:pt x="2763850" y="90170"/>
                  </a:lnTo>
                  <a:lnTo>
                    <a:pt x="2799829" y="50088"/>
                  </a:lnTo>
                  <a:lnTo>
                    <a:pt x="2844787" y="0"/>
                  </a:lnTo>
                  <a:close/>
                </a:path>
                <a:path w="6187440" h="3378834">
                  <a:moveTo>
                    <a:pt x="3081210" y="3232759"/>
                  </a:moveTo>
                  <a:lnTo>
                    <a:pt x="2986214" y="3338588"/>
                  </a:lnTo>
                  <a:lnTo>
                    <a:pt x="2765945" y="3093161"/>
                  </a:lnTo>
                  <a:lnTo>
                    <a:pt x="2545651" y="3338601"/>
                  </a:lnTo>
                  <a:lnTo>
                    <a:pt x="2325357" y="3093161"/>
                  </a:lnTo>
                  <a:lnTo>
                    <a:pt x="2105063" y="3338601"/>
                  </a:lnTo>
                  <a:lnTo>
                    <a:pt x="1884756" y="3093161"/>
                  </a:lnTo>
                  <a:lnTo>
                    <a:pt x="1664462" y="3338601"/>
                  </a:lnTo>
                  <a:lnTo>
                    <a:pt x="1444167" y="3093161"/>
                  </a:lnTo>
                  <a:lnTo>
                    <a:pt x="1223873" y="3338588"/>
                  </a:lnTo>
                  <a:lnTo>
                    <a:pt x="1003592" y="3093161"/>
                  </a:lnTo>
                  <a:lnTo>
                    <a:pt x="783310" y="3338601"/>
                  </a:lnTo>
                  <a:lnTo>
                    <a:pt x="563003" y="3093161"/>
                  </a:lnTo>
                  <a:lnTo>
                    <a:pt x="342696" y="3338601"/>
                  </a:lnTo>
                  <a:lnTo>
                    <a:pt x="122415" y="3093161"/>
                  </a:lnTo>
                  <a:lnTo>
                    <a:pt x="0" y="3229559"/>
                  </a:lnTo>
                  <a:lnTo>
                    <a:pt x="0" y="3269640"/>
                  </a:lnTo>
                  <a:lnTo>
                    <a:pt x="122415" y="3133255"/>
                  </a:lnTo>
                  <a:lnTo>
                    <a:pt x="342696" y="3378682"/>
                  </a:lnTo>
                  <a:lnTo>
                    <a:pt x="563003" y="3133255"/>
                  </a:lnTo>
                  <a:lnTo>
                    <a:pt x="783310" y="3378682"/>
                  </a:lnTo>
                  <a:lnTo>
                    <a:pt x="1003592" y="3133255"/>
                  </a:lnTo>
                  <a:lnTo>
                    <a:pt x="1223873" y="3378682"/>
                  </a:lnTo>
                  <a:lnTo>
                    <a:pt x="1444167" y="3133255"/>
                  </a:lnTo>
                  <a:lnTo>
                    <a:pt x="1664462" y="3378682"/>
                  </a:lnTo>
                  <a:lnTo>
                    <a:pt x="1884756" y="3133255"/>
                  </a:lnTo>
                  <a:lnTo>
                    <a:pt x="2105063" y="3378682"/>
                  </a:lnTo>
                  <a:lnTo>
                    <a:pt x="2325357" y="3133255"/>
                  </a:lnTo>
                  <a:lnTo>
                    <a:pt x="2545651" y="3378682"/>
                  </a:lnTo>
                  <a:lnTo>
                    <a:pt x="2765945" y="3133255"/>
                  </a:lnTo>
                  <a:lnTo>
                    <a:pt x="2986214" y="3378682"/>
                  </a:lnTo>
                  <a:lnTo>
                    <a:pt x="3081210" y="3272853"/>
                  </a:lnTo>
                  <a:lnTo>
                    <a:pt x="3081210" y="3232759"/>
                  </a:lnTo>
                  <a:close/>
                </a:path>
                <a:path w="6187440" h="3378834">
                  <a:moveTo>
                    <a:pt x="3081210" y="2650566"/>
                  </a:moveTo>
                  <a:lnTo>
                    <a:pt x="2986214" y="2756395"/>
                  </a:lnTo>
                  <a:lnTo>
                    <a:pt x="2765945" y="2510967"/>
                  </a:lnTo>
                  <a:lnTo>
                    <a:pt x="2545651" y="2756395"/>
                  </a:lnTo>
                  <a:lnTo>
                    <a:pt x="2325357" y="2510967"/>
                  </a:lnTo>
                  <a:lnTo>
                    <a:pt x="2105063" y="2756395"/>
                  </a:lnTo>
                  <a:lnTo>
                    <a:pt x="1884756" y="2510967"/>
                  </a:lnTo>
                  <a:lnTo>
                    <a:pt x="1664462" y="2756395"/>
                  </a:lnTo>
                  <a:lnTo>
                    <a:pt x="1444167" y="2510967"/>
                  </a:lnTo>
                  <a:lnTo>
                    <a:pt x="1223873" y="2756395"/>
                  </a:lnTo>
                  <a:lnTo>
                    <a:pt x="1003592" y="2510967"/>
                  </a:lnTo>
                  <a:lnTo>
                    <a:pt x="783310" y="2756395"/>
                  </a:lnTo>
                  <a:lnTo>
                    <a:pt x="563003" y="2510967"/>
                  </a:lnTo>
                  <a:lnTo>
                    <a:pt x="342696" y="2756395"/>
                  </a:lnTo>
                  <a:lnTo>
                    <a:pt x="122415" y="2510967"/>
                  </a:lnTo>
                  <a:lnTo>
                    <a:pt x="0" y="2647353"/>
                  </a:lnTo>
                  <a:lnTo>
                    <a:pt x="0" y="2687447"/>
                  </a:lnTo>
                  <a:lnTo>
                    <a:pt x="122415" y="2551049"/>
                  </a:lnTo>
                  <a:lnTo>
                    <a:pt x="342696" y="2796489"/>
                  </a:lnTo>
                  <a:lnTo>
                    <a:pt x="563003" y="2551049"/>
                  </a:lnTo>
                  <a:lnTo>
                    <a:pt x="783310" y="2796489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89"/>
                  </a:lnTo>
                  <a:lnTo>
                    <a:pt x="1884756" y="2551049"/>
                  </a:lnTo>
                  <a:lnTo>
                    <a:pt x="2105063" y="2796489"/>
                  </a:lnTo>
                  <a:lnTo>
                    <a:pt x="2325357" y="2551049"/>
                  </a:lnTo>
                  <a:lnTo>
                    <a:pt x="2545651" y="2796489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66"/>
                  </a:lnTo>
                  <a:close/>
                </a:path>
                <a:path w="6187440" h="3378834">
                  <a:moveTo>
                    <a:pt x="3081210" y="2060041"/>
                  </a:moveTo>
                  <a:lnTo>
                    <a:pt x="2986214" y="2165870"/>
                  </a:lnTo>
                  <a:lnTo>
                    <a:pt x="2765945" y="1920443"/>
                  </a:lnTo>
                  <a:lnTo>
                    <a:pt x="2545651" y="2165870"/>
                  </a:lnTo>
                  <a:lnTo>
                    <a:pt x="2325357" y="1920443"/>
                  </a:lnTo>
                  <a:lnTo>
                    <a:pt x="2105063" y="2165870"/>
                  </a:lnTo>
                  <a:lnTo>
                    <a:pt x="1884756" y="1920443"/>
                  </a:lnTo>
                  <a:lnTo>
                    <a:pt x="1664462" y="2165870"/>
                  </a:lnTo>
                  <a:lnTo>
                    <a:pt x="1444167" y="1920443"/>
                  </a:lnTo>
                  <a:lnTo>
                    <a:pt x="1223873" y="2165870"/>
                  </a:lnTo>
                  <a:lnTo>
                    <a:pt x="1003592" y="1920443"/>
                  </a:lnTo>
                  <a:lnTo>
                    <a:pt x="783310" y="2165870"/>
                  </a:lnTo>
                  <a:lnTo>
                    <a:pt x="563003" y="1920443"/>
                  </a:lnTo>
                  <a:lnTo>
                    <a:pt x="342696" y="2165870"/>
                  </a:lnTo>
                  <a:lnTo>
                    <a:pt x="122415" y="1920443"/>
                  </a:lnTo>
                  <a:lnTo>
                    <a:pt x="0" y="2056828"/>
                  </a:lnTo>
                  <a:lnTo>
                    <a:pt x="0" y="2096922"/>
                  </a:lnTo>
                  <a:lnTo>
                    <a:pt x="122415" y="1960524"/>
                  </a:lnTo>
                  <a:lnTo>
                    <a:pt x="342696" y="2205964"/>
                  </a:lnTo>
                  <a:lnTo>
                    <a:pt x="563003" y="1960524"/>
                  </a:lnTo>
                  <a:lnTo>
                    <a:pt x="783310" y="2205964"/>
                  </a:lnTo>
                  <a:lnTo>
                    <a:pt x="1003592" y="1960524"/>
                  </a:lnTo>
                  <a:lnTo>
                    <a:pt x="1223873" y="2205964"/>
                  </a:lnTo>
                  <a:lnTo>
                    <a:pt x="1444167" y="1960524"/>
                  </a:lnTo>
                  <a:lnTo>
                    <a:pt x="1664462" y="2205964"/>
                  </a:lnTo>
                  <a:lnTo>
                    <a:pt x="1884756" y="1960524"/>
                  </a:lnTo>
                  <a:lnTo>
                    <a:pt x="2105063" y="2205964"/>
                  </a:lnTo>
                  <a:lnTo>
                    <a:pt x="2325357" y="1960524"/>
                  </a:lnTo>
                  <a:lnTo>
                    <a:pt x="2545651" y="2205964"/>
                  </a:lnTo>
                  <a:lnTo>
                    <a:pt x="2765945" y="1960524"/>
                  </a:lnTo>
                  <a:lnTo>
                    <a:pt x="2986214" y="2205964"/>
                  </a:lnTo>
                  <a:lnTo>
                    <a:pt x="3081210" y="2100122"/>
                  </a:lnTo>
                  <a:lnTo>
                    <a:pt x="3081210" y="2060041"/>
                  </a:lnTo>
                  <a:close/>
                </a:path>
                <a:path w="6187440" h="3378834">
                  <a:moveTo>
                    <a:pt x="3081210" y="1478521"/>
                  </a:moveTo>
                  <a:lnTo>
                    <a:pt x="2986214" y="1584350"/>
                  </a:lnTo>
                  <a:lnTo>
                    <a:pt x="2765945" y="1338922"/>
                  </a:lnTo>
                  <a:lnTo>
                    <a:pt x="2545651" y="1584350"/>
                  </a:lnTo>
                  <a:lnTo>
                    <a:pt x="2325357" y="1338922"/>
                  </a:lnTo>
                  <a:lnTo>
                    <a:pt x="2105063" y="1584350"/>
                  </a:lnTo>
                  <a:lnTo>
                    <a:pt x="1884756" y="1338922"/>
                  </a:lnTo>
                  <a:lnTo>
                    <a:pt x="1664462" y="1584350"/>
                  </a:lnTo>
                  <a:lnTo>
                    <a:pt x="1444167" y="1338922"/>
                  </a:lnTo>
                  <a:lnTo>
                    <a:pt x="1223873" y="1584350"/>
                  </a:lnTo>
                  <a:lnTo>
                    <a:pt x="1003592" y="1338922"/>
                  </a:lnTo>
                  <a:lnTo>
                    <a:pt x="783310" y="1584350"/>
                  </a:lnTo>
                  <a:lnTo>
                    <a:pt x="563003" y="1338922"/>
                  </a:lnTo>
                  <a:lnTo>
                    <a:pt x="342696" y="1584350"/>
                  </a:lnTo>
                  <a:lnTo>
                    <a:pt x="122415" y="1338922"/>
                  </a:lnTo>
                  <a:lnTo>
                    <a:pt x="0" y="1475308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31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31"/>
                  </a:lnTo>
                  <a:lnTo>
                    <a:pt x="3081210" y="1518602"/>
                  </a:lnTo>
                  <a:lnTo>
                    <a:pt x="3081210" y="1478521"/>
                  </a:lnTo>
                  <a:close/>
                </a:path>
                <a:path w="6187440" h="3378834">
                  <a:moveTo>
                    <a:pt x="3081210" y="888009"/>
                  </a:moveTo>
                  <a:lnTo>
                    <a:pt x="2986214" y="993838"/>
                  </a:lnTo>
                  <a:lnTo>
                    <a:pt x="2765945" y="748411"/>
                  </a:lnTo>
                  <a:lnTo>
                    <a:pt x="2545651" y="993838"/>
                  </a:lnTo>
                  <a:lnTo>
                    <a:pt x="2325357" y="748411"/>
                  </a:lnTo>
                  <a:lnTo>
                    <a:pt x="2105063" y="993838"/>
                  </a:lnTo>
                  <a:lnTo>
                    <a:pt x="1884756" y="748411"/>
                  </a:lnTo>
                  <a:lnTo>
                    <a:pt x="1664462" y="993838"/>
                  </a:lnTo>
                  <a:lnTo>
                    <a:pt x="1444167" y="748411"/>
                  </a:lnTo>
                  <a:lnTo>
                    <a:pt x="1223873" y="993838"/>
                  </a:lnTo>
                  <a:lnTo>
                    <a:pt x="1003592" y="748411"/>
                  </a:lnTo>
                  <a:lnTo>
                    <a:pt x="783310" y="993838"/>
                  </a:lnTo>
                  <a:lnTo>
                    <a:pt x="563003" y="748411"/>
                  </a:lnTo>
                  <a:lnTo>
                    <a:pt x="342696" y="993838"/>
                  </a:lnTo>
                  <a:lnTo>
                    <a:pt x="122415" y="748411"/>
                  </a:lnTo>
                  <a:lnTo>
                    <a:pt x="0" y="884796"/>
                  </a:lnTo>
                  <a:lnTo>
                    <a:pt x="0" y="924890"/>
                  </a:lnTo>
                  <a:lnTo>
                    <a:pt x="122415" y="788492"/>
                  </a:lnTo>
                  <a:lnTo>
                    <a:pt x="342696" y="1033932"/>
                  </a:lnTo>
                  <a:lnTo>
                    <a:pt x="563003" y="788492"/>
                  </a:lnTo>
                  <a:lnTo>
                    <a:pt x="783310" y="1033932"/>
                  </a:lnTo>
                  <a:lnTo>
                    <a:pt x="1003592" y="788492"/>
                  </a:lnTo>
                  <a:lnTo>
                    <a:pt x="1223873" y="1033919"/>
                  </a:lnTo>
                  <a:lnTo>
                    <a:pt x="1444167" y="788492"/>
                  </a:lnTo>
                  <a:lnTo>
                    <a:pt x="1664462" y="1033932"/>
                  </a:lnTo>
                  <a:lnTo>
                    <a:pt x="1884756" y="788492"/>
                  </a:lnTo>
                  <a:lnTo>
                    <a:pt x="2105063" y="1033932"/>
                  </a:lnTo>
                  <a:lnTo>
                    <a:pt x="2325357" y="788492"/>
                  </a:lnTo>
                  <a:lnTo>
                    <a:pt x="2545651" y="1033932"/>
                  </a:lnTo>
                  <a:lnTo>
                    <a:pt x="2765945" y="788492"/>
                  </a:lnTo>
                  <a:lnTo>
                    <a:pt x="2986214" y="1033919"/>
                  </a:lnTo>
                  <a:lnTo>
                    <a:pt x="3081210" y="928090"/>
                  </a:lnTo>
                  <a:lnTo>
                    <a:pt x="3081210" y="888009"/>
                  </a:lnTo>
                  <a:close/>
                </a:path>
                <a:path w="6187440" h="3378834">
                  <a:moveTo>
                    <a:pt x="3081223" y="2918218"/>
                  </a:moveTo>
                  <a:lnTo>
                    <a:pt x="2986328" y="2812491"/>
                  </a:lnTo>
                  <a:lnTo>
                    <a:pt x="2766034" y="3057918"/>
                  </a:lnTo>
                  <a:lnTo>
                    <a:pt x="2545753" y="2812504"/>
                  </a:lnTo>
                  <a:lnTo>
                    <a:pt x="2325459" y="3057931"/>
                  </a:lnTo>
                  <a:lnTo>
                    <a:pt x="2105177" y="2812504"/>
                  </a:lnTo>
                  <a:lnTo>
                    <a:pt x="1884883" y="3057931"/>
                  </a:lnTo>
                  <a:lnTo>
                    <a:pt x="2105177" y="3303359"/>
                  </a:lnTo>
                  <a:lnTo>
                    <a:pt x="2325459" y="3057944"/>
                  </a:lnTo>
                  <a:lnTo>
                    <a:pt x="2545753" y="3303359"/>
                  </a:lnTo>
                  <a:lnTo>
                    <a:pt x="2766034" y="3057944"/>
                  </a:lnTo>
                  <a:lnTo>
                    <a:pt x="2986328" y="3303359"/>
                  </a:lnTo>
                  <a:lnTo>
                    <a:pt x="3081223" y="3197631"/>
                  </a:lnTo>
                  <a:lnTo>
                    <a:pt x="3081223" y="2918218"/>
                  </a:lnTo>
                  <a:close/>
                </a:path>
                <a:path w="6187440" h="3378834">
                  <a:moveTo>
                    <a:pt x="3081223" y="2336025"/>
                  </a:moveTo>
                  <a:lnTo>
                    <a:pt x="2986328" y="2230297"/>
                  </a:lnTo>
                  <a:lnTo>
                    <a:pt x="2766047" y="2475725"/>
                  </a:lnTo>
                  <a:lnTo>
                    <a:pt x="2545753" y="2230297"/>
                  </a:lnTo>
                  <a:lnTo>
                    <a:pt x="2325459" y="2475725"/>
                  </a:lnTo>
                  <a:lnTo>
                    <a:pt x="2105177" y="2230297"/>
                  </a:lnTo>
                  <a:lnTo>
                    <a:pt x="1884883" y="2475725"/>
                  </a:lnTo>
                  <a:lnTo>
                    <a:pt x="2105177" y="2721152"/>
                  </a:lnTo>
                  <a:lnTo>
                    <a:pt x="2325459" y="2475738"/>
                  </a:lnTo>
                  <a:lnTo>
                    <a:pt x="2545753" y="2721152"/>
                  </a:lnTo>
                  <a:lnTo>
                    <a:pt x="2766034" y="2475750"/>
                  </a:lnTo>
                  <a:lnTo>
                    <a:pt x="2986328" y="2721165"/>
                  </a:lnTo>
                  <a:lnTo>
                    <a:pt x="3081223" y="2615438"/>
                  </a:lnTo>
                  <a:lnTo>
                    <a:pt x="3081223" y="2336025"/>
                  </a:lnTo>
                  <a:close/>
                </a:path>
                <a:path w="6187440" h="3378834">
                  <a:moveTo>
                    <a:pt x="3081223" y="1745513"/>
                  </a:moveTo>
                  <a:lnTo>
                    <a:pt x="2986328" y="1639785"/>
                  </a:lnTo>
                  <a:lnTo>
                    <a:pt x="2766034" y="1885213"/>
                  </a:lnTo>
                  <a:lnTo>
                    <a:pt x="2545753" y="1639785"/>
                  </a:lnTo>
                  <a:lnTo>
                    <a:pt x="2325459" y="1885213"/>
                  </a:lnTo>
                  <a:lnTo>
                    <a:pt x="2105177" y="1639785"/>
                  </a:lnTo>
                  <a:lnTo>
                    <a:pt x="1884883" y="1885213"/>
                  </a:lnTo>
                  <a:lnTo>
                    <a:pt x="2105177" y="2130641"/>
                  </a:lnTo>
                  <a:lnTo>
                    <a:pt x="2325459" y="1885226"/>
                  </a:lnTo>
                  <a:lnTo>
                    <a:pt x="2545753" y="2130641"/>
                  </a:lnTo>
                  <a:lnTo>
                    <a:pt x="2766034" y="1885226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13"/>
                  </a:lnTo>
                  <a:close/>
                </a:path>
                <a:path w="6187440" h="3378834">
                  <a:moveTo>
                    <a:pt x="3081223" y="1163980"/>
                  </a:moveTo>
                  <a:lnTo>
                    <a:pt x="2986328" y="1058252"/>
                  </a:lnTo>
                  <a:lnTo>
                    <a:pt x="2766047" y="1303680"/>
                  </a:lnTo>
                  <a:lnTo>
                    <a:pt x="2545753" y="1058252"/>
                  </a:lnTo>
                  <a:lnTo>
                    <a:pt x="2325459" y="1303680"/>
                  </a:lnTo>
                  <a:lnTo>
                    <a:pt x="2105177" y="1058252"/>
                  </a:lnTo>
                  <a:lnTo>
                    <a:pt x="1884883" y="1303680"/>
                  </a:lnTo>
                  <a:lnTo>
                    <a:pt x="2105177" y="1549107"/>
                  </a:lnTo>
                  <a:lnTo>
                    <a:pt x="2325459" y="1303693"/>
                  </a:lnTo>
                  <a:lnTo>
                    <a:pt x="2545753" y="1549107"/>
                  </a:lnTo>
                  <a:lnTo>
                    <a:pt x="2766034" y="1303705"/>
                  </a:lnTo>
                  <a:lnTo>
                    <a:pt x="2986328" y="1549120"/>
                  </a:lnTo>
                  <a:lnTo>
                    <a:pt x="3081223" y="1443393"/>
                  </a:lnTo>
                  <a:lnTo>
                    <a:pt x="3081223" y="1163980"/>
                  </a:lnTo>
                  <a:close/>
                </a:path>
                <a:path w="6187440" h="3378834">
                  <a:moveTo>
                    <a:pt x="4302049" y="1885213"/>
                  </a:moveTo>
                  <a:lnTo>
                    <a:pt x="4081754" y="1639785"/>
                  </a:lnTo>
                  <a:lnTo>
                    <a:pt x="3861460" y="1885213"/>
                  </a:lnTo>
                  <a:lnTo>
                    <a:pt x="3641179" y="1639785"/>
                  </a:lnTo>
                  <a:lnTo>
                    <a:pt x="3420884" y="1885213"/>
                  </a:lnTo>
                  <a:lnTo>
                    <a:pt x="3200603" y="1639798"/>
                  </a:lnTo>
                  <a:lnTo>
                    <a:pt x="3105708" y="1745513"/>
                  </a:lnTo>
                  <a:lnTo>
                    <a:pt x="3105708" y="2024926"/>
                  </a:lnTo>
                  <a:lnTo>
                    <a:pt x="3200603" y="2130641"/>
                  </a:lnTo>
                  <a:lnTo>
                    <a:pt x="3420884" y="1885226"/>
                  </a:lnTo>
                  <a:lnTo>
                    <a:pt x="3641179" y="2130641"/>
                  </a:lnTo>
                  <a:lnTo>
                    <a:pt x="3861460" y="1885226"/>
                  </a:lnTo>
                  <a:lnTo>
                    <a:pt x="4081754" y="2130641"/>
                  </a:lnTo>
                  <a:lnTo>
                    <a:pt x="4302049" y="1885213"/>
                  </a:lnTo>
                  <a:close/>
                </a:path>
                <a:path w="6187440" h="3378834">
                  <a:moveTo>
                    <a:pt x="4302049" y="1303680"/>
                  </a:moveTo>
                  <a:lnTo>
                    <a:pt x="4081754" y="1058252"/>
                  </a:lnTo>
                  <a:lnTo>
                    <a:pt x="3861460" y="1303680"/>
                  </a:lnTo>
                  <a:lnTo>
                    <a:pt x="3641179" y="1058252"/>
                  </a:lnTo>
                  <a:lnTo>
                    <a:pt x="3420884" y="1303680"/>
                  </a:lnTo>
                  <a:lnTo>
                    <a:pt x="3200603" y="1058252"/>
                  </a:lnTo>
                  <a:lnTo>
                    <a:pt x="3105708" y="1163980"/>
                  </a:lnTo>
                  <a:lnTo>
                    <a:pt x="3105708" y="1443393"/>
                  </a:lnTo>
                  <a:lnTo>
                    <a:pt x="3200603" y="1549120"/>
                  </a:lnTo>
                  <a:lnTo>
                    <a:pt x="3420884" y="1303705"/>
                  </a:lnTo>
                  <a:lnTo>
                    <a:pt x="3641179" y="1549107"/>
                  </a:lnTo>
                  <a:lnTo>
                    <a:pt x="3861460" y="1303693"/>
                  </a:lnTo>
                  <a:lnTo>
                    <a:pt x="4081754" y="1549107"/>
                  </a:lnTo>
                  <a:lnTo>
                    <a:pt x="4302049" y="1303680"/>
                  </a:lnTo>
                  <a:close/>
                </a:path>
                <a:path w="6187440" h="3378834">
                  <a:moveTo>
                    <a:pt x="4302049" y="713168"/>
                  </a:moveTo>
                  <a:lnTo>
                    <a:pt x="4081754" y="467741"/>
                  </a:lnTo>
                  <a:lnTo>
                    <a:pt x="3861460" y="713168"/>
                  </a:lnTo>
                  <a:lnTo>
                    <a:pt x="3641179" y="467741"/>
                  </a:lnTo>
                  <a:lnTo>
                    <a:pt x="3420884" y="713168"/>
                  </a:lnTo>
                  <a:lnTo>
                    <a:pt x="3200603" y="467728"/>
                  </a:lnTo>
                  <a:lnTo>
                    <a:pt x="3105708" y="573455"/>
                  </a:lnTo>
                  <a:lnTo>
                    <a:pt x="3105708" y="852868"/>
                  </a:lnTo>
                  <a:lnTo>
                    <a:pt x="3200603" y="958596"/>
                  </a:lnTo>
                  <a:lnTo>
                    <a:pt x="3420884" y="713181"/>
                  </a:lnTo>
                  <a:lnTo>
                    <a:pt x="3641179" y="958596"/>
                  </a:lnTo>
                  <a:lnTo>
                    <a:pt x="3861460" y="713181"/>
                  </a:lnTo>
                  <a:lnTo>
                    <a:pt x="4081754" y="958596"/>
                  </a:lnTo>
                  <a:lnTo>
                    <a:pt x="4302049" y="713168"/>
                  </a:lnTo>
                  <a:close/>
                </a:path>
                <a:path w="6187440" h="3378834">
                  <a:moveTo>
                    <a:pt x="4302049" y="124472"/>
                  </a:moveTo>
                  <a:lnTo>
                    <a:pt x="4190327" y="0"/>
                  </a:lnTo>
                  <a:lnTo>
                    <a:pt x="3973182" y="0"/>
                  </a:lnTo>
                  <a:lnTo>
                    <a:pt x="3861460" y="124472"/>
                  </a:lnTo>
                  <a:lnTo>
                    <a:pt x="3749751" y="0"/>
                  </a:lnTo>
                  <a:lnTo>
                    <a:pt x="3532606" y="0"/>
                  </a:lnTo>
                  <a:lnTo>
                    <a:pt x="3420884" y="124472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900"/>
                  </a:lnTo>
                  <a:lnTo>
                    <a:pt x="3420884" y="124485"/>
                  </a:lnTo>
                  <a:lnTo>
                    <a:pt x="3641179" y="369900"/>
                  </a:lnTo>
                  <a:lnTo>
                    <a:pt x="3861460" y="124485"/>
                  </a:lnTo>
                  <a:lnTo>
                    <a:pt x="4081754" y="369900"/>
                  </a:lnTo>
                  <a:lnTo>
                    <a:pt x="4302049" y="124472"/>
                  </a:lnTo>
                  <a:close/>
                </a:path>
                <a:path w="6187440" h="3378834">
                  <a:moveTo>
                    <a:pt x="4742650" y="1885213"/>
                  </a:moveTo>
                  <a:lnTo>
                    <a:pt x="4522355" y="1639785"/>
                  </a:lnTo>
                  <a:lnTo>
                    <a:pt x="4302061" y="1885213"/>
                  </a:lnTo>
                  <a:lnTo>
                    <a:pt x="4522355" y="2130641"/>
                  </a:lnTo>
                  <a:lnTo>
                    <a:pt x="4742650" y="1885213"/>
                  </a:lnTo>
                  <a:close/>
                </a:path>
                <a:path w="6187440" h="3378834">
                  <a:moveTo>
                    <a:pt x="4742650" y="1303680"/>
                  </a:moveTo>
                  <a:lnTo>
                    <a:pt x="4522355" y="1058252"/>
                  </a:lnTo>
                  <a:lnTo>
                    <a:pt x="4302061" y="1303680"/>
                  </a:lnTo>
                  <a:lnTo>
                    <a:pt x="4522355" y="1549107"/>
                  </a:lnTo>
                  <a:lnTo>
                    <a:pt x="4742650" y="1303680"/>
                  </a:lnTo>
                  <a:close/>
                </a:path>
                <a:path w="6187440" h="3378834">
                  <a:moveTo>
                    <a:pt x="4742650" y="713168"/>
                  </a:moveTo>
                  <a:lnTo>
                    <a:pt x="4522355" y="467741"/>
                  </a:lnTo>
                  <a:lnTo>
                    <a:pt x="4302061" y="713168"/>
                  </a:lnTo>
                  <a:lnTo>
                    <a:pt x="4522355" y="958596"/>
                  </a:lnTo>
                  <a:lnTo>
                    <a:pt x="4742650" y="713168"/>
                  </a:lnTo>
                  <a:close/>
                </a:path>
                <a:path w="6187440" h="3378834">
                  <a:moveTo>
                    <a:pt x="4742650" y="124472"/>
                  </a:moveTo>
                  <a:lnTo>
                    <a:pt x="4630928" y="0"/>
                  </a:lnTo>
                  <a:lnTo>
                    <a:pt x="4413783" y="0"/>
                  </a:lnTo>
                  <a:lnTo>
                    <a:pt x="4302061" y="124472"/>
                  </a:lnTo>
                  <a:lnTo>
                    <a:pt x="4522355" y="369900"/>
                  </a:lnTo>
                  <a:lnTo>
                    <a:pt x="4742650" y="124472"/>
                  </a:lnTo>
                  <a:close/>
                </a:path>
                <a:path w="6187440" h="3378834">
                  <a:moveTo>
                    <a:pt x="5623814" y="1303680"/>
                  </a:moveTo>
                  <a:lnTo>
                    <a:pt x="5403520" y="1058252"/>
                  </a:lnTo>
                  <a:lnTo>
                    <a:pt x="5183225" y="1303680"/>
                  </a:lnTo>
                  <a:lnTo>
                    <a:pt x="4962944" y="1058252"/>
                  </a:lnTo>
                  <a:lnTo>
                    <a:pt x="4742650" y="1303680"/>
                  </a:lnTo>
                  <a:lnTo>
                    <a:pt x="4962944" y="1549107"/>
                  </a:lnTo>
                  <a:lnTo>
                    <a:pt x="5183225" y="1303693"/>
                  </a:lnTo>
                  <a:lnTo>
                    <a:pt x="5403520" y="1549107"/>
                  </a:lnTo>
                  <a:lnTo>
                    <a:pt x="5623814" y="1303680"/>
                  </a:lnTo>
                  <a:close/>
                </a:path>
                <a:path w="6187440" h="3378834">
                  <a:moveTo>
                    <a:pt x="5623814" y="713168"/>
                  </a:moveTo>
                  <a:lnTo>
                    <a:pt x="5403520" y="467741"/>
                  </a:lnTo>
                  <a:lnTo>
                    <a:pt x="5183225" y="713168"/>
                  </a:lnTo>
                  <a:lnTo>
                    <a:pt x="4962944" y="467741"/>
                  </a:lnTo>
                  <a:lnTo>
                    <a:pt x="4742650" y="713168"/>
                  </a:lnTo>
                  <a:lnTo>
                    <a:pt x="4962944" y="958596"/>
                  </a:lnTo>
                  <a:lnTo>
                    <a:pt x="5183225" y="713181"/>
                  </a:lnTo>
                  <a:lnTo>
                    <a:pt x="5403520" y="958596"/>
                  </a:lnTo>
                  <a:lnTo>
                    <a:pt x="5623814" y="713168"/>
                  </a:lnTo>
                  <a:close/>
                </a:path>
                <a:path w="6187440" h="3378834">
                  <a:moveTo>
                    <a:pt x="5623814" y="124472"/>
                  </a:moveTo>
                  <a:lnTo>
                    <a:pt x="5512092" y="0"/>
                  </a:lnTo>
                  <a:lnTo>
                    <a:pt x="5294947" y="0"/>
                  </a:lnTo>
                  <a:lnTo>
                    <a:pt x="5183238" y="124460"/>
                  </a:lnTo>
                  <a:lnTo>
                    <a:pt x="5071529" y="0"/>
                  </a:lnTo>
                  <a:lnTo>
                    <a:pt x="4854384" y="0"/>
                  </a:lnTo>
                  <a:lnTo>
                    <a:pt x="4742662" y="124472"/>
                  </a:lnTo>
                  <a:lnTo>
                    <a:pt x="4962957" y="369900"/>
                  </a:lnTo>
                  <a:lnTo>
                    <a:pt x="5183238" y="124498"/>
                  </a:lnTo>
                  <a:lnTo>
                    <a:pt x="5403520" y="369900"/>
                  </a:lnTo>
                  <a:lnTo>
                    <a:pt x="5623814" y="124472"/>
                  </a:lnTo>
                  <a:close/>
                </a:path>
                <a:path w="6187440" h="3378834">
                  <a:moveTo>
                    <a:pt x="6064402" y="1303680"/>
                  </a:moveTo>
                  <a:lnTo>
                    <a:pt x="5844108" y="1058252"/>
                  </a:lnTo>
                  <a:lnTo>
                    <a:pt x="5623814" y="1303680"/>
                  </a:lnTo>
                  <a:lnTo>
                    <a:pt x="5844108" y="1549107"/>
                  </a:lnTo>
                  <a:lnTo>
                    <a:pt x="6064402" y="1303680"/>
                  </a:lnTo>
                  <a:close/>
                </a:path>
                <a:path w="6187440" h="3378834">
                  <a:moveTo>
                    <a:pt x="6064402" y="713168"/>
                  </a:moveTo>
                  <a:lnTo>
                    <a:pt x="5844108" y="467741"/>
                  </a:lnTo>
                  <a:lnTo>
                    <a:pt x="5623814" y="713168"/>
                  </a:lnTo>
                  <a:lnTo>
                    <a:pt x="5844108" y="958596"/>
                  </a:lnTo>
                  <a:lnTo>
                    <a:pt x="6064402" y="713168"/>
                  </a:lnTo>
                  <a:close/>
                </a:path>
                <a:path w="6187440" h="3378834">
                  <a:moveTo>
                    <a:pt x="6064402" y="124472"/>
                  </a:moveTo>
                  <a:lnTo>
                    <a:pt x="5952680" y="0"/>
                  </a:lnTo>
                  <a:lnTo>
                    <a:pt x="5735536" y="0"/>
                  </a:lnTo>
                  <a:lnTo>
                    <a:pt x="5623814" y="124472"/>
                  </a:lnTo>
                  <a:lnTo>
                    <a:pt x="5844108" y="369900"/>
                  </a:lnTo>
                  <a:lnTo>
                    <a:pt x="6064402" y="124472"/>
                  </a:lnTo>
                  <a:close/>
                </a:path>
                <a:path w="6187440" h="3378834">
                  <a:moveTo>
                    <a:pt x="6186932" y="1475308"/>
                  </a:moveTo>
                  <a:lnTo>
                    <a:pt x="6064516" y="1338922"/>
                  </a:lnTo>
                  <a:lnTo>
                    <a:pt x="5844222" y="1584350"/>
                  </a:lnTo>
                  <a:lnTo>
                    <a:pt x="5623903" y="1338922"/>
                  </a:lnTo>
                  <a:lnTo>
                    <a:pt x="5403621" y="1584350"/>
                  </a:lnTo>
                  <a:lnTo>
                    <a:pt x="5183327" y="1338922"/>
                  </a:lnTo>
                  <a:lnTo>
                    <a:pt x="4963033" y="1584350"/>
                  </a:lnTo>
                  <a:lnTo>
                    <a:pt x="4742764" y="1338922"/>
                  </a:lnTo>
                  <a:lnTo>
                    <a:pt x="4522457" y="1584350"/>
                  </a:lnTo>
                  <a:lnTo>
                    <a:pt x="4302163" y="1338922"/>
                  </a:lnTo>
                  <a:lnTo>
                    <a:pt x="4081856" y="1584350"/>
                  </a:lnTo>
                  <a:lnTo>
                    <a:pt x="3861562" y="1338922"/>
                  </a:lnTo>
                  <a:lnTo>
                    <a:pt x="3641267" y="1584350"/>
                  </a:lnTo>
                  <a:lnTo>
                    <a:pt x="3420986" y="1338922"/>
                  </a:lnTo>
                  <a:lnTo>
                    <a:pt x="3200692" y="1584350"/>
                  </a:lnTo>
                  <a:lnTo>
                    <a:pt x="3105696" y="1478521"/>
                  </a:lnTo>
                  <a:lnTo>
                    <a:pt x="3105696" y="1518602"/>
                  </a:lnTo>
                  <a:lnTo>
                    <a:pt x="3200692" y="1624431"/>
                  </a:lnTo>
                  <a:lnTo>
                    <a:pt x="3420986" y="1379004"/>
                  </a:lnTo>
                  <a:lnTo>
                    <a:pt x="3641267" y="1624431"/>
                  </a:lnTo>
                  <a:lnTo>
                    <a:pt x="3861562" y="1379004"/>
                  </a:lnTo>
                  <a:lnTo>
                    <a:pt x="4081856" y="1624431"/>
                  </a:lnTo>
                  <a:lnTo>
                    <a:pt x="4302163" y="1379004"/>
                  </a:lnTo>
                  <a:lnTo>
                    <a:pt x="4522457" y="1624431"/>
                  </a:lnTo>
                  <a:lnTo>
                    <a:pt x="4742764" y="1379004"/>
                  </a:lnTo>
                  <a:lnTo>
                    <a:pt x="4963033" y="1624431"/>
                  </a:lnTo>
                  <a:lnTo>
                    <a:pt x="5183327" y="1379004"/>
                  </a:lnTo>
                  <a:lnTo>
                    <a:pt x="5403621" y="1624431"/>
                  </a:lnTo>
                  <a:lnTo>
                    <a:pt x="5623903" y="1379004"/>
                  </a:lnTo>
                  <a:lnTo>
                    <a:pt x="5844222" y="1624431"/>
                  </a:lnTo>
                  <a:lnTo>
                    <a:pt x="6064516" y="1379004"/>
                  </a:lnTo>
                  <a:lnTo>
                    <a:pt x="6186932" y="1515389"/>
                  </a:lnTo>
                  <a:lnTo>
                    <a:pt x="6186932" y="1475308"/>
                  </a:lnTo>
                  <a:close/>
                </a:path>
                <a:path w="6187440" h="3378834">
                  <a:moveTo>
                    <a:pt x="6186932" y="1167193"/>
                  </a:moveTo>
                  <a:lnTo>
                    <a:pt x="6064415" y="1303693"/>
                  </a:lnTo>
                  <a:lnTo>
                    <a:pt x="6186932" y="1440192"/>
                  </a:lnTo>
                  <a:lnTo>
                    <a:pt x="6186932" y="1167193"/>
                  </a:lnTo>
                  <a:close/>
                </a:path>
                <a:path w="6187440" h="3378834">
                  <a:moveTo>
                    <a:pt x="6186932" y="884796"/>
                  </a:moveTo>
                  <a:lnTo>
                    <a:pt x="6064516" y="748411"/>
                  </a:lnTo>
                  <a:lnTo>
                    <a:pt x="5844222" y="993838"/>
                  </a:lnTo>
                  <a:lnTo>
                    <a:pt x="5623903" y="748411"/>
                  </a:lnTo>
                  <a:lnTo>
                    <a:pt x="5403621" y="993838"/>
                  </a:lnTo>
                  <a:lnTo>
                    <a:pt x="5183327" y="748411"/>
                  </a:lnTo>
                  <a:lnTo>
                    <a:pt x="4963033" y="993838"/>
                  </a:lnTo>
                  <a:lnTo>
                    <a:pt x="4742764" y="748411"/>
                  </a:lnTo>
                  <a:lnTo>
                    <a:pt x="4522457" y="993838"/>
                  </a:lnTo>
                  <a:lnTo>
                    <a:pt x="4302163" y="748411"/>
                  </a:lnTo>
                  <a:lnTo>
                    <a:pt x="4081856" y="993838"/>
                  </a:lnTo>
                  <a:lnTo>
                    <a:pt x="3861562" y="748411"/>
                  </a:lnTo>
                  <a:lnTo>
                    <a:pt x="3641267" y="993838"/>
                  </a:lnTo>
                  <a:lnTo>
                    <a:pt x="3420986" y="748411"/>
                  </a:lnTo>
                  <a:lnTo>
                    <a:pt x="3200692" y="993838"/>
                  </a:lnTo>
                  <a:lnTo>
                    <a:pt x="3105696" y="888009"/>
                  </a:lnTo>
                  <a:lnTo>
                    <a:pt x="3105696" y="928090"/>
                  </a:lnTo>
                  <a:lnTo>
                    <a:pt x="3200692" y="1033919"/>
                  </a:lnTo>
                  <a:lnTo>
                    <a:pt x="3420986" y="788492"/>
                  </a:lnTo>
                  <a:lnTo>
                    <a:pt x="3641267" y="1033932"/>
                  </a:lnTo>
                  <a:lnTo>
                    <a:pt x="3861562" y="788492"/>
                  </a:lnTo>
                  <a:lnTo>
                    <a:pt x="4081856" y="1033932"/>
                  </a:lnTo>
                  <a:lnTo>
                    <a:pt x="4302163" y="788492"/>
                  </a:lnTo>
                  <a:lnTo>
                    <a:pt x="4522457" y="1033932"/>
                  </a:lnTo>
                  <a:lnTo>
                    <a:pt x="4742764" y="788492"/>
                  </a:lnTo>
                  <a:lnTo>
                    <a:pt x="4963033" y="1033919"/>
                  </a:lnTo>
                  <a:lnTo>
                    <a:pt x="5183327" y="788492"/>
                  </a:lnTo>
                  <a:lnTo>
                    <a:pt x="5403621" y="1033932"/>
                  </a:lnTo>
                  <a:lnTo>
                    <a:pt x="5623903" y="788492"/>
                  </a:lnTo>
                  <a:lnTo>
                    <a:pt x="5844222" y="1033932"/>
                  </a:lnTo>
                  <a:lnTo>
                    <a:pt x="6064516" y="788492"/>
                  </a:lnTo>
                  <a:lnTo>
                    <a:pt x="6186932" y="924890"/>
                  </a:lnTo>
                  <a:lnTo>
                    <a:pt x="6186932" y="884796"/>
                  </a:lnTo>
                  <a:close/>
                </a:path>
                <a:path w="6187440" h="3378834">
                  <a:moveTo>
                    <a:pt x="6186932" y="576668"/>
                  </a:moveTo>
                  <a:lnTo>
                    <a:pt x="6064415" y="713168"/>
                  </a:lnTo>
                  <a:lnTo>
                    <a:pt x="6186932" y="849668"/>
                  </a:lnTo>
                  <a:lnTo>
                    <a:pt x="6186932" y="576668"/>
                  </a:lnTo>
                  <a:close/>
                </a:path>
                <a:path w="6187440" h="3378834">
                  <a:moveTo>
                    <a:pt x="6186932" y="296100"/>
                  </a:moveTo>
                  <a:lnTo>
                    <a:pt x="6064516" y="159715"/>
                  </a:lnTo>
                  <a:lnTo>
                    <a:pt x="5844222" y="405142"/>
                  </a:lnTo>
                  <a:lnTo>
                    <a:pt x="5623903" y="159715"/>
                  </a:lnTo>
                  <a:lnTo>
                    <a:pt x="5403621" y="405142"/>
                  </a:lnTo>
                  <a:lnTo>
                    <a:pt x="5183327" y="159715"/>
                  </a:lnTo>
                  <a:lnTo>
                    <a:pt x="4963033" y="405142"/>
                  </a:lnTo>
                  <a:lnTo>
                    <a:pt x="4742764" y="159715"/>
                  </a:lnTo>
                  <a:lnTo>
                    <a:pt x="4522457" y="405142"/>
                  </a:lnTo>
                  <a:lnTo>
                    <a:pt x="4302163" y="159715"/>
                  </a:lnTo>
                  <a:lnTo>
                    <a:pt x="4081856" y="405142"/>
                  </a:lnTo>
                  <a:lnTo>
                    <a:pt x="3861562" y="159715"/>
                  </a:lnTo>
                  <a:lnTo>
                    <a:pt x="3641267" y="405142"/>
                  </a:lnTo>
                  <a:lnTo>
                    <a:pt x="3420986" y="159715"/>
                  </a:lnTo>
                  <a:lnTo>
                    <a:pt x="3200692" y="405142"/>
                  </a:lnTo>
                  <a:lnTo>
                    <a:pt x="3105696" y="299313"/>
                  </a:lnTo>
                  <a:lnTo>
                    <a:pt x="3105696" y="339394"/>
                  </a:lnTo>
                  <a:lnTo>
                    <a:pt x="3200692" y="445223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23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100"/>
                  </a:lnTo>
                  <a:close/>
                </a:path>
                <a:path w="6187440" h="3378834">
                  <a:moveTo>
                    <a:pt x="6186932" y="0"/>
                  </a:moveTo>
                  <a:lnTo>
                    <a:pt x="6176137" y="0"/>
                  </a:lnTo>
                  <a:lnTo>
                    <a:pt x="6064415" y="124472"/>
                  </a:lnTo>
                  <a:lnTo>
                    <a:pt x="6186932" y="260972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algn="ctr" defTabSz="916137">
                <a:buClrTx/>
              </a:pPr>
              <a:r>
                <a:rPr lang="en-US" sz="2000" b="1" kern="1200" dirty="0">
                  <a:solidFill>
                    <a:prstClr val="black"/>
                  </a:solidFill>
                  <a:latin typeface="Bahnschrift" panose="020B0502040204020203" pitchFamily="34" charset="0"/>
                  <a:ea typeface="+mn-ea"/>
                  <a:cs typeface="+mn-cs"/>
                </a:rPr>
                <a:t>Feb,  2026</a:t>
              </a:r>
              <a:endParaRPr sz="2000" b="1" kern="1200" dirty="0">
                <a:solidFill>
                  <a:prstClr val="black"/>
                </a:solidFill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9062"/>
              <a:ext cx="12168505" cy="6795134"/>
            </a:xfrm>
            <a:custGeom>
              <a:avLst/>
              <a:gdLst/>
              <a:ahLst/>
              <a:cxnLst/>
              <a:rect l="l" t="t" r="r" b="b"/>
              <a:pathLst>
                <a:path w="12168505" h="6795134">
                  <a:moveTo>
                    <a:pt x="293331" y="0"/>
                  </a:moveTo>
                  <a:lnTo>
                    <a:pt x="257352" y="0"/>
                  </a:lnTo>
                  <a:lnTo>
                    <a:pt x="212407" y="50076"/>
                  </a:lnTo>
                  <a:lnTo>
                    <a:pt x="167462" y="0"/>
                  </a:lnTo>
                  <a:lnTo>
                    <a:pt x="131483" y="0"/>
                  </a:lnTo>
                  <a:lnTo>
                    <a:pt x="212407" y="90157"/>
                  </a:lnTo>
                  <a:lnTo>
                    <a:pt x="248386" y="50076"/>
                  </a:lnTo>
                  <a:lnTo>
                    <a:pt x="293331" y="0"/>
                  </a:lnTo>
                  <a:close/>
                </a:path>
                <a:path w="12168505" h="6795134">
                  <a:moveTo>
                    <a:pt x="650786" y="124460"/>
                  </a:moveTo>
                  <a:lnTo>
                    <a:pt x="539076" y="0"/>
                  </a:lnTo>
                  <a:lnTo>
                    <a:pt x="321919" y="0"/>
                  </a:lnTo>
                  <a:lnTo>
                    <a:pt x="210210" y="124460"/>
                  </a:lnTo>
                  <a:lnTo>
                    <a:pt x="98501" y="0"/>
                  </a:lnTo>
                  <a:lnTo>
                    <a:pt x="0" y="0"/>
                  </a:lnTo>
                  <a:lnTo>
                    <a:pt x="0" y="358673"/>
                  </a:lnTo>
                  <a:lnTo>
                    <a:pt x="210210" y="124472"/>
                  </a:lnTo>
                  <a:lnTo>
                    <a:pt x="430504" y="369887"/>
                  </a:lnTo>
                  <a:lnTo>
                    <a:pt x="650786" y="124460"/>
                  </a:lnTo>
                  <a:close/>
                </a:path>
                <a:path w="12168505" h="6795134">
                  <a:moveTo>
                    <a:pt x="650798" y="3057906"/>
                  </a:moveTo>
                  <a:lnTo>
                    <a:pt x="430504" y="2812478"/>
                  </a:lnTo>
                  <a:lnTo>
                    <a:pt x="210210" y="3057906"/>
                  </a:lnTo>
                  <a:lnTo>
                    <a:pt x="0" y="2823680"/>
                  </a:lnTo>
                  <a:lnTo>
                    <a:pt x="0" y="3292132"/>
                  </a:lnTo>
                  <a:lnTo>
                    <a:pt x="210210" y="3057931"/>
                  </a:lnTo>
                  <a:lnTo>
                    <a:pt x="430504" y="3303333"/>
                  </a:lnTo>
                  <a:lnTo>
                    <a:pt x="650798" y="3057906"/>
                  </a:lnTo>
                  <a:close/>
                </a:path>
                <a:path w="12168505" h="6795134">
                  <a:moveTo>
                    <a:pt x="650798" y="2475712"/>
                  </a:moveTo>
                  <a:lnTo>
                    <a:pt x="430504" y="2230285"/>
                  </a:lnTo>
                  <a:lnTo>
                    <a:pt x="210210" y="2475712"/>
                  </a:lnTo>
                  <a:lnTo>
                    <a:pt x="0" y="2241512"/>
                  </a:lnTo>
                  <a:lnTo>
                    <a:pt x="0" y="2709926"/>
                  </a:lnTo>
                  <a:lnTo>
                    <a:pt x="210210" y="2475725"/>
                  </a:lnTo>
                  <a:lnTo>
                    <a:pt x="430504" y="2721140"/>
                  </a:lnTo>
                  <a:lnTo>
                    <a:pt x="650798" y="2475712"/>
                  </a:lnTo>
                  <a:close/>
                </a:path>
                <a:path w="12168505" h="6795134">
                  <a:moveTo>
                    <a:pt x="650798" y="1885200"/>
                  </a:moveTo>
                  <a:lnTo>
                    <a:pt x="430504" y="1639773"/>
                  </a:lnTo>
                  <a:lnTo>
                    <a:pt x="210223" y="1885188"/>
                  </a:lnTo>
                  <a:lnTo>
                    <a:pt x="0" y="1650987"/>
                  </a:lnTo>
                  <a:lnTo>
                    <a:pt x="0" y="2119426"/>
                  </a:lnTo>
                  <a:lnTo>
                    <a:pt x="210210" y="1885213"/>
                  </a:lnTo>
                  <a:lnTo>
                    <a:pt x="430504" y="2130628"/>
                  </a:lnTo>
                  <a:lnTo>
                    <a:pt x="650798" y="1885200"/>
                  </a:lnTo>
                  <a:close/>
                </a:path>
                <a:path w="12168505" h="6795134">
                  <a:moveTo>
                    <a:pt x="650798" y="1303667"/>
                  </a:moveTo>
                  <a:lnTo>
                    <a:pt x="430504" y="1058240"/>
                  </a:lnTo>
                  <a:lnTo>
                    <a:pt x="210210" y="1303667"/>
                  </a:lnTo>
                  <a:lnTo>
                    <a:pt x="0" y="1069441"/>
                  </a:lnTo>
                  <a:lnTo>
                    <a:pt x="0" y="1537893"/>
                  </a:lnTo>
                  <a:lnTo>
                    <a:pt x="210210" y="1303680"/>
                  </a:lnTo>
                  <a:lnTo>
                    <a:pt x="430504" y="1549095"/>
                  </a:lnTo>
                  <a:lnTo>
                    <a:pt x="650798" y="1303667"/>
                  </a:lnTo>
                  <a:close/>
                </a:path>
                <a:path w="12168505" h="6795134">
                  <a:moveTo>
                    <a:pt x="650798" y="713155"/>
                  </a:moveTo>
                  <a:lnTo>
                    <a:pt x="430504" y="467728"/>
                  </a:lnTo>
                  <a:lnTo>
                    <a:pt x="210223" y="713143"/>
                  </a:lnTo>
                  <a:lnTo>
                    <a:pt x="0" y="478942"/>
                  </a:lnTo>
                  <a:lnTo>
                    <a:pt x="0" y="947369"/>
                  </a:lnTo>
                  <a:lnTo>
                    <a:pt x="210210" y="713168"/>
                  </a:lnTo>
                  <a:lnTo>
                    <a:pt x="430504" y="958583"/>
                  </a:lnTo>
                  <a:lnTo>
                    <a:pt x="650798" y="713155"/>
                  </a:lnTo>
                  <a:close/>
                </a:path>
                <a:path w="12168505" h="6795134">
                  <a:moveTo>
                    <a:pt x="733920" y="0"/>
                  </a:moveTo>
                  <a:lnTo>
                    <a:pt x="697928" y="0"/>
                  </a:lnTo>
                  <a:lnTo>
                    <a:pt x="652983" y="50076"/>
                  </a:lnTo>
                  <a:lnTo>
                    <a:pt x="608037" y="0"/>
                  </a:lnTo>
                  <a:lnTo>
                    <a:pt x="572058" y="0"/>
                  </a:lnTo>
                  <a:lnTo>
                    <a:pt x="652983" y="90170"/>
                  </a:lnTo>
                  <a:lnTo>
                    <a:pt x="688975" y="50076"/>
                  </a:lnTo>
                  <a:lnTo>
                    <a:pt x="733920" y="0"/>
                  </a:lnTo>
                  <a:close/>
                </a:path>
                <a:path w="12168505" h="6795134">
                  <a:moveTo>
                    <a:pt x="1091387" y="3057906"/>
                  </a:moveTo>
                  <a:lnTo>
                    <a:pt x="871093" y="2812478"/>
                  </a:lnTo>
                  <a:lnTo>
                    <a:pt x="650798" y="3057906"/>
                  </a:lnTo>
                  <a:lnTo>
                    <a:pt x="871093" y="3303333"/>
                  </a:lnTo>
                  <a:lnTo>
                    <a:pt x="1091387" y="3057906"/>
                  </a:lnTo>
                  <a:close/>
                </a:path>
                <a:path w="12168505" h="6795134">
                  <a:moveTo>
                    <a:pt x="1091387" y="2475712"/>
                  </a:moveTo>
                  <a:lnTo>
                    <a:pt x="871093" y="2230285"/>
                  </a:lnTo>
                  <a:lnTo>
                    <a:pt x="650798" y="2475712"/>
                  </a:lnTo>
                  <a:lnTo>
                    <a:pt x="871093" y="2721140"/>
                  </a:lnTo>
                  <a:lnTo>
                    <a:pt x="1091387" y="2475712"/>
                  </a:lnTo>
                  <a:close/>
                </a:path>
                <a:path w="12168505" h="6795134">
                  <a:moveTo>
                    <a:pt x="1091387" y="1885200"/>
                  </a:moveTo>
                  <a:lnTo>
                    <a:pt x="871093" y="1639773"/>
                  </a:lnTo>
                  <a:lnTo>
                    <a:pt x="650798" y="1885200"/>
                  </a:lnTo>
                  <a:lnTo>
                    <a:pt x="871093" y="2130628"/>
                  </a:lnTo>
                  <a:lnTo>
                    <a:pt x="1091387" y="1885200"/>
                  </a:lnTo>
                  <a:close/>
                </a:path>
                <a:path w="12168505" h="6795134">
                  <a:moveTo>
                    <a:pt x="1091387" y="1303667"/>
                  </a:moveTo>
                  <a:lnTo>
                    <a:pt x="871093" y="1058240"/>
                  </a:lnTo>
                  <a:lnTo>
                    <a:pt x="650798" y="1303667"/>
                  </a:lnTo>
                  <a:lnTo>
                    <a:pt x="871093" y="1549095"/>
                  </a:lnTo>
                  <a:lnTo>
                    <a:pt x="1091387" y="1303667"/>
                  </a:lnTo>
                  <a:close/>
                </a:path>
                <a:path w="12168505" h="6795134">
                  <a:moveTo>
                    <a:pt x="1091387" y="713155"/>
                  </a:moveTo>
                  <a:lnTo>
                    <a:pt x="871093" y="467728"/>
                  </a:lnTo>
                  <a:lnTo>
                    <a:pt x="650798" y="713155"/>
                  </a:lnTo>
                  <a:lnTo>
                    <a:pt x="871093" y="958583"/>
                  </a:lnTo>
                  <a:lnTo>
                    <a:pt x="1091387" y="713155"/>
                  </a:lnTo>
                  <a:close/>
                </a:path>
                <a:path w="12168505" h="6795134">
                  <a:moveTo>
                    <a:pt x="1091387" y="124460"/>
                  </a:moveTo>
                  <a:lnTo>
                    <a:pt x="979678" y="0"/>
                  </a:lnTo>
                  <a:lnTo>
                    <a:pt x="762520" y="0"/>
                  </a:lnTo>
                  <a:lnTo>
                    <a:pt x="650811" y="124460"/>
                  </a:lnTo>
                  <a:lnTo>
                    <a:pt x="871105" y="369887"/>
                  </a:lnTo>
                  <a:lnTo>
                    <a:pt x="1091387" y="124460"/>
                  </a:lnTo>
                  <a:close/>
                </a:path>
                <a:path w="12168505" h="6795134">
                  <a:moveTo>
                    <a:pt x="1174508" y="0"/>
                  </a:moveTo>
                  <a:lnTo>
                    <a:pt x="1138516" y="0"/>
                  </a:lnTo>
                  <a:lnTo>
                    <a:pt x="1093571" y="50076"/>
                  </a:lnTo>
                  <a:lnTo>
                    <a:pt x="1048626" y="0"/>
                  </a:lnTo>
                  <a:lnTo>
                    <a:pt x="1012634" y="0"/>
                  </a:lnTo>
                  <a:lnTo>
                    <a:pt x="1093571" y="90170"/>
                  </a:lnTo>
                  <a:lnTo>
                    <a:pt x="1129563" y="50076"/>
                  </a:lnTo>
                  <a:lnTo>
                    <a:pt x="1174508" y="0"/>
                  </a:lnTo>
                  <a:close/>
                </a:path>
                <a:path w="12168505" h="6795134">
                  <a:moveTo>
                    <a:pt x="1531975" y="124460"/>
                  </a:moveTo>
                  <a:lnTo>
                    <a:pt x="1420266" y="0"/>
                  </a:lnTo>
                  <a:lnTo>
                    <a:pt x="1203109" y="0"/>
                  </a:lnTo>
                  <a:lnTo>
                    <a:pt x="1091399" y="124460"/>
                  </a:lnTo>
                  <a:lnTo>
                    <a:pt x="1311694" y="369887"/>
                  </a:lnTo>
                  <a:lnTo>
                    <a:pt x="1531975" y="124460"/>
                  </a:lnTo>
                  <a:close/>
                </a:path>
                <a:path w="12168505" h="6795134">
                  <a:moveTo>
                    <a:pt x="1531988" y="3057906"/>
                  </a:moveTo>
                  <a:lnTo>
                    <a:pt x="1311694" y="2812478"/>
                  </a:lnTo>
                  <a:lnTo>
                    <a:pt x="1091399" y="3057906"/>
                  </a:lnTo>
                  <a:lnTo>
                    <a:pt x="1311694" y="3303333"/>
                  </a:lnTo>
                  <a:lnTo>
                    <a:pt x="1531988" y="3057906"/>
                  </a:lnTo>
                  <a:close/>
                </a:path>
                <a:path w="12168505" h="6795134">
                  <a:moveTo>
                    <a:pt x="1531988" y="2475712"/>
                  </a:moveTo>
                  <a:lnTo>
                    <a:pt x="1311694" y="2230285"/>
                  </a:lnTo>
                  <a:lnTo>
                    <a:pt x="1091399" y="2475712"/>
                  </a:lnTo>
                  <a:lnTo>
                    <a:pt x="1311694" y="2721140"/>
                  </a:lnTo>
                  <a:lnTo>
                    <a:pt x="1531988" y="2475712"/>
                  </a:lnTo>
                  <a:close/>
                </a:path>
                <a:path w="12168505" h="6795134">
                  <a:moveTo>
                    <a:pt x="1531988" y="1885200"/>
                  </a:moveTo>
                  <a:lnTo>
                    <a:pt x="1311694" y="1639773"/>
                  </a:lnTo>
                  <a:lnTo>
                    <a:pt x="1091399" y="1885200"/>
                  </a:lnTo>
                  <a:lnTo>
                    <a:pt x="1311694" y="2130628"/>
                  </a:lnTo>
                  <a:lnTo>
                    <a:pt x="1531988" y="1885200"/>
                  </a:lnTo>
                  <a:close/>
                </a:path>
                <a:path w="12168505" h="6795134">
                  <a:moveTo>
                    <a:pt x="1531988" y="1303667"/>
                  </a:moveTo>
                  <a:lnTo>
                    <a:pt x="1311694" y="1058240"/>
                  </a:lnTo>
                  <a:lnTo>
                    <a:pt x="1091399" y="1303667"/>
                  </a:lnTo>
                  <a:lnTo>
                    <a:pt x="1311694" y="1549095"/>
                  </a:lnTo>
                  <a:lnTo>
                    <a:pt x="1531988" y="1303667"/>
                  </a:lnTo>
                  <a:close/>
                </a:path>
                <a:path w="12168505" h="6795134">
                  <a:moveTo>
                    <a:pt x="1531988" y="713155"/>
                  </a:moveTo>
                  <a:lnTo>
                    <a:pt x="1311694" y="467728"/>
                  </a:lnTo>
                  <a:lnTo>
                    <a:pt x="1091399" y="713155"/>
                  </a:lnTo>
                  <a:lnTo>
                    <a:pt x="1311694" y="958583"/>
                  </a:lnTo>
                  <a:lnTo>
                    <a:pt x="1531988" y="713155"/>
                  </a:lnTo>
                  <a:close/>
                </a:path>
                <a:path w="12168505" h="6795134">
                  <a:moveTo>
                    <a:pt x="1615097" y="0"/>
                  </a:moveTo>
                  <a:lnTo>
                    <a:pt x="1579105" y="0"/>
                  </a:lnTo>
                  <a:lnTo>
                    <a:pt x="1534160" y="50076"/>
                  </a:lnTo>
                  <a:lnTo>
                    <a:pt x="1489214" y="0"/>
                  </a:lnTo>
                  <a:lnTo>
                    <a:pt x="1453222" y="0"/>
                  </a:lnTo>
                  <a:lnTo>
                    <a:pt x="1534160" y="90170"/>
                  </a:lnTo>
                  <a:lnTo>
                    <a:pt x="1570151" y="50076"/>
                  </a:lnTo>
                  <a:lnTo>
                    <a:pt x="1615097" y="0"/>
                  </a:lnTo>
                  <a:close/>
                </a:path>
                <a:path w="12168505" h="6795134">
                  <a:moveTo>
                    <a:pt x="1972564" y="124460"/>
                  </a:moveTo>
                  <a:lnTo>
                    <a:pt x="1860854" y="0"/>
                  </a:lnTo>
                  <a:lnTo>
                    <a:pt x="1643697" y="0"/>
                  </a:lnTo>
                  <a:lnTo>
                    <a:pt x="1531988" y="124460"/>
                  </a:lnTo>
                  <a:lnTo>
                    <a:pt x="1752282" y="369887"/>
                  </a:lnTo>
                  <a:lnTo>
                    <a:pt x="1972564" y="124460"/>
                  </a:lnTo>
                  <a:close/>
                </a:path>
                <a:path w="12168505" h="6795134">
                  <a:moveTo>
                    <a:pt x="2055672" y="0"/>
                  </a:moveTo>
                  <a:lnTo>
                    <a:pt x="2019693" y="0"/>
                  </a:lnTo>
                  <a:lnTo>
                    <a:pt x="1974748" y="50076"/>
                  </a:lnTo>
                  <a:lnTo>
                    <a:pt x="1929803" y="0"/>
                  </a:lnTo>
                  <a:lnTo>
                    <a:pt x="1893824" y="0"/>
                  </a:lnTo>
                  <a:lnTo>
                    <a:pt x="1974748" y="90157"/>
                  </a:lnTo>
                  <a:lnTo>
                    <a:pt x="2010727" y="50076"/>
                  </a:lnTo>
                  <a:lnTo>
                    <a:pt x="2055672" y="0"/>
                  </a:lnTo>
                  <a:close/>
                </a:path>
                <a:path w="12168505" h="6795134">
                  <a:moveTo>
                    <a:pt x="2413139" y="124460"/>
                  </a:moveTo>
                  <a:lnTo>
                    <a:pt x="2301430" y="0"/>
                  </a:lnTo>
                  <a:lnTo>
                    <a:pt x="2084273" y="0"/>
                  </a:lnTo>
                  <a:lnTo>
                    <a:pt x="1972564" y="124460"/>
                  </a:lnTo>
                  <a:lnTo>
                    <a:pt x="2192858" y="369887"/>
                  </a:lnTo>
                  <a:lnTo>
                    <a:pt x="2413139" y="124460"/>
                  </a:lnTo>
                  <a:close/>
                </a:path>
                <a:path w="12168505" h="6795134">
                  <a:moveTo>
                    <a:pt x="2496261" y="0"/>
                  </a:moveTo>
                  <a:lnTo>
                    <a:pt x="2460282" y="0"/>
                  </a:lnTo>
                  <a:lnTo>
                    <a:pt x="2415336" y="50076"/>
                  </a:lnTo>
                  <a:lnTo>
                    <a:pt x="2370391" y="0"/>
                  </a:lnTo>
                  <a:lnTo>
                    <a:pt x="2334399" y="0"/>
                  </a:lnTo>
                  <a:lnTo>
                    <a:pt x="2415336" y="90170"/>
                  </a:lnTo>
                  <a:lnTo>
                    <a:pt x="2451316" y="50076"/>
                  </a:lnTo>
                  <a:lnTo>
                    <a:pt x="2496261" y="0"/>
                  </a:lnTo>
                  <a:close/>
                </a:path>
                <a:path w="12168505" h="6795134">
                  <a:moveTo>
                    <a:pt x="2853728" y="3057906"/>
                  </a:moveTo>
                  <a:lnTo>
                    <a:pt x="2633434" y="2812478"/>
                  </a:lnTo>
                  <a:lnTo>
                    <a:pt x="2413139" y="3057906"/>
                  </a:lnTo>
                  <a:lnTo>
                    <a:pt x="2192858" y="2812478"/>
                  </a:lnTo>
                  <a:lnTo>
                    <a:pt x="1972564" y="3057906"/>
                  </a:lnTo>
                  <a:lnTo>
                    <a:pt x="1752282" y="2812478"/>
                  </a:lnTo>
                  <a:lnTo>
                    <a:pt x="1531988" y="3057906"/>
                  </a:lnTo>
                  <a:lnTo>
                    <a:pt x="1752282" y="3303333"/>
                  </a:lnTo>
                  <a:lnTo>
                    <a:pt x="1972564" y="3057918"/>
                  </a:lnTo>
                  <a:lnTo>
                    <a:pt x="2192858" y="3303333"/>
                  </a:lnTo>
                  <a:lnTo>
                    <a:pt x="2413139" y="3057918"/>
                  </a:lnTo>
                  <a:lnTo>
                    <a:pt x="2633434" y="3303333"/>
                  </a:lnTo>
                  <a:lnTo>
                    <a:pt x="2853728" y="3057906"/>
                  </a:lnTo>
                  <a:close/>
                </a:path>
                <a:path w="12168505" h="6795134">
                  <a:moveTo>
                    <a:pt x="2853728" y="2475712"/>
                  </a:moveTo>
                  <a:lnTo>
                    <a:pt x="2633434" y="2230285"/>
                  </a:lnTo>
                  <a:lnTo>
                    <a:pt x="2413139" y="2475712"/>
                  </a:lnTo>
                  <a:lnTo>
                    <a:pt x="2192858" y="2230285"/>
                  </a:lnTo>
                  <a:lnTo>
                    <a:pt x="1972564" y="2475712"/>
                  </a:lnTo>
                  <a:lnTo>
                    <a:pt x="1752282" y="2230285"/>
                  </a:lnTo>
                  <a:lnTo>
                    <a:pt x="1531988" y="2475712"/>
                  </a:lnTo>
                  <a:lnTo>
                    <a:pt x="1752282" y="2721140"/>
                  </a:lnTo>
                  <a:lnTo>
                    <a:pt x="1972564" y="2475725"/>
                  </a:lnTo>
                  <a:lnTo>
                    <a:pt x="2192858" y="2721140"/>
                  </a:lnTo>
                  <a:lnTo>
                    <a:pt x="2413139" y="2475725"/>
                  </a:lnTo>
                  <a:lnTo>
                    <a:pt x="2633434" y="2721140"/>
                  </a:lnTo>
                  <a:lnTo>
                    <a:pt x="2853728" y="2475712"/>
                  </a:lnTo>
                  <a:close/>
                </a:path>
                <a:path w="12168505" h="6795134">
                  <a:moveTo>
                    <a:pt x="2853728" y="1885200"/>
                  </a:moveTo>
                  <a:lnTo>
                    <a:pt x="2633434" y="1639773"/>
                  </a:lnTo>
                  <a:lnTo>
                    <a:pt x="2413139" y="1885200"/>
                  </a:lnTo>
                  <a:lnTo>
                    <a:pt x="2192858" y="1639773"/>
                  </a:lnTo>
                  <a:lnTo>
                    <a:pt x="1972564" y="1885200"/>
                  </a:lnTo>
                  <a:lnTo>
                    <a:pt x="1752282" y="1639773"/>
                  </a:lnTo>
                  <a:lnTo>
                    <a:pt x="1531988" y="1885200"/>
                  </a:lnTo>
                  <a:lnTo>
                    <a:pt x="1752282" y="2130628"/>
                  </a:lnTo>
                  <a:lnTo>
                    <a:pt x="1972564" y="1885213"/>
                  </a:lnTo>
                  <a:lnTo>
                    <a:pt x="2192858" y="2130628"/>
                  </a:lnTo>
                  <a:lnTo>
                    <a:pt x="2413139" y="1885213"/>
                  </a:lnTo>
                  <a:lnTo>
                    <a:pt x="2633434" y="2130628"/>
                  </a:lnTo>
                  <a:lnTo>
                    <a:pt x="2853728" y="1885200"/>
                  </a:lnTo>
                  <a:close/>
                </a:path>
                <a:path w="12168505" h="6795134">
                  <a:moveTo>
                    <a:pt x="2853728" y="1303667"/>
                  </a:moveTo>
                  <a:lnTo>
                    <a:pt x="2633434" y="1058240"/>
                  </a:lnTo>
                  <a:lnTo>
                    <a:pt x="2413139" y="1303667"/>
                  </a:lnTo>
                  <a:lnTo>
                    <a:pt x="2192858" y="1058240"/>
                  </a:lnTo>
                  <a:lnTo>
                    <a:pt x="1972564" y="1303667"/>
                  </a:lnTo>
                  <a:lnTo>
                    <a:pt x="1752282" y="1058240"/>
                  </a:lnTo>
                  <a:lnTo>
                    <a:pt x="1531988" y="1303667"/>
                  </a:lnTo>
                  <a:lnTo>
                    <a:pt x="1752282" y="1549095"/>
                  </a:lnTo>
                  <a:lnTo>
                    <a:pt x="1972564" y="1303680"/>
                  </a:lnTo>
                  <a:lnTo>
                    <a:pt x="2192858" y="1549095"/>
                  </a:lnTo>
                  <a:lnTo>
                    <a:pt x="2413139" y="1303680"/>
                  </a:lnTo>
                  <a:lnTo>
                    <a:pt x="2633434" y="1549095"/>
                  </a:lnTo>
                  <a:lnTo>
                    <a:pt x="2853728" y="1303667"/>
                  </a:lnTo>
                  <a:close/>
                </a:path>
                <a:path w="12168505" h="6795134">
                  <a:moveTo>
                    <a:pt x="2853728" y="713155"/>
                  </a:moveTo>
                  <a:lnTo>
                    <a:pt x="2633434" y="467728"/>
                  </a:lnTo>
                  <a:lnTo>
                    <a:pt x="2413139" y="713155"/>
                  </a:lnTo>
                  <a:lnTo>
                    <a:pt x="2192858" y="467728"/>
                  </a:lnTo>
                  <a:lnTo>
                    <a:pt x="1972564" y="713155"/>
                  </a:lnTo>
                  <a:lnTo>
                    <a:pt x="1752282" y="467728"/>
                  </a:lnTo>
                  <a:lnTo>
                    <a:pt x="1531988" y="713155"/>
                  </a:lnTo>
                  <a:lnTo>
                    <a:pt x="1752282" y="958583"/>
                  </a:lnTo>
                  <a:lnTo>
                    <a:pt x="1972564" y="713168"/>
                  </a:lnTo>
                  <a:lnTo>
                    <a:pt x="2192858" y="958583"/>
                  </a:lnTo>
                  <a:lnTo>
                    <a:pt x="2413139" y="713168"/>
                  </a:lnTo>
                  <a:lnTo>
                    <a:pt x="2633434" y="958583"/>
                  </a:lnTo>
                  <a:lnTo>
                    <a:pt x="2853728" y="713155"/>
                  </a:lnTo>
                  <a:close/>
                </a:path>
                <a:path w="12168505" h="6795134">
                  <a:moveTo>
                    <a:pt x="2853728" y="124460"/>
                  </a:moveTo>
                  <a:lnTo>
                    <a:pt x="2742019" y="0"/>
                  </a:lnTo>
                  <a:lnTo>
                    <a:pt x="2524861" y="0"/>
                  </a:lnTo>
                  <a:lnTo>
                    <a:pt x="2413152" y="124460"/>
                  </a:lnTo>
                  <a:lnTo>
                    <a:pt x="2633446" y="369887"/>
                  </a:lnTo>
                  <a:lnTo>
                    <a:pt x="2853728" y="124460"/>
                  </a:lnTo>
                  <a:close/>
                </a:path>
                <a:path w="12168505" h="6795134">
                  <a:moveTo>
                    <a:pt x="2936875" y="0"/>
                  </a:moveTo>
                  <a:lnTo>
                    <a:pt x="2900883" y="0"/>
                  </a:lnTo>
                  <a:lnTo>
                    <a:pt x="2855938" y="50076"/>
                  </a:lnTo>
                  <a:lnTo>
                    <a:pt x="2810980" y="0"/>
                  </a:lnTo>
                  <a:lnTo>
                    <a:pt x="2775000" y="0"/>
                  </a:lnTo>
                  <a:lnTo>
                    <a:pt x="2855938" y="90170"/>
                  </a:lnTo>
                  <a:lnTo>
                    <a:pt x="2891929" y="50076"/>
                  </a:lnTo>
                  <a:lnTo>
                    <a:pt x="2936875" y="0"/>
                  </a:lnTo>
                  <a:close/>
                </a:path>
                <a:path w="12168505" h="6795134">
                  <a:moveTo>
                    <a:pt x="2976270" y="2921406"/>
                  </a:moveTo>
                  <a:lnTo>
                    <a:pt x="2853740" y="3057918"/>
                  </a:lnTo>
                  <a:lnTo>
                    <a:pt x="2976270" y="3194431"/>
                  </a:lnTo>
                  <a:lnTo>
                    <a:pt x="2976270" y="2921406"/>
                  </a:lnTo>
                  <a:close/>
                </a:path>
                <a:path w="12168505" h="6795134">
                  <a:moveTo>
                    <a:pt x="2976270" y="2339200"/>
                  </a:moveTo>
                  <a:lnTo>
                    <a:pt x="2853740" y="2475712"/>
                  </a:lnTo>
                  <a:lnTo>
                    <a:pt x="2976270" y="2612225"/>
                  </a:lnTo>
                  <a:lnTo>
                    <a:pt x="2976270" y="2339200"/>
                  </a:lnTo>
                  <a:close/>
                </a:path>
                <a:path w="12168505" h="6795134">
                  <a:moveTo>
                    <a:pt x="2976270" y="1748688"/>
                  </a:moveTo>
                  <a:lnTo>
                    <a:pt x="2853740" y="1885200"/>
                  </a:lnTo>
                  <a:lnTo>
                    <a:pt x="2976270" y="2021713"/>
                  </a:lnTo>
                  <a:lnTo>
                    <a:pt x="2976270" y="1748688"/>
                  </a:lnTo>
                  <a:close/>
                </a:path>
                <a:path w="12168505" h="6795134">
                  <a:moveTo>
                    <a:pt x="2976270" y="1167155"/>
                  </a:moveTo>
                  <a:lnTo>
                    <a:pt x="2853740" y="1303667"/>
                  </a:lnTo>
                  <a:lnTo>
                    <a:pt x="2976270" y="1440180"/>
                  </a:lnTo>
                  <a:lnTo>
                    <a:pt x="2976270" y="1167155"/>
                  </a:lnTo>
                  <a:close/>
                </a:path>
                <a:path w="12168505" h="6795134">
                  <a:moveTo>
                    <a:pt x="2976270" y="576643"/>
                  </a:moveTo>
                  <a:lnTo>
                    <a:pt x="2853740" y="713155"/>
                  </a:lnTo>
                  <a:lnTo>
                    <a:pt x="2976270" y="849668"/>
                  </a:lnTo>
                  <a:lnTo>
                    <a:pt x="2976270" y="576643"/>
                  </a:lnTo>
                  <a:close/>
                </a:path>
                <a:path w="12168505" h="6795134">
                  <a:moveTo>
                    <a:pt x="2976270" y="0"/>
                  </a:moveTo>
                  <a:lnTo>
                    <a:pt x="2965450" y="0"/>
                  </a:lnTo>
                  <a:lnTo>
                    <a:pt x="2853740" y="124460"/>
                  </a:lnTo>
                  <a:lnTo>
                    <a:pt x="2976270" y="260972"/>
                  </a:lnTo>
                  <a:lnTo>
                    <a:pt x="2976270" y="0"/>
                  </a:lnTo>
                  <a:close/>
                </a:path>
                <a:path w="12168505" h="6795134">
                  <a:moveTo>
                    <a:pt x="2976283" y="3229546"/>
                  </a:moveTo>
                  <a:lnTo>
                    <a:pt x="2889834" y="3133242"/>
                  </a:lnTo>
                  <a:lnTo>
                    <a:pt x="2853855" y="3093148"/>
                  </a:lnTo>
                  <a:lnTo>
                    <a:pt x="2633561" y="3338576"/>
                  </a:lnTo>
                  <a:lnTo>
                    <a:pt x="2449245" y="3133242"/>
                  </a:lnTo>
                  <a:lnTo>
                    <a:pt x="2413254" y="3093148"/>
                  </a:lnTo>
                  <a:lnTo>
                    <a:pt x="2192972" y="3338576"/>
                  </a:lnTo>
                  <a:lnTo>
                    <a:pt x="2008657" y="3133242"/>
                  </a:lnTo>
                  <a:lnTo>
                    <a:pt x="1972678" y="3093148"/>
                  </a:lnTo>
                  <a:lnTo>
                    <a:pt x="1752384" y="3338576"/>
                  </a:lnTo>
                  <a:lnTo>
                    <a:pt x="1568081" y="3133242"/>
                  </a:lnTo>
                  <a:lnTo>
                    <a:pt x="1532102" y="3093148"/>
                  </a:lnTo>
                  <a:lnTo>
                    <a:pt x="1311795" y="3338576"/>
                  </a:lnTo>
                  <a:lnTo>
                    <a:pt x="1127480" y="3133242"/>
                  </a:lnTo>
                  <a:lnTo>
                    <a:pt x="1091501" y="3093148"/>
                  </a:lnTo>
                  <a:lnTo>
                    <a:pt x="871207" y="3338576"/>
                  </a:lnTo>
                  <a:lnTo>
                    <a:pt x="686892" y="3133242"/>
                  </a:lnTo>
                  <a:lnTo>
                    <a:pt x="650913" y="3093148"/>
                  </a:lnTo>
                  <a:lnTo>
                    <a:pt x="430606" y="3338576"/>
                  </a:lnTo>
                  <a:lnTo>
                    <a:pt x="246303" y="3133242"/>
                  </a:lnTo>
                  <a:lnTo>
                    <a:pt x="210324" y="3093148"/>
                  </a:lnTo>
                  <a:lnTo>
                    <a:pt x="0" y="3327489"/>
                  </a:lnTo>
                  <a:lnTo>
                    <a:pt x="0" y="3367570"/>
                  </a:lnTo>
                  <a:lnTo>
                    <a:pt x="210324" y="3133242"/>
                  </a:lnTo>
                  <a:lnTo>
                    <a:pt x="430606" y="3378657"/>
                  </a:lnTo>
                  <a:lnTo>
                    <a:pt x="466585" y="3338576"/>
                  </a:lnTo>
                  <a:lnTo>
                    <a:pt x="650913" y="3133242"/>
                  </a:lnTo>
                  <a:lnTo>
                    <a:pt x="871207" y="3378657"/>
                  </a:lnTo>
                  <a:lnTo>
                    <a:pt x="907186" y="3338576"/>
                  </a:lnTo>
                  <a:lnTo>
                    <a:pt x="1091501" y="3133242"/>
                  </a:lnTo>
                  <a:lnTo>
                    <a:pt x="1311795" y="3378657"/>
                  </a:lnTo>
                  <a:lnTo>
                    <a:pt x="1347774" y="3338576"/>
                  </a:lnTo>
                  <a:lnTo>
                    <a:pt x="1532102" y="3133242"/>
                  </a:lnTo>
                  <a:lnTo>
                    <a:pt x="1752384" y="3378657"/>
                  </a:lnTo>
                  <a:lnTo>
                    <a:pt x="1788363" y="3338576"/>
                  </a:lnTo>
                  <a:lnTo>
                    <a:pt x="1972678" y="3133242"/>
                  </a:lnTo>
                  <a:lnTo>
                    <a:pt x="2192972" y="3378657"/>
                  </a:lnTo>
                  <a:lnTo>
                    <a:pt x="2228939" y="3338576"/>
                  </a:lnTo>
                  <a:lnTo>
                    <a:pt x="2413254" y="3133242"/>
                  </a:lnTo>
                  <a:lnTo>
                    <a:pt x="2633561" y="3378657"/>
                  </a:lnTo>
                  <a:lnTo>
                    <a:pt x="2669540" y="3338576"/>
                  </a:lnTo>
                  <a:lnTo>
                    <a:pt x="2853855" y="3133242"/>
                  </a:lnTo>
                  <a:lnTo>
                    <a:pt x="2976283" y="3269627"/>
                  </a:lnTo>
                  <a:lnTo>
                    <a:pt x="2976283" y="3229546"/>
                  </a:lnTo>
                  <a:close/>
                </a:path>
                <a:path w="12168505" h="6795134">
                  <a:moveTo>
                    <a:pt x="2976283" y="2647365"/>
                  </a:moveTo>
                  <a:lnTo>
                    <a:pt x="2889834" y="2551049"/>
                  </a:lnTo>
                  <a:lnTo>
                    <a:pt x="2853855" y="2510955"/>
                  </a:lnTo>
                  <a:lnTo>
                    <a:pt x="2633561" y="2756395"/>
                  </a:lnTo>
                  <a:lnTo>
                    <a:pt x="2449233" y="2551049"/>
                  </a:lnTo>
                  <a:lnTo>
                    <a:pt x="2413254" y="2510955"/>
                  </a:lnTo>
                  <a:lnTo>
                    <a:pt x="2192972" y="2756395"/>
                  </a:lnTo>
                  <a:lnTo>
                    <a:pt x="2008657" y="2551049"/>
                  </a:lnTo>
                  <a:lnTo>
                    <a:pt x="1972678" y="2510955"/>
                  </a:lnTo>
                  <a:lnTo>
                    <a:pt x="1752384" y="2756382"/>
                  </a:lnTo>
                  <a:lnTo>
                    <a:pt x="1568081" y="2551049"/>
                  </a:lnTo>
                  <a:lnTo>
                    <a:pt x="1532102" y="2510955"/>
                  </a:lnTo>
                  <a:lnTo>
                    <a:pt x="1311795" y="2756395"/>
                  </a:lnTo>
                  <a:lnTo>
                    <a:pt x="1127480" y="2551049"/>
                  </a:lnTo>
                  <a:lnTo>
                    <a:pt x="1091501" y="2510955"/>
                  </a:lnTo>
                  <a:lnTo>
                    <a:pt x="871207" y="2756395"/>
                  </a:lnTo>
                  <a:lnTo>
                    <a:pt x="686892" y="2551049"/>
                  </a:lnTo>
                  <a:lnTo>
                    <a:pt x="650913" y="2510955"/>
                  </a:lnTo>
                  <a:lnTo>
                    <a:pt x="430606" y="2756395"/>
                  </a:lnTo>
                  <a:lnTo>
                    <a:pt x="246303" y="2551049"/>
                  </a:lnTo>
                  <a:lnTo>
                    <a:pt x="210324" y="2510955"/>
                  </a:lnTo>
                  <a:lnTo>
                    <a:pt x="0" y="2745282"/>
                  </a:lnTo>
                  <a:lnTo>
                    <a:pt x="0" y="2785376"/>
                  </a:lnTo>
                  <a:lnTo>
                    <a:pt x="210324" y="2551049"/>
                  </a:lnTo>
                  <a:lnTo>
                    <a:pt x="430606" y="2796476"/>
                  </a:lnTo>
                  <a:lnTo>
                    <a:pt x="466585" y="2756395"/>
                  </a:lnTo>
                  <a:lnTo>
                    <a:pt x="650913" y="2551049"/>
                  </a:lnTo>
                  <a:lnTo>
                    <a:pt x="871207" y="2796476"/>
                  </a:lnTo>
                  <a:lnTo>
                    <a:pt x="907186" y="2756395"/>
                  </a:lnTo>
                  <a:lnTo>
                    <a:pt x="889190" y="2756395"/>
                  </a:lnTo>
                  <a:lnTo>
                    <a:pt x="907186" y="2756382"/>
                  </a:lnTo>
                  <a:lnTo>
                    <a:pt x="1091501" y="2551049"/>
                  </a:lnTo>
                  <a:lnTo>
                    <a:pt x="1311795" y="2796476"/>
                  </a:lnTo>
                  <a:lnTo>
                    <a:pt x="1347774" y="2756395"/>
                  </a:lnTo>
                  <a:lnTo>
                    <a:pt x="1532102" y="2551049"/>
                  </a:lnTo>
                  <a:lnTo>
                    <a:pt x="1752384" y="2796476"/>
                  </a:lnTo>
                  <a:lnTo>
                    <a:pt x="1788363" y="2756382"/>
                  </a:lnTo>
                  <a:lnTo>
                    <a:pt x="1972678" y="2551049"/>
                  </a:lnTo>
                  <a:lnTo>
                    <a:pt x="2192972" y="2796476"/>
                  </a:lnTo>
                  <a:lnTo>
                    <a:pt x="2228939" y="2756395"/>
                  </a:lnTo>
                  <a:lnTo>
                    <a:pt x="2413254" y="2551049"/>
                  </a:lnTo>
                  <a:lnTo>
                    <a:pt x="2633561" y="2796476"/>
                  </a:lnTo>
                  <a:lnTo>
                    <a:pt x="2669540" y="2756395"/>
                  </a:lnTo>
                  <a:lnTo>
                    <a:pt x="2651544" y="2756395"/>
                  </a:lnTo>
                  <a:lnTo>
                    <a:pt x="2669540" y="2756382"/>
                  </a:lnTo>
                  <a:lnTo>
                    <a:pt x="2853855" y="2551049"/>
                  </a:lnTo>
                  <a:lnTo>
                    <a:pt x="2976283" y="2687447"/>
                  </a:lnTo>
                  <a:lnTo>
                    <a:pt x="2976283" y="2647365"/>
                  </a:lnTo>
                  <a:close/>
                </a:path>
                <a:path w="12168505" h="6795134">
                  <a:moveTo>
                    <a:pt x="2976283" y="2056841"/>
                  </a:moveTo>
                  <a:lnTo>
                    <a:pt x="2889834" y="1960524"/>
                  </a:lnTo>
                  <a:lnTo>
                    <a:pt x="2853855" y="1920430"/>
                  </a:lnTo>
                  <a:lnTo>
                    <a:pt x="2633561" y="2165870"/>
                  </a:lnTo>
                  <a:lnTo>
                    <a:pt x="2449233" y="1960524"/>
                  </a:lnTo>
                  <a:lnTo>
                    <a:pt x="2413254" y="1920430"/>
                  </a:lnTo>
                  <a:lnTo>
                    <a:pt x="2192972" y="2165870"/>
                  </a:lnTo>
                  <a:lnTo>
                    <a:pt x="2008657" y="1960524"/>
                  </a:lnTo>
                  <a:lnTo>
                    <a:pt x="1972678" y="1920430"/>
                  </a:lnTo>
                  <a:lnTo>
                    <a:pt x="1752384" y="2165858"/>
                  </a:lnTo>
                  <a:lnTo>
                    <a:pt x="1568081" y="1960524"/>
                  </a:lnTo>
                  <a:lnTo>
                    <a:pt x="1532102" y="1920430"/>
                  </a:lnTo>
                  <a:lnTo>
                    <a:pt x="1311795" y="2165870"/>
                  </a:lnTo>
                  <a:lnTo>
                    <a:pt x="1127480" y="1960524"/>
                  </a:lnTo>
                  <a:lnTo>
                    <a:pt x="1091501" y="1920430"/>
                  </a:lnTo>
                  <a:lnTo>
                    <a:pt x="871207" y="2165870"/>
                  </a:lnTo>
                  <a:lnTo>
                    <a:pt x="686892" y="1960524"/>
                  </a:lnTo>
                  <a:lnTo>
                    <a:pt x="650913" y="1920430"/>
                  </a:lnTo>
                  <a:lnTo>
                    <a:pt x="430606" y="2165870"/>
                  </a:lnTo>
                  <a:lnTo>
                    <a:pt x="246303" y="1960524"/>
                  </a:lnTo>
                  <a:lnTo>
                    <a:pt x="210324" y="1920430"/>
                  </a:lnTo>
                  <a:lnTo>
                    <a:pt x="0" y="2154771"/>
                  </a:lnTo>
                  <a:lnTo>
                    <a:pt x="0" y="2194864"/>
                  </a:lnTo>
                  <a:lnTo>
                    <a:pt x="210324" y="1960524"/>
                  </a:lnTo>
                  <a:lnTo>
                    <a:pt x="430606" y="2205952"/>
                  </a:lnTo>
                  <a:lnTo>
                    <a:pt x="466585" y="2165870"/>
                  </a:lnTo>
                  <a:lnTo>
                    <a:pt x="650913" y="1960524"/>
                  </a:lnTo>
                  <a:lnTo>
                    <a:pt x="871207" y="2205952"/>
                  </a:lnTo>
                  <a:lnTo>
                    <a:pt x="907186" y="2165870"/>
                  </a:lnTo>
                  <a:lnTo>
                    <a:pt x="889190" y="2165870"/>
                  </a:lnTo>
                  <a:lnTo>
                    <a:pt x="907186" y="2165858"/>
                  </a:lnTo>
                  <a:lnTo>
                    <a:pt x="1091501" y="1960524"/>
                  </a:lnTo>
                  <a:lnTo>
                    <a:pt x="1311795" y="2205952"/>
                  </a:lnTo>
                  <a:lnTo>
                    <a:pt x="1347774" y="2165870"/>
                  </a:lnTo>
                  <a:lnTo>
                    <a:pt x="1532102" y="1960524"/>
                  </a:lnTo>
                  <a:lnTo>
                    <a:pt x="1752384" y="2205952"/>
                  </a:lnTo>
                  <a:lnTo>
                    <a:pt x="1788363" y="2165858"/>
                  </a:lnTo>
                  <a:lnTo>
                    <a:pt x="1972678" y="1960524"/>
                  </a:lnTo>
                  <a:lnTo>
                    <a:pt x="2192972" y="2205952"/>
                  </a:lnTo>
                  <a:lnTo>
                    <a:pt x="2228939" y="2165870"/>
                  </a:lnTo>
                  <a:lnTo>
                    <a:pt x="2413254" y="1960524"/>
                  </a:lnTo>
                  <a:lnTo>
                    <a:pt x="2633561" y="2205952"/>
                  </a:lnTo>
                  <a:lnTo>
                    <a:pt x="2669540" y="2165870"/>
                  </a:lnTo>
                  <a:lnTo>
                    <a:pt x="2651544" y="2165870"/>
                  </a:lnTo>
                  <a:lnTo>
                    <a:pt x="2669540" y="2165858"/>
                  </a:lnTo>
                  <a:lnTo>
                    <a:pt x="2853855" y="1960524"/>
                  </a:lnTo>
                  <a:lnTo>
                    <a:pt x="2976283" y="2096922"/>
                  </a:lnTo>
                  <a:lnTo>
                    <a:pt x="2976283" y="2056841"/>
                  </a:lnTo>
                  <a:close/>
                </a:path>
                <a:path w="12168505" h="6795134">
                  <a:moveTo>
                    <a:pt x="2976283" y="1475308"/>
                  </a:moveTo>
                  <a:lnTo>
                    <a:pt x="2889834" y="1379004"/>
                  </a:lnTo>
                  <a:lnTo>
                    <a:pt x="2853855" y="1338910"/>
                  </a:lnTo>
                  <a:lnTo>
                    <a:pt x="2633561" y="1584337"/>
                  </a:lnTo>
                  <a:lnTo>
                    <a:pt x="2449245" y="1379004"/>
                  </a:lnTo>
                  <a:lnTo>
                    <a:pt x="2413254" y="1338910"/>
                  </a:lnTo>
                  <a:lnTo>
                    <a:pt x="2192972" y="1584337"/>
                  </a:lnTo>
                  <a:lnTo>
                    <a:pt x="2008657" y="1379004"/>
                  </a:lnTo>
                  <a:lnTo>
                    <a:pt x="1972678" y="1338910"/>
                  </a:lnTo>
                  <a:lnTo>
                    <a:pt x="1752384" y="1584337"/>
                  </a:lnTo>
                  <a:lnTo>
                    <a:pt x="1568081" y="1379004"/>
                  </a:lnTo>
                  <a:lnTo>
                    <a:pt x="1532102" y="1338910"/>
                  </a:lnTo>
                  <a:lnTo>
                    <a:pt x="1311795" y="1584337"/>
                  </a:lnTo>
                  <a:lnTo>
                    <a:pt x="1127480" y="1379004"/>
                  </a:lnTo>
                  <a:lnTo>
                    <a:pt x="1091501" y="1338910"/>
                  </a:lnTo>
                  <a:lnTo>
                    <a:pt x="871207" y="1584337"/>
                  </a:lnTo>
                  <a:lnTo>
                    <a:pt x="686892" y="1379004"/>
                  </a:lnTo>
                  <a:lnTo>
                    <a:pt x="650913" y="1338910"/>
                  </a:lnTo>
                  <a:lnTo>
                    <a:pt x="430606" y="1584337"/>
                  </a:lnTo>
                  <a:lnTo>
                    <a:pt x="246303" y="1379004"/>
                  </a:lnTo>
                  <a:lnTo>
                    <a:pt x="210324" y="1338910"/>
                  </a:lnTo>
                  <a:lnTo>
                    <a:pt x="0" y="1573250"/>
                  </a:lnTo>
                  <a:lnTo>
                    <a:pt x="0" y="1613331"/>
                  </a:lnTo>
                  <a:lnTo>
                    <a:pt x="210324" y="1379004"/>
                  </a:lnTo>
                  <a:lnTo>
                    <a:pt x="430606" y="1624431"/>
                  </a:lnTo>
                  <a:lnTo>
                    <a:pt x="466598" y="1584337"/>
                  </a:lnTo>
                  <a:lnTo>
                    <a:pt x="650913" y="1379004"/>
                  </a:lnTo>
                  <a:lnTo>
                    <a:pt x="871207" y="1624431"/>
                  </a:lnTo>
                  <a:lnTo>
                    <a:pt x="907186" y="1584337"/>
                  </a:lnTo>
                  <a:lnTo>
                    <a:pt x="1091501" y="1379004"/>
                  </a:lnTo>
                  <a:lnTo>
                    <a:pt x="1311795" y="1624431"/>
                  </a:lnTo>
                  <a:lnTo>
                    <a:pt x="1347787" y="1584337"/>
                  </a:lnTo>
                  <a:lnTo>
                    <a:pt x="1532102" y="1379004"/>
                  </a:lnTo>
                  <a:lnTo>
                    <a:pt x="1752384" y="1624418"/>
                  </a:lnTo>
                  <a:lnTo>
                    <a:pt x="1788363" y="1584337"/>
                  </a:lnTo>
                  <a:lnTo>
                    <a:pt x="1972678" y="1379004"/>
                  </a:lnTo>
                  <a:lnTo>
                    <a:pt x="2192972" y="1624431"/>
                  </a:lnTo>
                  <a:lnTo>
                    <a:pt x="2228951" y="1584337"/>
                  </a:lnTo>
                  <a:lnTo>
                    <a:pt x="2413254" y="1379004"/>
                  </a:lnTo>
                  <a:lnTo>
                    <a:pt x="2633561" y="1624431"/>
                  </a:lnTo>
                  <a:lnTo>
                    <a:pt x="2669540" y="1584337"/>
                  </a:lnTo>
                  <a:lnTo>
                    <a:pt x="2853855" y="1379004"/>
                  </a:lnTo>
                  <a:lnTo>
                    <a:pt x="2976283" y="1515402"/>
                  </a:lnTo>
                  <a:lnTo>
                    <a:pt x="2976283" y="1475308"/>
                  </a:lnTo>
                  <a:close/>
                </a:path>
                <a:path w="12168505" h="6795134">
                  <a:moveTo>
                    <a:pt x="2976283" y="884796"/>
                  </a:moveTo>
                  <a:lnTo>
                    <a:pt x="2889847" y="788492"/>
                  </a:lnTo>
                  <a:lnTo>
                    <a:pt x="2853855" y="748385"/>
                  </a:lnTo>
                  <a:lnTo>
                    <a:pt x="2633561" y="993825"/>
                  </a:lnTo>
                  <a:lnTo>
                    <a:pt x="2449245" y="788492"/>
                  </a:lnTo>
                  <a:lnTo>
                    <a:pt x="2413254" y="748385"/>
                  </a:lnTo>
                  <a:lnTo>
                    <a:pt x="2192972" y="993825"/>
                  </a:lnTo>
                  <a:lnTo>
                    <a:pt x="2008670" y="788492"/>
                  </a:lnTo>
                  <a:lnTo>
                    <a:pt x="1972678" y="748385"/>
                  </a:lnTo>
                  <a:lnTo>
                    <a:pt x="1752384" y="993813"/>
                  </a:lnTo>
                  <a:lnTo>
                    <a:pt x="1568094" y="788492"/>
                  </a:lnTo>
                  <a:lnTo>
                    <a:pt x="1532102" y="748385"/>
                  </a:lnTo>
                  <a:lnTo>
                    <a:pt x="1311795" y="993825"/>
                  </a:lnTo>
                  <a:lnTo>
                    <a:pt x="1127493" y="788492"/>
                  </a:lnTo>
                  <a:lnTo>
                    <a:pt x="1091501" y="748385"/>
                  </a:lnTo>
                  <a:lnTo>
                    <a:pt x="871207" y="993825"/>
                  </a:lnTo>
                  <a:lnTo>
                    <a:pt x="686904" y="788492"/>
                  </a:lnTo>
                  <a:lnTo>
                    <a:pt x="650913" y="748385"/>
                  </a:lnTo>
                  <a:lnTo>
                    <a:pt x="430606" y="993825"/>
                  </a:lnTo>
                  <a:lnTo>
                    <a:pt x="246316" y="788492"/>
                  </a:lnTo>
                  <a:lnTo>
                    <a:pt x="210324" y="748385"/>
                  </a:lnTo>
                  <a:lnTo>
                    <a:pt x="0" y="982726"/>
                  </a:lnTo>
                  <a:lnTo>
                    <a:pt x="0" y="1022819"/>
                  </a:lnTo>
                  <a:lnTo>
                    <a:pt x="210324" y="788492"/>
                  </a:lnTo>
                  <a:lnTo>
                    <a:pt x="430606" y="1033907"/>
                  </a:lnTo>
                  <a:lnTo>
                    <a:pt x="466585" y="993825"/>
                  </a:lnTo>
                  <a:lnTo>
                    <a:pt x="650913" y="788492"/>
                  </a:lnTo>
                  <a:lnTo>
                    <a:pt x="871207" y="1033907"/>
                  </a:lnTo>
                  <a:lnTo>
                    <a:pt x="907186" y="993825"/>
                  </a:lnTo>
                  <a:lnTo>
                    <a:pt x="1091501" y="788492"/>
                  </a:lnTo>
                  <a:lnTo>
                    <a:pt x="1311795" y="1033907"/>
                  </a:lnTo>
                  <a:lnTo>
                    <a:pt x="1347774" y="993825"/>
                  </a:lnTo>
                  <a:lnTo>
                    <a:pt x="1532102" y="788492"/>
                  </a:lnTo>
                  <a:lnTo>
                    <a:pt x="1752384" y="1033907"/>
                  </a:lnTo>
                  <a:lnTo>
                    <a:pt x="1788375" y="993813"/>
                  </a:lnTo>
                  <a:lnTo>
                    <a:pt x="1972678" y="788492"/>
                  </a:lnTo>
                  <a:lnTo>
                    <a:pt x="2192972" y="1033907"/>
                  </a:lnTo>
                  <a:lnTo>
                    <a:pt x="2228939" y="993825"/>
                  </a:lnTo>
                  <a:lnTo>
                    <a:pt x="2413254" y="788492"/>
                  </a:lnTo>
                  <a:lnTo>
                    <a:pt x="2633561" y="1033907"/>
                  </a:lnTo>
                  <a:lnTo>
                    <a:pt x="2669540" y="993825"/>
                  </a:lnTo>
                  <a:lnTo>
                    <a:pt x="2853855" y="788492"/>
                  </a:lnTo>
                  <a:lnTo>
                    <a:pt x="2976283" y="924877"/>
                  </a:lnTo>
                  <a:lnTo>
                    <a:pt x="2976283" y="884796"/>
                  </a:lnTo>
                  <a:close/>
                </a:path>
                <a:path w="12168505" h="6795134">
                  <a:moveTo>
                    <a:pt x="2976283" y="296100"/>
                  </a:moveTo>
                  <a:lnTo>
                    <a:pt x="2889834" y="199796"/>
                  </a:lnTo>
                  <a:lnTo>
                    <a:pt x="2853855" y="159702"/>
                  </a:lnTo>
                  <a:lnTo>
                    <a:pt x="2633561" y="405130"/>
                  </a:lnTo>
                  <a:lnTo>
                    <a:pt x="2449245" y="199796"/>
                  </a:lnTo>
                  <a:lnTo>
                    <a:pt x="2413254" y="159702"/>
                  </a:lnTo>
                  <a:lnTo>
                    <a:pt x="2192972" y="405130"/>
                  </a:lnTo>
                  <a:lnTo>
                    <a:pt x="2008657" y="199796"/>
                  </a:lnTo>
                  <a:lnTo>
                    <a:pt x="1972678" y="159702"/>
                  </a:lnTo>
                  <a:lnTo>
                    <a:pt x="1752384" y="405130"/>
                  </a:lnTo>
                  <a:lnTo>
                    <a:pt x="1568081" y="199796"/>
                  </a:lnTo>
                  <a:lnTo>
                    <a:pt x="1532102" y="159702"/>
                  </a:lnTo>
                  <a:lnTo>
                    <a:pt x="1311795" y="405130"/>
                  </a:lnTo>
                  <a:lnTo>
                    <a:pt x="1127480" y="199796"/>
                  </a:lnTo>
                  <a:lnTo>
                    <a:pt x="1091501" y="159702"/>
                  </a:lnTo>
                  <a:lnTo>
                    <a:pt x="871207" y="405130"/>
                  </a:lnTo>
                  <a:lnTo>
                    <a:pt x="686892" y="199796"/>
                  </a:lnTo>
                  <a:lnTo>
                    <a:pt x="650913" y="159702"/>
                  </a:lnTo>
                  <a:lnTo>
                    <a:pt x="430606" y="405130"/>
                  </a:lnTo>
                  <a:lnTo>
                    <a:pt x="246303" y="199796"/>
                  </a:lnTo>
                  <a:lnTo>
                    <a:pt x="210324" y="159702"/>
                  </a:lnTo>
                  <a:lnTo>
                    <a:pt x="0" y="394042"/>
                  </a:lnTo>
                  <a:lnTo>
                    <a:pt x="0" y="434124"/>
                  </a:lnTo>
                  <a:lnTo>
                    <a:pt x="210324" y="199796"/>
                  </a:lnTo>
                  <a:lnTo>
                    <a:pt x="430606" y="445223"/>
                  </a:lnTo>
                  <a:lnTo>
                    <a:pt x="466598" y="405130"/>
                  </a:lnTo>
                  <a:lnTo>
                    <a:pt x="650913" y="199796"/>
                  </a:lnTo>
                  <a:lnTo>
                    <a:pt x="871207" y="445223"/>
                  </a:lnTo>
                  <a:lnTo>
                    <a:pt x="907186" y="405130"/>
                  </a:lnTo>
                  <a:lnTo>
                    <a:pt x="1091501" y="199796"/>
                  </a:lnTo>
                  <a:lnTo>
                    <a:pt x="1311795" y="445223"/>
                  </a:lnTo>
                  <a:lnTo>
                    <a:pt x="1347787" y="405130"/>
                  </a:lnTo>
                  <a:lnTo>
                    <a:pt x="1532102" y="199796"/>
                  </a:lnTo>
                  <a:lnTo>
                    <a:pt x="1752384" y="445211"/>
                  </a:lnTo>
                  <a:lnTo>
                    <a:pt x="1788363" y="405130"/>
                  </a:lnTo>
                  <a:lnTo>
                    <a:pt x="1972678" y="199796"/>
                  </a:lnTo>
                  <a:lnTo>
                    <a:pt x="2192972" y="445223"/>
                  </a:lnTo>
                  <a:lnTo>
                    <a:pt x="2228951" y="405130"/>
                  </a:lnTo>
                  <a:lnTo>
                    <a:pt x="2413254" y="199796"/>
                  </a:lnTo>
                  <a:lnTo>
                    <a:pt x="2633561" y="445223"/>
                  </a:lnTo>
                  <a:lnTo>
                    <a:pt x="2669540" y="405130"/>
                  </a:lnTo>
                  <a:lnTo>
                    <a:pt x="2853855" y="199796"/>
                  </a:lnTo>
                  <a:lnTo>
                    <a:pt x="2976283" y="336194"/>
                  </a:lnTo>
                  <a:lnTo>
                    <a:pt x="2976283" y="296100"/>
                  </a:lnTo>
                  <a:close/>
                </a:path>
                <a:path w="12168505" h="6795134">
                  <a:moveTo>
                    <a:pt x="3986822" y="124460"/>
                  </a:moveTo>
                  <a:lnTo>
                    <a:pt x="3875113" y="0"/>
                  </a:lnTo>
                  <a:lnTo>
                    <a:pt x="3657955" y="0"/>
                  </a:lnTo>
                  <a:lnTo>
                    <a:pt x="3546246" y="124460"/>
                  </a:lnTo>
                  <a:lnTo>
                    <a:pt x="3766540" y="369887"/>
                  </a:lnTo>
                  <a:lnTo>
                    <a:pt x="3986822" y="124460"/>
                  </a:lnTo>
                  <a:close/>
                </a:path>
                <a:path w="12168505" h="6795134">
                  <a:moveTo>
                    <a:pt x="4427398" y="124460"/>
                  </a:moveTo>
                  <a:lnTo>
                    <a:pt x="4315688" y="0"/>
                  </a:lnTo>
                  <a:lnTo>
                    <a:pt x="4098531" y="0"/>
                  </a:lnTo>
                  <a:lnTo>
                    <a:pt x="3986822" y="124460"/>
                  </a:lnTo>
                  <a:lnTo>
                    <a:pt x="4207116" y="369887"/>
                  </a:lnTo>
                  <a:lnTo>
                    <a:pt x="4427398" y="124460"/>
                  </a:lnTo>
                  <a:close/>
                </a:path>
                <a:path w="12168505" h="6795134">
                  <a:moveTo>
                    <a:pt x="4867986" y="124460"/>
                  </a:moveTo>
                  <a:lnTo>
                    <a:pt x="4756277" y="0"/>
                  </a:lnTo>
                  <a:lnTo>
                    <a:pt x="4539119" y="0"/>
                  </a:lnTo>
                  <a:lnTo>
                    <a:pt x="4427410" y="124460"/>
                  </a:lnTo>
                  <a:lnTo>
                    <a:pt x="4647704" y="369887"/>
                  </a:lnTo>
                  <a:lnTo>
                    <a:pt x="4867986" y="124460"/>
                  </a:lnTo>
                  <a:close/>
                </a:path>
                <a:path w="12168505" h="6795134">
                  <a:moveTo>
                    <a:pt x="5308600" y="124460"/>
                  </a:moveTo>
                  <a:lnTo>
                    <a:pt x="5196891" y="0"/>
                  </a:lnTo>
                  <a:lnTo>
                    <a:pt x="4979733" y="0"/>
                  </a:lnTo>
                  <a:lnTo>
                    <a:pt x="4868024" y="124460"/>
                  </a:lnTo>
                  <a:lnTo>
                    <a:pt x="5088318" y="369887"/>
                  </a:lnTo>
                  <a:lnTo>
                    <a:pt x="5308600" y="124460"/>
                  </a:lnTo>
                  <a:close/>
                </a:path>
                <a:path w="12168505" h="6795134">
                  <a:moveTo>
                    <a:pt x="6064339" y="0"/>
                  </a:moveTo>
                  <a:lnTo>
                    <a:pt x="5860872" y="0"/>
                  </a:lnTo>
                  <a:lnTo>
                    <a:pt x="5749163" y="124460"/>
                  </a:lnTo>
                  <a:lnTo>
                    <a:pt x="5637466" y="0"/>
                  </a:lnTo>
                  <a:lnTo>
                    <a:pt x="5420309" y="0"/>
                  </a:lnTo>
                  <a:lnTo>
                    <a:pt x="5308600" y="124460"/>
                  </a:lnTo>
                  <a:lnTo>
                    <a:pt x="5528894" y="369887"/>
                  </a:lnTo>
                  <a:lnTo>
                    <a:pt x="5749163" y="124472"/>
                  </a:lnTo>
                  <a:lnTo>
                    <a:pt x="5969457" y="369887"/>
                  </a:lnTo>
                  <a:lnTo>
                    <a:pt x="6064339" y="264172"/>
                  </a:lnTo>
                  <a:lnTo>
                    <a:pt x="6064339" y="0"/>
                  </a:lnTo>
                  <a:close/>
                </a:path>
                <a:path w="12168505" h="6795134">
                  <a:moveTo>
                    <a:pt x="9299435" y="6474079"/>
                  </a:moveTo>
                  <a:lnTo>
                    <a:pt x="9176918" y="6337579"/>
                  </a:lnTo>
                  <a:lnTo>
                    <a:pt x="9176918" y="6610578"/>
                  </a:lnTo>
                  <a:lnTo>
                    <a:pt x="9299435" y="6474079"/>
                  </a:lnTo>
                  <a:close/>
                </a:path>
                <a:path w="12168505" h="6795134">
                  <a:moveTo>
                    <a:pt x="9378201" y="3416147"/>
                  </a:moveTo>
                  <a:lnTo>
                    <a:pt x="9342209" y="3416147"/>
                  </a:lnTo>
                  <a:lnTo>
                    <a:pt x="9297251" y="3466236"/>
                  </a:lnTo>
                  <a:lnTo>
                    <a:pt x="9252293" y="3416147"/>
                  </a:lnTo>
                  <a:lnTo>
                    <a:pt x="9216314" y="3416147"/>
                  </a:lnTo>
                  <a:lnTo>
                    <a:pt x="9297251" y="3506317"/>
                  </a:lnTo>
                  <a:lnTo>
                    <a:pt x="9333243" y="3466236"/>
                  </a:lnTo>
                  <a:lnTo>
                    <a:pt x="9378201" y="3416147"/>
                  </a:lnTo>
                  <a:close/>
                </a:path>
                <a:path w="12168505" h="6795134">
                  <a:moveTo>
                    <a:pt x="9740036" y="6474079"/>
                  </a:moveTo>
                  <a:lnTo>
                    <a:pt x="9519742" y="6228651"/>
                  </a:lnTo>
                  <a:lnTo>
                    <a:pt x="9299448" y="6474079"/>
                  </a:lnTo>
                  <a:lnTo>
                    <a:pt x="9519742" y="6719506"/>
                  </a:lnTo>
                  <a:lnTo>
                    <a:pt x="9740036" y="6474079"/>
                  </a:lnTo>
                  <a:close/>
                </a:path>
                <a:path w="12168505" h="6795134">
                  <a:moveTo>
                    <a:pt x="9818789" y="3416147"/>
                  </a:moveTo>
                  <a:lnTo>
                    <a:pt x="9782810" y="3416147"/>
                  </a:lnTo>
                  <a:lnTo>
                    <a:pt x="9737852" y="3466236"/>
                  </a:lnTo>
                  <a:lnTo>
                    <a:pt x="9692894" y="3416147"/>
                  </a:lnTo>
                  <a:lnTo>
                    <a:pt x="9656915" y="3416147"/>
                  </a:lnTo>
                  <a:lnTo>
                    <a:pt x="9737852" y="3506317"/>
                  </a:lnTo>
                  <a:lnTo>
                    <a:pt x="9773831" y="3466236"/>
                  </a:lnTo>
                  <a:lnTo>
                    <a:pt x="9818789" y="3416147"/>
                  </a:lnTo>
                  <a:close/>
                </a:path>
                <a:path w="12168505" h="6795134">
                  <a:moveTo>
                    <a:pt x="10259365" y="3416147"/>
                  </a:moveTo>
                  <a:lnTo>
                    <a:pt x="10223386" y="3416147"/>
                  </a:lnTo>
                  <a:lnTo>
                    <a:pt x="10178428" y="3466236"/>
                  </a:lnTo>
                  <a:lnTo>
                    <a:pt x="10133470" y="3416147"/>
                  </a:lnTo>
                  <a:lnTo>
                    <a:pt x="10097491" y="3416147"/>
                  </a:lnTo>
                  <a:lnTo>
                    <a:pt x="10178428" y="3506317"/>
                  </a:lnTo>
                  <a:lnTo>
                    <a:pt x="10214407" y="3466236"/>
                  </a:lnTo>
                  <a:lnTo>
                    <a:pt x="10259365" y="3416147"/>
                  </a:lnTo>
                  <a:close/>
                </a:path>
                <a:path w="12168505" h="6795134">
                  <a:moveTo>
                    <a:pt x="10621201" y="6474079"/>
                  </a:moveTo>
                  <a:lnTo>
                    <a:pt x="10400906" y="6228651"/>
                  </a:lnTo>
                  <a:lnTo>
                    <a:pt x="10180612" y="6474079"/>
                  </a:lnTo>
                  <a:lnTo>
                    <a:pt x="9960331" y="6228651"/>
                  </a:lnTo>
                  <a:lnTo>
                    <a:pt x="9740036" y="6474079"/>
                  </a:lnTo>
                  <a:lnTo>
                    <a:pt x="9960331" y="6719506"/>
                  </a:lnTo>
                  <a:lnTo>
                    <a:pt x="10180612" y="6474092"/>
                  </a:lnTo>
                  <a:lnTo>
                    <a:pt x="10400906" y="6719506"/>
                  </a:lnTo>
                  <a:lnTo>
                    <a:pt x="10621201" y="6474079"/>
                  </a:lnTo>
                  <a:close/>
                </a:path>
                <a:path w="12168505" h="6795134">
                  <a:moveTo>
                    <a:pt x="10699953" y="3416147"/>
                  </a:moveTo>
                  <a:lnTo>
                    <a:pt x="10663974" y="3416147"/>
                  </a:lnTo>
                  <a:lnTo>
                    <a:pt x="10619016" y="3466236"/>
                  </a:lnTo>
                  <a:lnTo>
                    <a:pt x="10574058" y="3416147"/>
                  </a:lnTo>
                  <a:lnTo>
                    <a:pt x="10538079" y="3416147"/>
                  </a:lnTo>
                  <a:lnTo>
                    <a:pt x="10619016" y="3506317"/>
                  </a:lnTo>
                  <a:lnTo>
                    <a:pt x="10654995" y="3466236"/>
                  </a:lnTo>
                  <a:lnTo>
                    <a:pt x="10699953" y="3416147"/>
                  </a:lnTo>
                  <a:close/>
                </a:path>
                <a:path w="12168505" h="6795134">
                  <a:moveTo>
                    <a:pt x="11061789" y="6474079"/>
                  </a:moveTo>
                  <a:lnTo>
                    <a:pt x="10841495" y="6228651"/>
                  </a:lnTo>
                  <a:lnTo>
                    <a:pt x="10621201" y="6474079"/>
                  </a:lnTo>
                  <a:lnTo>
                    <a:pt x="10841495" y="6719506"/>
                  </a:lnTo>
                  <a:lnTo>
                    <a:pt x="11061789" y="6474079"/>
                  </a:lnTo>
                  <a:close/>
                </a:path>
                <a:path w="12168505" h="6795134">
                  <a:moveTo>
                    <a:pt x="11140554" y="3416147"/>
                  </a:moveTo>
                  <a:lnTo>
                    <a:pt x="11104575" y="3416147"/>
                  </a:lnTo>
                  <a:lnTo>
                    <a:pt x="11059617" y="3466236"/>
                  </a:lnTo>
                  <a:lnTo>
                    <a:pt x="11014659" y="3416147"/>
                  </a:lnTo>
                  <a:lnTo>
                    <a:pt x="10978680" y="3416147"/>
                  </a:lnTo>
                  <a:lnTo>
                    <a:pt x="11059617" y="3506317"/>
                  </a:lnTo>
                  <a:lnTo>
                    <a:pt x="11095596" y="3466236"/>
                  </a:lnTo>
                  <a:lnTo>
                    <a:pt x="11140554" y="3416147"/>
                  </a:lnTo>
                  <a:close/>
                </a:path>
                <a:path w="12168505" h="6795134">
                  <a:moveTo>
                    <a:pt x="11502390" y="6474079"/>
                  </a:moveTo>
                  <a:lnTo>
                    <a:pt x="11282096" y="6228651"/>
                  </a:lnTo>
                  <a:lnTo>
                    <a:pt x="11061802" y="6474079"/>
                  </a:lnTo>
                  <a:lnTo>
                    <a:pt x="11282096" y="6719506"/>
                  </a:lnTo>
                  <a:lnTo>
                    <a:pt x="11502390" y="6474079"/>
                  </a:lnTo>
                  <a:close/>
                </a:path>
                <a:path w="12168505" h="6795134">
                  <a:moveTo>
                    <a:pt x="11581143" y="3416147"/>
                  </a:moveTo>
                  <a:lnTo>
                    <a:pt x="11545164" y="3416147"/>
                  </a:lnTo>
                  <a:lnTo>
                    <a:pt x="11500206" y="3466236"/>
                  </a:lnTo>
                  <a:lnTo>
                    <a:pt x="11455248" y="3416147"/>
                  </a:lnTo>
                  <a:lnTo>
                    <a:pt x="11419269" y="3416147"/>
                  </a:lnTo>
                  <a:lnTo>
                    <a:pt x="11500206" y="3506317"/>
                  </a:lnTo>
                  <a:lnTo>
                    <a:pt x="11536185" y="3466236"/>
                  </a:lnTo>
                  <a:lnTo>
                    <a:pt x="11581143" y="3416147"/>
                  </a:lnTo>
                  <a:close/>
                </a:path>
                <a:path w="12168505" h="6795134">
                  <a:moveTo>
                    <a:pt x="12021718" y="3416147"/>
                  </a:moveTo>
                  <a:lnTo>
                    <a:pt x="11985739" y="3416147"/>
                  </a:lnTo>
                  <a:lnTo>
                    <a:pt x="11940781" y="3466236"/>
                  </a:lnTo>
                  <a:lnTo>
                    <a:pt x="11895823" y="3416147"/>
                  </a:lnTo>
                  <a:lnTo>
                    <a:pt x="11859844" y="3416147"/>
                  </a:lnTo>
                  <a:lnTo>
                    <a:pt x="11940781" y="3506317"/>
                  </a:lnTo>
                  <a:lnTo>
                    <a:pt x="11976760" y="3466236"/>
                  </a:lnTo>
                  <a:lnTo>
                    <a:pt x="12021718" y="3416147"/>
                  </a:lnTo>
                  <a:close/>
                </a:path>
                <a:path w="12168505" h="6795134">
                  <a:moveTo>
                    <a:pt x="12167972" y="6233884"/>
                  </a:moveTo>
                  <a:lnTo>
                    <a:pt x="12163273" y="6228639"/>
                  </a:lnTo>
                  <a:lnTo>
                    <a:pt x="11942966" y="6474066"/>
                  </a:lnTo>
                  <a:lnTo>
                    <a:pt x="11722684" y="6228651"/>
                  </a:lnTo>
                  <a:lnTo>
                    <a:pt x="11502390" y="6474079"/>
                  </a:lnTo>
                  <a:lnTo>
                    <a:pt x="11722684" y="6719506"/>
                  </a:lnTo>
                  <a:lnTo>
                    <a:pt x="11942966" y="6474092"/>
                  </a:lnTo>
                  <a:lnTo>
                    <a:pt x="12163273" y="6719506"/>
                  </a:lnTo>
                  <a:lnTo>
                    <a:pt x="12167972" y="6714261"/>
                  </a:lnTo>
                  <a:lnTo>
                    <a:pt x="12167972" y="6233884"/>
                  </a:lnTo>
                  <a:close/>
                </a:path>
                <a:path w="12168505" h="6795134">
                  <a:moveTo>
                    <a:pt x="12167984" y="6749351"/>
                  </a:moveTo>
                  <a:lnTo>
                    <a:pt x="12163158" y="6754736"/>
                  </a:lnTo>
                  <a:lnTo>
                    <a:pt x="11978856" y="6549403"/>
                  </a:lnTo>
                  <a:lnTo>
                    <a:pt x="11942877" y="6509309"/>
                  </a:lnTo>
                  <a:lnTo>
                    <a:pt x="11722583" y="6754749"/>
                  </a:lnTo>
                  <a:lnTo>
                    <a:pt x="11538268" y="6549403"/>
                  </a:lnTo>
                  <a:lnTo>
                    <a:pt x="11502288" y="6509309"/>
                  </a:lnTo>
                  <a:lnTo>
                    <a:pt x="11282007" y="6754749"/>
                  </a:lnTo>
                  <a:lnTo>
                    <a:pt x="11097666" y="6549403"/>
                  </a:lnTo>
                  <a:lnTo>
                    <a:pt x="11061687" y="6509309"/>
                  </a:lnTo>
                  <a:lnTo>
                    <a:pt x="10841393" y="6754749"/>
                  </a:lnTo>
                  <a:lnTo>
                    <a:pt x="10657078" y="6549403"/>
                  </a:lnTo>
                  <a:lnTo>
                    <a:pt x="10621099" y="6509309"/>
                  </a:lnTo>
                  <a:lnTo>
                    <a:pt x="10400817" y="6754736"/>
                  </a:lnTo>
                  <a:lnTo>
                    <a:pt x="10216502" y="6549403"/>
                  </a:lnTo>
                  <a:lnTo>
                    <a:pt x="10180523" y="6509309"/>
                  </a:lnTo>
                  <a:lnTo>
                    <a:pt x="9960242" y="6754749"/>
                  </a:lnTo>
                  <a:lnTo>
                    <a:pt x="9775927" y="6549403"/>
                  </a:lnTo>
                  <a:lnTo>
                    <a:pt x="9739947" y="6509309"/>
                  </a:lnTo>
                  <a:lnTo>
                    <a:pt x="9519628" y="6754749"/>
                  </a:lnTo>
                  <a:lnTo>
                    <a:pt x="9335325" y="6549403"/>
                  </a:lnTo>
                  <a:lnTo>
                    <a:pt x="9299346" y="6509309"/>
                  </a:lnTo>
                  <a:lnTo>
                    <a:pt x="9176931" y="6645707"/>
                  </a:lnTo>
                  <a:lnTo>
                    <a:pt x="9176931" y="6685788"/>
                  </a:lnTo>
                  <a:lnTo>
                    <a:pt x="9299346" y="6549403"/>
                  </a:lnTo>
                  <a:lnTo>
                    <a:pt x="9519628" y="6794830"/>
                  </a:lnTo>
                  <a:lnTo>
                    <a:pt x="9555607" y="6754749"/>
                  </a:lnTo>
                  <a:lnTo>
                    <a:pt x="9739947" y="6549403"/>
                  </a:lnTo>
                  <a:lnTo>
                    <a:pt x="9960242" y="6794830"/>
                  </a:lnTo>
                  <a:lnTo>
                    <a:pt x="9996208" y="6754749"/>
                  </a:lnTo>
                  <a:lnTo>
                    <a:pt x="10180523" y="6549403"/>
                  </a:lnTo>
                  <a:lnTo>
                    <a:pt x="10400817" y="6794830"/>
                  </a:lnTo>
                  <a:lnTo>
                    <a:pt x="10436796" y="6754736"/>
                  </a:lnTo>
                  <a:lnTo>
                    <a:pt x="10621099" y="6549403"/>
                  </a:lnTo>
                  <a:lnTo>
                    <a:pt x="10841393" y="6794830"/>
                  </a:lnTo>
                  <a:lnTo>
                    <a:pt x="10877360" y="6754749"/>
                  </a:lnTo>
                  <a:lnTo>
                    <a:pt x="11061687" y="6549403"/>
                  </a:lnTo>
                  <a:lnTo>
                    <a:pt x="11282007" y="6794830"/>
                  </a:lnTo>
                  <a:lnTo>
                    <a:pt x="11317973" y="6754749"/>
                  </a:lnTo>
                  <a:lnTo>
                    <a:pt x="11502288" y="6549403"/>
                  </a:lnTo>
                  <a:lnTo>
                    <a:pt x="11722583" y="6794830"/>
                  </a:lnTo>
                  <a:lnTo>
                    <a:pt x="11758549" y="6754749"/>
                  </a:lnTo>
                  <a:lnTo>
                    <a:pt x="11942877" y="6549403"/>
                  </a:lnTo>
                  <a:lnTo>
                    <a:pt x="12163158" y="6794830"/>
                  </a:lnTo>
                  <a:lnTo>
                    <a:pt x="12167984" y="6789445"/>
                  </a:lnTo>
                  <a:lnTo>
                    <a:pt x="12167984" y="6754736"/>
                  </a:lnTo>
                  <a:lnTo>
                    <a:pt x="12167984" y="6749351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983128" y="2127250"/>
              <a:ext cx="6452972" cy="1270647"/>
            </a:xfrm>
            <a:custGeom>
              <a:avLst/>
              <a:gdLst/>
              <a:ahLst/>
              <a:cxnLst/>
              <a:rect l="l" t="t" r="r" b="b"/>
              <a:pathLst>
                <a:path w="6187440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6187440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6187440" h="3378835">
                  <a:moveTo>
                    <a:pt x="122516" y="1885200"/>
                  </a:moveTo>
                  <a:lnTo>
                    <a:pt x="0" y="1748701"/>
                  </a:lnTo>
                  <a:lnTo>
                    <a:pt x="0" y="2021700"/>
                  </a:lnTo>
                  <a:lnTo>
                    <a:pt x="122516" y="1885200"/>
                  </a:lnTo>
                  <a:close/>
                </a:path>
                <a:path w="6187440" h="3378835">
                  <a:moveTo>
                    <a:pt x="122516" y="1303667"/>
                  </a:moveTo>
                  <a:lnTo>
                    <a:pt x="0" y="1167168"/>
                  </a:lnTo>
                  <a:lnTo>
                    <a:pt x="0" y="1440167"/>
                  </a:lnTo>
                  <a:lnTo>
                    <a:pt x="122516" y="1303667"/>
                  </a:lnTo>
                  <a:close/>
                </a:path>
                <a:path w="6187440" h="3378835">
                  <a:moveTo>
                    <a:pt x="122516" y="713143"/>
                  </a:moveTo>
                  <a:lnTo>
                    <a:pt x="0" y="576643"/>
                  </a:lnTo>
                  <a:lnTo>
                    <a:pt x="0" y="849642"/>
                  </a:lnTo>
                  <a:lnTo>
                    <a:pt x="122516" y="713143"/>
                  </a:lnTo>
                  <a:close/>
                </a:path>
                <a:path w="6187440" h="3378835">
                  <a:moveTo>
                    <a:pt x="122516" y="124460"/>
                  </a:moveTo>
                  <a:lnTo>
                    <a:pt x="10807" y="0"/>
                  </a:lnTo>
                  <a:lnTo>
                    <a:pt x="0" y="0"/>
                  </a:lnTo>
                  <a:lnTo>
                    <a:pt x="0" y="260959"/>
                  </a:lnTo>
                  <a:lnTo>
                    <a:pt x="122516" y="124460"/>
                  </a:lnTo>
                  <a:close/>
                </a:path>
                <a:path w="6187440" h="3378835">
                  <a:moveTo>
                    <a:pt x="201282" y="0"/>
                  </a:moveTo>
                  <a:lnTo>
                    <a:pt x="165290" y="0"/>
                  </a:lnTo>
                  <a:lnTo>
                    <a:pt x="120345" y="50076"/>
                  </a:lnTo>
                  <a:lnTo>
                    <a:pt x="75399" y="0"/>
                  </a:lnTo>
                  <a:lnTo>
                    <a:pt x="39408" y="0"/>
                  </a:lnTo>
                  <a:lnTo>
                    <a:pt x="120345" y="90170"/>
                  </a:lnTo>
                  <a:lnTo>
                    <a:pt x="156324" y="50076"/>
                  </a:lnTo>
                  <a:lnTo>
                    <a:pt x="201282" y="0"/>
                  </a:lnTo>
                  <a:close/>
                </a:path>
                <a:path w="6187440" h="3378835">
                  <a:moveTo>
                    <a:pt x="563105" y="124460"/>
                  </a:moveTo>
                  <a:lnTo>
                    <a:pt x="451396" y="0"/>
                  </a:lnTo>
                  <a:lnTo>
                    <a:pt x="234238" y="0"/>
                  </a:lnTo>
                  <a:lnTo>
                    <a:pt x="122529" y="124460"/>
                  </a:lnTo>
                  <a:lnTo>
                    <a:pt x="342823" y="369887"/>
                  </a:lnTo>
                  <a:lnTo>
                    <a:pt x="563105" y="124460"/>
                  </a:lnTo>
                  <a:close/>
                </a:path>
                <a:path w="6187440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6187440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6187440" h="3378835">
                  <a:moveTo>
                    <a:pt x="563118" y="1885200"/>
                  </a:moveTo>
                  <a:lnTo>
                    <a:pt x="342823" y="1639773"/>
                  </a:lnTo>
                  <a:lnTo>
                    <a:pt x="122529" y="1885200"/>
                  </a:lnTo>
                  <a:lnTo>
                    <a:pt x="342823" y="2130628"/>
                  </a:lnTo>
                  <a:lnTo>
                    <a:pt x="563118" y="1885200"/>
                  </a:lnTo>
                  <a:close/>
                </a:path>
                <a:path w="6187440" h="3378835">
                  <a:moveTo>
                    <a:pt x="563118" y="1303667"/>
                  </a:moveTo>
                  <a:lnTo>
                    <a:pt x="342823" y="1058240"/>
                  </a:lnTo>
                  <a:lnTo>
                    <a:pt x="122529" y="1303667"/>
                  </a:lnTo>
                  <a:lnTo>
                    <a:pt x="342823" y="1549095"/>
                  </a:lnTo>
                  <a:lnTo>
                    <a:pt x="563118" y="1303667"/>
                  </a:lnTo>
                  <a:close/>
                </a:path>
                <a:path w="6187440" h="3378835">
                  <a:moveTo>
                    <a:pt x="563118" y="713155"/>
                  </a:moveTo>
                  <a:lnTo>
                    <a:pt x="342823" y="467728"/>
                  </a:lnTo>
                  <a:lnTo>
                    <a:pt x="122529" y="713155"/>
                  </a:lnTo>
                  <a:lnTo>
                    <a:pt x="342823" y="958583"/>
                  </a:lnTo>
                  <a:lnTo>
                    <a:pt x="563118" y="713155"/>
                  </a:lnTo>
                  <a:close/>
                </a:path>
                <a:path w="6187440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12" y="50076"/>
                  </a:lnTo>
                  <a:lnTo>
                    <a:pt x="641870" y="0"/>
                  </a:lnTo>
                  <a:close/>
                </a:path>
                <a:path w="6187440" h="3378835">
                  <a:moveTo>
                    <a:pt x="1003693" y="124460"/>
                  </a:moveTo>
                  <a:lnTo>
                    <a:pt x="891984" y="0"/>
                  </a:lnTo>
                  <a:lnTo>
                    <a:pt x="674827" y="0"/>
                  </a:lnTo>
                  <a:lnTo>
                    <a:pt x="563118" y="124460"/>
                  </a:lnTo>
                  <a:lnTo>
                    <a:pt x="783412" y="369887"/>
                  </a:lnTo>
                  <a:lnTo>
                    <a:pt x="1003693" y="124460"/>
                  </a:lnTo>
                  <a:close/>
                </a:path>
                <a:path w="6187440" h="3378835">
                  <a:moveTo>
                    <a:pt x="1082446" y="0"/>
                  </a:moveTo>
                  <a:lnTo>
                    <a:pt x="1046467" y="0"/>
                  </a:lnTo>
                  <a:lnTo>
                    <a:pt x="1001522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22" y="90157"/>
                  </a:lnTo>
                  <a:lnTo>
                    <a:pt x="1037488" y="50076"/>
                  </a:lnTo>
                  <a:lnTo>
                    <a:pt x="1082446" y="0"/>
                  </a:lnTo>
                  <a:close/>
                </a:path>
                <a:path w="6187440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6187440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6187440" h="3378835">
                  <a:moveTo>
                    <a:pt x="1444282" y="1885200"/>
                  </a:moveTo>
                  <a:lnTo>
                    <a:pt x="1223987" y="1639773"/>
                  </a:lnTo>
                  <a:lnTo>
                    <a:pt x="1003693" y="1885200"/>
                  </a:lnTo>
                  <a:lnTo>
                    <a:pt x="783412" y="1639773"/>
                  </a:lnTo>
                  <a:lnTo>
                    <a:pt x="563118" y="1885200"/>
                  </a:lnTo>
                  <a:lnTo>
                    <a:pt x="783412" y="2130628"/>
                  </a:lnTo>
                  <a:lnTo>
                    <a:pt x="1003693" y="1885213"/>
                  </a:lnTo>
                  <a:lnTo>
                    <a:pt x="1223987" y="2130628"/>
                  </a:lnTo>
                  <a:lnTo>
                    <a:pt x="1444282" y="1885200"/>
                  </a:lnTo>
                  <a:close/>
                </a:path>
                <a:path w="6187440" h="3378835">
                  <a:moveTo>
                    <a:pt x="1444282" y="1303667"/>
                  </a:moveTo>
                  <a:lnTo>
                    <a:pt x="1223987" y="1058240"/>
                  </a:lnTo>
                  <a:lnTo>
                    <a:pt x="1003693" y="1303667"/>
                  </a:lnTo>
                  <a:lnTo>
                    <a:pt x="783412" y="1058240"/>
                  </a:lnTo>
                  <a:lnTo>
                    <a:pt x="563118" y="1303667"/>
                  </a:lnTo>
                  <a:lnTo>
                    <a:pt x="783412" y="1549095"/>
                  </a:lnTo>
                  <a:lnTo>
                    <a:pt x="1003693" y="1303680"/>
                  </a:lnTo>
                  <a:lnTo>
                    <a:pt x="1223987" y="1549095"/>
                  </a:lnTo>
                  <a:lnTo>
                    <a:pt x="1444282" y="1303667"/>
                  </a:lnTo>
                  <a:close/>
                </a:path>
                <a:path w="6187440" h="3378835">
                  <a:moveTo>
                    <a:pt x="1444282" y="713155"/>
                  </a:moveTo>
                  <a:lnTo>
                    <a:pt x="1223987" y="467728"/>
                  </a:lnTo>
                  <a:lnTo>
                    <a:pt x="1003693" y="713155"/>
                  </a:lnTo>
                  <a:lnTo>
                    <a:pt x="783412" y="467728"/>
                  </a:lnTo>
                  <a:lnTo>
                    <a:pt x="563118" y="713155"/>
                  </a:lnTo>
                  <a:lnTo>
                    <a:pt x="783412" y="958583"/>
                  </a:lnTo>
                  <a:lnTo>
                    <a:pt x="1003693" y="713168"/>
                  </a:lnTo>
                  <a:lnTo>
                    <a:pt x="1223987" y="958583"/>
                  </a:lnTo>
                  <a:lnTo>
                    <a:pt x="1444282" y="713155"/>
                  </a:lnTo>
                  <a:close/>
                </a:path>
                <a:path w="6187440" h="3378835">
                  <a:moveTo>
                    <a:pt x="1523034" y="0"/>
                  </a:moveTo>
                  <a:lnTo>
                    <a:pt x="1487055" y="0"/>
                  </a:lnTo>
                  <a:lnTo>
                    <a:pt x="1442110" y="50076"/>
                  </a:lnTo>
                  <a:lnTo>
                    <a:pt x="1397165" y="0"/>
                  </a:lnTo>
                  <a:lnTo>
                    <a:pt x="1361173" y="0"/>
                  </a:lnTo>
                  <a:lnTo>
                    <a:pt x="1442110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6187440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6187440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6187440" h="3378835">
                  <a:moveTo>
                    <a:pt x="1884870" y="1885200"/>
                  </a:moveTo>
                  <a:lnTo>
                    <a:pt x="1664576" y="1639773"/>
                  </a:lnTo>
                  <a:lnTo>
                    <a:pt x="1444282" y="1885200"/>
                  </a:lnTo>
                  <a:lnTo>
                    <a:pt x="1664576" y="2130628"/>
                  </a:lnTo>
                  <a:lnTo>
                    <a:pt x="1884870" y="1885200"/>
                  </a:lnTo>
                  <a:close/>
                </a:path>
                <a:path w="6187440" h="3378835">
                  <a:moveTo>
                    <a:pt x="1884870" y="1303667"/>
                  </a:moveTo>
                  <a:lnTo>
                    <a:pt x="1664576" y="1058240"/>
                  </a:lnTo>
                  <a:lnTo>
                    <a:pt x="1444282" y="1303667"/>
                  </a:lnTo>
                  <a:lnTo>
                    <a:pt x="1664576" y="1549095"/>
                  </a:lnTo>
                  <a:lnTo>
                    <a:pt x="1884870" y="1303667"/>
                  </a:lnTo>
                  <a:close/>
                </a:path>
                <a:path w="6187440" h="3378835">
                  <a:moveTo>
                    <a:pt x="1884870" y="713155"/>
                  </a:moveTo>
                  <a:lnTo>
                    <a:pt x="1664576" y="467728"/>
                  </a:lnTo>
                  <a:lnTo>
                    <a:pt x="1444282" y="713155"/>
                  </a:lnTo>
                  <a:lnTo>
                    <a:pt x="1664576" y="958583"/>
                  </a:lnTo>
                  <a:lnTo>
                    <a:pt x="1884870" y="713155"/>
                  </a:lnTo>
                  <a:close/>
                </a:path>
                <a:path w="6187440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77" y="50076"/>
                  </a:lnTo>
                  <a:lnTo>
                    <a:pt x="1963635" y="0"/>
                  </a:lnTo>
                  <a:close/>
                </a:path>
                <a:path w="6187440" h="3378835">
                  <a:moveTo>
                    <a:pt x="2404224" y="0"/>
                  </a:moveTo>
                  <a:lnTo>
                    <a:pt x="2368245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66" y="50076"/>
                  </a:lnTo>
                  <a:lnTo>
                    <a:pt x="2404224" y="0"/>
                  </a:lnTo>
                  <a:close/>
                </a:path>
                <a:path w="6187440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29" y="50076"/>
                  </a:lnTo>
                  <a:lnTo>
                    <a:pt x="2844787" y="0"/>
                  </a:lnTo>
                  <a:close/>
                </a:path>
                <a:path w="6187440" h="3378835">
                  <a:moveTo>
                    <a:pt x="3081210" y="3232747"/>
                  </a:moveTo>
                  <a:lnTo>
                    <a:pt x="2986214" y="3338576"/>
                  </a:lnTo>
                  <a:lnTo>
                    <a:pt x="2765945" y="3093148"/>
                  </a:lnTo>
                  <a:lnTo>
                    <a:pt x="2545651" y="3338576"/>
                  </a:lnTo>
                  <a:lnTo>
                    <a:pt x="2325357" y="3093148"/>
                  </a:lnTo>
                  <a:lnTo>
                    <a:pt x="2105063" y="3338576"/>
                  </a:lnTo>
                  <a:lnTo>
                    <a:pt x="1884756" y="3093148"/>
                  </a:lnTo>
                  <a:lnTo>
                    <a:pt x="1664462" y="3338576"/>
                  </a:lnTo>
                  <a:lnTo>
                    <a:pt x="1444167" y="3093148"/>
                  </a:lnTo>
                  <a:lnTo>
                    <a:pt x="1223873" y="3338576"/>
                  </a:lnTo>
                  <a:lnTo>
                    <a:pt x="1003592" y="3093148"/>
                  </a:lnTo>
                  <a:lnTo>
                    <a:pt x="783310" y="3338576"/>
                  </a:lnTo>
                  <a:lnTo>
                    <a:pt x="563003" y="3093148"/>
                  </a:lnTo>
                  <a:lnTo>
                    <a:pt x="342696" y="3338576"/>
                  </a:lnTo>
                  <a:lnTo>
                    <a:pt x="122415" y="3093148"/>
                  </a:lnTo>
                  <a:lnTo>
                    <a:pt x="0" y="3229533"/>
                  </a:lnTo>
                  <a:lnTo>
                    <a:pt x="0" y="3269615"/>
                  </a:lnTo>
                  <a:lnTo>
                    <a:pt x="122415" y="3133242"/>
                  </a:lnTo>
                  <a:lnTo>
                    <a:pt x="342696" y="3378657"/>
                  </a:lnTo>
                  <a:lnTo>
                    <a:pt x="563003" y="3133242"/>
                  </a:lnTo>
                  <a:lnTo>
                    <a:pt x="783310" y="3378657"/>
                  </a:lnTo>
                  <a:lnTo>
                    <a:pt x="1003592" y="3133242"/>
                  </a:lnTo>
                  <a:lnTo>
                    <a:pt x="1223873" y="3378657"/>
                  </a:lnTo>
                  <a:lnTo>
                    <a:pt x="1444167" y="3133242"/>
                  </a:lnTo>
                  <a:lnTo>
                    <a:pt x="1664462" y="3378657"/>
                  </a:lnTo>
                  <a:lnTo>
                    <a:pt x="1884756" y="3133242"/>
                  </a:lnTo>
                  <a:lnTo>
                    <a:pt x="2105063" y="3378657"/>
                  </a:lnTo>
                  <a:lnTo>
                    <a:pt x="2325357" y="3133242"/>
                  </a:lnTo>
                  <a:lnTo>
                    <a:pt x="2545651" y="3378657"/>
                  </a:lnTo>
                  <a:lnTo>
                    <a:pt x="2765945" y="3133242"/>
                  </a:lnTo>
                  <a:lnTo>
                    <a:pt x="2986214" y="3378657"/>
                  </a:lnTo>
                  <a:lnTo>
                    <a:pt x="3081210" y="3272828"/>
                  </a:lnTo>
                  <a:lnTo>
                    <a:pt x="3081210" y="3232747"/>
                  </a:lnTo>
                  <a:close/>
                </a:path>
                <a:path w="6187440" h="3378835">
                  <a:moveTo>
                    <a:pt x="3081210" y="2650553"/>
                  </a:moveTo>
                  <a:lnTo>
                    <a:pt x="2986214" y="2756382"/>
                  </a:lnTo>
                  <a:lnTo>
                    <a:pt x="2765945" y="2510955"/>
                  </a:lnTo>
                  <a:lnTo>
                    <a:pt x="2545651" y="2756395"/>
                  </a:lnTo>
                  <a:lnTo>
                    <a:pt x="2325357" y="2510955"/>
                  </a:lnTo>
                  <a:lnTo>
                    <a:pt x="2105063" y="2756395"/>
                  </a:lnTo>
                  <a:lnTo>
                    <a:pt x="1884756" y="2510955"/>
                  </a:lnTo>
                  <a:lnTo>
                    <a:pt x="1664462" y="2756395"/>
                  </a:lnTo>
                  <a:lnTo>
                    <a:pt x="1444167" y="2510955"/>
                  </a:lnTo>
                  <a:lnTo>
                    <a:pt x="1223873" y="2756382"/>
                  </a:lnTo>
                  <a:lnTo>
                    <a:pt x="1003592" y="2510955"/>
                  </a:lnTo>
                  <a:lnTo>
                    <a:pt x="783310" y="2756395"/>
                  </a:lnTo>
                  <a:lnTo>
                    <a:pt x="563003" y="2510955"/>
                  </a:lnTo>
                  <a:lnTo>
                    <a:pt x="342696" y="2756395"/>
                  </a:lnTo>
                  <a:lnTo>
                    <a:pt x="122415" y="2510955"/>
                  </a:lnTo>
                  <a:lnTo>
                    <a:pt x="0" y="2647353"/>
                  </a:lnTo>
                  <a:lnTo>
                    <a:pt x="0" y="2687434"/>
                  </a:lnTo>
                  <a:lnTo>
                    <a:pt x="122415" y="2551049"/>
                  </a:lnTo>
                  <a:lnTo>
                    <a:pt x="342696" y="2796476"/>
                  </a:lnTo>
                  <a:lnTo>
                    <a:pt x="563003" y="2551049"/>
                  </a:lnTo>
                  <a:lnTo>
                    <a:pt x="783310" y="2796476"/>
                  </a:lnTo>
                  <a:lnTo>
                    <a:pt x="1003592" y="2551049"/>
                  </a:lnTo>
                  <a:lnTo>
                    <a:pt x="1223873" y="2796476"/>
                  </a:lnTo>
                  <a:lnTo>
                    <a:pt x="1444167" y="2551049"/>
                  </a:lnTo>
                  <a:lnTo>
                    <a:pt x="1664462" y="2796476"/>
                  </a:lnTo>
                  <a:lnTo>
                    <a:pt x="1884756" y="2551049"/>
                  </a:lnTo>
                  <a:lnTo>
                    <a:pt x="2105063" y="2796476"/>
                  </a:lnTo>
                  <a:lnTo>
                    <a:pt x="2325357" y="2551049"/>
                  </a:lnTo>
                  <a:lnTo>
                    <a:pt x="2545651" y="2796476"/>
                  </a:lnTo>
                  <a:lnTo>
                    <a:pt x="2765945" y="2551049"/>
                  </a:lnTo>
                  <a:lnTo>
                    <a:pt x="2986214" y="2796476"/>
                  </a:lnTo>
                  <a:lnTo>
                    <a:pt x="3081210" y="2690647"/>
                  </a:lnTo>
                  <a:lnTo>
                    <a:pt x="3081210" y="2650553"/>
                  </a:lnTo>
                  <a:close/>
                </a:path>
                <a:path w="6187440" h="3378835">
                  <a:moveTo>
                    <a:pt x="3081210" y="2060028"/>
                  </a:moveTo>
                  <a:lnTo>
                    <a:pt x="2986214" y="2165858"/>
                  </a:lnTo>
                  <a:lnTo>
                    <a:pt x="2765945" y="1920430"/>
                  </a:lnTo>
                  <a:lnTo>
                    <a:pt x="2545651" y="2165870"/>
                  </a:lnTo>
                  <a:lnTo>
                    <a:pt x="2325357" y="1920430"/>
                  </a:lnTo>
                  <a:lnTo>
                    <a:pt x="2105063" y="2165870"/>
                  </a:lnTo>
                  <a:lnTo>
                    <a:pt x="1884756" y="1920430"/>
                  </a:lnTo>
                  <a:lnTo>
                    <a:pt x="1664462" y="2165870"/>
                  </a:lnTo>
                  <a:lnTo>
                    <a:pt x="1444167" y="1920430"/>
                  </a:lnTo>
                  <a:lnTo>
                    <a:pt x="1223873" y="2165858"/>
                  </a:lnTo>
                  <a:lnTo>
                    <a:pt x="1003592" y="1920430"/>
                  </a:lnTo>
                  <a:lnTo>
                    <a:pt x="783310" y="2165870"/>
                  </a:lnTo>
                  <a:lnTo>
                    <a:pt x="563003" y="1920430"/>
                  </a:lnTo>
                  <a:lnTo>
                    <a:pt x="342696" y="2165870"/>
                  </a:lnTo>
                  <a:lnTo>
                    <a:pt x="122415" y="1920430"/>
                  </a:lnTo>
                  <a:lnTo>
                    <a:pt x="0" y="2056828"/>
                  </a:lnTo>
                  <a:lnTo>
                    <a:pt x="0" y="2096909"/>
                  </a:lnTo>
                  <a:lnTo>
                    <a:pt x="122415" y="1960524"/>
                  </a:lnTo>
                  <a:lnTo>
                    <a:pt x="342696" y="2205952"/>
                  </a:lnTo>
                  <a:lnTo>
                    <a:pt x="563003" y="1960524"/>
                  </a:lnTo>
                  <a:lnTo>
                    <a:pt x="783310" y="2205952"/>
                  </a:lnTo>
                  <a:lnTo>
                    <a:pt x="1003592" y="1960524"/>
                  </a:lnTo>
                  <a:lnTo>
                    <a:pt x="1223873" y="2205952"/>
                  </a:lnTo>
                  <a:lnTo>
                    <a:pt x="1444167" y="1960524"/>
                  </a:lnTo>
                  <a:lnTo>
                    <a:pt x="1664462" y="2205952"/>
                  </a:lnTo>
                  <a:lnTo>
                    <a:pt x="1884756" y="1960524"/>
                  </a:lnTo>
                  <a:lnTo>
                    <a:pt x="2105063" y="2205952"/>
                  </a:lnTo>
                  <a:lnTo>
                    <a:pt x="2325357" y="1960524"/>
                  </a:lnTo>
                  <a:lnTo>
                    <a:pt x="2545651" y="2205952"/>
                  </a:lnTo>
                  <a:lnTo>
                    <a:pt x="2765945" y="1960524"/>
                  </a:lnTo>
                  <a:lnTo>
                    <a:pt x="2986214" y="2205952"/>
                  </a:lnTo>
                  <a:lnTo>
                    <a:pt x="3081210" y="2100122"/>
                  </a:lnTo>
                  <a:lnTo>
                    <a:pt x="3081210" y="2060028"/>
                  </a:lnTo>
                  <a:close/>
                </a:path>
                <a:path w="6187440" h="3378835">
                  <a:moveTo>
                    <a:pt x="3081210" y="1478508"/>
                  </a:moveTo>
                  <a:lnTo>
                    <a:pt x="2986214" y="1584337"/>
                  </a:lnTo>
                  <a:lnTo>
                    <a:pt x="2765945" y="1338910"/>
                  </a:lnTo>
                  <a:lnTo>
                    <a:pt x="2545651" y="1584337"/>
                  </a:lnTo>
                  <a:lnTo>
                    <a:pt x="2325357" y="1338910"/>
                  </a:lnTo>
                  <a:lnTo>
                    <a:pt x="2105063" y="1584337"/>
                  </a:lnTo>
                  <a:lnTo>
                    <a:pt x="1884756" y="1338910"/>
                  </a:lnTo>
                  <a:lnTo>
                    <a:pt x="1664462" y="1584337"/>
                  </a:lnTo>
                  <a:lnTo>
                    <a:pt x="1444167" y="1338910"/>
                  </a:lnTo>
                  <a:lnTo>
                    <a:pt x="1223873" y="1584337"/>
                  </a:lnTo>
                  <a:lnTo>
                    <a:pt x="1003592" y="1338910"/>
                  </a:lnTo>
                  <a:lnTo>
                    <a:pt x="783310" y="1584337"/>
                  </a:lnTo>
                  <a:lnTo>
                    <a:pt x="563003" y="1338910"/>
                  </a:lnTo>
                  <a:lnTo>
                    <a:pt x="342696" y="1584337"/>
                  </a:lnTo>
                  <a:lnTo>
                    <a:pt x="122415" y="1338910"/>
                  </a:lnTo>
                  <a:lnTo>
                    <a:pt x="0" y="1475295"/>
                  </a:lnTo>
                  <a:lnTo>
                    <a:pt x="0" y="1515389"/>
                  </a:lnTo>
                  <a:lnTo>
                    <a:pt x="122415" y="1379004"/>
                  </a:lnTo>
                  <a:lnTo>
                    <a:pt x="342696" y="1624431"/>
                  </a:lnTo>
                  <a:lnTo>
                    <a:pt x="563003" y="1379004"/>
                  </a:lnTo>
                  <a:lnTo>
                    <a:pt x="783310" y="1624431"/>
                  </a:lnTo>
                  <a:lnTo>
                    <a:pt x="1003592" y="1379004"/>
                  </a:lnTo>
                  <a:lnTo>
                    <a:pt x="1223873" y="1624418"/>
                  </a:lnTo>
                  <a:lnTo>
                    <a:pt x="1444167" y="1379004"/>
                  </a:lnTo>
                  <a:lnTo>
                    <a:pt x="1664462" y="1624431"/>
                  </a:lnTo>
                  <a:lnTo>
                    <a:pt x="1884756" y="1379004"/>
                  </a:lnTo>
                  <a:lnTo>
                    <a:pt x="2105063" y="1624431"/>
                  </a:lnTo>
                  <a:lnTo>
                    <a:pt x="2325357" y="1379004"/>
                  </a:lnTo>
                  <a:lnTo>
                    <a:pt x="2545651" y="1624431"/>
                  </a:lnTo>
                  <a:lnTo>
                    <a:pt x="2765945" y="1379004"/>
                  </a:lnTo>
                  <a:lnTo>
                    <a:pt x="2986214" y="1624418"/>
                  </a:lnTo>
                  <a:lnTo>
                    <a:pt x="3081210" y="1518589"/>
                  </a:lnTo>
                  <a:lnTo>
                    <a:pt x="3081210" y="1478508"/>
                  </a:lnTo>
                  <a:close/>
                </a:path>
                <a:path w="6187440" h="3378835">
                  <a:moveTo>
                    <a:pt x="3081210" y="887984"/>
                  </a:moveTo>
                  <a:lnTo>
                    <a:pt x="2986214" y="993813"/>
                  </a:lnTo>
                  <a:lnTo>
                    <a:pt x="2765945" y="748385"/>
                  </a:lnTo>
                  <a:lnTo>
                    <a:pt x="2545651" y="993825"/>
                  </a:lnTo>
                  <a:lnTo>
                    <a:pt x="2325357" y="748385"/>
                  </a:lnTo>
                  <a:lnTo>
                    <a:pt x="2105063" y="993825"/>
                  </a:lnTo>
                  <a:lnTo>
                    <a:pt x="1884756" y="748385"/>
                  </a:lnTo>
                  <a:lnTo>
                    <a:pt x="1664462" y="993825"/>
                  </a:lnTo>
                  <a:lnTo>
                    <a:pt x="1444167" y="748385"/>
                  </a:lnTo>
                  <a:lnTo>
                    <a:pt x="1223873" y="993813"/>
                  </a:lnTo>
                  <a:lnTo>
                    <a:pt x="1003592" y="748385"/>
                  </a:lnTo>
                  <a:lnTo>
                    <a:pt x="783310" y="993825"/>
                  </a:lnTo>
                  <a:lnTo>
                    <a:pt x="563003" y="748385"/>
                  </a:lnTo>
                  <a:lnTo>
                    <a:pt x="342696" y="993825"/>
                  </a:lnTo>
                  <a:lnTo>
                    <a:pt x="122415" y="748385"/>
                  </a:lnTo>
                  <a:lnTo>
                    <a:pt x="0" y="884783"/>
                  </a:lnTo>
                  <a:lnTo>
                    <a:pt x="0" y="924864"/>
                  </a:lnTo>
                  <a:lnTo>
                    <a:pt x="122415" y="788492"/>
                  </a:lnTo>
                  <a:lnTo>
                    <a:pt x="342696" y="1033907"/>
                  </a:lnTo>
                  <a:lnTo>
                    <a:pt x="563003" y="788492"/>
                  </a:lnTo>
                  <a:lnTo>
                    <a:pt x="783310" y="1033907"/>
                  </a:lnTo>
                  <a:lnTo>
                    <a:pt x="1003592" y="788492"/>
                  </a:lnTo>
                  <a:lnTo>
                    <a:pt x="1223873" y="1033907"/>
                  </a:lnTo>
                  <a:lnTo>
                    <a:pt x="1444167" y="788492"/>
                  </a:lnTo>
                  <a:lnTo>
                    <a:pt x="1664462" y="1033907"/>
                  </a:lnTo>
                  <a:lnTo>
                    <a:pt x="1884756" y="788492"/>
                  </a:lnTo>
                  <a:lnTo>
                    <a:pt x="2105063" y="1033907"/>
                  </a:lnTo>
                  <a:lnTo>
                    <a:pt x="2325357" y="788492"/>
                  </a:lnTo>
                  <a:lnTo>
                    <a:pt x="2545651" y="1033907"/>
                  </a:lnTo>
                  <a:lnTo>
                    <a:pt x="2765945" y="788492"/>
                  </a:lnTo>
                  <a:lnTo>
                    <a:pt x="2986214" y="1033907"/>
                  </a:lnTo>
                  <a:lnTo>
                    <a:pt x="3081210" y="928077"/>
                  </a:lnTo>
                  <a:lnTo>
                    <a:pt x="3081210" y="887984"/>
                  </a:lnTo>
                  <a:close/>
                </a:path>
                <a:path w="6187440" h="3378835">
                  <a:moveTo>
                    <a:pt x="3081210" y="299300"/>
                  </a:moveTo>
                  <a:lnTo>
                    <a:pt x="2986214" y="405130"/>
                  </a:lnTo>
                  <a:lnTo>
                    <a:pt x="2765945" y="159702"/>
                  </a:lnTo>
                  <a:lnTo>
                    <a:pt x="2545651" y="405130"/>
                  </a:lnTo>
                  <a:lnTo>
                    <a:pt x="2325357" y="159702"/>
                  </a:lnTo>
                  <a:lnTo>
                    <a:pt x="2105063" y="405130"/>
                  </a:lnTo>
                  <a:lnTo>
                    <a:pt x="1884756" y="159702"/>
                  </a:lnTo>
                  <a:lnTo>
                    <a:pt x="1664462" y="405130"/>
                  </a:lnTo>
                  <a:lnTo>
                    <a:pt x="1444167" y="159702"/>
                  </a:lnTo>
                  <a:lnTo>
                    <a:pt x="1223873" y="405130"/>
                  </a:lnTo>
                  <a:lnTo>
                    <a:pt x="1003592" y="159702"/>
                  </a:lnTo>
                  <a:lnTo>
                    <a:pt x="783310" y="405130"/>
                  </a:lnTo>
                  <a:lnTo>
                    <a:pt x="563003" y="159702"/>
                  </a:lnTo>
                  <a:lnTo>
                    <a:pt x="342696" y="405130"/>
                  </a:lnTo>
                  <a:lnTo>
                    <a:pt x="122415" y="159702"/>
                  </a:lnTo>
                  <a:lnTo>
                    <a:pt x="0" y="296087"/>
                  </a:lnTo>
                  <a:lnTo>
                    <a:pt x="0" y="336181"/>
                  </a:lnTo>
                  <a:lnTo>
                    <a:pt x="122415" y="199796"/>
                  </a:lnTo>
                  <a:lnTo>
                    <a:pt x="342696" y="445223"/>
                  </a:lnTo>
                  <a:lnTo>
                    <a:pt x="563003" y="199796"/>
                  </a:lnTo>
                  <a:lnTo>
                    <a:pt x="783310" y="445223"/>
                  </a:lnTo>
                  <a:lnTo>
                    <a:pt x="1003592" y="199796"/>
                  </a:lnTo>
                  <a:lnTo>
                    <a:pt x="1223873" y="445211"/>
                  </a:lnTo>
                  <a:lnTo>
                    <a:pt x="1444167" y="199796"/>
                  </a:lnTo>
                  <a:lnTo>
                    <a:pt x="1664462" y="445223"/>
                  </a:lnTo>
                  <a:lnTo>
                    <a:pt x="1884756" y="199796"/>
                  </a:lnTo>
                  <a:lnTo>
                    <a:pt x="2105063" y="445223"/>
                  </a:lnTo>
                  <a:lnTo>
                    <a:pt x="2325357" y="199796"/>
                  </a:lnTo>
                  <a:lnTo>
                    <a:pt x="2545651" y="445223"/>
                  </a:lnTo>
                  <a:lnTo>
                    <a:pt x="2765945" y="199796"/>
                  </a:lnTo>
                  <a:lnTo>
                    <a:pt x="2986214" y="445211"/>
                  </a:lnTo>
                  <a:lnTo>
                    <a:pt x="3081210" y="339382"/>
                  </a:lnTo>
                  <a:lnTo>
                    <a:pt x="3081210" y="299300"/>
                  </a:lnTo>
                  <a:close/>
                </a:path>
                <a:path w="6187440" h="3378835">
                  <a:moveTo>
                    <a:pt x="3081223" y="2918206"/>
                  </a:moveTo>
                  <a:lnTo>
                    <a:pt x="2986328" y="2812478"/>
                  </a:lnTo>
                  <a:lnTo>
                    <a:pt x="2766047" y="3057906"/>
                  </a:lnTo>
                  <a:lnTo>
                    <a:pt x="2545753" y="2812478"/>
                  </a:lnTo>
                  <a:lnTo>
                    <a:pt x="2325459" y="3057906"/>
                  </a:ln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59" y="3057918"/>
                  </a:lnTo>
                  <a:lnTo>
                    <a:pt x="2545753" y="3303333"/>
                  </a:lnTo>
                  <a:lnTo>
                    <a:pt x="2766034" y="3057931"/>
                  </a:lnTo>
                  <a:lnTo>
                    <a:pt x="2986328" y="3303346"/>
                  </a:lnTo>
                  <a:lnTo>
                    <a:pt x="3081223" y="3197618"/>
                  </a:lnTo>
                  <a:lnTo>
                    <a:pt x="3081223" y="2918206"/>
                  </a:lnTo>
                  <a:close/>
                </a:path>
                <a:path w="6187440" h="3378835">
                  <a:moveTo>
                    <a:pt x="3081223" y="2336012"/>
                  </a:moveTo>
                  <a:lnTo>
                    <a:pt x="2986328" y="2230285"/>
                  </a:lnTo>
                  <a:lnTo>
                    <a:pt x="2766034" y="2475712"/>
                  </a:lnTo>
                  <a:lnTo>
                    <a:pt x="2545753" y="2230285"/>
                  </a:lnTo>
                  <a:lnTo>
                    <a:pt x="2325459" y="2475712"/>
                  </a:ln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59" y="2475725"/>
                  </a:lnTo>
                  <a:lnTo>
                    <a:pt x="2545753" y="2721140"/>
                  </a:lnTo>
                  <a:lnTo>
                    <a:pt x="2766034" y="2475725"/>
                  </a:lnTo>
                  <a:lnTo>
                    <a:pt x="2986328" y="2721140"/>
                  </a:lnTo>
                  <a:lnTo>
                    <a:pt x="3081223" y="2615412"/>
                  </a:lnTo>
                  <a:lnTo>
                    <a:pt x="3081223" y="2336012"/>
                  </a:lnTo>
                  <a:close/>
                </a:path>
                <a:path w="6187440" h="3378835">
                  <a:moveTo>
                    <a:pt x="3081223" y="1745500"/>
                  </a:moveTo>
                  <a:lnTo>
                    <a:pt x="2986328" y="1639773"/>
                  </a:lnTo>
                  <a:lnTo>
                    <a:pt x="2766034" y="1885200"/>
                  </a:lnTo>
                  <a:lnTo>
                    <a:pt x="2545753" y="1639773"/>
                  </a:lnTo>
                  <a:lnTo>
                    <a:pt x="2325459" y="1885200"/>
                  </a:lnTo>
                  <a:lnTo>
                    <a:pt x="2105177" y="1639773"/>
                  </a:lnTo>
                  <a:lnTo>
                    <a:pt x="1884883" y="1885200"/>
                  </a:lnTo>
                  <a:lnTo>
                    <a:pt x="2105177" y="2130628"/>
                  </a:lnTo>
                  <a:lnTo>
                    <a:pt x="2325459" y="1885213"/>
                  </a:lnTo>
                  <a:lnTo>
                    <a:pt x="2545753" y="2130628"/>
                  </a:lnTo>
                  <a:lnTo>
                    <a:pt x="2766034" y="1885213"/>
                  </a:lnTo>
                  <a:lnTo>
                    <a:pt x="2986328" y="2130641"/>
                  </a:lnTo>
                  <a:lnTo>
                    <a:pt x="3081223" y="2024913"/>
                  </a:lnTo>
                  <a:lnTo>
                    <a:pt x="3081223" y="1745500"/>
                  </a:lnTo>
                  <a:close/>
                </a:path>
                <a:path w="6187440" h="3378835">
                  <a:moveTo>
                    <a:pt x="3081223" y="1163955"/>
                  </a:moveTo>
                  <a:lnTo>
                    <a:pt x="2986328" y="1058227"/>
                  </a:lnTo>
                  <a:lnTo>
                    <a:pt x="2766034" y="1303667"/>
                  </a:lnTo>
                  <a:lnTo>
                    <a:pt x="2545753" y="1058240"/>
                  </a:lnTo>
                  <a:lnTo>
                    <a:pt x="2325459" y="1303667"/>
                  </a:lnTo>
                  <a:lnTo>
                    <a:pt x="2105177" y="1058240"/>
                  </a:lnTo>
                  <a:lnTo>
                    <a:pt x="1884883" y="1303667"/>
                  </a:lnTo>
                  <a:lnTo>
                    <a:pt x="2105177" y="1549095"/>
                  </a:lnTo>
                  <a:lnTo>
                    <a:pt x="2325459" y="1303680"/>
                  </a:lnTo>
                  <a:lnTo>
                    <a:pt x="2545753" y="1549095"/>
                  </a:lnTo>
                  <a:lnTo>
                    <a:pt x="2766034" y="1303680"/>
                  </a:lnTo>
                  <a:lnTo>
                    <a:pt x="2986328" y="1549095"/>
                  </a:lnTo>
                  <a:lnTo>
                    <a:pt x="3081223" y="1443367"/>
                  </a:lnTo>
                  <a:lnTo>
                    <a:pt x="3081223" y="1163955"/>
                  </a:lnTo>
                  <a:close/>
                </a:path>
                <a:path w="6187440" h="3378835">
                  <a:moveTo>
                    <a:pt x="3081223" y="573455"/>
                  </a:moveTo>
                  <a:lnTo>
                    <a:pt x="2986328" y="467728"/>
                  </a:lnTo>
                  <a:lnTo>
                    <a:pt x="2766034" y="713155"/>
                  </a:lnTo>
                  <a:lnTo>
                    <a:pt x="2545753" y="467728"/>
                  </a:lnTo>
                  <a:lnTo>
                    <a:pt x="2325459" y="713155"/>
                  </a:lnTo>
                  <a:lnTo>
                    <a:pt x="2105177" y="467728"/>
                  </a:lnTo>
                  <a:lnTo>
                    <a:pt x="1884883" y="713155"/>
                  </a:lnTo>
                  <a:lnTo>
                    <a:pt x="2105177" y="958583"/>
                  </a:lnTo>
                  <a:lnTo>
                    <a:pt x="2325459" y="713168"/>
                  </a:lnTo>
                  <a:lnTo>
                    <a:pt x="2545753" y="958583"/>
                  </a:lnTo>
                  <a:lnTo>
                    <a:pt x="2766034" y="713168"/>
                  </a:lnTo>
                  <a:lnTo>
                    <a:pt x="2986328" y="958583"/>
                  </a:lnTo>
                  <a:lnTo>
                    <a:pt x="3081223" y="852855"/>
                  </a:lnTo>
                  <a:lnTo>
                    <a:pt x="3081223" y="573455"/>
                  </a:lnTo>
                  <a:close/>
                </a:path>
                <a:path w="6187440" h="3378835">
                  <a:moveTo>
                    <a:pt x="3861460" y="124460"/>
                  </a:moveTo>
                  <a:lnTo>
                    <a:pt x="3749751" y="0"/>
                  </a:lnTo>
                  <a:lnTo>
                    <a:pt x="3532594" y="0"/>
                  </a:lnTo>
                  <a:lnTo>
                    <a:pt x="3420884" y="124460"/>
                  </a:lnTo>
                  <a:lnTo>
                    <a:pt x="3309175" y="0"/>
                  </a:lnTo>
                  <a:lnTo>
                    <a:pt x="3105708" y="0"/>
                  </a:lnTo>
                  <a:lnTo>
                    <a:pt x="3105708" y="264172"/>
                  </a:lnTo>
                  <a:lnTo>
                    <a:pt x="3200603" y="369887"/>
                  </a:lnTo>
                  <a:lnTo>
                    <a:pt x="3420884" y="124472"/>
                  </a:lnTo>
                  <a:lnTo>
                    <a:pt x="3641179" y="369887"/>
                  </a:lnTo>
                  <a:lnTo>
                    <a:pt x="3861460" y="124460"/>
                  </a:lnTo>
                  <a:close/>
                </a:path>
                <a:path w="6187440" h="3378835">
                  <a:moveTo>
                    <a:pt x="4302049" y="1303667"/>
                  </a:moveTo>
                  <a:lnTo>
                    <a:pt x="4081754" y="1058240"/>
                  </a:lnTo>
                  <a:lnTo>
                    <a:pt x="3861460" y="1303667"/>
                  </a:lnTo>
                  <a:lnTo>
                    <a:pt x="3641179" y="1058240"/>
                  </a:lnTo>
                  <a:lnTo>
                    <a:pt x="3420884" y="1303667"/>
                  </a:lnTo>
                  <a:lnTo>
                    <a:pt x="3200603" y="1058227"/>
                  </a:lnTo>
                  <a:lnTo>
                    <a:pt x="3105708" y="1163955"/>
                  </a:lnTo>
                  <a:lnTo>
                    <a:pt x="3105708" y="1443367"/>
                  </a:lnTo>
                  <a:lnTo>
                    <a:pt x="3200603" y="1549095"/>
                  </a:lnTo>
                  <a:lnTo>
                    <a:pt x="3420884" y="1303680"/>
                  </a:lnTo>
                  <a:lnTo>
                    <a:pt x="3641179" y="1549095"/>
                  </a:lnTo>
                  <a:lnTo>
                    <a:pt x="3861460" y="1303680"/>
                  </a:lnTo>
                  <a:lnTo>
                    <a:pt x="4081754" y="1549095"/>
                  </a:lnTo>
                  <a:lnTo>
                    <a:pt x="4302049" y="1303667"/>
                  </a:lnTo>
                  <a:close/>
                </a:path>
                <a:path w="6187440" h="3378835">
                  <a:moveTo>
                    <a:pt x="4302049" y="713155"/>
                  </a:moveTo>
                  <a:lnTo>
                    <a:pt x="4081754" y="467728"/>
                  </a:lnTo>
                  <a:lnTo>
                    <a:pt x="3861460" y="713155"/>
                  </a:lnTo>
                  <a:lnTo>
                    <a:pt x="3641179" y="467728"/>
                  </a:lnTo>
                  <a:lnTo>
                    <a:pt x="3420897" y="713143"/>
                  </a:lnTo>
                  <a:lnTo>
                    <a:pt x="3200603" y="467728"/>
                  </a:lnTo>
                  <a:lnTo>
                    <a:pt x="3105708" y="573443"/>
                  </a:lnTo>
                  <a:lnTo>
                    <a:pt x="3105708" y="852855"/>
                  </a:lnTo>
                  <a:lnTo>
                    <a:pt x="3200603" y="958570"/>
                  </a:lnTo>
                  <a:lnTo>
                    <a:pt x="3420884" y="713168"/>
                  </a:lnTo>
                  <a:lnTo>
                    <a:pt x="3641179" y="958583"/>
                  </a:lnTo>
                  <a:lnTo>
                    <a:pt x="3861460" y="713168"/>
                  </a:lnTo>
                  <a:lnTo>
                    <a:pt x="4081754" y="958583"/>
                  </a:lnTo>
                  <a:lnTo>
                    <a:pt x="4302049" y="713155"/>
                  </a:lnTo>
                  <a:close/>
                </a:path>
                <a:path w="6187440" h="3378835">
                  <a:moveTo>
                    <a:pt x="4302049" y="124460"/>
                  </a:moveTo>
                  <a:lnTo>
                    <a:pt x="4190339" y="0"/>
                  </a:lnTo>
                  <a:lnTo>
                    <a:pt x="3973182" y="0"/>
                  </a:lnTo>
                  <a:lnTo>
                    <a:pt x="3861473" y="124460"/>
                  </a:lnTo>
                  <a:lnTo>
                    <a:pt x="4081767" y="369887"/>
                  </a:lnTo>
                  <a:lnTo>
                    <a:pt x="4302049" y="124460"/>
                  </a:lnTo>
                  <a:close/>
                </a:path>
                <a:path w="6187440" h="3378835">
                  <a:moveTo>
                    <a:pt x="4742637" y="124460"/>
                  </a:moveTo>
                  <a:lnTo>
                    <a:pt x="4630928" y="0"/>
                  </a:lnTo>
                  <a:lnTo>
                    <a:pt x="4413770" y="0"/>
                  </a:lnTo>
                  <a:lnTo>
                    <a:pt x="4302061" y="124460"/>
                  </a:lnTo>
                  <a:lnTo>
                    <a:pt x="4522355" y="369887"/>
                  </a:lnTo>
                  <a:lnTo>
                    <a:pt x="4742637" y="124460"/>
                  </a:lnTo>
                  <a:close/>
                </a:path>
                <a:path w="6187440" h="3378835">
                  <a:moveTo>
                    <a:pt x="4742650" y="713155"/>
                  </a:moveTo>
                  <a:lnTo>
                    <a:pt x="4522355" y="467728"/>
                  </a:lnTo>
                  <a:lnTo>
                    <a:pt x="4302061" y="713155"/>
                  </a:lnTo>
                  <a:lnTo>
                    <a:pt x="4522355" y="958583"/>
                  </a:lnTo>
                  <a:lnTo>
                    <a:pt x="4742650" y="713155"/>
                  </a:lnTo>
                  <a:close/>
                </a:path>
                <a:path w="6187440" h="3378835">
                  <a:moveTo>
                    <a:pt x="5623801" y="124460"/>
                  </a:moveTo>
                  <a:lnTo>
                    <a:pt x="5512092" y="0"/>
                  </a:lnTo>
                  <a:lnTo>
                    <a:pt x="5294935" y="0"/>
                  </a:lnTo>
                  <a:lnTo>
                    <a:pt x="5183225" y="124460"/>
                  </a:lnTo>
                  <a:lnTo>
                    <a:pt x="5071529" y="0"/>
                  </a:lnTo>
                  <a:lnTo>
                    <a:pt x="4854372" y="0"/>
                  </a:lnTo>
                  <a:lnTo>
                    <a:pt x="4742662" y="124460"/>
                  </a:lnTo>
                  <a:lnTo>
                    <a:pt x="4962957" y="369887"/>
                  </a:lnTo>
                  <a:lnTo>
                    <a:pt x="5183225" y="124472"/>
                  </a:lnTo>
                  <a:lnTo>
                    <a:pt x="5403520" y="369887"/>
                  </a:lnTo>
                  <a:lnTo>
                    <a:pt x="5623801" y="124460"/>
                  </a:lnTo>
                  <a:close/>
                </a:path>
                <a:path w="6187440" h="3378835">
                  <a:moveTo>
                    <a:pt x="5623814" y="713155"/>
                  </a:moveTo>
                  <a:lnTo>
                    <a:pt x="5403520" y="467728"/>
                  </a:lnTo>
                  <a:lnTo>
                    <a:pt x="5183225" y="713155"/>
                  </a:lnTo>
                  <a:lnTo>
                    <a:pt x="4962944" y="467728"/>
                  </a:lnTo>
                  <a:lnTo>
                    <a:pt x="4742650" y="713155"/>
                  </a:lnTo>
                  <a:lnTo>
                    <a:pt x="4962944" y="958583"/>
                  </a:lnTo>
                  <a:lnTo>
                    <a:pt x="5183225" y="713168"/>
                  </a:lnTo>
                  <a:lnTo>
                    <a:pt x="5403520" y="958583"/>
                  </a:lnTo>
                  <a:lnTo>
                    <a:pt x="5623814" y="713155"/>
                  </a:lnTo>
                  <a:close/>
                </a:path>
                <a:path w="6187440" h="3378835">
                  <a:moveTo>
                    <a:pt x="6064389" y="124460"/>
                  </a:moveTo>
                  <a:lnTo>
                    <a:pt x="5952680" y="0"/>
                  </a:lnTo>
                  <a:lnTo>
                    <a:pt x="5735523" y="0"/>
                  </a:lnTo>
                  <a:lnTo>
                    <a:pt x="5623814" y="124460"/>
                  </a:lnTo>
                  <a:lnTo>
                    <a:pt x="5844108" y="369887"/>
                  </a:lnTo>
                  <a:lnTo>
                    <a:pt x="6064389" y="124460"/>
                  </a:lnTo>
                  <a:close/>
                </a:path>
                <a:path w="6187440" h="3378835">
                  <a:moveTo>
                    <a:pt x="6064402" y="713155"/>
                  </a:moveTo>
                  <a:lnTo>
                    <a:pt x="5844108" y="467728"/>
                  </a:lnTo>
                  <a:lnTo>
                    <a:pt x="5623814" y="713155"/>
                  </a:lnTo>
                  <a:lnTo>
                    <a:pt x="5844108" y="958583"/>
                  </a:lnTo>
                  <a:lnTo>
                    <a:pt x="6064402" y="713155"/>
                  </a:lnTo>
                  <a:close/>
                </a:path>
                <a:path w="6187440" h="3378835">
                  <a:moveTo>
                    <a:pt x="6186932" y="884783"/>
                  </a:moveTo>
                  <a:lnTo>
                    <a:pt x="6064516" y="748385"/>
                  </a:lnTo>
                  <a:lnTo>
                    <a:pt x="5844222" y="993825"/>
                  </a:lnTo>
                  <a:lnTo>
                    <a:pt x="5623903" y="748385"/>
                  </a:lnTo>
                  <a:lnTo>
                    <a:pt x="5403621" y="993825"/>
                  </a:lnTo>
                  <a:lnTo>
                    <a:pt x="5183327" y="748385"/>
                  </a:lnTo>
                  <a:lnTo>
                    <a:pt x="4963033" y="993813"/>
                  </a:lnTo>
                  <a:lnTo>
                    <a:pt x="4742764" y="748385"/>
                  </a:lnTo>
                  <a:lnTo>
                    <a:pt x="4522457" y="993825"/>
                  </a:lnTo>
                  <a:lnTo>
                    <a:pt x="4302163" y="748385"/>
                  </a:lnTo>
                  <a:lnTo>
                    <a:pt x="4081856" y="993825"/>
                  </a:lnTo>
                  <a:lnTo>
                    <a:pt x="3861562" y="748385"/>
                  </a:lnTo>
                  <a:lnTo>
                    <a:pt x="3641267" y="993825"/>
                  </a:lnTo>
                  <a:lnTo>
                    <a:pt x="3420986" y="748385"/>
                  </a:lnTo>
                  <a:lnTo>
                    <a:pt x="3200692" y="993813"/>
                  </a:lnTo>
                  <a:lnTo>
                    <a:pt x="3105696" y="887984"/>
                  </a:lnTo>
                  <a:lnTo>
                    <a:pt x="3105696" y="928077"/>
                  </a:lnTo>
                  <a:lnTo>
                    <a:pt x="3200692" y="1033907"/>
                  </a:lnTo>
                  <a:lnTo>
                    <a:pt x="3420986" y="788492"/>
                  </a:lnTo>
                  <a:lnTo>
                    <a:pt x="3641267" y="1033907"/>
                  </a:lnTo>
                  <a:lnTo>
                    <a:pt x="3861562" y="788492"/>
                  </a:lnTo>
                  <a:lnTo>
                    <a:pt x="4081856" y="1033907"/>
                  </a:lnTo>
                  <a:lnTo>
                    <a:pt x="4302163" y="788492"/>
                  </a:lnTo>
                  <a:lnTo>
                    <a:pt x="4522457" y="1033907"/>
                  </a:lnTo>
                  <a:lnTo>
                    <a:pt x="4742764" y="788492"/>
                  </a:lnTo>
                  <a:lnTo>
                    <a:pt x="4963033" y="1033907"/>
                  </a:lnTo>
                  <a:lnTo>
                    <a:pt x="5183327" y="788492"/>
                  </a:lnTo>
                  <a:lnTo>
                    <a:pt x="5403621" y="1033907"/>
                  </a:lnTo>
                  <a:lnTo>
                    <a:pt x="5623903" y="788492"/>
                  </a:lnTo>
                  <a:lnTo>
                    <a:pt x="5844222" y="1033907"/>
                  </a:lnTo>
                  <a:lnTo>
                    <a:pt x="6064516" y="788492"/>
                  </a:lnTo>
                  <a:lnTo>
                    <a:pt x="6186932" y="924864"/>
                  </a:lnTo>
                  <a:lnTo>
                    <a:pt x="6186932" y="884783"/>
                  </a:lnTo>
                  <a:close/>
                </a:path>
                <a:path w="6187440" h="3378835">
                  <a:moveTo>
                    <a:pt x="6186932" y="576656"/>
                  </a:moveTo>
                  <a:lnTo>
                    <a:pt x="6064415" y="713155"/>
                  </a:lnTo>
                  <a:lnTo>
                    <a:pt x="6186932" y="849655"/>
                  </a:lnTo>
                  <a:lnTo>
                    <a:pt x="6186932" y="576656"/>
                  </a:lnTo>
                  <a:close/>
                </a:path>
                <a:path w="6187440" h="3378835">
                  <a:moveTo>
                    <a:pt x="6186932" y="296087"/>
                  </a:moveTo>
                  <a:lnTo>
                    <a:pt x="6064516" y="159702"/>
                  </a:lnTo>
                  <a:lnTo>
                    <a:pt x="5844222" y="405130"/>
                  </a:lnTo>
                  <a:lnTo>
                    <a:pt x="5623903" y="159702"/>
                  </a:lnTo>
                  <a:lnTo>
                    <a:pt x="5403621" y="405130"/>
                  </a:lnTo>
                  <a:lnTo>
                    <a:pt x="5183327" y="159702"/>
                  </a:lnTo>
                  <a:lnTo>
                    <a:pt x="4963033" y="405130"/>
                  </a:lnTo>
                  <a:lnTo>
                    <a:pt x="4742764" y="159702"/>
                  </a:lnTo>
                  <a:lnTo>
                    <a:pt x="4522457" y="405130"/>
                  </a:lnTo>
                  <a:lnTo>
                    <a:pt x="4302163" y="159702"/>
                  </a:lnTo>
                  <a:lnTo>
                    <a:pt x="4081856" y="405130"/>
                  </a:lnTo>
                  <a:lnTo>
                    <a:pt x="3861562" y="159702"/>
                  </a:lnTo>
                  <a:lnTo>
                    <a:pt x="3641267" y="405130"/>
                  </a:lnTo>
                  <a:lnTo>
                    <a:pt x="3420986" y="159702"/>
                  </a:lnTo>
                  <a:lnTo>
                    <a:pt x="3200692" y="405130"/>
                  </a:lnTo>
                  <a:lnTo>
                    <a:pt x="3105696" y="299300"/>
                  </a:lnTo>
                  <a:lnTo>
                    <a:pt x="3105696" y="339382"/>
                  </a:lnTo>
                  <a:lnTo>
                    <a:pt x="3200692" y="445211"/>
                  </a:lnTo>
                  <a:lnTo>
                    <a:pt x="3420986" y="199796"/>
                  </a:lnTo>
                  <a:lnTo>
                    <a:pt x="3641267" y="445223"/>
                  </a:lnTo>
                  <a:lnTo>
                    <a:pt x="3861562" y="199796"/>
                  </a:lnTo>
                  <a:lnTo>
                    <a:pt x="4081856" y="445223"/>
                  </a:lnTo>
                  <a:lnTo>
                    <a:pt x="4302163" y="199796"/>
                  </a:lnTo>
                  <a:lnTo>
                    <a:pt x="4522457" y="445223"/>
                  </a:lnTo>
                  <a:lnTo>
                    <a:pt x="4742764" y="199796"/>
                  </a:lnTo>
                  <a:lnTo>
                    <a:pt x="4963033" y="445211"/>
                  </a:lnTo>
                  <a:lnTo>
                    <a:pt x="5183327" y="199796"/>
                  </a:lnTo>
                  <a:lnTo>
                    <a:pt x="5403621" y="445223"/>
                  </a:lnTo>
                  <a:lnTo>
                    <a:pt x="5623903" y="199796"/>
                  </a:lnTo>
                  <a:lnTo>
                    <a:pt x="5844222" y="445223"/>
                  </a:lnTo>
                  <a:lnTo>
                    <a:pt x="6064516" y="199796"/>
                  </a:lnTo>
                  <a:lnTo>
                    <a:pt x="6186932" y="336181"/>
                  </a:lnTo>
                  <a:lnTo>
                    <a:pt x="6186932" y="296087"/>
                  </a:lnTo>
                  <a:close/>
                </a:path>
                <a:path w="6187440" h="3378835">
                  <a:moveTo>
                    <a:pt x="6186932" y="0"/>
                  </a:moveTo>
                  <a:lnTo>
                    <a:pt x="6176124" y="0"/>
                  </a:lnTo>
                  <a:lnTo>
                    <a:pt x="6064415" y="124460"/>
                  </a:lnTo>
                  <a:lnTo>
                    <a:pt x="6186932" y="260959"/>
                  </a:lnTo>
                  <a:lnTo>
                    <a:pt x="6186932" y="0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176918" y="19062"/>
              <a:ext cx="2991485" cy="3378835"/>
            </a:xfrm>
            <a:custGeom>
              <a:avLst/>
              <a:gdLst/>
              <a:ahLst/>
              <a:cxnLst/>
              <a:rect l="l" t="t" r="r" b="b"/>
              <a:pathLst>
                <a:path w="2991484" h="3378835">
                  <a:moveTo>
                    <a:pt x="122516" y="3057906"/>
                  </a:moveTo>
                  <a:lnTo>
                    <a:pt x="0" y="2921406"/>
                  </a:lnTo>
                  <a:lnTo>
                    <a:pt x="0" y="3194405"/>
                  </a:lnTo>
                  <a:lnTo>
                    <a:pt x="122516" y="3057906"/>
                  </a:lnTo>
                  <a:close/>
                </a:path>
                <a:path w="2991484" h="3378835">
                  <a:moveTo>
                    <a:pt x="122516" y="2475712"/>
                  </a:moveTo>
                  <a:lnTo>
                    <a:pt x="0" y="2339213"/>
                  </a:lnTo>
                  <a:lnTo>
                    <a:pt x="0" y="2612212"/>
                  </a:lnTo>
                  <a:lnTo>
                    <a:pt x="122516" y="2475712"/>
                  </a:lnTo>
                  <a:close/>
                </a:path>
                <a:path w="2991484" h="3378835">
                  <a:moveTo>
                    <a:pt x="201269" y="0"/>
                  </a:moveTo>
                  <a:lnTo>
                    <a:pt x="165277" y="0"/>
                  </a:lnTo>
                  <a:lnTo>
                    <a:pt x="120332" y="50076"/>
                  </a:lnTo>
                  <a:lnTo>
                    <a:pt x="75387" y="0"/>
                  </a:lnTo>
                  <a:lnTo>
                    <a:pt x="39395" y="0"/>
                  </a:lnTo>
                  <a:lnTo>
                    <a:pt x="120332" y="90170"/>
                  </a:lnTo>
                  <a:lnTo>
                    <a:pt x="156324" y="50076"/>
                  </a:lnTo>
                  <a:lnTo>
                    <a:pt x="201269" y="0"/>
                  </a:lnTo>
                  <a:close/>
                </a:path>
                <a:path w="2991484" h="3378835">
                  <a:moveTo>
                    <a:pt x="563118" y="3057906"/>
                  </a:moveTo>
                  <a:lnTo>
                    <a:pt x="342823" y="2812478"/>
                  </a:lnTo>
                  <a:lnTo>
                    <a:pt x="122529" y="3057906"/>
                  </a:lnTo>
                  <a:lnTo>
                    <a:pt x="342823" y="3303333"/>
                  </a:lnTo>
                  <a:lnTo>
                    <a:pt x="563118" y="3057906"/>
                  </a:lnTo>
                  <a:close/>
                </a:path>
                <a:path w="2991484" h="3378835">
                  <a:moveTo>
                    <a:pt x="563118" y="2475712"/>
                  </a:moveTo>
                  <a:lnTo>
                    <a:pt x="342823" y="2230285"/>
                  </a:lnTo>
                  <a:lnTo>
                    <a:pt x="122529" y="2475712"/>
                  </a:lnTo>
                  <a:lnTo>
                    <a:pt x="342823" y="2721140"/>
                  </a:lnTo>
                  <a:lnTo>
                    <a:pt x="563118" y="2475712"/>
                  </a:lnTo>
                  <a:close/>
                </a:path>
                <a:path w="2991484" h="3378835">
                  <a:moveTo>
                    <a:pt x="641870" y="0"/>
                  </a:moveTo>
                  <a:lnTo>
                    <a:pt x="605878" y="0"/>
                  </a:lnTo>
                  <a:lnTo>
                    <a:pt x="560933" y="50076"/>
                  </a:lnTo>
                  <a:lnTo>
                    <a:pt x="515988" y="0"/>
                  </a:lnTo>
                  <a:lnTo>
                    <a:pt x="479996" y="0"/>
                  </a:lnTo>
                  <a:lnTo>
                    <a:pt x="560933" y="90170"/>
                  </a:lnTo>
                  <a:lnTo>
                    <a:pt x="596925" y="50076"/>
                  </a:lnTo>
                  <a:lnTo>
                    <a:pt x="641870" y="0"/>
                  </a:lnTo>
                  <a:close/>
                </a:path>
                <a:path w="2991484" h="3378835">
                  <a:moveTo>
                    <a:pt x="1082433" y="0"/>
                  </a:moveTo>
                  <a:lnTo>
                    <a:pt x="1046454" y="0"/>
                  </a:lnTo>
                  <a:lnTo>
                    <a:pt x="1001509" y="50076"/>
                  </a:lnTo>
                  <a:lnTo>
                    <a:pt x="956564" y="0"/>
                  </a:lnTo>
                  <a:lnTo>
                    <a:pt x="920584" y="0"/>
                  </a:lnTo>
                  <a:lnTo>
                    <a:pt x="1001509" y="90157"/>
                  </a:lnTo>
                  <a:lnTo>
                    <a:pt x="1037488" y="50076"/>
                  </a:lnTo>
                  <a:lnTo>
                    <a:pt x="1082433" y="0"/>
                  </a:lnTo>
                  <a:close/>
                </a:path>
                <a:path w="2991484" h="3378835">
                  <a:moveTo>
                    <a:pt x="1444282" y="3057906"/>
                  </a:moveTo>
                  <a:lnTo>
                    <a:pt x="1223987" y="2812478"/>
                  </a:lnTo>
                  <a:lnTo>
                    <a:pt x="1003693" y="3057906"/>
                  </a:lnTo>
                  <a:lnTo>
                    <a:pt x="783412" y="2812478"/>
                  </a:lnTo>
                  <a:lnTo>
                    <a:pt x="563118" y="3057906"/>
                  </a:lnTo>
                  <a:lnTo>
                    <a:pt x="783412" y="3303333"/>
                  </a:lnTo>
                  <a:lnTo>
                    <a:pt x="1003693" y="3057918"/>
                  </a:lnTo>
                  <a:lnTo>
                    <a:pt x="1223987" y="3303333"/>
                  </a:lnTo>
                  <a:lnTo>
                    <a:pt x="1444282" y="3057906"/>
                  </a:lnTo>
                  <a:close/>
                </a:path>
                <a:path w="2991484" h="3378835">
                  <a:moveTo>
                    <a:pt x="1444282" y="2475712"/>
                  </a:moveTo>
                  <a:lnTo>
                    <a:pt x="1223987" y="2230285"/>
                  </a:lnTo>
                  <a:lnTo>
                    <a:pt x="1003693" y="2475712"/>
                  </a:lnTo>
                  <a:lnTo>
                    <a:pt x="783412" y="2230285"/>
                  </a:lnTo>
                  <a:lnTo>
                    <a:pt x="563118" y="2475712"/>
                  </a:lnTo>
                  <a:lnTo>
                    <a:pt x="783412" y="2721140"/>
                  </a:lnTo>
                  <a:lnTo>
                    <a:pt x="1003693" y="2475725"/>
                  </a:lnTo>
                  <a:lnTo>
                    <a:pt x="1223987" y="2721140"/>
                  </a:lnTo>
                  <a:lnTo>
                    <a:pt x="1444282" y="2475712"/>
                  </a:lnTo>
                  <a:close/>
                </a:path>
                <a:path w="2991484" h="3378835">
                  <a:moveTo>
                    <a:pt x="1523034" y="0"/>
                  </a:moveTo>
                  <a:lnTo>
                    <a:pt x="1487043" y="0"/>
                  </a:lnTo>
                  <a:lnTo>
                    <a:pt x="1442097" y="50076"/>
                  </a:lnTo>
                  <a:lnTo>
                    <a:pt x="1397152" y="0"/>
                  </a:lnTo>
                  <a:lnTo>
                    <a:pt x="1361160" y="0"/>
                  </a:lnTo>
                  <a:lnTo>
                    <a:pt x="1442097" y="90170"/>
                  </a:lnTo>
                  <a:lnTo>
                    <a:pt x="1478089" y="50076"/>
                  </a:lnTo>
                  <a:lnTo>
                    <a:pt x="1523034" y="0"/>
                  </a:lnTo>
                  <a:close/>
                </a:path>
                <a:path w="2991484" h="3378835">
                  <a:moveTo>
                    <a:pt x="1884870" y="3057906"/>
                  </a:moveTo>
                  <a:lnTo>
                    <a:pt x="1664576" y="2812478"/>
                  </a:lnTo>
                  <a:lnTo>
                    <a:pt x="1444282" y="3057906"/>
                  </a:lnTo>
                  <a:lnTo>
                    <a:pt x="1664576" y="3303333"/>
                  </a:lnTo>
                  <a:lnTo>
                    <a:pt x="1884870" y="3057906"/>
                  </a:lnTo>
                  <a:close/>
                </a:path>
                <a:path w="2991484" h="3378835">
                  <a:moveTo>
                    <a:pt x="1884870" y="2475712"/>
                  </a:moveTo>
                  <a:lnTo>
                    <a:pt x="1664576" y="2230285"/>
                  </a:lnTo>
                  <a:lnTo>
                    <a:pt x="1444282" y="2475712"/>
                  </a:lnTo>
                  <a:lnTo>
                    <a:pt x="1664576" y="2721140"/>
                  </a:lnTo>
                  <a:lnTo>
                    <a:pt x="1884870" y="2475712"/>
                  </a:lnTo>
                  <a:close/>
                </a:path>
                <a:path w="2991484" h="3378835">
                  <a:moveTo>
                    <a:pt x="1963635" y="0"/>
                  </a:moveTo>
                  <a:lnTo>
                    <a:pt x="1927644" y="0"/>
                  </a:lnTo>
                  <a:lnTo>
                    <a:pt x="1882698" y="50076"/>
                  </a:lnTo>
                  <a:lnTo>
                    <a:pt x="1837753" y="0"/>
                  </a:lnTo>
                  <a:lnTo>
                    <a:pt x="1801761" y="0"/>
                  </a:lnTo>
                  <a:lnTo>
                    <a:pt x="1882698" y="90170"/>
                  </a:lnTo>
                  <a:lnTo>
                    <a:pt x="1918690" y="50076"/>
                  </a:lnTo>
                  <a:lnTo>
                    <a:pt x="1963635" y="0"/>
                  </a:lnTo>
                  <a:close/>
                </a:path>
                <a:path w="2991484" h="3378835">
                  <a:moveTo>
                    <a:pt x="2325471" y="3057906"/>
                  </a:moveTo>
                  <a:lnTo>
                    <a:pt x="2105177" y="2812478"/>
                  </a:lnTo>
                  <a:lnTo>
                    <a:pt x="1884883" y="3057906"/>
                  </a:lnTo>
                  <a:lnTo>
                    <a:pt x="2105177" y="3303333"/>
                  </a:lnTo>
                  <a:lnTo>
                    <a:pt x="2325471" y="3057906"/>
                  </a:lnTo>
                  <a:close/>
                </a:path>
                <a:path w="2991484" h="3378835">
                  <a:moveTo>
                    <a:pt x="2325471" y="2475712"/>
                  </a:moveTo>
                  <a:lnTo>
                    <a:pt x="2105177" y="2230285"/>
                  </a:lnTo>
                  <a:lnTo>
                    <a:pt x="1884883" y="2475712"/>
                  </a:lnTo>
                  <a:lnTo>
                    <a:pt x="2105177" y="2721140"/>
                  </a:lnTo>
                  <a:lnTo>
                    <a:pt x="2325471" y="2475712"/>
                  </a:lnTo>
                  <a:close/>
                </a:path>
                <a:path w="2991484" h="3378835">
                  <a:moveTo>
                    <a:pt x="2404211" y="0"/>
                  </a:moveTo>
                  <a:lnTo>
                    <a:pt x="2368232" y="0"/>
                  </a:lnTo>
                  <a:lnTo>
                    <a:pt x="2323287" y="50076"/>
                  </a:lnTo>
                  <a:lnTo>
                    <a:pt x="2278342" y="0"/>
                  </a:lnTo>
                  <a:lnTo>
                    <a:pt x="2242350" y="0"/>
                  </a:lnTo>
                  <a:lnTo>
                    <a:pt x="2323287" y="90170"/>
                  </a:lnTo>
                  <a:lnTo>
                    <a:pt x="2359279" y="50076"/>
                  </a:lnTo>
                  <a:lnTo>
                    <a:pt x="2404211" y="0"/>
                  </a:lnTo>
                  <a:close/>
                </a:path>
                <a:path w="2991484" h="3378835">
                  <a:moveTo>
                    <a:pt x="2844787" y="0"/>
                  </a:moveTo>
                  <a:lnTo>
                    <a:pt x="2808808" y="0"/>
                  </a:lnTo>
                  <a:lnTo>
                    <a:pt x="2763863" y="50076"/>
                  </a:lnTo>
                  <a:lnTo>
                    <a:pt x="2718917" y="0"/>
                  </a:lnTo>
                  <a:lnTo>
                    <a:pt x="2682938" y="0"/>
                  </a:lnTo>
                  <a:lnTo>
                    <a:pt x="2763863" y="90157"/>
                  </a:lnTo>
                  <a:lnTo>
                    <a:pt x="2799842" y="50076"/>
                  </a:lnTo>
                  <a:lnTo>
                    <a:pt x="2844787" y="0"/>
                  </a:lnTo>
                  <a:close/>
                </a:path>
                <a:path w="2991484" h="3378835">
                  <a:moveTo>
                    <a:pt x="2991053" y="2817723"/>
                  </a:moveTo>
                  <a:lnTo>
                    <a:pt x="2986354" y="2812478"/>
                  </a:lnTo>
                  <a:lnTo>
                    <a:pt x="2766060" y="3057906"/>
                  </a:lnTo>
                  <a:lnTo>
                    <a:pt x="2545765" y="2812478"/>
                  </a:lnTo>
                  <a:lnTo>
                    <a:pt x="2325471" y="3057906"/>
                  </a:lnTo>
                  <a:lnTo>
                    <a:pt x="2545765" y="3303333"/>
                  </a:lnTo>
                  <a:lnTo>
                    <a:pt x="2766047" y="3057931"/>
                  </a:lnTo>
                  <a:lnTo>
                    <a:pt x="2986354" y="3303346"/>
                  </a:lnTo>
                  <a:lnTo>
                    <a:pt x="2991053" y="3298088"/>
                  </a:lnTo>
                  <a:lnTo>
                    <a:pt x="2991053" y="2817723"/>
                  </a:lnTo>
                  <a:close/>
                </a:path>
                <a:path w="2991484" h="3378835">
                  <a:moveTo>
                    <a:pt x="2991053" y="2235543"/>
                  </a:moveTo>
                  <a:lnTo>
                    <a:pt x="2986354" y="2230285"/>
                  </a:lnTo>
                  <a:lnTo>
                    <a:pt x="2766047" y="2475712"/>
                  </a:lnTo>
                  <a:lnTo>
                    <a:pt x="2545765" y="2230285"/>
                  </a:lnTo>
                  <a:lnTo>
                    <a:pt x="2325471" y="2475712"/>
                  </a:lnTo>
                  <a:lnTo>
                    <a:pt x="2545765" y="2721140"/>
                  </a:lnTo>
                  <a:lnTo>
                    <a:pt x="2766047" y="2475725"/>
                  </a:lnTo>
                  <a:lnTo>
                    <a:pt x="2986354" y="2721140"/>
                  </a:lnTo>
                  <a:lnTo>
                    <a:pt x="2991053" y="2715895"/>
                  </a:lnTo>
                  <a:lnTo>
                    <a:pt x="2991053" y="2235543"/>
                  </a:lnTo>
                  <a:close/>
                </a:path>
                <a:path w="2991484" h="3378835">
                  <a:moveTo>
                    <a:pt x="2991066" y="3333204"/>
                  </a:moveTo>
                  <a:lnTo>
                    <a:pt x="2986240" y="3338576"/>
                  </a:lnTo>
                  <a:lnTo>
                    <a:pt x="2801937" y="3133242"/>
                  </a:lnTo>
                  <a:lnTo>
                    <a:pt x="2765958" y="3093148"/>
                  </a:lnTo>
                  <a:lnTo>
                    <a:pt x="2545664" y="3338576"/>
                  </a:lnTo>
                  <a:lnTo>
                    <a:pt x="2361349" y="3133242"/>
                  </a:lnTo>
                  <a:lnTo>
                    <a:pt x="2325370" y="3093148"/>
                  </a:lnTo>
                  <a:lnTo>
                    <a:pt x="2105088" y="3338576"/>
                  </a:lnTo>
                  <a:lnTo>
                    <a:pt x="1920760" y="3133242"/>
                  </a:lnTo>
                  <a:lnTo>
                    <a:pt x="1884768" y="3093148"/>
                  </a:lnTo>
                  <a:lnTo>
                    <a:pt x="1664474" y="3338576"/>
                  </a:lnTo>
                  <a:lnTo>
                    <a:pt x="1480159" y="3133242"/>
                  </a:lnTo>
                  <a:lnTo>
                    <a:pt x="1444180" y="3093148"/>
                  </a:lnTo>
                  <a:lnTo>
                    <a:pt x="1223899" y="3338576"/>
                  </a:lnTo>
                  <a:lnTo>
                    <a:pt x="1039583" y="3133242"/>
                  </a:lnTo>
                  <a:lnTo>
                    <a:pt x="1003604" y="3093148"/>
                  </a:lnTo>
                  <a:lnTo>
                    <a:pt x="783323" y="3338576"/>
                  </a:lnTo>
                  <a:lnTo>
                    <a:pt x="599008" y="3133242"/>
                  </a:lnTo>
                  <a:lnTo>
                    <a:pt x="563029" y="3093148"/>
                  </a:lnTo>
                  <a:lnTo>
                    <a:pt x="342709" y="3338576"/>
                  </a:lnTo>
                  <a:lnTo>
                    <a:pt x="158407" y="3133242"/>
                  </a:lnTo>
                  <a:lnTo>
                    <a:pt x="122428" y="3093148"/>
                  </a:lnTo>
                  <a:lnTo>
                    <a:pt x="12" y="3229533"/>
                  </a:lnTo>
                  <a:lnTo>
                    <a:pt x="12" y="3269615"/>
                  </a:lnTo>
                  <a:lnTo>
                    <a:pt x="122428" y="3133242"/>
                  </a:lnTo>
                  <a:lnTo>
                    <a:pt x="342709" y="3378657"/>
                  </a:lnTo>
                  <a:lnTo>
                    <a:pt x="378688" y="3338576"/>
                  </a:lnTo>
                  <a:lnTo>
                    <a:pt x="563029" y="3133242"/>
                  </a:lnTo>
                  <a:lnTo>
                    <a:pt x="783323" y="3378657"/>
                  </a:lnTo>
                  <a:lnTo>
                    <a:pt x="819289" y="3338576"/>
                  </a:lnTo>
                  <a:lnTo>
                    <a:pt x="1003604" y="3133242"/>
                  </a:lnTo>
                  <a:lnTo>
                    <a:pt x="1223899" y="3378657"/>
                  </a:lnTo>
                  <a:lnTo>
                    <a:pt x="1259865" y="3338576"/>
                  </a:lnTo>
                  <a:lnTo>
                    <a:pt x="1444180" y="3133242"/>
                  </a:lnTo>
                  <a:lnTo>
                    <a:pt x="1664474" y="3378657"/>
                  </a:lnTo>
                  <a:lnTo>
                    <a:pt x="1700453" y="3338576"/>
                  </a:lnTo>
                  <a:lnTo>
                    <a:pt x="1884768" y="3133242"/>
                  </a:lnTo>
                  <a:lnTo>
                    <a:pt x="2105088" y="3378657"/>
                  </a:lnTo>
                  <a:lnTo>
                    <a:pt x="2141055" y="3338576"/>
                  </a:lnTo>
                  <a:lnTo>
                    <a:pt x="2325370" y="3133242"/>
                  </a:lnTo>
                  <a:lnTo>
                    <a:pt x="2545664" y="3378657"/>
                  </a:lnTo>
                  <a:lnTo>
                    <a:pt x="2581643" y="3338576"/>
                  </a:lnTo>
                  <a:lnTo>
                    <a:pt x="2765958" y="3133242"/>
                  </a:lnTo>
                  <a:lnTo>
                    <a:pt x="2986240" y="3378657"/>
                  </a:lnTo>
                  <a:lnTo>
                    <a:pt x="2991066" y="3373285"/>
                  </a:lnTo>
                  <a:lnTo>
                    <a:pt x="2991066" y="3338576"/>
                  </a:lnTo>
                  <a:lnTo>
                    <a:pt x="2991066" y="3333204"/>
                  </a:lnTo>
                  <a:close/>
                </a:path>
                <a:path w="2991484" h="3378835">
                  <a:moveTo>
                    <a:pt x="2991066" y="2750997"/>
                  </a:moveTo>
                  <a:lnTo>
                    <a:pt x="2986240" y="2756382"/>
                  </a:lnTo>
                  <a:lnTo>
                    <a:pt x="2801937" y="2551049"/>
                  </a:lnTo>
                  <a:lnTo>
                    <a:pt x="2765958" y="2510955"/>
                  </a:lnTo>
                  <a:lnTo>
                    <a:pt x="2545664" y="2756395"/>
                  </a:lnTo>
                  <a:lnTo>
                    <a:pt x="2361349" y="2551049"/>
                  </a:lnTo>
                  <a:lnTo>
                    <a:pt x="2325370" y="2510955"/>
                  </a:lnTo>
                  <a:lnTo>
                    <a:pt x="2105088" y="2756395"/>
                  </a:lnTo>
                  <a:lnTo>
                    <a:pt x="1920748" y="2551049"/>
                  </a:lnTo>
                  <a:lnTo>
                    <a:pt x="1884768" y="2510955"/>
                  </a:lnTo>
                  <a:lnTo>
                    <a:pt x="1664474" y="2756395"/>
                  </a:lnTo>
                  <a:lnTo>
                    <a:pt x="1480159" y="2551049"/>
                  </a:lnTo>
                  <a:lnTo>
                    <a:pt x="1444180" y="2510955"/>
                  </a:lnTo>
                  <a:lnTo>
                    <a:pt x="1223899" y="2756382"/>
                  </a:lnTo>
                  <a:lnTo>
                    <a:pt x="1039583" y="2551049"/>
                  </a:lnTo>
                  <a:lnTo>
                    <a:pt x="1003604" y="2510955"/>
                  </a:lnTo>
                  <a:lnTo>
                    <a:pt x="783323" y="2756395"/>
                  </a:lnTo>
                  <a:lnTo>
                    <a:pt x="599008" y="2551049"/>
                  </a:lnTo>
                  <a:lnTo>
                    <a:pt x="563029" y="2510955"/>
                  </a:lnTo>
                  <a:lnTo>
                    <a:pt x="342709" y="2756395"/>
                  </a:lnTo>
                  <a:lnTo>
                    <a:pt x="158407" y="2551049"/>
                  </a:lnTo>
                  <a:lnTo>
                    <a:pt x="122428" y="2510955"/>
                  </a:lnTo>
                  <a:lnTo>
                    <a:pt x="12" y="2647353"/>
                  </a:lnTo>
                  <a:lnTo>
                    <a:pt x="12" y="2687434"/>
                  </a:lnTo>
                  <a:lnTo>
                    <a:pt x="122428" y="2551049"/>
                  </a:lnTo>
                  <a:lnTo>
                    <a:pt x="342709" y="2796476"/>
                  </a:lnTo>
                  <a:lnTo>
                    <a:pt x="378688" y="2756395"/>
                  </a:lnTo>
                  <a:lnTo>
                    <a:pt x="563029" y="2551049"/>
                  </a:lnTo>
                  <a:lnTo>
                    <a:pt x="783323" y="2796476"/>
                  </a:lnTo>
                  <a:lnTo>
                    <a:pt x="819289" y="2756395"/>
                  </a:lnTo>
                  <a:lnTo>
                    <a:pt x="1003604" y="2551049"/>
                  </a:lnTo>
                  <a:lnTo>
                    <a:pt x="1223899" y="2796476"/>
                  </a:lnTo>
                  <a:lnTo>
                    <a:pt x="1259878" y="2756382"/>
                  </a:lnTo>
                  <a:lnTo>
                    <a:pt x="1444180" y="2551049"/>
                  </a:lnTo>
                  <a:lnTo>
                    <a:pt x="1664474" y="2796476"/>
                  </a:lnTo>
                  <a:lnTo>
                    <a:pt x="1700441" y="2756395"/>
                  </a:lnTo>
                  <a:lnTo>
                    <a:pt x="1884768" y="2551049"/>
                  </a:lnTo>
                  <a:lnTo>
                    <a:pt x="2105088" y="2796476"/>
                  </a:lnTo>
                  <a:lnTo>
                    <a:pt x="2141055" y="2756395"/>
                  </a:lnTo>
                  <a:lnTo>
                    <a:pt x="2325370" y="2551049"/>
                  </a:lnTo>
                  <a:lnTo>
                    <a:pt x="2545664" y="2796476"/>
                  </a:lnTo>
                  <a:lnTo>
                    <a:pt x="2581630" y="2756395"/>
                  </a:lnTo>
                  <a:lnTo>
                    <a:pt x="2765958" y="2551049"/>
                  </a:lnTo>
                  <a:lnTo>
                    <a:pt x="2986240" y="2796476"/>
                  </a:lnTo>
                  <a:lnTo>
                    <a:pt x="2991066" y="2791091"/>
                  </a:lnTo>
                  <a:lnTo>
                    <a:pt x="2991066" y="2756382"/>
                  </a:lnTo>
                  <a:lnTo>
                    <a:pt x="2991066" y="2750997"/>
                  </a:lnTo>
                  <a:close/>
                </a:path>
                <a:path w="2991484" h="3378835">
                  <a:moveTo>
                    <a:pt x="2991066" y="2160486"/>
                  </a:moveTo>
                  <a:lnTo>
                    <a:pt x="2986240" y="2165858"/>
                  </a:lnTo>
                  <a:lnTo>
                    <a:pt x="2801937" y="1960524"/>
                  </a:lnTo>
                  <a:lnTo>
                    <a:pt x="2765958" y="1920430"/>
                  </a:lnTo>
                  <a:lnTo>
                    <a:pt x="2545664" y="2165870"/>
                  </a:lnTo>
                  <a:lnTo>
                    <a:pt x="2361349" y="1960524"/>
                  </a:lnTo>
                  <a:lnTo>
                    <a:pt x="2325370" y="1920430"/>
                  </a:lnTo>
                  <a:lnTo>
                    <a:pt x="2105088" y="2165870"/>
                  </a:lnTo>
                  <a:lnTo>
                    <a:pt x="1920748" y="1960524"/>
                  </a:lnTo>
                  <a:lnTo>
                    <a:pt x="1884768" y="1920430"/>
                  </a:lnTo>
                  <a:lnTo>
                    <a:pt x="1664474" y="2165870"/>
                  </a:lnTo>
                  <a:lnTo>
                    <a:pt x="1480159" y="1960524"/>
                  </a:lnTo>
                  <a:lnTo>
                    <a:pt x="1444180" y="1920430"/>
                  </a:lnTo>
                  <a:lnTo>
                    <a:pt x="1223899" y="2165858"/>
                  </a:lnTo>
                  <a:lnTo>
                    <a:pt x="1039583" y="1960524"/>
                  </a:lnTo>
                  <a:lnTo>
                    <a:pt x="1003604" y="1920430"/>
                  </a:lnTo>
                  <a:lnTo>
                    <a:pt x="783323" y="2165870"/>
                  </a:lnTo>
                  <a:lnTo>
                    <a:pt x="599008" y="1960524"/>
                  </a:lnTo>
                  <a:lnTo>
                    <a:pt x="563029" y="1920430"/>
                  </a:lnTo>
                  <a:lnTo>
                    <a:pt x="342709" y="2165870"/>
                  </a:lnTo>
                  <a:lnTo>
                    <a:pt x="158407" y="1960524"/>
                  </a:lnTo>
                  <a:lnTo>
                    <a:pt x="122428" y="1920430"/>
                  </a:lnTo>
                  <a:lnTo>
                    <a:pt x="12" y="2056828"/>
                  </a:lnTo>
                  <a:lnTo>
                    <a:pt x="12" y="2096909"/>
                  </a:lnTo>
                  <a:lnTo>
                    <a:pt x="122428" y="1960524"/>
                  </a:lnTo>
                  <a:lnTo>
                    <a:pt x="342709" y="2205952"/>
                  </a:lnTo>
                  <a:lnTo>
                    <a:pt x="378688" y="2165870"/>
                  </a:lnTo>
                  <a:lnTo>
                    <a:pt x="563029" y="1960524"/>
                  </a:lnTo>
                  <a:lnTo>
                    <a:pt x="783323" y="2205952"/>
                  </a:lnTo>
                  <a:lnTo>
                    <a:pt x="819289" y="2165870"/>
                  </a:lnTo>
                  <a:lnTo>
                    <a:pt x="1003604" y="1960524"/>
                  </a:lnTo>
                  <a:lnTo>
                    <a:pt x="1223899" y="2205952"/>
                  </a:lnTo>
                  <a:lnTo>
                    <a:pt x="1259878" y="2165858"/>
                  </a:lnTo>
                  <a:lnTo>
                    <a:pt x="1444180" y="1960524"/>
                  </a:lnTo>
                  <a:lnTo>
                    <a:pt x="1664474" y="2205952"/>
                  </a:lnTo>
                  <a:lnTo>
                    <a:pt x="1700441" y="2165870"/>
                  </a:lnTo>
                  <a:lnTo>
                    <a:pt x="1884768" y="1960524"/>
                  </a:lnTo>
                  <a:lnTo>
                    <a:pt x="2105088" y="2205952"/>
                  </a:lnTo>
                  <a:lnTo>
                    <a:pt x="2141055" y="2165870"/>
                  </a:lnTo>
                  <a:lnTo>
                    <a:pt x="2325370" y="1960524"/>
                  </a:lnTo>
                  <a:lnTo>
                    <a:pt x="2545664" y="2205952"/>
                  </a:lnTo>
                  <a:lnTo>
                    <a:pt x="2581630" y="2165870"/>
                  </a:lnTo>
                  <a:lnTo>
                    <a:pt x="2765958" y="1960524"/>
                  </a:lnTo>
                  <a:lnTo>
                    <a:pt x="2986240" y="2205952"/>
                  </a:lnTo>
                  <a:lnTo>
                    <a:pt x="2991066" y="2200579"/>
                  </a:lnTo>
                  <a:lnTo>
                    <a:pt x="2991066" y="2165858"/>
                  </a:lnTo>
                  <a:lnTo>
                    <a:pt x="2991066" y="2160486"/>
                  </a:lnTo>
                  <a:close/>
                </a:path>
              </a:pathLst>
            </a:custGeom>
            <a:solidFill>
              <a:srgbClr val="8AA1AD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24" name="object 24"/>
            <p:cNvSpPr/>
            <p:nvPr/>
          </p:nvSpPr>
          <p:spPr>
            <a:xfrm>
              <a:off x="0" y="6645376"/>
              <a:ext cx="4043045" cy="194945"/>
            </a:xfrm>
            <a:custGeom>
              <a:avLst/>
              <a:gdLst/>
              <a:ahLst/>
              <a:cxnLst/>
              <a:rect l="l" t="t" r="r" b="b"/>
              <a:pathLst>
                <a:path w="4043045" h="194945">
                  <a:moveTo>
                    <a:pt x="4042486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2486" y="194627"/>
                  </a:lnTo>
                  <a:lnTo>
                    <a:pt x="4042486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042486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8110715" y="6645376"/>
              <a:ext cx="4057650" cy="194945"/>
            </a:xfrm>
            <a:custGeom>
              <a:avLst/>
              <a:gdLst/>
              <a:ahLst/>
              <a:cxnLst/>
              <a:rect l="l" t="t" r="r" b="b"/>
              <a:pathLst>
                <a:path w="4057650" h="194945">
                  <a:moveTo>
                    <a:pt x="405726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57269" y="194627"/>
                  </a:lnTo>
                  <a:lnTo>
                    <a:pt x="4057269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2545978" y="1022713"/>
            <a:ext cx="1356332" cy="1621618"/>
            <a:chOff x="3300897" y="3059971"/>
            <a:chExt cx="1353820" cy="1618615"/>
          </a:xfrm>
        </p:grpSpPr>
        <p:sp>
          <p:nvSpPr>
            <p:cNvPr id="29" name="object 29"/>
            <p:cNvSpPr/>
            <p:nvPr/>
          </p:nvSpPr>
          <p:spPr>
            <a:xfrm>
              <a:off x="3300897" y="3059971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218545" y="0"/>
                  </a:moveTo>
                  <a:lnTo>
                    <a:pt x="176061" y="4955"/>
                  </a:lnTo>
                  <a:lnTo>
                    <a:pt x="135291" y="17891"/>
                  </a:lnTo>
                  <a:lnTo>
                    <a:pt x="97474" y="38541"/>
                  </a:lnTo>
                  <a:lnTo>
                    <a:pt x="63849" y="66636"/>
                  </a:lnTo>
                  <a:lnTo>
                    <a:pt x="35656" y="101912"/>
                  </a:lnTo>
                  <a:lnTo>
                    <a:pt x="15082" y="142103"/>
                  </a:lnTo>
                  <a:lnTo>
                    <a:pt x="3285" y="184298"/>
                  </a:lnTo>
                  <a:lnTo>
                    <a:pt x="0" y="227258"/>
                  </a:lnTo>
                  <a:lnTo>
                    <a:pt x="4958" y="269742"/>
                  </a:lnTo>
                  <a:lnTo>
                    <a:pt x="17896" y="310512"/>
                  </a:lnTo>
                  <a:lnTo>
                    <a:pt x="38547" y="348328"/>
                  </a:lnTo>
                  <a:lnTo>
                    <a:pt x="66645" y="381951"/>
                  </a:lnTo>
                  <a:lnTo>
                    <a:pt x="101925" y="410141"/>
                  </a:lnTo>
                  <a:lnTo>
                    <a:pt x="719449" y="809188"/>
                  </a:lnTo>
                  <a:lnTo>
                    <a:pt x="1010216" y="621304"/>
                  </a:lnTo>
                  <a:lnTo>
                    <a:pt x="1057392" y="598224"/>
                  </a:lnTo>
                  <a:lnTo>
                    <a:pt x="1106950" y="587243"/>
                  </a:lnTo>
                  <a:lnTo>
                    <a:pt x="1156956" y="587829"/>
                  </a:lnTo>
                  <a:lnTo>
                    <a:pt x="1205472" y="599448"/>
                  </a:lnTo>
                  <a:lnTo>
                    <a:pt x="1250563" y="621571"/>
                  </a:lnTo>
                  <a:lnTo>
                    <a:pt x="343898" y="35681"/>
                  </a:lnTo>
                  <a:lnTo>
                    <a:pt x="303703" y="15096"/>
                  </a:lnTo>
                  <a:lnTo>
                    <a:pt x="261506" y="3291"/>
                  </a:lnTo>
                  <a:lnTo>
                    <a:pt x="218545" y="0"/>
                  </a:lnTo>
                  <a:close/>
                </a:path>
              </a:pathLst>
            </a:custGeom>
            <a:solidFill>
              <a:srgbClr val="135DAB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300899" y="3869164"/>
              <a:ext cx="1250950" cy="809625"/>
            </a:xfrm>
            <a:custGeom>
              <a:avLst/>
              <a:gdLst/>
              <a:ahLst/>
              <a:cxnLst/>
              <a:rect l="l" t="t" r="r" b="b"/>
              <a:pathLst>
                <a:path w="1250950" h="809625">
                  <a:moveTo>
                    <a:pt x="719444" y="0"/>
                  </a:moveTo>
                  <a:lnTo>
                    <a:pt x="101906" y="399033"/>
                  </a:lnTo>
                  <a:lnTo>
                    <a:pt x="66635" y="427223"/>
                  </a:lnTo>
                  <a:lnTo>
                    <a:pt x="38542" y="460846"/>
                  </a:lnTo>
                  <a:lnTo>
                    <a:pt x="17894" y="498663"/>
                  </a:lnTo>
                  <a:lnTo>
                    <a:pt x="4957" y="539434"/>
                  </a:lnTo>
                  <a:lnTo>
                    <a:pt x="0" y="581920"/>
                  </a:lnTo>
                  <a:lnTo>
                    <a:pt x="3287" y="624881"/>
                  </a:lnTo>
                  <a:lnTo>
                    <a:pt x="15086" y="667080"/>
                  </a:lnTo>
                  <a:lnTo>
                    <a:pt x="35663" y="707275"/>
                  </a:lnTo>
                  <a:lnTo>
                    <a:pt x="63853" y="742546"/>
                  </a:lnTo>
                  <a:lnTo>
                    <a:pt x="97475" y="770639"/>
                  </a:lnTo>
                  <a:lnTo>
                    <a:pt x="135291" y="791287"/>
                  </a:lnTo>
                  <a:lnTo>
                    <a:pt x="176060" y="804224"/>
                  </a:lnTo>
                  <a:lnTo>
                    <a:pt x="218543" y="809182"/>
                  </a:lnTo>
                  <a:lnTo>
                    <a:pt x="261500" y="805895"/>
                  </a:lnTo>
                  <a:lnTo>
                    <a:pt x="303692" y="794096"/>
                  </a:lnTo>
                  <a:lnTo>
                    <a:pt x="343879" y="773518"/>
                  </a:lnTo>
                  <a:lnTo>
                    <a:pt x="1250519" y="187642"/>
                  </a:lnTo>
                  <a:lnTo>
                    <a:pt x="1205431" y="209749"/>
                  </a:lnTo>
                  <a:lnTo>
                    <a:pt x="1156923" y="221358"/>
                  </a:lnTo>
                  <a:lnTo>
                    <a:pt x="1106929" y="221937"/>
                  </a:lnTo>
                  <a:lnTo>
                    <a:pt x="1057384" y="210960"/>
                  </a:lnTo>
                  <a:lnTo>
                    <a:pt x="1010223" y="187896"/>
                  </a:lnTo>
                  <a:lnTo>
                    <a:pt x="719444" y="0"/>
                  </a:lnTo>
                  <a:close/>
                </a:path>
              </a:pathLst>
            </a:custGeom>
            <a:solidFill>
              <a:srgbClr val="83C9EB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020348" y="3646406"/>
              <a:ext cx="634365" cy="445770"/>
            </a:xfrm>
            <a:custGeom>
              <a:avLst/>
              <a:gdLst/>
              <a:ahLst/>
              <a:cxnLst/>
              <a:rect l="l" t="t" r="r" b="b"/>
              <a:pathLst>
                <a:path w="634364" h="445770">
                  <a:moveTo>
                    <a:pt x="413600" y="0"/>
                  </a:moveTo>
                  <a:lnTo>
                    <a:pt x="361950" y="5511"/>
                  </a:lnTo>
                  <a:lnTo>
                    <a:pt x="322971" y="18213"/>
                  </a:lnTo>
                  <a:lnTo>
                    <a:pt x="296684" y="31749"/>
                  </a:lnTo>
                  <a:lnTo>
                    <a:pt x="293649" y="33007"/>
                  </a:lnTo>
                  <a:lnTo>
                    <a:pt x="0" y="222758"/>
                  </a:lnTo>
                  <a:lnTo>
                    <a:pt x="293725" y="412559"/>
                  </a:lnTo>
                  <a:lnTo>
                    <a:pt x="296875" y="413867"/>
                  </a:lnTo>
                  <a:lnTo>
                    <a:pt x="306616" y="419404"/>
                  </a:lnTo>
                  <a:lnTo>
                    <a:pt x="348891" y="436640"/>
                  </a:lnTo>
                  <a:lnTo>
                    <a:pt x="391744" y="444792"/>
                  </a:lnTo>
                  <a:lnTo>
                    <a:pt x="413397" y="445503"/>
                  </a:lnTo>
                  <a:lnTo>
                    <a:pt x="426783" y="444969"/>
                  </a:lnTo>
                  <a:lnTo>
                    <a:pt x="491464" y="430532"/>
                  </a:lnTo>
                  <a:lnTo>
                    <a:pt x="532015" y="409984"/>
                  </a:lnTo>
                  <a:lnTo>
                    <a:pt x="567261" y="381926"/>
                  </a:lnTo>
                  <a:lnTo>
                    <a:pt x="596404" y="346900"/>
                  </a:lnTo>
                  <a:lnTo>
                    <a:pt x="624235" y="288756"/>
                  </a:lnTo>
                  <a:lnTo>
                    <a:pt x="634187" y="222745"/>
                  </a:lnTo>
                  <a:lnTo>
                    <a:pt x="631633" y="188919"/>
                  </a:lnTo>
                  <a:lnTo>
                    <a:pt x="612332" y="126426"/>
                  </a:lnTo>
                  <a:lnTo>
                    <a:pt x="567274" y="63587"/>
                  </a:lnTo>
                  <a:lnTo>
                    <a:pt x="532009" y="35502"/>
                  </a:lnTo>
                  <a:lnTo>
                    <a:pt x="491428" y="14943"/>
                  </a:lnTo>
                  <a:lnTo>
                    <a:pt x="446595" y="2908"/>
                  </a:lnTo>
                  <a:lnTo>
                    <a:pt x="426681" y="520"/>
                  </a:lnTo>
                  <a:lnTo>
                    <a:pt x="413600" y="0"/>
                  </a:lnTo>
                  <a:close/>
                </a:path>
              </a:pathLst>
            </a:custGeom>
            <a:solidFill>
              <a:srgbClr val="46A2D7"/>
            </a:solidFill>
          </p:spPr>
          <p:txBody>
            <a:bodyPr wrap="square" lIns="0" tIns="0" rIns="0" bIns="0" rtlCol="0"/>
            <a:lstStyle/>
            <a:p>
              <a:pPr defTabSz="916137">
                <a:buClrTx/>
              </a:pPr>
              <a:endParaRPr sz="1803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056" y="146321"/>
            <a:ext cx="1053887" cy="1181734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352436" y="1403387"/>
            <a:ext cx="946633" cy="141005"/>
          </a:xfrm>
          <a:prstGeom prst="rect">
            <a:avLst/>
          </a:prstGeom>
        </p:spPr>
        <p:txBody>
          <a:bodyPr vert="horz" wrap="square" lIns="0" tIns="17177" rIns="0" bIns="0" rtlCol="0">
            <a:spAutoFit/>
          </a:bodyPr>
          <a:lstStyle/>
          <a:p>
            <a:pPr marL="12724" defTabSz="916137">
              <a:spcBef>
                <a:spcPts val="135"/>
              </a:spcBef>
              <a:buClrTx/>
            </a:pPr>
            <a:r>
              <a:rPr sz="802" b="1" kern="1200" spc="-55" dirty="0">
                <a:solidFill>
                  <a:prstClr val="black"/>
                </a:solidFill>
                <a:latin typeface="Trebuchet MS"/>
                <a:ea typeface="+mn-ea"/>
                <a:cs typeface="Trebuchet MS"/>
              </a:rPr>
              <a:t>REPUBLIC</a:t>
            </a:r>
            <a:r>
              <a:rPr sz="802" b="1" kern="1200" spc="-75" dirty="0">
                <a:solidFill>
                  <a:prstClr val="black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802" b="1" kern="1200" spc="-90" dirty="0">
                <a:solidFill>
                  <a:prstClr val="black"/>
                </a:solidFill>
                <a:latin typeface="Trebuchet MS"/>
                <a:ea typeface="+mn-ea"/>
                <a:cs typeface="Trebuchet MS"/>
              </a:rPr>
              <a:t>OF</a:t>
            </a:r>
            <a:r>
              <a:rPr sz="802" b="1" kern="1200" spc="-75" dirty="0">
                <a:solidFill>
                  <a:prstClr val="black"/>
                </a:solidFill>
                <a:latin typeface="Trebuchet MS"/>
                <a:ea typeface="+mn-ea"/>
                <a:cs typeface="Trebuchet MS"/>
              </a:rPr>
              <a:t> </a:t>
            </a:r>
            <a:r>
              <a:rPr sz="802" b="1" kern="1200" spc="-65" dirty="0">
                <a:solidFill>
                  <a:prstClr val="black"/>
                </a:solidFill>
                <a:latin typeface="Trebuchet MS"/>
                <a:ea typeface="+mn-ea"/>
                <a:cs typeface="Trebuchet MS"/>
              </a:rPr>
              <a:t>RWANDA</a:t>
            </a:r>
            <a:endParaRPr sz="802" kern="1200" dirty="0">
              <a:solidFill>
                <a:prstClr val="black"/>
              </a:solidFill>
              <a:latin typeface="Trebuchet MS"/>
              <a:ea typeface="+mn-ea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84007" y="1487013"/>
            <a:ext cx="10559834" cy="1119558"/>
          </a:xfrm>
          <a:prstGeom prst="rect">
            <a:avLst/>
          </a:prstGeom>
        </p:spPr>
        <p:txBody>
          <a:bodyPr vert="horz" wrap="square" lIns="0" tIns="11451" rIns="0" bIns="0" rtlCol="0">
            <a:spAutoFit/>
          </a:bodyPr>
          <a:lstStyle/>
          <a:p>
            <a:pPr marL="3588205" marR="1495085" algn="ctr" defTabSz="916137">
              <a:spcBef>
                <a:spcPts val="90"/>
              </a:spcBef>
              <a:buClrTx/>
            </a:pPr>
            <a:r>
              <a:rPr lang="en-US" sz="3600" b="1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  <a:t>IMF Mission/March. 2026 Projection Review</a:t>
            </a:r>
            <a:endParaRPr sz="4800" kern="1200" dirty="0">
              <a:solidFill>
                <a:prstClr val="black"/>
              </a:solidFill>
              <a:latin typeface="Bahnschrift" panose="020B0502040204020203" pitchFamily="34" charset="0"/>
              <a:ea typeface="+mn-ea"/>
              <a:cs typeface="Trebuchet MS"/>
            </a:endParaRPr>
          </a:p>
        </p:txBody>
      </p:sp>
      <p:sp>
        <p:nvSpPr>
          <p:cNvPr id="37" name="Title 1"/>
          <p:cNvSpPr>
            <a:spLocks noGrp="1"/>
          </p:cNvSpPr>
          <p:nvPr>
            <p:ph type="title" idx="4294967295"/>
          </p:nvPr>
        </p:nvSpPr>
        <p:spPr>
          <a:xfrm>
            <a:off x="83570" y="3390666"/>
            <a:ext cx="11927616" cy="1107996"/>
          </a:xfrm>
          <a:prstGeom prst="rect">
            <a:avLst/>
          </a:prstGeom>
        </p:spPr>
        <p:txBody>
          <a:bodyPr/>
          <a:lstStyle/>
          <a:p>
            <a:pPr marL="3588205" marR="1495085" algn="l" rtl="0">
              <a:spcBef>
                <a:spcPts val="90"/>
              </a:spcBef>
            </a:pPr>
            <a: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  <a:t>Real sector/Real Economic Activities</a:t>
            </a:r>
            <a:b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</a:br>
            <a: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  <a:t>1</a:t>
            </a:r>
            <a:r>
              <a:rPr lang="en-US" sz="3600" kern="1200" spc="-410" baseline="3000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  <a:t>st</a:t>
            </a:r>
            <a: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ea typeface="+mn-ea"/>
                <a:cs typeface="Trebuchet MS"/>
              </a:rPr>
              <a:t> Macro Working Group-</a:t>
            </a:r>
            <a:r>
              <a:rPr lang="en-US" sz="3600" kern="1200" spc="-410" dirty="0">
                <a:solidFill>
                  <a:srgbClr val="135DAB"/>
                </a:solidFill>
                <a:latin typeface="Bahnschrift" panose="020B0502040204020203" pitchFamily="34" charset="0"/>
                <a:cs typeface="Trebuchet MS"/>
              </a:rPr>
              <a:t> Developments</a:t>
            </a:r>
            <a:endParaRPr lang="en-US" sz="3600" kern="1200" spc="-410" dirty="0">
              <a:solidFill>
                <a:srgbClr val="135DAB"/>
              </a:solidFill>
              <a:latin typeface="Bahnschrift" panose="020B0502040204020203" pitchFamily="34" charset="0"/>
              <a:ea typeface="+mn-ea"/>
              <a:cs typeface="Trebuchet MS"/>
            </a:endParaRPr>
          </a:p>
        </p:txBody>
      </p:sp>
      <p:sp>
        <p:nvSpPr>
          <p:cNvPr id="22" name="Google Shape;31;p5"/>
          <p:cNvSpPr txBox="1">
            <a:spLocks noGrp="1"/>
          </p:cNvSpPr>
          <p:nvPr>
            <p:ph type="body" idx="1"/>
          </p:nvPr>
        </p:nvSpPr>
        <p:spPr>
          <a:xfrm>
            <a:off x="4356171" y="6033477"/>
            <a:ext cx="7786820" cy="831794"/>
          </a:xfrm>
          <a:prstGeom prst="rect">
            <a:avLst/>
          </a:prstGeom>
        </p:spPr>
        <p:txBody>
          <a:bodyPr spcFirstLastPara="1" vert="horz" wrap="square" lIns="91595" tIns="45785" rIns="91595" bIns="45785" numCol="1" anchor="t" anchorCtr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803" b="1" dirty="0">
                <a:latin typeface="Bahnschrift" panose="020B0502040204020203" pitchFamily="34" charset="0"/>
              </a:rPr>
              <a:t>Macroeconomic Policy Directorate-OCE</a:t>
            </a:r>
          </a:p>
          <a:p>
            <a:pPr algn="r"/>
            <a:r>
              <a:rPr lang="en-US" sz="1803" b="1" dirty="0">
                <a:latin typeface="Bahnschrift" panose="020B0502040204020203" pitchFamily="34" charset="0"/>
              </a:rPr>
              <a:t>Ministry of Finance and Economic Planning (MINECOFIN)</a:t>
            </a:r>
            <a:endParaRPr sz="1803" b="1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79284" y="263269"/>
            <a:ext cx="7210500" cy="91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/>
            <a:r>
              <a:rPr lang="de-DE" dirty="0">
                <a:latin typeface="Bahnschrift" panose="020B0502040204020203" pitchFamily="34" charset="0"/>
              </a:rPr>
              <a:t>Outline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738554" y="1316325"/>
            <a:ext cx="10629900" cy="464113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just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latin typeface="Bahnschrift" panose="020B0502040204020203" pitchFamily="34" charset="0"/>
              </a:rPr>
              <a:t>Economic developments</a:t>
            </a:r>
          </a:p>
          <a:p>
            <a:pPr marL="342900" lvl="0" indent="-342900" algn="just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latin typeface="Bahnschrift" panose="020B0502040204020203" pitchFamily="34" charset="0"/>
              </a:rPr>
              <a:t>What to expect for 2025</a:t>
            </a:r>
          </a:p>
          <a:p>
            <a:pPr marL="800969" lvl="1" indent="-342900" algn="just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§"/>
            </a:pPr>
            <a:r>
              <a:rPr lang="en-US" sz="2400" b="1" dirty="0">
                <a:latin typeface="Bahnschrift" panose="020B0502040204020203" pitchFamily="34" charset="0"/>
              </a:rPr>
              <a:t>High Frequency Indicators (HFIs) &amp; Nowcasting</a:t>
            </a:r>
          </a:p>
          <a:p>
            <a:pPr marL="342900" lvl="0" indent="-342900" algn="just">
              <a:lnSpc>
                <a:spcPct val="250000"/>
              </a:lnSpc>
              <a:buClr>
                <a:srgbClr val="00B0F0"/>
              </a:buClr>
              <a:buFont typeface="Wingdings" panose="05000000000000000000" pitchFamily="2" charset="2"/>
              <a:buChar char="q"/>
            </a:pPr>
            <a:r>
              <a:rPr lang="en-US" sz="2400" b="1" dirty="0">
                <a:latin typeface="Bahnschrift" panose="020B0502040204020203" pitchFamily="34" charset="0"/>
              </a:rPr>
              <a:t>Preparations: Next steps for March 2026 Projections</a:t>
            </a:r>
          </a:p>
          <a:p>
            <a:pPr lvl="0" algn="just">
              <a:lnSpc>
                <a:spcPct val="200000"/>
              </a:lnSpc>
              <a:buClr>
                <a:srgbClr val="00B0F0"/>
              </a:buClr>
            </a:pPr>
            <a:endParaRPr lang="en-US" sz="2400" b="1" dirty="0">
              <a:latin typeface="Bahnschrift" panose="020B0502040204020203" pitchFamily="34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0" lvl="0" indent="0" algn="just"/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dirty="0"/>
          </a:p>
        </p:txBody>
      </p:sp>
      <p:grpSp>
        <p:nvGrpSpPr>
          <p:cNvPr id="2" name="object 12">
            <a:extLst>
              <a:ext uri="{FF2B5EF4-FFF2-40B4-BE49-F238E27FC236}">
                <a16:creationId xmlns:a16="http://schemas.microsoft.com/office/drawing/2014/main" id="{99C84B42-B715-59A8-BB7D-EBD21C628675}"/>
              </a:ext>
            </a:extLst>
          </p:cNvPr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3" name="object 13">
              <a:extLst>
                <a:ext uri="{FF2B5EF4-FFF2-40B4-BE49-F238E27FC236}">
                  <a16:creationId xmlns:a16="http://schemas.microsoft.com/office/drawing/2014/main" id="{2D0C515F-99D6-A290-150C-11D3AB91B729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4" name="object 14">
              <a:extLst>
                <a:ext uri="{FF2B5EF4-FFF2-40B4-BE49-F238E27FC236}">
                  <a16:creationId xmlns:a16="http://schemas.microsoft.com/office/drawing/2014/main" id="{3862943B-AEE7-CCB5-7715-C197148D152B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5" name="object 15">
              <a:extLst>
                <a:ext uri="{FF2B5EF4-FFF2-40B4-BE49-F238E27FC236}">
                  <a16:creationId xmlns:a16="http://schemas.microsoft.com/office/drawing/2014/main" id="{ED902506-13C1-1C2B-AAD3-A0BC2ABF5B34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11404569" y="391250"/>
            <a:ext cx="787588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14" y="6657705"/>
            <a:ext cx="12191081" cy="195307"/>
            <a:chOff x="0" y="6645376"/>
            <a:chExt cx="12168505" cy="194945"/>
          </a:xfrm>
        </p:grpSpPr>
        <p:sp>
          <p:nvSpPr>
            <p:cNvPr id="13" name="object 13"/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611" y="159371"/>
            <a:ext cx="272814" cy="326002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1087816" y="69956"/>
            <a:ext cx="9421793" cy="518115"/>
          </a:xfrm>
          <a:prstGeom prst="rect">
            <a:avLst/>
          </a:prstGeom>
        </p:spPr>
        <p:txBody>
          <a:bodyPr spcFirstLastPara="1" vert="horz" wrap="square" lIns="0" tIns="12724" rIns="0" bIns="0" rtlCol="0" anchor="ctr" anchorCtr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3200" spc="-260" dirty="0">
                <a:solidFill>
                  <a:srgbClr val="0070C0"/>
                </a:solidFill>
                <a:latin typeface="Trebuchet MS"/>
                <a:cs typeface="Trebuchet MS"/>
              </a:rPr>
              <a:t>     </a:t>
            </a:r>
            <a:r>
              <a:rPr lang="en-US" sz="32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Developments: 2025</a:t>
            </a:r>
            <a:endParaRPr sz="3200" dirty="0">
              <a:solidFill>
                <a:schemeClr val="tx2"/>
              </a:solidFill>
              <a:latin typeface="Trebuchet MS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3CE99-9480-C0FE-E97A-377B605B9469}"/>
              </a:ext>
            </a:extLst>
          </p:cNvPr>
          <p:cNvSpPr txBox="1"/>
          <p:nvPr/>
        </p:nvSpPr>
        <p:spPr>
          <a:xfrm>
            <a:off x="5985146" y="4132554"/>
            <a:ext cx="5944984" cy="1608710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lvl="0" indent="-285750" algn="just" defTabSz="914400" eaLnBrk="1" fontAlgn="auto" latinLnBrk="0" hangingPunct="1"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b="1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375FA0">
                    <a:lumMod val="60000"/>
                    <a:lumOff val="40000"/>
                  </a:srgbClr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(3Qos average): 8.7%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agriculture: </a:t>
            </a:r>
            <a:r>
              <a:rPr lang="en-US" sz="1100" dirty="0">
                <a:latin typeface="Bahnschrift Light" panose="020B0502040204020203" pitchFamily="34" charset="0"/>
              </a:rPr>
              <a:t>export crops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industry : </a:t>
            </a:r>
            <a:r>
              <a:rPr lang="en-US" dirty="0">
                <a:latin typeface="Bahnschrift Light" panose="020B0502040204020203" pitchFamily="34" charset="0"/>
              </a:rPr>
              <a:t>manufacturing, mining &amp; construction</a:t>
            </a:r>
            <a:r>
              <a:rPr lang="en-US" sz="1100" dirty="0">
                <a:latin typeface="Bahnschrift Light" panose="020B0502040204020203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services:</a:t>
            </a:r>
            <a:r>
              <a:rPr lang="en-US" dirty="0">
                <a:latin typeface="Bahnschrift Light" panose="020B0502040204020203" pitchFamily="34" charset="0"/>
              </a:rPr>
              <a:t> trade services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62B5CED-B1FC-A0FC-CF46-9EF9CF410A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435117"/>
              </p:ext>
            </p:extLst>
          </p:nvPr>
        </p:nvGraphicFramePr>
        <p:xfrm>
          <a:off x="188889" y="832697"/>
          <a:ext cx="5516451" cy="54483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476740" imgH="6769155" progId="Excel.Sheet.12">
                  <p:embed/>
                </p:oleObj>
              </mc:Choice>
              <mc:Fallback>
                <p:oleObj name="Worksheet" r:id="rId4" imgW="5476740" imgH="676915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8889" y="832697"/>
                        <a:ext cx="5516451" cy="54483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3B108F6-D47B-C866-3368-CEAA32800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282154"/>
              </p:ext>
            </p:extLst>
          </p:nvPr>
        </p:nvGraphicFramePr>
        <p:xfrm>
          <a:off x="5798712" y="841867"/>
          <a:ext cx="5642020" cy="3099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825076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11404569" y="391250"/>
            <a:ext cx="787588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grpSp>
        <p:nvGrpSpPr>
          <p:cNvPr id="12" name="object 12"/>
          <p:cNvGrpSpPr/>
          <p:nvPr/>
        </p:nvGrpSpPr>
        <p:grpSpPr>
          <a:xfrm>
            <a:off x="-11309" y="6662694"/>
            <a:ext cx="12191081" cy="195307"/>
            <a:chOff x="0" y="6645376"/>
            <a:chExt cx="12168505" cy="194945"/>
          </a:xfrm>
        </p:grpSpPr>
        <p:sp>
          <p:nvSpPr>
            <p:cNvPr id="13" name="object 13"/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4" name="object 14"/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5" name="object 15"/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420" y="424164"/>
            <a:ext cx="272814" cy="3260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AEFA0C-AC6F-9CCA-440D-E77F6E552255}"/>
              </a:ext>
            </a:extLst>
          </p:cNvPr>
          <p:cNvSpPr txBox="1"/>
          <p:nvPr/>
        </p:nvSpPr>
        <p:spPr>
          <a:xfrm>
            <a:off x="258309" y="4636353"/>
            <a:ext cx="5429859" cy="1384995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Bahnschrift Light" panose="020B0502040204020203" pitchFamily="34" charset="0"/>
              </a:rPr>
              <a:t>Turnovers: performance  observed for (Q4</a:t>
            </a:r>
            <a:r>
              <a:rPr lang="en-US" dirty="0">
                <a:latin typeface="Bahnschrift Light" panose="020B0502040204020203" pitchFamily="34" charset="0"/>
              </a:rPr>
              <a:t>): </a:t>
            </a:r>
            <a:r>
              <a:rPr lang="en-US" b="1" dirty="0">
                <a:latin typeface="Bahnschrift Light" panose="020B0502040204020203" pitchFamily="34" charset="0"/>
              </a:rPr>
              <a:t>indicate a good GDP growth for Q4 2025</a:t>
            </a:r>
          </a:p>
          <a:p>
            <a:r>
              <a:rPr lang="en-US" b="1" dirty="0">
                <a:latin typeface="Bahnschrift Light" panose="020B0502040204020203" pitchFamily="34" charset="0"/>
              </a:rPr>
              <a:t>              -S</a:t>
            </a:r>
            <a:r>
              <a:rPr lang="en-US" dirty="0">
                <a:latin typeface="Bahnschrift Light" panose="020B0502040204020203" pitchFamily="34" charset="0"/>
              </a:rPr>
              <a:t>ervices(wholesale)</a:t>
            </a:r>
          </a:p>
          <a:p>
            <a:r>
              <a:rPr lang="en-US" dirty="0">
                <a:latin typeface="Bahnschrift Light" panose="020B0502040204020203" pitchFamily="34" charset="0"/>
              </a:rPr>
              <a:t>               -Industry (mining)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>
                <a:latin typeface="Bahnschrift Light" panose="020B0502040204020203" pitchFamily="34" charset="0"/>
              </a:rPr>
              <a:t>GDP Q4 likely to come from industry(mining) and service (wholesale)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14CA26-2CF8-7C5B-AB69-C7AB3B24E237}"/>
              </a:ext>
            </a:extLst>
          </p:cNvPr>
          <p:cNvSpPr txBox="1"/>
          <p:nvPr/>
        </p:nvSpPr>
        <p:spPr>
          <a:xfrm>
            <a:off x="4396599" y="648136"/>
            <a:ext cx="6580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hnschrift Light" panose="020B0502040204020203" pitchFamily="34" charset="0"/>
              </a:rPr>
              <a:t>Composite Index of Economic Activities (CIEA) and turnovers positively co-move with GDP</a:t>
            </a:r>
            <a:endParaRPr lang="en-RW" b="1" dirty="0">
              <a:latin typeface="Bahnschrift Light" panose="020B0502040204020203" pitchFamily="34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3EFEBD57-E8ED-EA8A-EA30-CFF42D0156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117616"/>
              </p:ext>
            </p:extLst>
          </p:nvPr>
        </p:nvGraphicFramePr>
        <p:xfrm>
          <a:off x="343438" y="1206321"/>
          <a:ext cx="5374782" cy="3252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381458" imgH="1911322" progId="Excel.Sheet.12">
                  <p:embed/>
                </p:oleObj>
              </mc:Choice>
              <mc:Fallback>
                <p:oleObj name="Worksheet" r:id="rId4" imgW="4381458" imgH="191132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3438" y="1206321"/>
                        <a:ext cx="5374782" cy="3252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bject 44">
            <a:extLst>
              <a:ext uri="{FF2B5EF4-FFF2-40B4-BE49-F238E27FC236}">
                <a16:creationId xmlns:a16="http://schemas.microsoft.com/office/drawing/2014/main" id="{954CC5B4-E7D6-453E-F8B8-9D1129CCC1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872" y="156859"/>
            <a:ext cx="7662536" cy="887447"/>
          </a:xfrm>
          <a:prstGeom prst="rect">
            <a:avLst/>
          </a:prstGeom>
        </p:spPr>
        <p:txBody>
          <a:bodyPr spcFirstLastPara="1" vert="horz" wrap="square" lIns="0" tIns="12724" rIns="0" bIns="0" rtlCol="0" anchor="ctr" anchorCtr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Outlook: Nowcasting   2025(Q4)</a:t>
            </a:r>
            <a:b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</a:b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     </a:t>
            </a:r>
            <a:r>
              <a:rPr lang="en-US" sz="2000" spc="-260" dirty="0">
                <a:solidFill>
                  <a:schemeClr val="tx2"/>
                </a:solidFill>
                <a:latin typeface="Bahnschrift" panose="020B0502040204020203" pitchFamily="34" charset="0"/>
                <a:cs typeface="Trebuchet MS"/>
              </a:rPr>
              <a:t>High Frequency Indicators (HFIs)  :  </a:t>
            </a:r>
            <a:endParaRPr sz="2800" dirty="0">
              <a:solidFill>
                <a:schemeClr val="tx2"/>
              </a:solidFill>
              <a:latin typeface="Bahnschrift" panose="020B0502040204020203" pitchFamily="34" charset="0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0D3B3-BE59-4FC7-8204-3AEDA778F7F7}"/>
              </a:ext>
            </a:extLst>
          </p:cNvPr>
          <p:cNvSpPr txBox="1"/>
          <p:nvPr/>
        </p:nvSpPr>
        <p:spPr>
          <a:xfrm>
            <a:off x="6253351" y="5021073"/>
            <a:ext cx="5505059" cy="5232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Bahnschrift Light" panose="020B0502040204020203" pitchFamily="34" charset="0"/>
              </a:rPr>
              <a:t>Service (trade) &amp; industry turnovers and CIEA leading 2025Q4 GDP forecasts</a:t>
            </a:r>
            <a:endParaRPr lang="en-RW" dirty="0">
              <a:latin typeface="Bahnschrift Light" panose="020B0502040204020203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8AF5FF-32A8-4473-81D0-4E7079AC24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9208849"/>
              </p:ext>
            </p:extLst>
          </p:nvPr>
        </p:nvGraphicFramePr>
        <p:xfrm>
          <a:off x="6013695" y="1196457"/>
          <a:ext cx="5461381" cy="3261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570126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3F2F1-64BD-5B6F-59DD-5B1DC32E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8CAD839F-2706-6D06-DC41-73D07BC8D2C4}"/>
              </a:ext>
            </a:extLst>
          </p:cNvPr>
          <p:cNvSpPr/>
          <p:nvPr/>
        </p:nvSpPr>
        <p:spPr>
          <a:xfrm>
            <a:off x="11404569" y="391250"/>
            <a:ext cx="787588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709A7155-3BF9-1ACE-68A0-AD1C344F6D74}"/>
              </a:ext>
            </a:extLst>
          </p:cNvPr>
          <p:cNvGrpSpPr/>
          <p:nvPr/>
        </p:nvGrpSpPr>
        <p:grpSpPr>
          <a:xfrm>
            <a:off x="-11309" y="6662694"/>
            <a:ext cx="12191081" cy="195307"/>
            <a:chOff x="0" y="6645376"/>
            <a:chExt cx="12168505" cy="19494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059C51AD-905C-6D2B-AB5F-3849D0588140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2AE997D-09E2-F562-60F6-5D0A8CCFF28E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938FAB2-072C-6FE0-8136-6E7B389A91BB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101DC8AF-08B0-15FD-D3C0-CF1F3810B04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420" y="424164"/>
            <a:ext cx="272814" cy="326002"/>
          </a:xfrm>
          <a:prstGeom prst="rect">
            <a:avLst/>
          </a:prstGeom>
        </p:spPr>
      </p:pic>
      <p:sp>
        <p:nvSpPr>
          <p:cNvPr id="44" name="object 44">
            <a:extLst>
              <a:ext uri="{FF2B5EF4-FFF2-40B4-BE49-F238E27FC236}">
                <a16:creationId xmlns:a16="http://schemas.microsoft.com/office/drawing/2014/main" id="{1500212D-C130-5E37-4A54-75BBC0189C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3734" y="180409"/>
            <a:ext cx="7662536" cy="887447"/>
          </a:xfrm>
          <a:prstGeom prst="rect">
            <a:avLst/>
          </a:prstGeom>
        </p:spPr>
        <p:txBody>
          <a:bodyPr spcFirstLastPara="1" vert="horz" wrap="square" lIns="0" tIns="12724" rIns="0" bIns="0" rtlCol="0" anchor="ctr" anchorCtr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Outlook :  What to expect for  2025 </a:t>
            </a:r>
            <a:b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</a:br>
            <a:r>
              <a:rPr lang="en-US" sz="28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     </a:t>
            </a:r>
            <a:endParaRPr sz="2800" dirty="0">
              <a:solidFill>
                <a:schemeClr val="tx2"/>
              </a:solidFill>
              <a:latin typeface="Bahnschrift" panose="020B0502040204020203" pitchFamily="34" charset="0"/>
              <a:cs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8CD2F6-B7FB-E7A7-6FA2-2CB9697A758A}"/>
              </a:ext>
            </a:extLst>
          </p:cNvPr>
          <p:cNvSpPr txBox="1"/>
          <p:nvPr/>
        </p:nvSpPr>
        <p:spPr>
          <a:xfrm>
            <a:off x="1274270" y="2217991"/>
            <a:ext cx="10286665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Bahnschrift" panose="020B0502040204020203" pitchFamily="34" charset="0"/>
              </a:rPr>
              <a:t>GDP for 2025: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Bahnschrift Light" panose="020B0502040204020203" pitchFamily="34" charset="0"/>
              </a:rPr>
              <a:t>8.5% on average (Observed for 2025(Q1-Q3) &amp; Q4 Forecasts)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Bahnschrift Light" panose="020B0502040204020203" pitchFamily="34" charset="0"/>
              </a:rPr>
              <a:t>7.0%</a:t>
            </a:r>
            <a:r>
              <a:rPr lang="en-US" sz="2000" dirty="0">
                <a:latin typeface="Bahnschrift Light" panose="020B0502040204020203" pitchFamily="34" charset="0"/>
              </a:rPr>
              <a:t> </a:t>
            </a:r>
            <a:r>
              <a:rPr lang="en-US" sz="2000" b="1" dirty="0">
                <a:latin typeface="Bahnschrift Light" panose="020B0502040204020203" pitchFamily="34" charset="0"/>
              </a:rPr>
              <a:t>projected in October 2025 subject to revision during March 2026 projections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Bahnschrift Light" panose="020B0502040204020203" pitchFamily="34" charset="0"/>
              </a:rPr>
              <a:t>Estimates subject to change from Q4 NISR observation around March 2026</a:t>
            </a:r>
          </a:p>
          <a:p>
            <a:endParaRPr lang="en-US" b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887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6D866-31FF-8F95-FC0A-AE967D407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3E4ADBB4-4D94-2990-C848-F5857998630A}"/>
              </a:ext>
            </a:extLst>
          </p:cNvPr>
          <p:cNvSpPr/>
          <p:nvPr/>
        </p:nvSpPr>
        <p:spPr>
          <a:xfrm>
            <a:off x="11404569" y="391250"/>
            <a:ext cx="787588" cy="583375"/>
          </a:xfrm>
          <a:custGeom>
            <a:avLst/>
            <a:gdLst/>
            <a:ahLst/>
            <a:cxnLst/>
            <a:rect l="l" t="t" r="r" b="b"/>
            <a:pathLst>
              <a:path w="786129" h="582294">
                <a:moveTo>
                  <a:pt x="785945" y="0"/>
                </a:moveTo>
                <a:lnTo>
                  <a:pt x="2146" y="0"/>
                </a:lnTo>
                <a:lnTo>
                  <a:pt x="20952" y="44715"/>
                </a:lnTo>
                <a:lnTo>
                  <a:pt x="36652" y="90958"/>
                </a:lnTo>
                <a:lnTo>
                  <a:pt x="49106" y="138603"/>
                </a:lnTo>
                <a:lnTo>
                  <a:pt x="58173" y="187522"/>
                </a:lnTo>
                <a:lnTo>
                  <a:pt x="63716" y="237591"/>
                </a:lnTo>
                <a:lnTo>
                  <a:pt x="65595" y="288683"/>
                </a:lnTo>
                <a:lnTo>
                  <a:pt x="63654" y="340682"/>
                </a:lnTo>
                <a:lnTo>
                  <a:pt x="57925" y="391623"/>
                </a:lnTo>
                <a:lnTo>
                  <a:pt x="48552" y="441371"/>
                </a:lnTo>
                <a:lnTo>
                  <a:pt x="35678" y="489790"/>
                </a:lnTo>
                <a:lnTo>
                  <a:pt x="19446" y="536746"/>
                </a:lnTo>
                <a:lnTo>
                  <a:pt x="0" y="582104"/>
                </a:lnTo>
                <a:lnTo>
                  <a:pt x="785945" y="582104"/>
                </a:lnTo>
                <a:lnTo>
                  <a:pt x="785945" y="0"/>
                </a:lnTo>
                <a:close/>
              </a:path>
            </a:pathLst>
          </a:custGeom>
          <a:solidFill>
            <a:srgbClr val="2C5CA9"/>
          </a:solidFill>
        </p:spPr>
        <p:txBody>
          <a:bodyPr wrap="square" lIns="0" tIns="0" rIns="0" bIns="0" rtlCol="0"/>
          <a:lstStyle/>
          <a:p>
            <a:endParaRPr sz="1403"/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54A68B40-FDB8-DF44-7B55-566C0A8DE17D}"/>
              </a:ext>
            </a:extLst>
          </p:cNvPr>
          <p:cNvGrpSpPr/>
          <p:nvPr/>
        </p:nvGrpSpPr>
        <p:grpSpPr>
          <a:xfrm>
            <a:off x="-11309" y="6662694"/>
            <a:ext cx="12191081" cy="195307"/>
            <a:chOff x="0" y="6645376"/>
            <a:chExt cx="12168505" cy="19494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4B0CF99-D42F-C8B6-7086-C30009C9EA18}"/>
                </a:ext>
              </a:extLst>
            </p:cNvPr>
            <p:cNvSpPr/>
            <p:nvPr/>
          </p:nvSpPr>
          <p:spPr>
            <a:xfrm>
              <a:off x="0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90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90" y="194627"/>
                  </a:lnTo>
                  <a:lnTo>
                    <a:pt x="4049890" y="0"/>
                  </a:lnTo>
                  <a:close/>
                </a:path>
              </a:pathLst>
            </a:custGeom>
            <a:solidFill>
              <a:srgbClr val="2C5CA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061E7B9-8786-6619-A30D-4D717F5BF47F}"/>
                </a:ext>
              </a:extLst>
            </p:cNvPr>
            <p:cNvSpPr/>
            <p:nvPr/>
          </p:nvSpPr>
          <p:spPr>
            <a:xfrm>
              <a:off x="4049890" y="6645376"/>
              <a:ext cx="4068445" cy="194945"/>
            </a:xfrm>
            <a:custGeom>
              <a:avLst/>
              <a:gdLst/>
              <a:ahLst/>
              <a:cxnLst/>
              <a:rect l="l" t="t" r="r" b="b"/>
              <a:pathLst>
                <a:path w="4068445" h="194945">
                  <a:moveTo>
                    <a:pt x="4068229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68229" y="194627"/>
                  </a:lnTo>
                  <a:lnTo>
                    <a:pt x="4068229" y="0"/>
                  </a:lnTo>
                  <a:close/>
                </a:path>
              </a:pathLst>
            </a:custGeom>
            <a:solidFill>
              <a:srgbClr val="149ED9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DBE027C-D9E5-A9AF-4EC2-EA8D9FC17D98}"/>
                </a:ext>
              </a:extLst>
            </p:cNvPr>
            <p:cNvSpPr/>
            <p:nvPr/>
          </p:nvSpPr>
          <p:spPr>
            <a:xfrm>
              <a:off x="8118119" y="6645376"/>
              <a:ext cx="4050029" cy="194945"/>
            </a:xfrm>
            <a:custGeom>
              <a:avLst/>
              <a:gdLst/>
              <a:ahLst/>
              <a:cxnLst/>
              <a:rect l="l" t="t" r="r" b="b"/>
              <a:pathLst>
                <a:path w="4050029" h="194945">
                  <a:moveTo>
                    <a:pt x="4049864" y="0"/>
                  </a:moveTo>
                  <a:lnTo>
                    <a:pt x="0" y="0"/>
                  </a:lnTo>
                  <a:lnTo>
                    <a:pt x="0" y="194627"/>
                  </a:lnTo>
                  <a:lnTo>
                    <a:pt x="4049864" y="194627"/>
                  </a:lnTo>
                  <a:lnTo>
                    <a:pt x="4049864" y="0"/>
                  </a:lnTo>
                  <a:close/>
                </a:path>
              </a:pathLst>
            </a:custGeom>
            <a:solidFill>
              <a:srgbClr val="F8D10A"/>
            </a:solidFill>
          </p:spPr>
          <p:txBody>
            <a:bodyPr wrap="square" lIns="0" tIns="0" rIns="0" bIns="0" rtlCol="0"/>
            <a:lstStyle/>
            <a:p>
              <a:endParaRPr sz="1403"/>
            </a:p>
          </p:txBody>
        </p:sp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973D2B54-EF59-62AF-3B98-84362F943F3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420" y="424164"/>
            <a:ext cx="272814" cy="326002"/>
          </a:xfrm>
          <a:prstGeom prst="rect">
            <a:avLst/>
          </a:prstGeom>
        </p:spPr>
      </p:pic>
      <p:sp>
        <p:nvSpPr>
          <p:cNvPr id="44" name="object 44">
            <a:extLst>
              <a:ext uri="{FF2B5EF4-FFF2-40B4-BE49-F238E27FC236}">
                <a16:creationId xmlns:a16="http://schemas.microsoft.com/office/drawing/2014/main" id="{FF7EAE1F-E1D1-D456-9B2E-5B2ADA10DA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3164" y="98527"/>
            <a:ext cx="9892145" cy="919891"/>
          </a:xfrm>
          <a:prstGeom prst="rect">
            <a:avLst/>
          </a:prstGeom>
        </p:spPr>
        <p:txBody>
          <a:bodyPr spcFirstLastPara="1" vert="horz" wrap="square" lIns="0" tIns="12724" rIns="0" bIns="0" rtlCol="0" anchor="ctr" anchorCtr="0">
            <a:spAutoFit/>
          </a:bodyPr>
          <a:lstStyle/>
          <a:p>
            <a:pPr marL="12724">
              <a:spcBef>
                <a:spcPts val="100"/>
              </a:spcBef>
            </a:pPr>
            <a:r>
              <a:rPr lang="en-US" sz="3206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           Preparations</a:t>
            </a:r>
            <a:r>
              <a:rPr lang="en-US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: </a:t>
            </a:r>
            <a:r>
              <a:rPr lang="en-US" sz="32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Next steps for March 2026 </a:t>
            </a:r>
            <a:r>
              <a:rPr lang="en-US" sz="3200" spc="-260" dirty="0" err="1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Proj</a:t>
            </a:r>
            <a:r>
              <a:rPr lang="en-US" sz="3200" spc="-260" dirty="0">
                <a:solidFill>
                  <a:srgbClr val="0070C0"/>
                </a:solidFill>
                <a:latin typeface="Bahnschrift" panose="020B0502040204020203" pitchFamily="34" charset="0"/>
                <a:cs typeface="Trebuchet MS"/>
              </a:rPr>
              <a:t>. Review</a:t>
            </a:r>
            <a:endParaRPr sz="3206" dirty="0">
              <a:solidFill>
                <a:srgbClr val="0070C0"/>
              </a:solidFill>
              <a:latin typeface="Bahnschrift" panose="020B0502040204020203" pitchFamily="34" charset="0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DA0B1B-05ED-08BD-31AA-73A38D17BFC7}"/>
              </a:ext>
            </a:extLst>
          </p:cNvPr>
          <p:cNvSpPr txBox="1"/>
          <p:nvPr/>
        </p:nvSpPr>
        <p:spPr>
          <a:xfrm>
            <a:off x="8004534" y="1215100"/>
            <a:ext cx="3740727" cy="308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RW" sz="1403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A930E83-327A-6CEC-A900-AEC77D2351EE}"/>
              </a:ext>
            </a:extLst>
          </p:cNvPr>
          <p:cNvSpPr txBox="1">
            <a:spLocks/>
          </p:cNvSpPr>
          <p:nvPr/>
        </p:nvSpPr>
        <p:spPr>
          <a:xfrm>
            <a:off x="961604" y="970536"/>
            <a:ext cx="10999491" cy="559639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571500" indent="-342900" algn="just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Revise 2025 GDP and MT projections based on integrated sector information(actuals &amp; </a:t>
            </a:r>
            <a:r>
              <a:rPr lang="en-US" sz="2000" b="1" dirty="0" err="1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proj</a:t>
            </a:r>
            <a:r>
              <a:rPr lang="en-US" sz="2000" b="1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.) </a:t>
            </a:r>
          </a:p>
          <a:p>
            <a:pPr marL="1028700" lvl="1" indent="-34290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IMF WEO GEE &amp; GASS for March 2026 </a:t>
            </a:r>
          </a:p>
          <a:p>
            <a:pPr marL="1028700" lvl="1" indent="-34290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GDP Q4 2025 (for a full base)</a:t>
            </a:r>
          </a:p>
          <a:p>
            <a:pPr marL="571500" indent="-342900" algn="just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Prepare baseline projections for 2</a:t>
            </a:r>
            <a:r>
              <a:rPr lang="en-US" sz="2000" b="1" baseline="30000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nd</a:t>
            </a:r>
            <a:r>
              <a:rPr lang="en-US" sz="2000" b="1" dirty="0">
                <a:solidFill>
                  <a:schemeClr val="tx1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 MWG Discussion</a:t>
            </a:r>
          </a:p>
          <a:p>
            <a:pPr marL="0" lvl="1" algn="just">
              <a:buClr>
                <a:srgbClr val="00B0F0"/>
              </a:buClr>
            </a:pPr>
            <a:endParaRPr lang="en-US" sz="1200" dirty="0">
              <a:latin typeface="Bahnschrift Light" panose="020B0502040204020203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952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067" y="1823925"/>
            <a:ext cx="10363200" cy="3086742"/>
          </a:xfrm>
          <a:ln>
            <a:solidFill>
              <a:schemeClr val="tx2"/>
            </a:solidFill>
          </a:ln>
        </p:spPr>
        <p:txBody>
          <a:bodyPr/>
          <a:lstStyle/>
          <a:p>
            <a:pPr algn="ctr"/>
            <a:r>
              <a:rPr lang="fr-FR" sz="8000" dirty="0">
                <a:solidFill>
                  <a:srgbClr val="00B050"/>
                </a:solidFill>
                <a:latin typeface="Bahnschrift" panose="020B0502040204020203" pitchFamily="34" charset="0"/>
              </a:rPr>
              <a:t>Mu</a:t>
            </a:r>
            <a:r>
              <a:rPr lang="fr-FR" sz="8000" dirty="0">
                <a:solidFill>
                  <a:srgbClr val="FFFF00"/>
                </a:solidFill>
                <a:latin typeface="Bahnschrift" panose="020B0502040204020203" pitchFamily="34" charset="0"/>
              </a:rPr>
              <a:t>rak</a:t>
            </a:r>
            <a:r>
              <a:rPr lang="fr-FR" sz="8000" dirty="0">
                <a:solidFill>
                  <a:srgbClr val="00B0F0"/>
                </a:solidFill>
                <a:latin typeface="Bahnschrift" panose="020B0502040204020203" pitchFamily="34" charset="0"/>
              </a:rPr>
              <a:t>oze</a:t>
            </a:r>
            <a:r>
              <a:rPr lang="fr-FR" sz="8000" dirty="0">
                <a:solidFill>
                  <a:srgbClr val="00B050"/>
                </a:solidFill>
                <a:latin typeface="Bahnschrift" panose="020B0502040204020203" pitchFamily="34" charset="0"/>
              </a:rPr>
              <a:t>!</a:t>
            </a:r>
            <a:r>
              <a:rPr lang="fr-FR" sz="8000" dirty="0">
                <a:solidFill>
                  <a:srgbClr val="FFFF00"/>
                </a:solidFill>
                <a:latin typeface="Bahnschrift" panose="020B0502040204020203" pitchFamily="34" charset="0"/>
              </a:rPr>
              <a:t>!</a:t>
            </a:r>
            <a:r>
              <a:rPr lang="fr-FR" sz="8000" dirty="0">
                <a:solidFill>
                  <a:srgbClr val="00B0F0"/>
                </a:solidFill>
                <a:latin typeface="Bahnschrift" panose="020B0502040204020203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3">
      <a:dk1>
        <a:srgbClr val="0B000C"/>
      </a:dk1>
      <a:lt1>
        <a:srgbClr val="FFFFFF"/>
      </a:lt1>
      <a:dk2>
        <a:srgbClr val="54156B"/>
      </a:dk2>
      <a:lt2>
        <a:srgbClr val="EAE9E5"/>
      </a:lt2>
      <a:accent1>
        <a:srgbClr val="F1B434"/>
      </a:accent1>
      <a:accent2>
        <a:srgbClr val="0097A9"/>
      </a:accent2>
      <a:accent3>
        <a:srgbClr val="9D9DA0"/>
      </a:accent3>
      <a:accent4>
        <a:srgbClr val="8064A2"/>
      </a:accent4>
      <a:accent5>
        <a:srgbClr val="6FC3D4"/>
      </a:accent5>
      <a:accent6>
        <a:srgbClr val="375FA0"/>
      </a:accent6>
      <a:hlink>
        <a:srgbClr val="DE9E40"/>
      </a:hlink>
      <a:folHlink>
        <a:srgbClr val="65A7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Default Design">
  <a:themeElements>
    <a:clrScheme name="Silverback">
      <a:dk1>
        <a:srgbClr val="4D4D4D"/>
      </a:dk1>
      <a:lt1>
        <a:srgbClr val="FFFFFF"/>
      </a:lt1>
      <a:dk2>
        <a:srgbClr val="4D4D4D"/>
      </a:dk2>
      <a:lt2>
        <a:srgbClr val="C0C0C0"/>
      </a:lt2>
      <a:accent1>
        <a:srgbClr val="3399FE"/>
      </a:accent1>
      <a:accent2>
        <a:srgbClr val="006600"/>
      </a:accent2>
      <a:accent3>
        <a:srgbClr val="FCCB03"/>
      </a:accent3>
      <a:accent4>
        <a:srgbClr val="A6A6A6"/>
      </a:accent4>
      <a:accent5>
        <a:srgbClr val="2D3791"/>
      </a:accent5>
      <a:accent6>
        <a:srgbClr val="B01958"/>
      </a:accent6>
      <a:hlink>
        <a:srgbClr val="3399FE"/>
      </a:hlink>
      <a:folHlink>
        <a:srgbClr val="D8B368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FFFFFF"/>
        </a:dk2>
        <a:lt2>
          <a:srgbClr val="C0C0C0"/>
        </a:lt2>
        <a:accent1>
          <a:srgbClr val="6FB12D"/>
        </a:accent1>
        <a:accent2>
          <a:srgbClr val="D2D1B7"/>
        </a:accent2>
        <a:accent3>
          <a:srgbClr val="FFFFFF"/>
        </a:accent3>
        <a:accent4>
          <a:srgbClr val="000000"/>
        </a:accent4>
        <a:accent5>
          <a:srgbClr val="BBD5AD"/>
        </a:accent5>
        <a:accent6>
          <a:srgbClr val="BEBDA6"/>
        </a:accent6>
        <a:hlink>
          <a:srgbClr val="336600"/>
        </a:hlink>
        <a:folHlink>
          <a:srgbClr val="D5E35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22948</TotalTime>
  <Words>307</Words>
  <Application>Microsoft Office PowerPoint</Application>
  <PresentationFormat>Widescreen</PresentationFormat>
  <Paragraphs>51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Arial</vt:lpstr>
      <vt:lpstr>Bahnschrift</vt:lpstr>
      <vt:lpstr>Bahnschrift Light</vt:lpstr>
      <vt:lpstr>Calibri</vt:lpstr>
      <vt:lpstr>Merriweather Sans</vt:lpstr>
      <vt:lpstr>Roboto</vt:lpstr>
      <vt:lpstr>Symbol</vt:lpstr>
      <vt:lpstr>Trebuchet MS</vt:lpstr>
      <vt:lpstr>Wingdings</vt:lpstr>
      <vt:lpstr>Office Theme</vt:lpstr>
      <vt:lpstr>1_Office Theme</vt:lpstr>
      <vt:lpstr>3_Default Design</vt:lpstr>
      <vt:lpstr>Worksheet</vt:lpstr>
      <vt:lpstr>PowerPoint Presentation</vt:lpstr>
      <vt:lpstr>Real sector/Real Economic Activities 1st Macro Working Group- Developments</vt:lpstr>
      <vt:lpstr>Outline</vt:lpstr>
      <vt:lpstr>     Developments: 2025</vt:lpstr>
      <vt:lpstr>           Outlook: Nowcasting   2025(Q4)                 High Frequency Indicators (HFIs)  :  </vt:lpstr>
      <vt:lpstr>           Outlook :  What to expect for  2025                  </vt:lpstr>
      <vt:lpstr>           Preparations: Next steps for March 2026 Proj. Review</vt:lpstr>
      <vt:lpstr>Murakoze!!!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Plan Comments</dc:title>
  <dc:creator>Tabaro Didier;Evariste Karenzo</dc:creator>
  <cp:lastModifiedBy>Evariste MANIRUMVA</cp:lastModifiedBy>
  <cp:revision>1143</cp:revision>
  <dcterms:modified xsi:type="dcterms:W3CDTF">2026-02-18T09:23:41Z</dcterms:modified>
</cp:coreProperties>
</file>