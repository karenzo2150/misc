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79" r:id="rId5"/>
  </p:sldMasterIdLst>
  <p:notesMasterIdLst>
    <p:notesMasterId r:id="rId32"/>
  </p:notesMasterIdLst>
  <p:handoutMasterIdLst>
    <p:handoutMasterId r:id="rId33"/>
  </p:handoutMasterIdLst>
  <p:sldIdLst>
    <p:sldId id="4292" r:id="rId6"/>
    <p:sldId id="4313" r:id="rId7"/>
    <p:sldId id="4532" r:id="rId8"/>
    <p:sldId id="2142533251" r:id="rId9"/>
    <p:sldId id="259" r:id="rId10"/>
    <p:sldId id="2142533252" r:id="rId11"/>
    <p:sldId id="2142533262" r:id="rId12"/>
    <p:sldId id="2142533263" r:id="rId13"/>
    <p:sldId id="4316" r:id="rId14"/>
    <p:sldId id="2142533245" r:id="rId15"/>
    <p:sldId id="260" r:id="rId16"/>
    <p:sldId id="261" r:id="rId17"/>
    <p:sldId id="2142533253" r:id="rId18"/>
    <p:sldId id="2142533254" r:id="rId19"/>
    <p:sldId id="2142533255" r:id="rId20"/>
    <p:sldId id="2142533257" r:id="rId21"/>
    <p:sldId id="2142533260" r:id="rId22"/>
    <p:sldId id="2142533259" r:id="rId23"/>
    <p:sldId id="2142533250" r:id="rId24"/>
    <p:sldId id="264" r:id="rId25"/>
    <p:sldId id="4318" r:id="rId26"/>
    <p:sldId id="2142533264" r:id="rId27"/>
    <p:sldId id="2142533266" r:id="rId28"/>
    <p:sldId id="2142533256" r:id="rId29"/>
    <p:sldId id="2142533261" r:id="rId30"/>
    <p:sldId id="265" r:id="rId31"/>
  </p:sldIdLst>
  <p:sldSz cx="12192000" cy="6858000"/>
  <p:notesSz cx="7315200" cy="9601200"/>
  <p:defaultTextStyle>
    <a:defPPr>
      <a:defRPr lang="en-US"/>
    </a:defPPr>
    <a:lvl1pPr marL="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754463-30FA-824E-9681-17E0926DDDD5}">
          <p14:sldIdLst>
            <p14:sldId id="4292"/>
            <p14:sldId id="4313"/>
            <p14:sldId id="4532"/>
            <p14:sldId id="2142533251"/>
            <p14:sldId id="259"/>
            <p14:sldId id="2142533252"/>
            <p14:sldId id="2142533262"/>
            <p14:sldId id="2142533263"/>
            <p14:sldId id="4316"/>
            <p14:sldId id="2142533245"/>
            <p14:sldId id="260"/>
            <p14:sldId id="261"/>
            <p14:sldId id="2142533253"/>
            <p14:sldId id="2142533254"/>
            <p14:sldId id="2142533255"/>
            <p14:sldId id="2142533257"/>
            <p14:sldId id="2142533260"/>
            <p14:sldId id="2142533259"/>
            <p14:sldId id="2142533250"/>
            <p14:sldId id="264"/>
            <p14:sldId id="4318"/>
            <p14:sldId id="2142533264"/>
            <p14:sldId id="2142533266"/>
            <p14:sldId id="2142533256"/>
            <p14:sldId id="214253326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34" userDrawn="1">
          <p15:clr>
            <a:srgbClr val="A4A3A4"/>
          </p15:clr>
        </p15:guide>
        <p15:guide id="2" pos="2212" userDrawn="1">
          <p15:clr>
            <a:srgbClr val="A4A3A4"/>
          </p15:clr>
        </p15:guide>
        <p15:guide id="3" orient="horz" pos="3024" userDrawn="1">
          <p15:clr>
            <a:srgbClr val="A4A3A4"/>
          </p15:clr>
        </p15:guide>
        <p15:guide id="4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9A2F19-CB1E-740C-50CD-B91678F8B4AE}" name="Newiak, Monique" initials="MN" userId="S::MNewiak@imf.org::d81357e1-9dfe-4194-af64-4cbd758c7fe5" providerId="AD"/>
  <p188:author id="{C56BBA1C-3FF8-F7CC-1273-C91F9599EBC4}" name="Chiapello, Mattia" initials="CM" userId="S::mchiapello@imf.org::5d6fd680-78ea-4042-9465-8f380d898ad6" providerId="AD"/>
  <p188:author id="{5854C73E-3583-11C1-CE13-22776D3A641A}" name="Kolovich, Lisa" initials="KL" userId="S::LKolovich@IMF.ORG::705d1648-fc44-4335-a909-7bcc0ef9bfc0" providerId="AD"/>
  <p188:author id="{A7876F80-758E-7676-EEC9-FCDF247842A4}" name="Priano, Sahar" initials="PS" userId="S::SPriano@imf.org::3b5d6782-612c-4d81-97dc-e201bbd10b85" providerId="AD"/>
  <p188:author id="{8F3D4AA5-6CAE-C03C-D0E6-295E01968A3B}" name="Raissi, Mehdi" initials="RM" userId="S::mraissi@imf.org::f6393861-7977-47b1-91ff-d9b70d36a3c2" providerId="AD"/>
  <p188:author id="{3BF418A9-978B-1A9F-2A89-B71B282588FE}" name="Kolovich, Lisa" initials="KL" userId="S::lkolovich@imf.org::705d1648-fc44-4335-a909-7bcc0ef9bfc0" providerId="AD"/>
  <p188:author id="{99268ECB-3706-9D82-E8DB-E7F09471D57E}" name="Flamini, Valentina" initials="FV" userId="S::VFlamini@IMF.ORG::eff897fc-c4bd-42df-a72a-53fc4146d5ad" providerId="AD"/>
  <p188:author id="{9FAD53CC-1FDD-5674-9B3D-61CF34229D24}" name="Hanna, Christel" initials="CH" userId="S::channa@imf.org::f72fb5f2-2329-411f-9245-3b4649f41975" providerId="AD"/>
  <p188:author id="{2708D3D2-1E49-BB83-2378-9650164C949B}" name="Kolovich, Lisa" initials="LK" userId="S::LKolovich@imf.org::705d1648-fc44-4335-a909-7bcc0ef9bfc0" providerId="AD"/>
  <p188:author id="{0D8F83E4-EF17-15AA-7DA0-1A43993D769E}" name="Malta, Vivian" initials="" userId="S::VMalta@imf.org::c9130ee9-f22b-44aa-bb73-83a935e86cf9" providerId="AD"/>
  <p188:author id="{F153D5E6-D81B-117C-025B-055F1FE4F3D2}" name="Priano, Sahar" initials="PS" userId="S::spriano@imf.org::3b5d6782-612c-4d81-97dc-e201bbd10b8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ndwa, Boaz" initials="NB" lastIdx="10" clrIdx="0"/>
  <p:cmAuthor id="2" name="Kamil Dybczak" initials="KD" lastIdx="10" clrIdx="1"/>
  <p:cmAuthor id="3" name="Tamirisa, Natalia" initials="TN" lastIdx="12" clrIdx="2"/>
  <p:cmAuthor id="4" name="Almalik, Mansour" initials="AM" lastIdx="6" clrIdx="3"/>
  <p:cmAuthor id="5" name="Pierre, Gaelle" initials="PG" lastIdx="3" clrIdx="4"/>
  <p:cmAuthor id="6" name="Basile, Gregory" initials="BG" lastIdx="9" clrIdx="5"/>
  <p:cmAuthor id="7" name="Fabrizio, Stefania" initials="FS" lastIdx="6" clrIdx="6">
    <p:extLst>
      <p:ext uri="{19B8F6BF-5375-455C-9EA6-DF929625EA0E}">
        <p15:presenceInfo xmlns:p15="http://schemas.microsoft.com/office/powerpoint/2012/main" userId="S::SFabrizio@IMF.ORG::6b56a1ff-da59-4ea7-80b7-fcbcc4110b46" providerId="AD"/>
      </p:ext>
    </p:extLst>
  </p:cmAuthor>
  <p:cmAuthor id="8" name="Chabert, Guillaume" initials="CG" lastIdx="32" clrIdx="7">
    <p:extLst>
      <p:ext uri="{19B8F6BF-5375-455C-9EA6-DF929625EA0E}">
        <p15:presenceInfo xmlns:p15="http://schemas.microsoft.com/office/powerpoint/2012/main" userId="S::GChabert@imf.org::38c85545-1ee6-48a6-b252-764ce4069f3e" providerId="AD"/>
      </p:ext>
    </p:extLst>
  </p:cmAuthor>
  <p:cmAuthor id="9" name="Palomba, Geremia" initials="PG" lastIdx="1" clrIdx="8">
    <p:extLst>
      <p:ext uri="{19B8F6BF-5375-455C-9EA6-DF929625EA0E}">
        <p15:presenceInfo xmlns:p15="http://schemas.microsoft.com/office/powerpoint/2012/main" userId="S::GPalomba@imf.org::90bc7c4f-4345-4053-88b0-b1e4cb5367c4" providerId="AD"/>
      </p:ext>
    </p:extLst>
  </p:cmAuthor>
  <p:cmAuthor id="10" name="Shang, Baoping" initials="SB" lastIdx="1" clrIdx="9">
    <p:extLst>
      <p:ext uri="{19B8F6BF-5375-455C-9EA6-DF929625EA0E}">
        <p15:presenceInfo xmlns:p15="http://schemas.microsoft.com/office/powerpoint/2012/main" userId="S::BShang@imf.org::e648c2e3-4876-43f9-9a51-a725a6df752c" providerId="AD"/>
      </p:ext>
    </p:extLst>
  </p:cmAuthor>
  <p:cmAuthor id="11" name="Newiak, Monique" initials="NM" lastIdx="6" clrIdx="10">
    <p:extLst>
      <p:ext uri="{19B8F6BF-5375-455C-9EA6-DF929625EA0E}">
        <p15:presenceInfo xmlns:p15="http://schemas.microsoft.com/office/powerpoint/2012/main" userId="S::MNewiak@IMF.ORG::d81357e1-9dfe-4194-af64-4cbd758c7fe5" providerId="AD"/>
      </p:ext>
    </p:extLst>
  </p:cmAuthor>
  <p:cmAuthor id="12" name="Kolovich, Lisa" initials="KL" lastIdx="1" clrIdx="11">
    <p:extLst>
      <p:ext uri="{19B8F6BF-5375-455C-9EA6-DF929625EA0E}">
        <p15:presenceInfo xmlns:p15="http://schemas.microsoft.com/office/powerpoint/2012/main" userId="S::LKolovich@imf.org::705d1648-fc44-4335-a909-7bcc0ef9bfc0" providerId="AD"/>
      </p:ext>
    </p:extLst>
  </p:cmAuthor>
  <p:cmAuthor id="13" name="Flamini, Valentina" initials="FV" lastIdx="1" clrIdx="12">
    <p:extLst>
      <p:ext uri="{19B8F6BF-5375-455C-9EA6-DF929625EA0E}">
        <p15:presenceInfo xmlns:p15="http://schemas.microsoft.com/office/powerpoint/2012/main" userId="S::VFlamini@IMF.ORG::eff897fc-c4bd-42df-a72a-53fc4146d5a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97"/>
    <a:srgbClr val="009BDE"/>
    <a:srgbClr val="ED7D31"/>
    <a:srgbClr val="20A297"/>
    <a:srgbClr val="539635"/>
    <a:srgbClr val="000000"/>
    <a:srgbClr val="79D9FF"/>
    <a:srgbClr val="525E9A"/>
    <a:srgbClr val="005F9F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CB2E8-EC92-4DC4-BD94-E0803566885C}" v="170" dt="2026-05-13T00:22:56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100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4"/>
        <p:guide pos="2212"/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ovich, Lisa" userId="705d1648-fc44-4335-a909-7bcc0ef9bfc0" providerId="ADAL" clId="{92F763A2-9C83-4598-AD83-C43573D893A8}"/>
    <pc:docChg chg="undo custSel addSld delSld modSld sldOrd modSection">
      <pc:chgData name="Kolovich, Lisa" userId="705d1648-fc44-4335-a909-7bcc0ef9bfc0" providerId="ADAL" clId="{92F763A2-9C83-4598-AD83-C43573D893A8}" dt="2026-05-13T00:27:39.033" v="5465" actId="20577"/>
      <pc:docMkLst>
        <pc:docMk/>
      </pc:docMkLst>
      <pc:sldChg chg="addSp delSp modSp add mod setBg">
        <pc:chgData name="Kolovich, Lisa" userId="705d1648-fc44-4335-a909-7bcc0ef9bfc0" providerId="ADAL" clId="{92F763A2-9C83-4598-AD83-C43573D893A8}" dt="2026-05-13T00:09:55.382" v="4926" actId="20577"/>
        <pc:sldMkLst>
          <pc:docMk/>
          <pc:sldMk cId="0" sldId="259"/>
        </pc:sldMkLst>
        <pc:spChg chg="mod">
          <ac:chgData name="Kolovich, Lisa" userId="705d1648-fc44-4335-a909-7bcc0ef9bfc0" providerId="ADAL" clId="{92F763A2-9C83-4598-AD83-C43573D893A8}" dt="2026-05-13T00:09:55.382" v="4926" actId="20577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Kolovich, Lisa" userId="705d1648-fc44-4335-a909-7bcc0ef9bfc0" providerId="ADAL" clId="{92F763A2-9C83-4598-AD83-C43573D893A8}" dt="2026-05-12T22:22:12.899" v="3924" actId="14100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add mod">
          <ac:chgData name="Kolovich, Lisa" userId="705d1648-fc44-4335-a909-7bcc0ef9bfc0" providerId="ADAL" clId="{92F763A2-9C83-4598-AD83-C43573D893A8}" dt="2026-05-12T22:22:10.292" v="3923" actId="14100"/>
          <ac:picMkLst>
            <pc:docMk/>
            <pc:sldMk cId="0" sldId="259"/>
            <ac:picMk id="6" creationId="{16289F32-82DE-6466-A768-9A70DE14C21C}"/>
          </ac:picMkLst>
        </pc:picChg>
      </pc:sldChg>
      <pc:sldChg chg="addSp delSp modSp add mod setBg">
        <pc:chgData name="Kolovich, Lisa" userId="705d1648-fc44-4335-a909-7bcc0ef9bfc0" providerId="ADAL" clId="{92F763A2-9C83-4598-AD83-C43573D893A8}" dt="2026-05-08T19:53:03.238" v="2094" actId="1076"/>
        <pc:sldMkLst>
          <pc:docMk/>
          <pc:sldMk cId="0" sldId="260"/>
        </pc:sldMkLst>
        <pc:spChg chg="mod">
          <ac:chgData name="Kolovich, Lisa" userId="705d1648-fc44-4335-a909-7bcc0ef9bfc0" providerId="ADAL" clId="{92F763A2-9C83-4598-AD83-C43573D893A8}" dt="2026-05-08T19:53:03.238" v="209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Kolovich, Lisa" userId="705d1648-fc44-4335-a909-7bcc0ef9bfc0" providerId="ADAL" clId="{92F763A2-9C83-4598-AD83-C43573D893A8}" dt="2026-05-08T19:41:26.733" v="1971" actId="20577"/>
          <ac:spMkLst>
            <pc:docMk/>
            <pc:sldMk cId="0" sldId="260"/>
            <ac:spMk id="10" creationId="{00000000-0000-0000-0000-000000000000}"/>
          </ac:spMkLst>
        </pc:spChg>
        <pc:picChg chg="add mod">
          <ac:chgData name="Kolovich, Lisa" userId="705d1648-fc44-4335-a909-7bcc0ef9bfc0" providerId="ADAL" clId="{92F763A2-9C83-4598-AD83-C43573D893A8}" dt="2026-05-08T19:39:13.120" v="1959" actId="14100"/>
          <ac:picMkLst>
            <pc:docMk/>
            <pc:sldMk cId="0" sldId="260"/>
            <ac:picMk id="12" creationId="{A05C8A90-C995-DDCC-A876-13E071018740}"/>
          </ac:picMkLst>
        </pc:picChg>
        <pc:picChg chg="add mod">
          <ac:chgData name="Kolovich, Lisa" userId="705d1648-fc44-4335-a909-7bcc0ef9bfc0" providerId="ADAL" clId="{92F763A2-9C83-4598-AD83-C43573D893A8}" dt="2026-05-08T19:39:09.903" v="1958" actId="14100"/>
          <ac:picMkLst>
            <pc:docMk/>
            <pc:sldMk cId="0" sldId="260"/>
            <ac:picMk id="14" creationId="{EFF9A64A-A5D0-BFFA-F658-46FF1C4FDCA5}"/>
          </ac:picMkLst>
        </pc:picChg>
      </pc:sldChg>
      <pc:sldChg chg="delSp modSp add mod setBg">
        <pc:chgData name="Kolovich, Lisa" userId="705d1648-fc44-4335-a909-7bcc0ef9bfc0" providerId="ADAL" clId="{92F763A2-9C83-4598-AD83-C43573D893A8}" dt="2026-05-08T19:53:13.482" v="2104" actId="20577"/>
        <pc:sldMkLst>
          <pc:docMk/>
          <pc:sldMk cId="0" sldId="261"/>
        </pc:sldMkLst>
        <pc:spChg chg="mod">
          <ac:chgData name="Kolovich, Lisa" userId="705d1648-fc44-4335-a909-7bcc0ef9bfc0" providerId="ADAL" clId="{92F763A2-9C83-4598-AD83-C43573D893A8}" dt="2026-05-08T19:44:58.313" v="1988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Kolovich, Lisa" userId="705d1648-fc44-4335-a909-7bcc0ef9bfc0" providerId="ADAL" clId="{92F763A2-9C83-4598-AD83-C43573D893A8}" dt="2026-05-08T19:53:13.482" v="2104" actId="20577"/>
          <ac:spMkLst>
            <pc:docMk/>
            <pc:sldMk cId="0" sldId="261"/>
            <ac:spMk id="3" creationId="{00000000-0000-0000-0000-000000000000}"/>
          </ac:spMkLst>
        </pc:spChg>
        <pc:graphicFrameChg chg="mod modGraphic">
          <ac:chgData name="Kolovich, Lisa" userId="705d1648-fc44-4335-a909-7bcc0ef9bfc0" providerId="ADAL" clId="{92F763A2-9C83-4598-AD83-C43573D893A8}" dt="2026-05-08T19:52:05.900" v="2065" actId="6549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addSp delSp modSp add mod ord setBg">
        <pc:chgData name="Kolovich, Lisa" userId="705d1648-fc44-4335-a909-7bcc0ef9bfc0" providerId="ADAL" clId="{92F763A2-9C83-4598-AD83-C43573D893A8}" dt="2026-05-12T00:18:14.319" v="3856" actId="20577"/>
        <pc:sldMkLst>
          <pc:docMk/>
          <pc:sldMk cId="0" sldId="264"/>
        </pc:sldMkLst>
        <pc:spChg chg="mod ord">
          <ac:chgData name="Kolovich, Lisa" userId="705d1648-fc44-4335-a909-7bcc0ef9bfc0" providerId="ADAL" clId="{92F763A2-9C83-4598-AD83-C43573D893A8}" dt="2026-05-08T19:10:23.313" v="1489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Kolovich, Lisa" userId="705d1648-fc44-4335-a909-7bcc0ef9bfc0" providerId="ADAL" clId="{92F763A2-9C83-4598-AD83-C43573D893A8}" dt="2026-05-12T00:03:26.484" v="3520" actId="20577"/>
          <ac:spMkLst>
            <pc:docMk/>
            <pc:sldMk cId="0" sldId="264"/>
            <ac:spMk id="6" creationId="{00000000-0000-0000-0000-000000000000}"/>
          </ac:spMkLst>
        </pc:spChg>
        <pc:spChg chg="add del mod">
          <ac:chgData name="Kolovich, Lisa" userId="705d1648-fc44-4335-a909-7bcc0ef9bfc0" providerId="ADAL" clId="{92F763A2-9C83-4598-AD83-C43573D893A8}" dt="2026-05-11T23:45:51.491" v="3202" actId="6549"/>
          <ac:spMkLst>
            <pc:docMk/>
            <pc:sldMk cId="0" sldId="264"/>
            <ac:spMk id="7" creationId="{00000000-0000-0000-0000-000000000000}"/>
          </ac:spMkLst>
        </pc:spChg>
        <pc:spChg chg="mod">
          <ac:chgData name="Kolovich, Lisa" userId="705d1648-fc44-4335-a909-7bcc0ef9bfc0" providerId="ADAL" clId="{92F763A2-9C83-4598-AD83-C43573D893A8}" dt="2026-05-08T19:11:48.275" v="1590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Kolovich, Lisa" userId="705d1648-fc44-4335-a909-7bcc0ef9bfc0" providerId="ADAL" clId="{92F763A2-9C83-4598-AD83-C43573D893A8}" dt="2026-05-12T00:18:14.319" v="3856" actId="20577"/>
          <ac:spMkLst>
            <pc:docMk/>
            <pc:sldMk cId="0" sldId="264"/>
            <ac:spMk id="9" creationId="{00000000-0000-0000-0000-000000000000}"/>
          </ac:spMkLst>
        </pc:spChg>
        <pc:spChg chg="add mod ord">
          <ac:chgData name="Kolovich, Lisa" userId="705d1648-fc44-4335-a909-7bcc0ef9bfc0" providerId="ADAL" clId="{92F763A2-9C83-4598-AD83-C43573D893A8}" dt="2026-05-08T19:10:23.313" v="1489" actId="14100"/>
          <ac:spMkLst>
            <pc:docMk/>
            <pc:sldMk cId="0" sldId="264"/>
            <ac:spMk id="11" creationId="{BDF3E079-3711-D93B-84CA-CF800D2BAA47}"/>
          </ac:spMkLst>
        </pc:spChg>
        <pc:spChg chg="add mod ord">
          <ac:chgData name="Kolovich, Lisa" userId="705d1648-fc44-4335-a909-7bcc0ef9bfc0" providerId="ADAL" clId="{92F763A2-9C83-4598-AD83-C43573D893A8}" dt="2026-05-08T19:10:23.313" v="1489" actId="14100"/>
          <ac:spMkLst>
            <pc:docMk/>
            <pc:sldMk cId="0" sldId="264"/>
            <ac:spMk id="12" creationId="{D1C56557-4930-8A01-6219-A21BA8679971}"/>
          </ac:spMkLst>
        </pc:spChg>
        <pc:picChg chg="mod">
          <ac:chgData name="Kolovich, Lisa" userId="705d1648-fc44-4335-a909-7bcc0ef9bfc0" providerId="ADAL" clId="{92F763A2-9C83-4598-AD83-C43573D893A8}" dt="2026-05-08T19:05:03.140" v="1300" actId="1076"/>
          <ac:picMkLst>
            <pc:docMk/>
            <pc:sldMk cId="0" sldId="264"/>
            <ac:picMk id="2" creationId="{00000000-0000-0000-0000-000000000000}"/>
          </ac:picMkLst>
        </pc:picChg>
      </pc:sldChg>
      <pc:sldChg chg="addSp delSp modSp add del mod setBg">
        <pc:chgData name="Kolovich, Lisa" userId="705d1648-fc44-4335-a909-7bcc0ef9bfc0" providerId="ADAL" clId="{92F763A2-9C83-4598-AD83-C43573D893A8}" dt="2026-05-13T00:11:03.077" v="5012" actId="2696"/>
        <pc:sldMkLst>
          <pc:docMk/>
          <pc:sldMk cId="0" sldId="265"/>
        </pc:sldMkLst>
        <pc:spChg chg="mod">
          <ac:chgData name="Kolovich, Lisa" userId="705d1648-fc44-4335-a909-7bcc0ef9bfc0" providerId="ADAL" clId="{92F763A2-9C83-4598-AD83-C43573D893A8}" dt="2026-05-13T00:08:14.258" v="4839" actId="1036"/>
          <ac:spMkLst>
            <pc:docMk/>
            <pc:sldMk cId="0" sldId="265"/>
            <ac:spMk id="5" creationId="{00000000-0000-0000-0000-000000000000}"/>
          </ac:spMkLst>
        </pc:spChg>
        <pc:spChg chg="add mod ord">
          <ac:chgData name="Kolovich, Lisa" userId="705d1648-fc44-4335-a909-7bcc0ef9bfc0" providerId="ADAL" clId="{92F763A2-9C83-4598-AD83-C43573D893A8}" dt="2026-05-13T00:08:09.716" v="4833" actId="1076"/>
          <ac:spMkLst>
            <pc:docMk/>
            <pc:sldMk cId="0" sldId="265"/>
            <ac:spMk id="8" creationId="{0FA60024-3566-D097-A82A-7D2D89F006BE}"/>
          </ac:spMkLst>
        </pc:spChg>
        <pc:graphicFrameChg chg="modGraphic">
          <ac:chgData name="Kolovich, Lisa" userId="705d1648-fc44-4335-a909-7bcc0ef9bfc0" providerId="ADAL" clId="{92F763A2-9C83-4598-AD83-C43573D893A8}" dt="2026-05-13T00:08:02.331" v="4832" actId="14734"/>
          <ac:graphicFrameMkLst>
            <pc:docMk/>
            <pc:sldMk cId="0" sldId="265"/>
            <ac:graphicFrameMk id="6" creationId="{00000000-0000-0000-0000-000000000000}"/>
          </ac:graphicFrameMkLst>
        </pc:graphicFrameChg>
      </pc:sldChg>
      <pc:sldChg chg="add ord">
        <pc:chgData name="Kolovich, Lisa" userId="705d1648-fc44-4335-a909-7bcc0ef9bfc0" providerId="ADAL" clId="{92F763A2-9C83-4598-AD83-C43573D893A8}" dt="2026-05-13T00:13:07.417" v="5023"/>
        <pc:sldMkLst>
          <pc:docMk/>
          <pc:sldMk cId="1399808470" sldId="265"/>
        </pc:sldMkLst>
      </pc:sldChg>
      <pc:sldChg chg="modSp mod">
        <pc:chgData name="Kolovich, Lisa" userId="705d1648-fc44-4335-a909-7bcc0ef9bfc0" providerId="ADAL" clId="{92F763A2-9C83-4598-AD83-C43573D893A8}" dt="2026-05-13T00:25:37.972" v="5383" actId="20577"/>
        <pc:sldMkLst>
          <pc:docMk/>
          <pc:sldMk cId="2322553725" sldId="4292"/>
        </pc:sldMkLst>
        <pc:spChg chg="mod">
          <ac:chgData name="Kolovich, Lisa" userId="705d1648-fc44-4335-a909-7bcc0ef9bfc0" providerId="ADAL" clId="{92F763A2-9C83-4598-AD83-C43573D893A8}" dt="2026-05-13T00:25:37.972" v="5383" actId="20577"/>
          <ac:spMkLst>
            <pc:docMk/>
            <pc:sldMk cId="2322553725" sldId="4292"/>
            <ac:spMk id="3" creationId="{13543DA6-4E4D-D376-A55B-9C9D92FB8AD4}"/>
          </ac:spMkLst>
        </pc:spChg>
      </pc:sldChg>
      <pc:sldChg chg="modSp mod ord setBg">
        <pc:chgData name="Kolovich, Lisa" userId="705d1648-fc44-4335-a909-7bcc0ef9bfc0" providerId="ADAL" clId="{92F763A2-9C83-4598-AD83-C43573D893A8}" dt="2026-05-11T17:42:27.811" v="3186"/>
        <pc:sldMkLst>
          <pc:docMk/>
          <pc:sldMk cId="602806884" sldId="4313"/>
        </pc:sldMkLst>
        <pc:spChg chg="mod">
          <ac:chgData name="Kolovich, Lisa" userId="705d1648-fc44-4335-a909-7bcc0ef9bfc0" providerId="ADAL" clId="{92F763A2-9C83-4598-AD83-C43573D893A8}" dt="2026-05-07T17:51:44.706" v="31" actId="5793"/>
          <ac:spMkLst>
            <pc:docMk/>
            <pc:sldMk cId="602806884" sldId="4313"/>
            <ac:spMk id="3" creationId="{00DCED9F-0208-1332-E0FF-ED49DF9A2CB7}"/>
          </ac:spMkLst>
        </pc:spChg>
      </pc:sldChg>
      <pc:sldChg chg="addSp delSp modSp mod ord modClrScheme chgLayout">
        <pc:chgData name="Kolovich, Lisa" userId="705d1648-fc44-4335-a909-7bcc0ef9bfc0" providerId="ADAL" clId="{92F763A2-9C83-4598-AD83-C43573D893A8}" dt="2026-05-13T00:24:57.165" v="5358" actId="14100"/>
        <pc:sldMkLst>
          <pc:docMk/>
          <pc:sldMk cId="1069688020" sldId="4316"/>
        </pc:sldMkLst>
        <pc:spChg chg="add mod">
          <ac:chgData name="Kolovich, Lisa" userId="705d1648-fc44-4335-a909-7bcc0ef9bfc0" providerId="ADAL" clId="{92F763A2-9C83-4598-AD83-C43573D893A8}" dt="2026-05-13T00:24:57.165" v="5358" actId="14100"/>
          <ac:spMkLst>
            <pc:docMk/>
            <pc:sldMk cId="1069688020" sldId="4316"/>
            <ac:spMk id="2" creationId="{00000000-0000-0000-0000-000000000000}"/>
          </ac:spMkLst>
        </pc:spChg>
        <pc:spChg chg="add mod">
          <ac:chgData name="Kolovich, Lisa" userId="705d1648-fc44-4335-a909-7bcc0ef9bfc0" providerId="ADAL" clId="{92F763A2-9C83-4598-AD83-C43573D893A8}" dt="2026-05-13T00:07:00.868" v="4828" actId="27636"/>
          <ac:spMkLst>
            <pc:docMk/>
            <pc:sldMk cId="1069688020" sldId="4316"/>
            <ac:spMk id="3" creationId="{00000000-0000-0000-0000-000000000000}"/>
          </ac:spMkLst>
        </pc:spChg>
      </pc:sldChg>
      <pc:sldChg chg="modSp mod setBg">
        <pc:chgData name="Kolovich, Lisa" userId="705d1648-fc44-4335-a909-7bcc0ef9bfc0" providerId="ADAL" clId="{92F763A2-9C83-4598-AD83-C43573D893A8}" dt="2026-05-08T20:09:33.347" v="2197"/>
        <pc:sldMkLst>
          <pc:docMk/>
          <pc:sldMk cId="3878391732" sldId="4318"/>
        </pc:sldMkLst>
        <pc:spChg chg="mod">
          <ac:chgData name="Kolovich, Lisa" userId="705d1648-fc44-4335-a909-7bcc0ef9bfc0" providerId="ADAL" clId="{92F763A2-9C83-4598-AD83-C43573D893A8}" dt="2026-05-07T18:01:28.911" v="350" actId="20577"/>
          <ac:spMkLst>
            <pc:docMk/>
            <pc:sldMk cId="3878391732" sldId="4318"/>
            <ac:spMk id="3" creationId="{00DCED9F-0208-1332-E0FF-ED49DF9A2CB7}"/>
          </ac:spMkLst>
        </pc:spChg>
      </pc:sldChg>
      <pc:sldChg chg="addSp modSp">
        <pc:chgData name="Kolovich, Lisa" userId="705d1648-fc44-4335-a909-7bcc0ef9bfc0" providerId="ADAL" clId="{92F763A2-9C83-4598-AD83-C43573D893A8}" dt="2026-05-07T17:47:52.910" v="0"/>
        <pc:sldMkLst>
          <pc:docMk/>
          <pc:sldMk cId="2894276250" sldId="4532"/>
        </pc:sldMkLst>
      </pc:sldChg>
      <pc:sldChg chg="addSp delSp modSp add mod ord">
        <pc:chgData name="Kolovich, Lisa" userId="705d1648-fc44-4335-a909-7bcc0ef9bfc0" providerId="ADAL" clId="{92F763A2-9C83-4598-AD83-C43573D893A8}" dt="2026-05-08T19:34:59.786" v="1881" actId="2711"/>
        <pc:sldMkLst>
          <pc:docMk/>
          <pc:sldMk cId="729171312" sldId="2142533245"/>
        </pc:sldMkLst>
        <pc:spChg chg="mod">
          <ac:chgData name="Kolovich, Lisa" userId="705d1648-fc44-4335-a909-7bcc0ef9bfc0" providerId="ADAL" clId="{92F763A2-9C83-4598-AD83-C43573D893A8}" dt="2026-05-08T19:34:59.786" v="1881" actId="2711"/>
          <ac:spMkLst>
            <pc:docMk/>
            <pc:sldMk cId="729171312" sldId="2142533245"/>
            <ac:spMk id="2" creationId="{96C97126-2410-35EF-7A3A-FAD8DF447C39}"/>
          </ac:spMkLst>
        </pc:spChg>
        <pc:spChg chg="mod">
          <ac:chgData name="Kolovich, Lisa" userId="705d1648-fc44-4335-a909-7bcc0ef9bfc0" providerId="ADAL" clId="{92F763A2-9C83-4598-AD83-C43573D893A8}" dt="2026-05-08T19:24:17.291" v="1874" actId="207"/>
          <ac:spMkLst>
            <pc:docMk/>
            <pc:sldMk cId="729171312" sldId="2142533245"/>
            <ac:spMk id="3" creationId="{F6F945DB-1040-1524-7E24-F2DEC4CC3349}"/>
          </ac:spMkLst>
        </pc:spChg>
        <pc:picChg chg="add mod">
          <ac:chgData name="Kolovich, Lisa" userId="705d1648-fc44-4335-a909-7bcc0ef9bfc0" providerId="ADAL" clId="{92F763A2-9C83-4598-AD83-C43573D893A8}" dt="2026-05-08T19:34:19.445" v="1878" actId="1076"/>
          <ac:picMkLst>
            <pc:docMk/>
            <pc:sldMk cId="729171312" sldId="2142533245"/>
            <ac:picMk id="10" creationId="{00000000-0000-0000-0000-000000000000}"/>
          </ac:picMkLst>
        </pc:picChg>
      </pc:sldChg>
      <pc:sldChg chg="addSp delSp modSp add del mod">
        <pc:chgData name="Kolovich, Lisa" userId="705d1648-fc44-4335-a909-7bcc0ef9bfc0" providerId="ADAL" clId="{92F763A2-9C83-4598-AD83-C43573D893A8}" dt="2026-05-12T00:18:17.268" v="3857" actId="47"/>
        <pc:sldMkLst>
          <pc:docMk/>
          <pc:sldMk cId="2385311807" sldId="2142533249"/>
        </pc:sldMkLst>
      </pc:sldChg>
      <pc:sldChg chg="modSp add del mod setBg">
        <pc:chgData name="Kolovich, Lisa" userId="705d1648-fc44-4335-a909-7bcc0ef9bfc0" providerId="ADAL" clId="{92F763A2-9C83-4598-AD83-C43573D893A8}" dt="2026-05-11T17:35:32.031" v="3044" actId="47"/>
        <pc:sldMkLst>
          <pc:docMk/>
          <pc:sldMk cId="2195249529" sldId="2142533250"/>
        </pc:sldMkLst>
        <pc:spChg chg="mod">
          <ac:chgData name="Kolovich, Lisa" userId="705d1648-fc44-4335-a909-7bcc0ef9bfc0" providerId="ADAL" clId="{92F763A2-9C83-4598-AD83-C43573D893A8}" dt="2026-05-07T18:00:27.666" v="310" actId="5793"/>
          <ac:spMkLst>
            <pc:docMk/>
            <pc:sldMk cId="2195249529" sldId="2142533250"/>
            <ac:spMk id="3" creationId="{A355A7FA-8E22-EA40-9AE3-43C5FD005BB1}"/>
          </ac:spMkLst>
        </pc:spChg>
      </pc:sldChg>
      <pc:sldChg chg="addSp delSp modSp add mod modNotes">
        <pc:chgData name="Kolovich, Lisa" userId="705d1648-fc44-4335-a909-7bcc0ef9bfc0" providerId="ADAL" clId="{92F763A2-9C83-4598-AD83-C43573D893A8}" dt="2026-05-13T00:09:03.641" v="4852" actId="207"/>
        <pc:sldMkLst>
          <pc:docMk/>
          <pc:sldMk cId="1584508008" sldId="2142533251"/>
        </pc:sldMkLst>
        <pc:spChg chg="mod">
          <ac:chgData name="Kolovich, Lisa" userId="705d1648-fc44-4335-a909-7bcc0ef9bfc0" providerId="ADAL" clId="{92F763A2-9C83-4598-AD83-C43573D893A8}" dt="2026-05-13T00:08:37.489" v="4846" actId="20577"/>
          <ac:spMkLst>
            <pc:docMk/>
            <pc:sldMk cId="1584508008" sldId="2142533251"/>
            <ac:spMk id="2" creationId="{3FA87AE4-A7D7-ADF7-0A6E-3151243895F1}"/>
          </ac:spMkLst>
        </pc:spChg>
        <pc:spChg chg="mod">
          <ac:chgData name="Kolovich, Lisa" userId="705d1648-fc44-4335-a909-7bcc0ef9bfc0" providerId="ADAL" clId="{92F763A2-9C83-4598-AD83-C43573D893A8}" dt="2026-05-13T00:09:03.641" v="4852" actId="207"/>
          <ac:spMkLst>
            <pc:docMk/>
            <pc:sldMk cId="1584508008" sldId="2142533251"/>
            <ac:spMk id="3" creationId="{D5886B9B-99AD-4476-104D-10AFEB2B7F0A}"/>
          </ac:spMkLst>
        </pc:spChg>
      </pc:sldChg>
      <pc:sldChg chg="modSp add mod setBg">
        <pc:chgData name="Kolovich, Lisa" userId="705d1648-fc44-4335-a909-7bcc0ef9bfc0" providerId="ADAL" clId="{92F763A2-9C83-4598-AD83-C43573D893A8}" dt="2026-05-08T19:59:41.071" v="2188"/>
        <pc:sldMkLst>
          <pc:docMk/>
          <pc:sldMk cId="411907069" sldId="2142533252"/>
        </pc:sldMkLst>
        <pc:spChg chg="mod">
          <ac:chgData name="Kolovich, Lisa" userId="705d1648-fc44-4335-a909-7bcc0ef9bfc0" providerId="ADAL" clId="{92F763A2-9C83-4598-AD83-C43573D893A8}" dt="2026-05-08T19:04:55.004" v="1297" actId="20577"/>
          <ac:spMkLst>
            <pc:docMk/>
            <pc:sldMk cId="411907069" sldId="2142533252"/>
            <ac:spMk id="3" creationId="{8A547337-E192-27F8-9C9F-76D73462B129}"/>
          </ac:spMkLst>
        </pc:spChg>
      </pc:sldChg>
      <pc:sldChg chg="addSp delSp modSp add mod">
        <pc:chgData name="Kolovich, Lisa" userId="705d1648-fc44-4335-a909-7bcc0ef9bfc0" providerId="ADAL" clId="{92F763A2-9C83-4598-AD83-C43573D893A8}" dt="2026-05-11T12:49:41.081" v="2309" actId="14100"/>
        <pc:sldMkLst>
          <pc:docMk/>
          <pc:sldMk cId="913547740" sldId="2142533253"/>
        </pc:sldMkLst>
        <pc:spChg chg="mod">
          <ac:chgData name="Kolovich, Lisa" userId="705d1648-fc44-4335-a909-7bcc0ef9bfc0" providerId="ADAL" clId="{92F763A2-9C83-4598-AD83-C43573D893A8}" dt="2026-05-08T19:53:55.800" v="2117" actId="20577"/>
          <ac:spMkLst>
            <pc:docMk/>
            <pc:sldMk cId="913547740" sldId="2142533253"/>
            <ac:spMk id="2" creationId="{533F7F60-9AC0-1478-BC0B-80E72B987200}"/>
          </ac:spMkLst>
        </pc:spChg>
        <pc:spChg chg="mod">
          <ac:chgData name="Kolovich, Lisa" userId="705d1648-fc44-4335-a909-7bcc0ef9bfc0" providerId="ADAL" clId="{92F763A2-9C83-4598-AD83-C43573D893A8}" dt="2026-05-08T20:20:26.414" v="2280" actId="1076"/>
          <ac:spMkLst>
            <pc:docMk/>
            <pc:sldMk cId="913547740" sldId="2142533253"/>
            <ac:spMk id="3" creationId="{68ECFC3C-EE46-E8C0-1F79-8CF4A86B4B0A}"/>
          </ac:spMkLst>
        </pc:spChg>
        <pc:picChg chg="add mod">
          <ac:chgData name="Kolovich, Lisa" userId="705d1648-fc44-4335-a909-7bcc0ef9bfc0" providerId="ADAL" clId="{92F763A2-9C83-4598-AD83-C43573D893A8}" dt="2026-05-11T12:49:41.081" v="2309" actId="14100"/>
          <ac:picMkLst>
            <pc:docMk/>
            <pc:sldMk cId="913547740" sldId="2142533253"/>
            <ac:picMk id="18" creationId="{4C046501-6131-D20E-446D-05D16345F85C}"/>
          </ac:picMkLst>
        </pc:picChg>
      </pc:sldChg>
      <pc:sldChg chg="addSp delSp modSp new mod">
        <pc:chgData name="Kolovich, Lisa" userId="705d1648-fc44-4335-a909-7bcc0ef9bfc0" providerId="ADAL" clId="{92F763A2-9C83-4598-AD83-C43573D893A8}" dt="2026-05-11T16:54:36.960" v="2453" actId="1037"/>
        <pc:sldMkLst>
          <pc:docMk/>
          <pc:sldMk cId="1727147878" sldId="2142533254"/>
        </pc:sldMkLst>
        <pc:spChg chg="mod">
          <ac:chgData name="Kolovich, Lisa" userId="705d1648-fc44-4335-a909-7bcc0ef9bfc0" providerId="ADAL" clId="{92F763A2-9C83-4598-AD83-C43573D893A8}" dt="2026-05-11T16:53:22.395" v="2419" actId="1076"/>
          <ac:spMkLst>
            <pc:docMk/>
            <pc:sldMk cId="1727147878" sldId="2142533254"/>
            <ac:spMk id="2" creationId="{2F32C5CA-1652-996D-3F67-9D18C22F201D}"/>
          </ac:spMkLst>
        </pc:spChg>
        <pc:spChg chg="add mod">
          <ac:chgData name="Kolovich, Lisa" userId="705d1648-fc44-4335-a909-7bcc0ef9bfc0" providerId="ADAL" clId="{92F763A2-9C83-4598-AD83-C43573D893A8}" dt="2026-05-11T16:52:57.817" v="2414" actId="1076"/>
          <ac:spMkLst>
            <pc:docMk/>
            <pc:sldMk cId="1727147878" sldId="2142533254"/>
            <ac:spMk id="10" creationId="{34161E05-895C-3193-D54C-0C891E69F12D}"/>
          </ac:spMkLst>
        </pc:spChg>
        <pc:picChg chg="add mod">
          <ac:chgData name="Kolovich, Lisa" userId="705d1648-fc44-4335-a909-7bcc0ef9bfc0" providerId="ADAL" clId="{92F763A2-9C83-4598-AD83-C43573D893A8}" dt="2026-05-11T16:54:17.020" v="2432" actId="1076"/>
          <ac:picMkLst>
            <pc:docMk/>
            <pc:sldMk cId="1727147878" sldId="2142533254"/>
            <ac:picMk id="5" creationId="{C8ECE41A-965E-31A3-210B-1BA3774FE0E3}"/>
          </ac:picMkLst>
        </pc:picChg>
        <pc:picChg chg="add mod">
          <ac:chgData name="Kolovich, Lisa" userId="705d1648-fc44-4335-a909-7bcc0ef9bfc0" providerId="ADAL" clId="{92F763A2-9C83-4598-AD83-C43573D893A8}" dt="2026-05-11T16:54:28.524" v="2441" actId="1076"/>
          <ac:picMkLst>
            <pc:docMk/>
            <pc:sldMk cId="1727147878" sldId="2142533254"/>
            <ac:picMk id="7" creationId="{7FA5AF4E-E389-99F5-6E4B-21B0D5E7FE7B}"/>
          </ac:picMkLst>
        </pc:picChg>
        <pc:picChg chg="add mod">
          <ac:chgData name="Kolovich, Lisa" userId="705d1648-fc44-4335-a909-7bcc0ef9bfc0" providerId="ADAL" clId="{92F763A2-9C83-4598-AD83-C43573D893A8}" dt="2026-05-11T16:52:54.085" v="2413" actId="1076"/>
          <ac:picMkLst>
            <pc:docMk/>
            <pc:sldMk cId="1727147878" sldId="2142533254"/>
            <ac:picMk id="9" creationId="{779B8489-8A39-3229-3F35-2A246ABB9F8F}"/>
          </ac:picMkLst>
        </pc:picChg>
        <pc:picChg chg="add mod">
          <ac:chgData name="Kolovich, Lisa" userId="705d1648-fc44-4335-a909-7bcc0ef9bfc0" providerId="ADAL" clId="{92F763A2-9C83-4598-AD83-C43573D893A8}" dt="2026-05-11T16:54:36.960" v="2453" actId="1037"/>
          <ac:picMkLst>
            <pc:docMk/>
            <pc:sldMk cId="1727147878" sldId="2142533254"/>
            <ac:picMk id="12" creationId="{3B3741FA-10CC-096A-D2B2-624AA586BD8B}"/>
          </ac:picMkLst>
        </pc:picChg>
      </pc:sldChg>
      <pc:sldChg chg="addSp delSp modSp add mod">
        <pc:chgData name="Kolovich, Lisa" userId="705d1648-fc44-4335-a909-7bcc0ef9bfc0" providerId="ADAL" clId="{92F763A2-9C83-4598-AD83-C43573D893A8}" dt="2026-05-13T00:21:39.654" v="5241" actId="1076"/>
        <pc:sldMkLst>
          <pc:docMk/>
          <pc:sldMk cId="479915918" sldId="2142533255"/>
        </pc:sldMkLst>
        <pc:spChg chg="mod">
          <ac:chgData name="Kolovich, Lisa" userId="705d1648-fc44-4335-a909-7bcc0ef9bfc0" providerId="ADAL" clId="{92F763A2-9C83-4598-AD83-C43573D893A8}" dt="2026-05-11T16:56:15.605" v="2517" actId="20577"/>
          <ac:spMkLst>
            <pc:docMk/>
            <pc:sldMk cId="479915918" sldId="2142533255"/>
            <ac:spMk id="2" creationId="{A49A751D-197B-7DB9-B55A-745B1EAEEA56}"/>
          </ac:spMkLst>
        </pc:spChg>
        <pc:spChg chg="mod">
          <ac:chgData name="Kolovich, Lisa" userId="705d1648-fc44-4335-a909-7bcc0ef9bfc0" providerId="ADAL" clId="{92F763A2-9C83-4598-AD83-C43573D893A8}" dt="2026-05-13T00:21:39.654" v="5241" actId="1076"/>
          <ac:spMkLst>
            <pc:docMk/>
            <pc:sldMk cId="479915918" sldId="2142533255"/>
            <ac:spMk id="10" creationId="{DF637F03-94E7-E460-E4D1-9813B542EEC9}"/>
          </ac:spMkLst>
        </pc:spChg>
        <pc:spChg chg="add mod">
          <ac:chgData name="Kolovich, Lisa" userId="705d1648-fc44-4335-a909-7bcc0ef9bfc0" providerId="ADAL" clId="{92F763A2-9C83-4598-AD83-C43573D893A8}" dt="2026-05-13T00:21:31.160" v="5239" actId="1076"/>
          <ac:spMkLst>
            <pc:docMk/>
            <pc:sldMk cId="479915918" sldId="2142533255"/>
            <ac:spMk id="16" creationId="{162CACF7-043A-2939-D5F9-716FCB9AFAC7}"/>
          </ac:spMkLst>
        </pc:spChg>
        <pc:picChg chg="add mod">
          <ac:chgData name="Kolovich, Lisa" userId="705d1648-fc44-4335-a909-7bcc0ef9bfc0" providerId="ADAL" clId="{92F763A2-9C83-4598-AD83-C43573D893A8}" dt="2026-05-13T00:21:16.953" v="5235" actId="1076"/>
          <ac:picMkLst>
            <pc:docMk/>
            <pc:sldMk cId="479915918" sldId="2142533255"/>
            <ac:picMk id="4" creationId="{27350E52-2F7D-A58F-8168-123BBB839CB0}"/>
          </ac:picMkLst>
        </pc:picChg>
        <pc:picChg chg="add del mod">
          <ac:chgData name="Kolovich, Lisa" userId="705d1648-fc44-4335-a909-7bcc0ef9bfc0" providerId="ADAL" clId="{92F763A2-9C83-4598-AD83-C43573D893A8}" dt="2026-05-13T00:20:52.042" v="5227" actId="478"/>
          <ac:picMkLst>
            <pc:docMk/>
            <pc:sldMk cId="479915918" sldId="2142533255"/>
            <ac:picMk id="8" creationId="{B5763C4E-7F7D-8A17-EED9-8F12E006CDF6}"/>
          </ac:picMkLst>
        </pc:picChg>
        <pc:picChg chg="add mod">
          <ac:chgData name="Kolovich, Lisa" userId="705d1648-fc44-4335-a909-7bcc0ef9bfc0" providerId="ADAL" clId="{92F763A2-9C83-4598-AD83-C43573D893A8}" dt="2026-05-13T00:21:34.954" v="5240" actId="1076"/>
          <ac:picMkLst>
            <pc:docMk/>
            <pc:sldMk cId="479915918" sldId="2142533255"/>
            <ac:picMk id="15" creationId="{7788A06D-5287-D8AE-DD90-EC6817255384}"/>
          </ac:picMkLst>
        </pc:picChg>
      </pc:sldChg>
      <pc:sldChg chg="addSp delSp modSp add mod ord">
        <pc:chgData name="Kolovich, Lisa" userId="705d1648-fc44-4335-a909-7bcc0ef9bfc0" providerId="ADAL" clId="{92F763A2-9C83-4598-AD83-C43573D893A8}" dt="2026-05-13T00:15:17.457" v="5057"/>
        <pc:sldMkLst>
          <pc:docMk/>
          <pc:sldMk cId="2588110755" sldId="2142533256"/>
        </pc:sldMkLst>
        <pc:spChg chg="mod">
          <ac:chgData name="Kolovich, Lisa" userId="705d1648-fc44-4335-a909-7bcc0ef9bfc0" providerId="ADAL" clId="{92F763A2-9C83-4598-AD83-C43573D893A8}" dt="2026-05-11T17:03:26.499" v="2628" actId="6549"/>
          <ac:spMkLst>
            <pc:docMk/>
            <pc:sldMk cId="2588110755" sldId="2142533256"/>
            <ac:spMk id="2" creationId="{67986FA0-1D08-AB73-D890-96A8EB26CB78}"/>
          </ac:spMkLst>
        </pc:spChg>
        <pc:spChg chg="add mod">
          <ac:chgData name="Kolovich, Lisa" userId="705d1648-fc44-4335-a909-7bcc0ef9bfc0" providerId="ADAL" clId="{92F763A2-9C83-4598-AD83-C43573D893A8}" dt="2026-05-13T00:11:31.009" v="5015" actId="1076"/>
          <ac:spMkLst>
            <pc:docMk/>
            <pc:sldMk cId="2588110755" sldId="2142533256"/>
            <ac:spMk id="6" creationId="{2428E333-190F-A41A-F333-8855016FBB6D}"/>
          </ac:spMkLst>
        </pc:spChg>
        <pc:spChg chg="mod">
          <ac:chgData name="Kolovich, Lisa" userId="705d1648-fc44-4335-a909-7bcc0ef9bfc0" providerId="ADAL" clId="{92F763A2-9C83-4598-AD83-C43573D893A8}" dt="2026-05-11T17:03:37.607" v="2645" actId="14100"/>
          <ac:spMkLst>
            <pc:docMk/>
            <pc:sldMk cId="2588110755" sldId="2142533256"/>
            <ac:spMk id="10" creationId="{3578080C-7078-EC76-0E25-A636EB9931E5}"/>
          </ac:spMkLst>
        </pc:spChg>
        <pc:picChg chg="add mod">
          <ac:chgData name="Kolovich, Lisa" userId="705d1648-fc44-4335-a909-7bcc0ef9bfc0" providerId="ADAL" clId="{92F763A2-9C83-4598-AD83-C43573D893A8}" dt="2026-05-13T00:11:36.186" v="5017" actId="1076"/>
          <ac:picMkLst>
            <pc:docMk/>
            <pc:sldMk cId="2588110755" sldId="2142533256"/>
            <ac:picMk id="3" creationId="{193DECD3-3D83-2BC7-B8A5-154C928F498B}"/>
          </ac:picMkLst>
        </pc:picChg>
      </pc:sldChg>
      <pc:sldChg chg="addSp delSp modSp add mod">
        <pc:chgData name="Kolovich, Lisa" userId="705d1648-fc44-4335-a909-7bcc0ef9bfc0" providerId="ADAL" clId="{92F763A2-9C83-4598-AD83-C43573D893A8}" dt="2026-05-12T23:40:11.438" v="4821" actId="14100"/>
        <pc:sldMkLst>
          <pc:docMk/>
          <pc:sldMk cId="2845393960" sldId="2142533257"/>
        </pc:sldMkLst>
        <pc:spChg chg="mod">
          <ac:chgData name="Kolovich, Lisa" userId="705d1648-fc44-4335-a909-7bcc0ef9bfc0" providerId="ADAL" clId="{92F763A2-9C83-4598-AD83-C43573D893A8}" dt="2026-05-11T17:06:32.673" v="2673" actId="20577"/>
          <ac:spMkLst>
            <pc:docMk/>
            <pc:sldMk cId="2845393960" sldId="2142533257"/>
            <ac:spMk id="2" creationId="{A636C344-293C-D502-94F4-B7BA5CFA9966}"/>
          </ac:spMkLst>
        </pc:spChg>
        <pc:spChg chg="mod">
          <ac:chgData name="Kolovich, Lisa" userId="705d1648-fc44-4335-a909-7bcc0ef9bfc0" providerId="ADAL" clId="{92F763A2-9C83-4598-AD83-C43573D893A8}" dt="2026-05-11T17:08:39.538" v="2709" actId="179"/>
          <ac:spMkLst>
            <pc:docMk/>
            <pc:sldMk cId="2845393960" sldId="2142533257"/>
            <ac:spMk id="3" creationId="{1524D22E-F885-A8B0-0A87-7BBA5B587E34}"/>
          </ac:spMkLst>
        </pc:spChg>
        <pc:spChg chg="add">
          <ac:chgData name="Kolovich, Lisa" userId="705d1648-fc44-4335-a909-7bcc0ef9bfc0" providerId="ADAL" clId="{92F763A2-9C83-4598-AD83-C43573D893A8}" dt="2026-05-12T23:34:52.113" v="4809"/>
          <ac:spMkLst>
            <pc:docMk/>
            <pc:sldMk cId="2845393960" sldId="2142533257"/>
            <ac:spMk id="4" creationId="{BBECD60C-4367-4422-E62F-5786CC39B955}"/>
          </ac:spMkLst>
        </pc:spChg>
        <pc:spChg chg="add del mod">
          <ac:chgData name="Kolovich, Lisa" userId="705d1648-fc44-4335-a909-7bcc0ef9bfc0" providerId="ADAL" clId="{92F763A2-9C83-4598-AD83-C43573D893A8}" dt="2026-05-12T23:35:01.267" v="4812" actId="478"/>
          <ac:spMkLst>
            <pc:docMk/>
            <pc:sldMk cId="2845393960" sldId="2142533257"/>
            <ac:spMk id="5" creationId="{2CE46BB5-2603-4D25-C8C7-C2C0EE1C4925}"/>
          </ac:spMkLst>
        </pc:spChg>
        <pc:spChg chg="add mod">
          <ac:chgData name="Kolovich, Lisa" userId="705d1648-fc44-4335-a909-7bcc0ef9bfc0" providerId="ADAL" clId="{92F763A2-9C83-4598-AD83-C43573D893A8}" dt="2026-05-12T23:35:13.233" v="4814"/>
          <ac:spMkLst>
            <pc:docMk/>
            <pc:sldMk cId="2845393960" sldId="2142533257"/>
            <ac:spMk id="6" creationId="{765004C0-E33B-D051-1FC6-3C054C13CEC7}"/>
          </ac:spMkLst>
        </pc:spChg>
        <pc:spChg chg="add mod">
          <ac:chgData name="Kolovich, Lisa" userId="705d1648-fc44-4335-a909-7bcc0ef9bfc0" providerId="ADAL" clId="{92F763A2-9C83-4598-AD83-C43573D893A8}" dt="2026-05-12T23:38:15.082" v="4816"/>
          <ac:spMkLst>
            <pc:docMk/>
            <pc:sldMk cId="2845393960" sldId="2142533257"/>
            <ac:spMk id="7" creationId="{7935A7B3-A632-140D-B7D5-7FE6FA5A609D}"/>
          </ac:spMkLst>
        </pc:spChg>
        <pc:picChg chg="add mod">
          <ac:chgData name="Kolovich, Lisa" userId="705d1648-fc44-4335-a909-7bcc0ef9bfc0" providerId="ADAL" clId="{92F763A2-9C83-4598-AD83-C43573D893A8}" dt="2026-05-12T23:40:11.438" v="4821" actId="14100"/>
          <ac:picMkLst>
            <pc:docMk/>
            <pc:sldMk cId="2845393960" sldId="2142533257"/>
            <ac:picMk id="9" creationId="{1B39D4DD-69CD-0097-6E1F-5D094C1C7F12}"/>
          </ac:picMkLst>
        </pc:picChg>
      </pc:sldChg>
      <pc:sldChg chg="addSp delSp modSp add del mod ord">
        <pc:chgData name="Kolovich, Lisa" userId="705d1648-fc44-4335-a909-7bcc0ef9bfc0" providerId="ADAL" clId="{92F763A2-9C83-4598-AD83-C43573D893A8}" dt="2026-05-13T00:17:52.570" v="5071" actId="47"/>
        <pc:sldMkLst>
          <pc:docMk/>
          <pc:sldMk cId="2099597388" sldId="2142533258"/>
        </pc:sldMkLst>
        <pc:spChg chg="add mod">
          <ac:chgData name="Kolovich, Lisa" userId="705d1648-fc44-4335-a909-7bcc0ef9bfc0" providerId="ADAL" clId="{92F763A2-9C83-4598-AD83-C43573D893A8}" dt="2026-05-13T00:16:57.680" v="5063" actId="113"/>
          <ac:spMkLst>
            <pc:docMk/>
            <pc:sldMk cId="2099597388" sldId="2142533258"/>
            <ac:spMk id="11" creationId="{64073817-78D6-FE38-A7F1-BFBF9317D00C}"/>
          </ac:spMkLst>
        </pc:spChg>
        <pc:picChg chg="add mod">
          <ac:chgData name="Kolovich, Lisa" userId="705d1648-fc44-4335-a909-7bcc0ef9bfc0" providerId="ADAL" clId="{92F763A2-9C83-4598-AD83-C43573D893A8}" dt="2026-05-13T00:17:06.775" v="5064" actId="1036"/>
          <ac:picMkLst>
            <pc:docMk/>
            <pc:sldMk cId="2099597388" sldId="2142533258"/>
            <ac:picMk id="5" creationId="{AFE23C1A-96AC-FF86-A6EC-832C2381B42A}"/>
          </ac:picMkLst>
        </pc:picChg>
      </pc:sldChg>
      <pc:sldChg chg="addSp delSp modSp add mod">
        <pc:chgData name="Kolovich, Lisa" userId="705d1648-fc44-4335-a909-7bcc0ef9bfc0" providerId="ADAL" clId="{92F763A2-9C83-4598-AD83-C43573D893A8}" dt="2026-05-13T00:17:50.236" v="5070" actId="1076"/>
        <pc:sldMkLst>
          <pc:docMk/>
          <pc:sldMk cId="856866285" sldId="2142533259"/>
        </pc:sldMkLst>
        <pc:spChg chg="add mod">
          <ac:chgData name="Kolovich, Lisa" userId="705d1648-fc44-4335-a909-7bcc0ef9bfc0" providerId="ADAL" clId="{92F763A2-9C83-4598-AD83-C43573D893A8}" dt="2026-05-13T00:17:50.236" v="5070" actId="1076"/>
          <ac:spMkLst>
            <pc:docMk/>
            <pc:sldMk cId="856866285" sldId="2142533259"/>
            <ac:spMk id="6" creationId="{A4945D0A-475A-124F-59DC-127DD8FFBA32}"/>
          </ac:spMkLst>
        </pc:spChg>
        <pc:spChg chg="mod">
          <ac:chgData name="Kolovich, Lisa" userId="705d1648-fc44-4335-a909-7bcc0ef9bfc0" providerId="ADAL" clId="{92F763A2-9C83-4598-AD83-C43573D893A8}" dt="2026-05-11T17:19:53.364" v="2775" actId="1076"/>
          <ac:spMkLst>
            <pc:docMk/>
            <pc:sldMk cId="856866285" sldId="2142533259"/>
            <ac:spMk id="10" creationId="{1CDA1E24-758F-58D6-E631-3C9B4E0D0EE5}"/>
          </ac:spMkLst>
        </pc:spChg>
        <pc:picChg chg="add mod">
          <ac:chgData name="Kolovich, Lisa" userId="705d1648-fc44-4335-a909-7bcc0ef9bfc0" providerId="ADAL" clId="{92F763A2-9C83-4598-AD83-C43573D893A8}" dt="2026-05-13T00:17:47.282" v="5069" actId="1076"/>
          <ac:picMkLst>
            <pc:docMk/>
            <pc:sldMk cId="856866285" sldId="2142533259"/>
            <ac:picMk id="4" creationId="{255177A1-6175-59CA-3762-25410F80BA3F}"/>
          </ac:picMkLst>
        </pc:picChg>
      </pc:sldChg>
      <pc:sldChg chg="addSp delSp modSp add mod ord">
        <pc:chgData name="Kolovich, Lisa" userId="705d1648-fc44-4335-a909-7bcc0ef9bfc0" providerId="ADAL" clId="{92F763A2-9C83-4598-AD83-C43573D893A8}" dt="2026-05-12T00:15:40.653" v="3729"/>
        <pc:sldMkLst>
          <pc:docMk/>
          <pc:sldMk cId="353760271" sldId="2142533260"/>
        </pc:sldMkLst>
        <pc:spChg chg="mod">
          <ac:chgData name="Kolovich, Lisa" userId="705d1648-fc44-4335-a909-7bcc0ef9bfc0" providerId="ADAL" clId="{92F763A2-9C83-4598-AD83-C43573D893A8}" dt="2026-05-11T17:34:29.097" v="3032"/>
          <ac:spMkLst>
            <pc:docMk/>
            <pc:sldMk cId="353760271" sldId="2142533260"/>
            <ac:spMk id="2" creationId="{00139746-D16D-DE8D-15B6-A008765DD167}"/>
          </ac:spMkLst>
        </pc:spChg>
        <pc:spChg chg="mod">
          <ac:chgData name="Kolovich, Lisa" userId="705d1648-fc44-4335-a909-7bcc0ef9bfc0" providerId="ADAL" clId="{92F763A2-9C83-4598-AD83-C43573D893A8}" dt="2026-05-11T17:31:23.318" v="2998" actId="20577"/>
          <ac:spMkLst>
            <pc:docMk/>
            <pc:sldMk cId="353760271" sldId="2142533260"/>
            <ac:spMk id="10" creationId="{22CCE5FF-65B8-537C-CCBB-F8DDE02E3255}"/>
          </ac:spMkLst>
        </pc:spChg>
        <pc:picChg chg="add mod">
          <ac:chgData name="Kolovich, Lisa" userId="705d1648-fc44-4335-a909-7bcc0ef9bfc0" providerId="ADAL" clId="{92F763A2-9C83-4598-AD83-C43573D893A8}" dt="2026-05-11T17:34:38.275" v="3036" actId="1076"/>
          <ac:picMkLst>
            <pc:docMk/>
            <pc:sldMk cId="353760271" sldId="2142533260"/>
            <ac:picMk id="5" creationId="{75DA4A96-8EAB-B7F0-3F52-4DD888423376}"/>
          </ac:picMkLst>
        </pc:picChg>
      </pc:sldChg>
      <pc:sldChg chg="addSp delSp modSp add del mod">
        <pc:chgData name="Kolovich, Lisa" userId="705d1648-fc44-4335-a909-7bcc0ef9bfc0" providerId="ADAL" clId="{92F763A2-9C83-4598-AD83-C43573D893A8}" dt="2026-05-13T00:11:03.077" v="5012" actId="2696"/>
        <pc:sldMkLst>
          <pc:docMk/>
          <pc:sldMk cId="2998968767" sldId="2142533261"/>
        </pc:sldMkLst>
        <pc:spChg chg="mod">
          <ac:chgData name="Kolovich, Lisa" userId="705d1648-fc44-4335-a909-7bcc0ef9bfc0" providerId="ADAL" clId="{92F763A2-9C83-4598-AD83-C43573D893A8}" dt="2026-05-13T00:10:48.510" v="5011" actId="20577"/>
          <ac:spMkLst>
            <pc:docMk/>
            <pc:sldMk cId="2998968767" sldId="2142533261"/>
            <ac:spMk id="4" creationId="{6E57E641-BEF8-0BAD-7450-395E4DE28DDC}"/>
          </ac:spMkLst>
        </pc:spChg>
      </pc:sldChg>
      <pc:sldChg chg="add ord">
        <pc:chgData name="Kolovich, Lisa" userId="705d1648-fc44-4335-a909-7bcc0ef9bfc0" providerId="ADAL" clId="{92F763A2-9C83-4598-AD83-C43573D893A8}" dt="2026-05-13T00:14:05.426" v="5055"/>
        <pc:sldMkLst>
          <pc:docMk/>
          <pc:sldMk cId="3105891128" sldId="2142533261"/>
        </pc:sldMkLst>
      </pc:sldChg>
      <pc:sldChg chg="addSp delSp modSp add mod ord">
        <pc:chgData name="Kolovich, Lisa" userId="705d1648-fc44-4335-a909-7bcc0ef9bfc0" providerId="ADAL" clId="{92F763A2-9C83-4598-AD83-C43573D893A8}" dt="2026-05-13T00:27:18.636" v="5453" actId="948"/>
        <pc:sldMkLst>
          <pc:docMk/>
          <pc:sldMk cId="3687630531" sldId="2142533262"/>
        </pc:sldMkLst>
        <pc:spChg chg="mod">
          <ac:chgData name="Kolovich, Lisa" userId="705d1648-fc44-4335-a909-7bcc0ef9bfc0" providerId="ADAL" clId="{92F763A2-9C83-4598-AD83-C43573D893A8}" dt="2026-05-13T00:27:18.636" v="5453" actId="948"/>
          <ac:spMkLst>
            <pc:docMk/>
            <pc:sldMk cId="3687630531" sldId="2142533262"/>
            <ac:spMk id="2" creationId="{7B02A652-3508-8A29-EB29-B2827B71CCD7}"/>
          </ac:spMkLst>
        </pc:spChg>
        <pc:spChg chg="mod">
          <ac:chgData name="Kolovich, Lisa" userId="705d1648-fc44-4335-a909-7bcc0ef9bfc0" providerId="ADAL" clId="{92F763A2-9C83-4598-AD83-C43573D893A8}" dt="2026-05-12T22:32:28.726" v="4135" actId="27636"/>
          <ac:spMkLst>
            <pc:docMk/>
            <pc:sldMk cId="3687630531" sldId="2142533262"/>
            <ac:spMk id="3" creationId="{56E21514-F682-36D2-834C-F4F0E1BAB06F}"/>
          </ac:spMkLst>
        </pc:spChg>
        <pc:spChg chg="add mod">
          <ac:chgData name="Kolovich, Lisa" userId="705d1648-fc44-4335-a909-7bcc0ef9bfc0" providerId="ADAL" clId="{92F763A2-9C83-4598-AD83-C43573D893A8}" dt="2026-05-13T00:26:00.724" v="5385" actId="1076"/>
          <ac:spMkLst>
            <pc:docMk/>
            <pc:sldMk cId="3687630531" sldId="2142533262"/>
            <ac:spMk id="6" creationId="{F00D7235-EFFF-DAEA-FE17-39873B1315DA}"/>
          </ac:spMkLst>
        </pc:spChg>
        <pc:spChg chg="add mod">
          <ac:chgData name="Kolovich, Lisa" userId="705d1648-fc44-4335-a909-7bcc0ef9bfc0" providerId="ADAL" clId="{92F763A2-9C83-4598-AD83-C43573D893A8}" dt="2026-05-13T00:26:03.857" v="5386" actId="1076"/>
          <ac:spMkLst>
            <pc:docMk/>
            <pc:sldMk cId="3687630531" sldId="2142533262"/>
            <ac:spMk id="7" creationId="{849DD519-94A6-731A-ACB8-5950E083CCE6}"/>
          </ac:spMkLst>
        </pc:spChg>
        <pc:spChg chg="add del mod">
          <ac:chgData name="Kolovich, Lisa" userId="705d1648-fc44-4335-a909-7bcc0ef9bfc0" providerId="ADAL" clId="{92F763A2-9C83-4598-AD83-C43573D893A8}" dt="2026-05-13T00:23:16.202" v="5270"/>
          <ac:spMkLst>
            <pc:docMk/>
            <pc:sldMk cId="3687630531" sldId="2142533262"/>
            <ac:spMk id="8" creationId="{C6671B12-C226-1DAA-13B3-DD0A5FC1955C}"/>
          </ac:spMkLst>
        </pc:spChg>
        <pc:picChg chg="add mod">
          <ac:chgData name="Kolovich, Lisa" userId="705d1648-fc44-4335-a909-7bcc0ef9bfc0" providerId="ADAL" clId="{92F763A2-9C83-4598-AD83-C43573D893A8}" dt="2026-05-13T00:25:57.747" v="5384" actId="1076"/>
          <ac:picMkLst>
            <pc:docMk/>
            <pc:sldMk cId="3687630531" sldId="2142533262"/>
            <ac:picMk id="5" creationId="{F9F68B39-5DF1-2DAA-D9ED-96F91986B4F4}"/>
          </ac:picMkLst>
        </pc:picChg>
        <pc:picChg chg="del">
          <ac:chgData name="Kolovich, Lisa" userId="705d1648-fc44-4335-a909-7bcc0ef9bfc0" providerId="ADAL" clId="{92F763A2-9C83-4598-AD83-C43573D893A8}" dt="2026-05-12T22:32:24.516" v="4133" actId="478"/>
          <ac:picMkLst>
            <pc:docMk/>
            <pc:sldMk cId="3687630531" sldId="2142533262"/>
            <ac:picMk id="10" creationId="{3E70A767-D913-DDA9-7D67-AD7E80FD519B}"/>
          </ac:picMkLst>
        </pc:picChg>
      </pc:sldChg>
      <pc:sldChg chg="addSp delSp modSp add mod ord">
        <pc:chgData name="Kolovich, Lisa" userId="705d1648-fc44-4335-a909-7bcc0ef9bfc0" providerId="ADAL" clId="{92F763A2-9C83-4598-AD83-C43573D893A8}" dt="2026-05-13T00:27:39.033" v="5465" actId="20577"/>
        <pc:sldMkLst>
          <pc:docMk/>
          <pc:sldMk cId="428525887" sldId="2142533263"/>
        </pc:sldMkLst>
        <pc:spChg chg="mod">
          <ac:chgData name="Kolovich, Lisa" userId="705d1648-fc44-4335-a909-7bcc0ef9bfc0" providerId="ADAL" clId="{92F763A2-9C83-4598-AD83-C43573D893A8}" dt="2026-05-13T00:27:39.033" v="5465" actId="20577"/>
          <ac:spMkLst>
            <pc:docMk/>
            <pc:sldMk cId="428525887" sldId="2142533263"/>
            <ac:spMk id="2" creationId="{DC0E88BA-38A7-5C35-4047-DFA1C0B347F7}"/>
          </ac:spMkLst>
        </pc:spChg>
        <pc:spChg chg="add mod">
          <ac:chgData name="Kolovich, Lisa" userId="705d1648-fc44-4335-a909-7bcc0ef9bfc0" providerId="ADAL" clId="{92F763A2-9C83-4598-AD83-C43573D893A8}" dt="2026-05-12T22:49:33.030" v="4550" actId="1076"/>
          <ac:spMkLst>
            <pc:docMk/>
            <pc:sldMk cId="428525887" sldId="2142533263"/>
            <ac:spMk id="6" creationId="{213B1AE2-0158-C195-F398-B2D530DA9DE2}"/>
          </ac:spMkLst>
        </pc:spChg>
        <pc:spChg chg="add mod">
          <ac:chgData name="Kolovich, Lisa" userId="705d1648-fc44-4335-a909-7bcc0ef9bfc0" providerId="ADAL" clId="{92F763A2-9C83-4598-AD83-C43573D893A8}" dt="2026-05-12T22:46:54.159" v="4519" actId="1037"/>
          <ac:spMkLst>
            <pc:docMk/>
            <pc:sldMk cId="428525887" sldId="2142533263"/>
            <ac:spMk id="7" creationId="{EF80C065-5A12-FA71-4B79-6ADF4BB9C2A7}"/>
          </ac:spMkLst>
        </pc:spChg>
        <pc:spChg chg="add mod">
          <ac:chgData name="Kolovich, Lisa" userId="705d1648-fc44-4335-a909-7bcc0ef9bfc0" providerId="ADAL" clId="{92F763A2-9C83-4598-AD83-C43573D893A8}" dt="2026-05-12T22:50:19.123" v="4667" actId="207"/>
          <ac:spMkLst>
            <pc:docMk/>
            <pc:sldMk cId="428525887" sldId="2142533263"/>
            <ac:spMk id="9" creationId="{4DDBAECF-CDF3-0F03-7979-FA481C9BAAE2}"/>
          </ac:spMkLst>
        </pc:spChg>
        <pc:spChg chg="mod">
          <ac:chgData name="Kolovich, Lisa" userId="705d1648-fc44-4335-a909-7bcc0ef9bfc0" providerId="ADAL" clId="{92F763A2-9C83-4598-AD83-C43573D893A8}" dt="2026-05-12T22:51:50.068" v="4708" actId="14100"/>
          <ac:spMkLst>
            <pc:docMk/>
            <pc:sldMk cId="428525887" sldId="2142533263"/>
            <ac:spMk id="10" creationId="{D8529218-D09C-41DF-ED82-BCB3DD20F32B}"/>
          </ac:spMkLst>
        </pc:spChg>
        <pc:picChg chg="del">
          <ac:chgData name="Kolovich, Lisa" userId="705d1648-fc44-4335-a909-7bcc0ef9bfc0" providerId="ADAL" clId="{92F763A2-9C83-4598-AD83-C43573D893A8}" dt="2026-05-12T22:44:35.039" v="4414" actId="478"/>
          <ac:picMkLst>
            <pc:docMk/>
            <pc:sldMk cId="428525887" sldId="2142533263"/>
            <ac:picMk id="4" creationId="{6CBE1467-199B-AA97-84D5-34903278B4E1}"/>
          </ac:picMkLst>
        </pc:picChg>
        <pc:picChg chg="add mod">
          <ac:chgData name="Kolovich, Lisa" userId="705d1648-fc44-4335-a909-7bcc0ef9bfc0" providerId="ADAL" clId="{92F763A2-9C83-4598-AD83-C43573D893A8}" dt="2026-05-12T22:49:29.706" v="4549" actId="1076"/>
          <ac:picMkLst>
            <pc:docMk/>
            <pc:sldMk cId="428525887" sldId="2142533263"/>
            <ac:picMk id="5" creationId="{F279F3DF-3AB5-874A-5998-B8A0E3A66ABA}"/>
          </ac:picMkLst>
        </pc:picChg>
        <pc:picChg chg="del">
          <ac:chgData name="Kolovich, Lisa" userId="705d1648-fc44-4335-a909-7bcc0ef9bfc0" providerId="ADAL" clId="{92F763A2-9C83-4598-AD83-C43573D893A8}" dt="2026-05-12T22:44:36.985" v="4415" actId="478"/>
          <ac:picMkLst>
            <pc:docMk/>
            <pc:sldMk cId="428525887" sldId="2142533263"/>
            <ac:picMk id="8" creationId="{9736C9B5-8008-39F1-5284-A94E21B9FE98}"/>
          </ac:picMkLst>
        </pc:picChg>
        <pc:picChg chg="del">
          <ac:chgData name="Kolovich, Lisa" userId="705d1648-fc44-4335-a909-7bcc0ef9bfc0" providerId="ADAL" clId="{92F763A2-9C83-4598-AD83-C43573D893A8}" dt="2026-05-12T22:44:39.321" v="4416" actId="478"/>
          <ac:picMkLst>
            <pc:docMk/>
            <pc:sldMk cId="428525887" sldId="2142533263"/>
            <ac:picMk id="15" creationId="{F9EAC7FA-1D07-DFC6-33FA-1D57EC3B144A}"/>
          </ac:picMkLst>
        </pc:picChg>
      </pc:sldChg>
      <pc:sldChg chg="addSp delSp modSp add del mod ord">
        <pc:chgData name="Kolovich, Lisa" userId="705d1648-fc44-4335-a909-7bcc0ef9bfc0" providerId="ADAL" clId="{92F763A2-9C83-4598-AD83-C43573D893A8}" dt="2026-05-12T22:38:54.431" v="4412" actId="47"/>
        <pc:sldMkLst>
          <pc:docMk/>
          <pc:sldMk cId="3029466142" sldId="2142533263"/>
        </pc:sldMkLst>
        <pc:spChg chg="mod">
          <ac:chgData name="Kolovich, Lisa" userId="705d1648-fc44-4335-a909-7bcc0ef9bfc0" providerId="ADAL" clId="{92F763A2-9C83-4598-AD83-C43573D893A8}" dt="2026-05-12T22:38:16.306" v="4409" actId="1076"/>
          <ac:spMkLst>
            <pc:docMk/>
            <pc:sldMk cId="3029466142" sldId="2142533263"/>
            <ac:spMk id="10" creationId="{E765A760-1E1E-3C07-084C-C2D46FDAB304}"/>
          </ac:spMkLst>
        </pc:spChg>
        <pc:picChg chg="add mod">
          <ac:chgData name="Kolovich, Lisa" userId="705d1648-fc44-4335-a909-7bcc0ef9bfc0" providerId="ADAL" clId="{92F763A2-9C83-4598-AD83-C43573D893A8}" dt="2026-05-12T22:38:21.526" v="4411" actId="1076"/>
          <ac:picMkLst>
            <pc:docMk/>
            <pc:sldMk cId="3029466142" sldId="2142533263"/>
            <ac:picMk id="4" creationId="{76B67579-3DD0-B928-BFD5-00B88E36AE4B}"/>
          </ac:picMkLst>
        </pc:picChg>
        <pc:picChg chg="del">
          <ac:chgData name="Kolovich, Lisa" userId="705d1648-fc44-4335-a909-7bcc0ef9bfc0" providerId="ADAL" clId="{92F763A2-9C83-4598-AD83-C43573D893A8}" dt="2026-05-12T22:38:06.233" v="4404" actId="478"/>
          <ac:picMkLst>
            <pc:docMk/>
            <pc:sldMk cId="3029466142" sldId="2142533263"/>
            <ac:picMk id="5" creationId="{B44B182B-A945-DD79-A730-41CDEC7C42F8}"/>
          </ac:picMkLst>
        </pc:picChg>
        <pc:picChg chg="del">
          <ac:chgData name="Kolovich, Lisa" userId="705d1648-fc44-4335-a909-7bcc0ef9bfc0" providerId="ADAL" clId="{92F763A2-9C83-4598-AD83-C43573D893A8}" dt="2026-05-12T22:38:07.623" v="4405" actId="478"/>
          <ac:picMkLst>
            <pc:docMk/>
            <pc:sldMk cId="3029466142" sldId="2142533263"/>
            <ac:picMk id="7" creationId="{896F0E50-DACA-00E8-2AD4-A35BE5C10AE9}"/>
          </ac:picMkLst>
        </pc:picChg>
        <pc:picChg chg="del">
          <ac:chgData name="Kolovich, Lisa" userId="705d1648-fc44-4335-a909-7bcc0ef9bfc0" providerId="ADAL" clId="{92F763A2-9C83-4598-AD83-C43573D893A8}" dt="2026-05-12T22:38:13.282" v="4408" actId="478"/>
          <ac:picMkLst>
            <pc:docMk/>
            <pc:sldMk cId="3029466142" sldId="2142533263"/>
            <ac:picMk id="9" creationId="{C63A173A-A975-D8A2-13FB-92D9D3F85B36}"/>
          </ac:picMkLst>
        </pc:picChg>
        <pc:picChg chg="del">
          <ac:chgData name="Kolovich, Lisa" userId="705d1648-fc44-4335-a909-7bcc0ef9bfc0" providerId="ADAL" clId="{92F763A2-9C83-4598-AD83-C43573D893A8}" dt="2026-05-12T22:38:08.774" v="4406" actId="478"/>
          <ac:picMkLst>
            <pc:docMk/>
            <pc:sldMk cId="3029466142" sldId="2142533263"/>
            <ac:picMk id="12" creationId="{40EF19D0-A2D5-5396-1B04-364DE5FC2A55}"/>
          </ac:picMkLst>
        </pc:picChg>
      </pc:sldChg>
      <pc:sldChg chg="addSp delSp modSp add del mod ord">
        <pc:chgData name="Kolovich, Lisa" userId="705d1648-fc44-4335-a909-7bcc0ef9bfc0" providerId="ADAL" clId="{92F763A2-9C83-4598-AD83-C43573D893A8}" dt="2026-05-13T00:11:21.903" v="5014" actId="2696"/>
        <pc:sldMkLst>
          <pc:docMk/>
          <pc:sldMk cId="554450889" sldId="2142533264"/>
        </pc:sldMkLst>
        <pc:spChg chg="mod">
          <ac:chgData name="Kolovich, Lisa" userId="705d1648-fc44-4335-a909-7bcc0ef9bfc0" providerId="ADAL" clId="{92F763A2-9C83-4598-AD83-C43573D893A8}" dt="2026-05-12T23:10:43.797" v="4728" actId="20577"/>
          <ac:spMkLst>
            <pc:docMk/>
            <pc:sldMk cId="554450889" sldId="2142533264"/>
            <ac:spMk id="2" creationId="{C831D2C8-5337-572D-1FCC-C1A0B60EE93F}"/>
          </ac:spMkLst>
        </pc:spChg>
        <pc:spChg chg="mod">
          <ac:chgData name="Kolovich, Lisa" userId="705d1648-fc44-4335-a909-7bcc0ef9bfc0" providerId="ADAL" clId="{92F763A2-9C83-4598-AD83-C43573D893A8}" dt="2026-05-12T23:21:29.854" v="4753" actId="27636"/>
          <ac:spMkLst>
            <pc:docMk/>
            <pc:sldMk cId="554450889" sldId="2142533264"/>
            <ac:spMk id="3" creationId="{C9A125F5-96F1-9B8E-AB38-2C97887BA799}"/>
          </ac:spMkLst>
        </pc:spChg>
        <pc:picChg chg="add del">
          <ac:chgData name="Kolovich, Lisa" userId="705d1648-fc44-4335-a909-7bcc0ef9bfc0" providerId="ADAL" clId="{92F763A2-9C83-4598-AD83-C43573D893A8}" dt="2026-05-12T23:16:57.568" v="4748" actId="478"/>
          <ac:picMkLst>
            <pc:docMk/>
            <pc:sldMk cId="554450889" sldId="2142533264"/>
            <ac:picMk id="5" creationId="{D0976335-EA81-7E6B-4E05-80D40AE948CE}"/>
          </ac:picMkLst>
        </pc:picChg>
        <pc:picChg chg="add mod">
          <ac:chgData name="Kolovich, Lisa" userId="705d1648-fc44-4335-a909-7bcc0ef9bfc0" providerId="ADAL" clId="{92F763A2-9C83-4598-AD83-C43573D893A8}" dt="2026-05-12T23:21:26.661" v="4751" actId="14100"/>
          <ac:picMkLst>
            <pc:docMk/>
            <pc:sldMk cId="554450889" sldId="2142533264"/>
            <ac:picMk id="7" creationId="{9725311D-D529-30C9-2674-FFFA62224FBD}"/>
          </ac:picMkLst>
        </pc:picChg>
      </pc:sldChg>
      <pc:sldChg chg="modSp add mod">
        <pc:chgData name="Kolovich, Lisa" userId="705d1648-fc44-4335-a909-7bcc0ef9bfc0" providerId="ADAL" clId="{92F763A2-9C83-4598-AD83-C43573D893A8}" dt="2026-05-13T00:13:28.620" v="5038" actId="122"/>
        <pc:sldMkLst>
          <pc:docMk/>
          <pc:sldMk cId="3463831507" sldId="2142533264"/>
        </pc:sldMkLst>
        <pc:spChg chg="mod">
          <ac:chgData name="Kolovich, Lisa" userId="705d1648-fc44-4335-a909-7bcc0ef9bfc0" providerId="ADAL" clId="{92F763A2-9C83-4598-AD83-C43573D893A8}" dt="2026-05-13T00:13:28.620" v="5038" actId="122"/>
          <ac:spMkLst>
            <pc:docMk/>
            <pc:sldMk cId="3463831507" sldId="2142533264"/>
            <ac:spMk id="3" creationId="{4AA101F3-A3A9-6A9F-2A53-5A3D1CD7492C}"/>
          </ac:spMkLst>
        </pc:spChg>
      </pc:sldChg>
      <pc:sldChg chg="new del">
        <pc:chgData name="Kolovich, Lisa" userId="705d1648-fc44-4335-a909-7bcc0ef9bfc0" providerId="ADAL" clId="{92F763A2-9C83-4598-AD83-C43573D893A8}" dt="2026-05-13T00:13:19.487" v="5027" actId="47"/>
        <pc:sldMkLst>
          <pc:docMk/>
          <pc:sldMk cId="3521724298" sldId="2142533264"/>
        </pc:sldMkLst>
      </pc:sldChg>
      <pc:sldChg chg="add del setBg">
        <pc:chgData name="Kolovich, Lisa" userId="705d1648-fc44-4335-a909-7bcc0ef9bfc0" providerId="ADAL" clId="{92F763A2-9C83-4598-AD83-C43573D893A8}" dt="2026-05-13T00:13:17.729" v="5026" actId="47"/>
        <pc:sldMkLst>
          <pc:docMk/>
          <pc:sldMk cId="294534922" sldId="2142533265"/>
        </pc:sldMkLst>
      </pc:sldChg>
      <pc:sldChg chg="addSp delSp modSp add del mod ord">
        <pc:chgData name="Kolovich, Lisa" userId="705d1648-fc44-4335-a909-7bcc0ef9bfc0" providerId="ADAL" clId="{92F763A2-9C83-4598-AD83-C43573D893A8}" dt="2026-05-13T00:11:21.903" v="5014" actId="2696"/>
        <pc:sldMkLst>
          <pc:docMk/>
          <pc:sldMk cId="1551069765" sldId="2142533265"/>
        </pc:sldMkLst>
        <pc:spChg chg="mod">
          <ac:chgData name="Kolovich, Lisa" userId="705d1648-fc44-4335-a909-7bcc0ef9bfc0" providerId="ADAL" clId="{92F763A2-9C83-4598-AD83-C43573D893A8}" dt="2026-05-12T23:26:31.396" v="4808" actId="20577"/>
          <ac:spMkLst>
            <pc:docMk/>
            <pc:sldMk cId="1551069765" sldId="2142533265"/>
            <ac:spMk id="2" creationId="{A715BBBA-D870-0D7B-EA23-58828F4DFA5A}"/>
          </ac:spMkLst>
        </pc:spChg>
        <pc:spChg chg="del">
          <ac:chgData name="Kolovich, Lisa" userId="705d1648-fc44-4335-a909-7bcc0ef9bfc0" providerId="ADAL" clId="{92F763A2-9C83-4598-AD83-C43573D893A8}" dt="2026-05-12T23:24:55.254" v="4755" actId="478"/>
          <ac:spMkLst>
            <pc:docMk/>
            <pc:sldMk cId="1551069765" sldId="2142533265"/>
            <ac:spMk id="3" creationId="{FFADEC63-6B52-640C-8EAC-2D499711E519}"/>
          </ac:spMkLst>
        </pc:spChg>
        <pc:spChg chg="add mod">
          <ac:chgData name="Kolovich, Lisa" userId="705d1648-fc44-4335-a909-7bcc0ef9bfc0" providerId="ADAL" clId="{92F763A2-9C83-4598-AD83-C43573D893A8}" dt="2026-05-13T00:06:36.170" v="4822" actId="6549"/>
          <ac:spMkLst>
            <pc:docMk/>
            <pc:sldMk cId="1551069765" sldId="2142533265"/>
            <ac:spMk id="5" creationId="{804B217B-CF98-AA8F-F838-FDA6C2C2CE0F}"/>
          </ac:spMkLst>
        </pc:spChg>
        <pc:picChg chg="del">
          <ac:chgData name="Kolovich, Lisa" userId="705d1648-fc44-4335-a909-7bcc0ef9bfc0" providerId="ADAL" clId="{92F763A2-9C83-4598-AD83-C43573D893A8}" dt="2026-05-12T23:24:56.920" v="4756" actId="478"/>
          <ac:picMkLst>
            <pc:docMk/>
            <pc:sldMk cId="1551069765" sldId="2142533265"/>
            <ac:picMk id="7" creationId="{F4ACA5F9-A0CC-8E29-47B5-EDE9BB88ECA4}"/>
          </ac:picMkLst>
        </pc:picChg>
      </pc:sldChg>
      <pc:sldChg chg="add del setBg">
        <pc:chgData name="Kolovich, Lisa" userId="705d1648-fc44-4335-a909-7bcc0ef9bfc0" providerId="ADAL" clId="{92F763A2-9C83-4598-AD83-C43573D893A8}" dt="2026-05-13T00:13:39.983" v="5041" actId="47"/>
        <pc:sldMkLst>
          <pc:docMk/>
          <pc:sldMk cId="4143877504" sldId="2142533265"/>
        </pc:sldMkLst>
      </pc:sldChg>
      <pc:sldChg chg="modSp add mod">
        <pc:chgData name="Kolovich, Lisa" userId="705d1648-fc44-4335-a909-7bcc0ef9bfc0" providerId="ADAL" clId="{92F763A2-9C83-4598-AD83-C43573D893A8}" dt="2026-05-13T00:13:45.264" v="5053" actId="20577"/>
        <pc:sldMkLst>
          <pc:docMk/>
          <pc:sldMk cId="2989142794" sldId="2142533266"/>
        </pc:sldMkLst>
        <pc:spChg chg="mod">
          <ac:chgData name="Kolovich, Lisa" userId="705d1648-fc44-4335-a909-7bcc0ef9bfc0" providerId="ADAL" clId="{92F763A2-9C83-4598-AD83-C43573D893A8}" dt="2026-05-13T00:13:45.264" v="5053" actId="20577"/>
          <ac:spMkLst>
            <pc:docMk/>
            <pc:sldMk cId="2989142794" sldId="2142533266"/>
            <ac:spMk id="3" creationId="{2968E69B-FD79-C4E2-0687-67EF8EF3360C}"/>
          </ac:spMkLst>
        </pc:spChg>
      </pc:sldChg>
      <pc:sldChg chg="add del setBg">
        <pc:chgData name="Kolovich, Lisa" userId="705d1648-fc44-4335-a909-7bcc0ef9bfc0" providerId="ADAL" clId="{92F763A2-9C83-4598-AD83-C43573D893A8}" dt="2026-05-13T00:17:30.067" v="5067"/>
        <pc:sldMkLst>
          <pc:docMk/>
          <pc:sldMk cId="2766915497" sldId="2142533267"/>
        </pc:sldMkLst>
      </pc:sldChg>
      <pc:sldMasterChg chg="delSldLayout">
        <pc:chgData name="Kolovich, Lisa" userId="705d1648-fc44-4335-a909-7bcc0ef9bfc0" providerId="ADAL" clId="{92F763A2-9C83-4598-AD83-C43573D893A8}" dt="2026-05-08T18:34:57.168" v="806" actId="47"/>
        <pc:sldMasterMkLst>
          <pc:docMk/>
          <pc:sldMasterMk cId="0" sldId="2147483660"/>
        </pc:sldMasterMkLst>
      </pc:sldMasterChg>
    </pc:docChg>
  </pc:docChgLst>
  <pc:docChgLst>
    <pc:chgData name="Kolovich, Lisa" userId="S::lkolovich@imf.org::705d1648-fc44-4335-a909-7bcc0ef9bfc0" providerId="AD" clId="Web-{F8E7EC6B-9DFB-5EE3-D603-236FDA2ACC44}"/>
    <pc:docChg chg="modSld sldOrd">
      <pc:chgData name="Kolovich, Lisa" userId="S::lkolovich@imf.org::705d1648-fc44-4335-a909-7bcc0ef9bfc0" providerId="AD" clId="Web-{F8E7EC6B-9DFB-5EE3-D603-236FDA2ACC44}" dt="2026-05-07T17:25:13.873" v="16"/>
      <pc:docMkLst>
        <pc:docMk/>
      </pc:docMkLst>
      <pc:sldChg chg="modSp">
        <pc:chgData name="Kolovich, Lisa" userId="S::lkolovich@imf.org::705d1648-fc44-4335-a909-7bcc0ef9bfc0" providerId="AD" clId="Web-{F8E7EC6B-9DFB-5EE3-D603-236FDA2ACC44}" dt="2026-05-07T17:24:54.091" v="14" actId="20577"/>
        <pc:sldMkLst>
          <pc:docMk/>
          <pc:sldMk cId="2322553725" sldId="4292"/>
        </pc:sldMkLst>
        <pc:spChg chg="mod">
          <ac:chgData name="Kolovich, Lisa" userId="S::lkolovich@imf.org::705d1648-fc44-4335-a909-7bcc0ef9bfc0" providerId="AD" clId="Web-{F8E7EC6B-9DFB-5EE3-D603-236FDA2ACC44}" dt="2026-05-07T17:24:51.388" v="9" actId="20577"/>
          <ac:spMkLst>
            <pc:docMk/>
            <pc:sldMk cId="2322553725" sldId="4292"/>
            <ac:spMk id="2" creationId="{96F3CAF7-1F49-4180-A7FF-870B76E269CF}"/>
          </ac:spMkLst>
        </pc:spChg>
        <pc:spChg chg="mod">
          <ac:chgData name="Kolovich, Lisa" userId="S::lkolovich@imf.org::705d1648-fc44-4335-a909-7bcc0ef9bfc0" providerId="AD" clId="Web-{F8E7EC6B-9DFB-5EE3-D603-236FDA2ACC44}" dt="2026-05-07T17:24:54.091" v="14" actId="20577"/>
          <ac:spMkLst>
            <pc:docMk/>
            <pc:sldMk cId="2322553725" sldId="4292"/>
            <ac:spMk id="3" creationId="{13543DA6-4E4D-D376-A55B-9C9D92FB8AD4}"/>
          </ac:spMkLst>
        </pc:spChg>
      </pc:sldChg>
      <pc:sldChg chg="modSp">
        <pc:chgData name="Kolovich, Lisa" userId="S::lkolovich@imf.org::705d1648-fc44-4335-a909-7bcc0ef9bfc0" providerId="AD" clId="Web-{F8E7EC6B-9DFB-5EE3-D603-236FDA2ACC44}" dt="2026-05-07T17:24:59.904" v="15" actId="20577"/>
        <pc:sldMkLst>
          <pc:docMk/>
          <pc:sldMk cId="602806884" sldId="4313"/>
        </pc:sldMkLst>
        <pc:spChg chg="mod">
          <ac:chgData name="Kolovich, Lisa" userId="S::lkolovich@imf.org::705d1648-fc44-4335-a909-7bcc0ef9bfc0" providerId="AD" clId="Web-{F8E7EC6B-9DFB-5EE3-D603-236FDA2ACC44}" dt="2026-05-07T17:24:59.904" v="15" actId="20577"/>
          <ac:spMkLst>
            <pc:docMk/>
            <pc:sldMk cId="602806884" sldId="4313"/>
            <ac:spMk id="3" creationId="{00DCED9F-0208-1332-E0FF-ED49DF9A2CB7}"/>
          </ac:spMkLst>
        </pc:spChg>
      </pc:sldChg>
      <pc:sldChg chg="ord">
        <pc:chgData name="Kolovich, Lisa" userId="S::lkolovich@imf.org::705d1648-fc44-4335-a909-7bcc0ef9bfc0" providerId="AD" clId="Web-{F8E7EC6B-9DFB-5EE3-D603-236FDA2ACC44}" dt="2026-05-07T17:25:13.873" v="16"/>
        <pc:sldMkLst>
          <pc:docMk/>
          <pc:sldMk cId="2894276250" sldId="45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5" y="15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5" y="9120008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31" y="9120008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 anchor="b"/>
          <a:lstStyle>
            <a:lvl1pPr algn="r">
              <a:defRPr sz="1200"/>
            </a:lvl1pPr>
          </a:lstStyle>
          <a:p>
            <a:fld id="{70787CFD-D5C7-455D-B121-683BFE13FB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8984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7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7" y="7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/>
          <a:lstStyle>
            <a:lvl1pPr algn="r">
              <a:defRPr sz="1200"/>
            </a:lvl1pPr>
          </a:lstStyle>
          <a:p>
            <a:fld id="{49E4E862-E263-8B4A-AFB5-DFAAA754BCA9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3" tIns="48226" rIns="96453" bIns="482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3" y="4560574"/>
            <a:ext cx="5852160" cy="4320540"/>
          </a:xfrm>
          <a:prstGeom prst="rect">
            <a:avLst/>
          </a:prstGeom>
        </p:spPr>
        <p:txBody>
          <a:bodyPr vert="horz" lIns="96453" tIns="48226" rIns="96453" bIns="482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82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7" y="9119482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 anchor="b"/>
          <a:lstStyle>
            <a:lvl1pPr algn="r">
              <a:defRPr sz="1200"/>
            </a:lvl1pPr>
          </a:lstStyle>
          <a:p>
            <a:fld id="{BA49F774-CCF9-492C-9AEB-F2814D4A66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102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tlmonetaryfund-my.sharepoint.com/personal/lkolovich_imf_org/_layouts/15/Doc.aspx?sourcedoc=%7BD6C9FEB8-8479-4B7E-A54E-E6E1D7C0872B%7D&amp;file=Macroeconomics%20and%20Distributional%20Impacts%20in%20a%20Shock-Prone%20World%201.pptx&amp;action=edit&amp;mobileredirect=true&amp;DefaultItemOpen=1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ntlmonetaryfund.sharepoint.com/teams/SPRAIIG/_layouts/15/Doc.aspx?sourcedoc=%7BC28DE10A-D956-46F1-AFCD-BA55D04A4B34%7D&amp;file=Oil%20Shocks%20and%20Labor%20Market%20Gender%20Gaps%20-%20v3.docx&amp;action=default&amp;mobileredirect=true&amp;DefaultItemOpen=1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0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80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2D1C-33D3-6837-8B0B-E1592D59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48253-2191-1166-B118-B30421A9B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DD49E-84BF-E9B0-4DD7-11980EABF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213265" indent="-213265"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altLang="en-US" sz="1200" dirty="0"/>
              <a:t>GDP from factor sides: </a:t>
            </a: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External sector channels include terms of trade shocks, capital flow reversals, and risk premia increases affecting exchange rates and balance of payments with differential sectoral impacts</a:t>
            </a:r>
          </a:p>
          <a:p>
            <a:pPr marL="213265" indent="-213265" algn="l">
              <a:lnSpc>
                <a:spcPts val="1814"/>
              </a:lnSpc>
              <a:spcBef>
                <a:spcPts val="119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Real economy impacts manifest through output contractions, employment losses, and wage compression with heterogeneous effects across formal and informal workers</a:t>
            </a:r>
          </a:p>
          <a:p>
            <a:pPr marL="213265" indent="-213265" algn="l">
              <a:lnSpc>
                <a:spcPts val="1814"/>
              </a:lnSpc>
              <a:spcBef>
                <a:spcPts val="119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Price dynamics include inflation pressures and relative price changes particularly for energy and food disproportionately burdening lower-income households</a:t>
            </a:r>
          </a:p>
          <a:p>
            <a:pPr marL="213265" indent="-213265" algn="l">
              <a:lnSpc>
                <a:spcPts val="1814"/>
              </a:lnSpc>
              <a:spcBef>
                <a:spcPts val="119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Fiscal pressures arise from revenue shortfalls and increased spending demands for social protection while financing costs may rise creating difficult trade-offs</a:t>
            </a:r>
          </a:p>
          <a:p>
            <a:pPr marL="0" indent="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None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endParaRPr lang="en-US" altLang="en-US" sz="1200" dirty="0"/>
          </a:p>
          <a:p>
            <a:pPr marL="0" indent="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None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endParaRPr lang="en-US" altLang="en-US" sz="1200" dirty="0"/>
          </a:p>
          <a:p>
            <a:pPr marL="0" indent="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None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sz="1200" dirty="0"/>
              <a:t>Y = GDP = W + R + π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sz="1200" dirty="0"/>
              <a:t>Wages: gender gaps in wages are well-established, as well as gender bias in hiring and promotion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sz="1200" dirty="0"/>
              <a:t>Rents: Property is unequally distributed between women and men and so rents are gendered</a:t>
            </a:r>
          </a:p>
          <a:p>
            <a:pPr marL="342900" indent="-342900">
              <a:spcBef>
                <a:spcPts val="0"/>
              </a:spcBef>
              <a:spcAft>
                <a:spcPts val="1282"/>
              </a:spcAft>
              <a:buFont typeface="Arial" panose="020B0604020202020204" pitchFamily="34" charset="0"/>
              <a:buChar char="•"/>
              <a:tabLst>
                <a:tab pos="0" algn="l"/>
                <a:tab pos="95052" algn="l"/>
                <a:tab pos="502623" algn="l"/>
                <a:tab pos="910194" algn="l"/>
                <a:tab pos="1317765" algn="l"/>
                <a:tab pos="1725336" algn="l"/>
                <a:tab pos="2132907" algn="l"/>
                <a:tab pos="2540478" algn="l"/>
                <a:tab pos="2948049" algn="l"/>
                <a:tab pos="3355619" algn="l"/>
                <a:tab pos="3763191" algn="l"/>
                <a:tab pos="4170761" algn="l"/>
                <a:tab pos="4578333" algn="l"/>
                <a:tab pos="4985903" algn="l"/>
                <a:tab pos="5393475" algn="l"/>
                <a:tab pos="5801045" algn="l"/>
                <a:tab pos="6208616" algn="l"/>
                <a:tab pos="6616187" algn="l"/>
                <a:tab pos="7023758" algn="l"/>
                <a:tab pos="7431329" algn="l"/>
                <a:tab pos="7838900" algn="l"/>
                <a:tab pos="7880665" algn="l"/>
              </a:tabLst>
            </a:pPr>
            <a:r>
              <a:rPr lang="en-US" altLang="en-US" sz="1200" dirty="0"/>
              <a:t>Profits: Gender biases in corporate ownership are well-established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60917-8F32-4D9E-4992-1060C2E06C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2FB1009-8102-467C-88A3-A8200E3708E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028DB-09E1-7412-2D42-FBC77FE82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96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13265" indent="-213265" algn="l">
              <a:lnSpc>
                <a:spcPts val="2854"/>
              </a:lnSpc>
              <a:spcBef>
                <a:spcPts val="0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lang="en-US" sz="1200" b="0" i="0" dirty="0">
                <a:solidFill>
                  <a:srgbClr val="070B0D"/>
                </a:solidFill>
                <a:latin typeface="EB Garamond"/>
              </a:rPr>
              <a:t>Consumption basket composition determines vulnerability as lower-income households allocate 40-60% of spending to energy, food, and transport while upper-income households allocate only 20-30%</a:t>
            </a:r>
            <a:r>
              <a:rPr lang="en-US" sz="800" b="0" i="0" dirty="0">
                <a:solidFill>
                  <a:srgbClr val="003D66"/>
                </a:solidFill>
                <a:latin typeface="EB Garamond"/>
              </a:rPr>
              <a:t> </a:t>
            </a:r>
            <a:endParaRPr lang="en-US" sz="800" b="0" i="0" dirty="0">
              <a:solidFill>
                <a:srgbClr val="003D66"/>
              </a:solidFill>
              <a:latin typeface="EB Garamond"/>
              <a:hlinkClick r:id="rId3" tooltip="Macroeconomics and Distributional Impacts in a Shock-...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13265" indent="-213265" algn="l">
              <a:lnSpc>
                <a:spcPts val="2854"/>
              </a:lnSpc>
              <a:spcBef>
                <a:spcPts val="9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lang="en-US" sz="1200" b="0" i="0" dirty="0">
                <a:solidFill>
                  <a:srgbClr val="070B0D"/>
                </a:solidFill>
                <a:latin typeface="EB Garamond"/>
              </a:rPr>
              <a:t>Income source heterogeneity matters with formal wage earners often enjoying inflation indexation while self-employed and informal sector workers face greater real income compression without institutional protection</a:t>
            </a:r>
          </a:p>
          <a:p>
            <a:pPr marL="213265" indent="-213265" algn="l">
              <a:lnSpc>
                <a:spcPts val="2854"/>
              </a:lnSpc>
              <a:spcBef>
                <a:spcPts val="959"/>
              </a:spcBef>
              <a:spcAft>
                <a:spcPts val="0"/>
              </a:spcAft>
              <a:buClr>
                <a:srgbClr val="3F657F"/>
              </a:buClr>
              <a:buSzPct val="100000"/>
              <a:buFont typeface="EB Garamond" charset="0"/>
              <a:buChar char="●"/>
            </a:pPr>
            <a:r>
              <a:rPr lang="en-US" sz="1200" b="0" i="0" dirty="0">
                <a:solidFill>
                  <a:srgbClr val="070B0D"/>
                </a:solidFill>
                <a:latin typeface="EB Garamond"/>
              </a:rPr>
              <a:t>Sectoral exposure varies with workers in commodity-intensive industries facing immediate employment impacts while service sector experiences different and often delayed transmission patterns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57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1ECD7-E149-1BD2-2CD5-A7E884F0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A8F566-6072-2E16-555C-F166003EE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FE0AB-E885-B993-8F1F-D64678662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8F32-18A9-B9FD-7714-CCBA30DFEB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CD823-1384-D20F-4CDB-66AAF54D3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5943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with the drivers of gender inequality.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906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8085" indent="-198085"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Oil-importing countries show clear employment declines with men more affected initially but greater long-term female losses</a:t>
            </a:r>
            <a:r>
              <a:rPr lang="en-US" sz="900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lang="en-US" sz="900" b="0" i="0" dirty="0">
                <a:solidFill>
                  <a:srgbClr val="E4863B"/>
                </a:solidFill>
                <a:latin typeface="Raleway"/>
                <a:hlinkClick r:id="rId3" tooltip="PDP-Working Pap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98085" indent="-198085" algn="l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Oil-exporting countries exhibit modest short-term losses followed by long-term gains with minimal gender gap changes</a:t>
            </a:r>
            <a:r>
              <a:rPr lang="en-US" sz="900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lang="en-US" sz="900" b="0" i="0" dirty="0">
                <a:solidFill>
                  <a:srgbClr val="E4863B"/>
                </a:solidFill>
                <a:latin typeface="Raleway"/>
                <a:hlinkClick r:id="rId3" tooltip="PDP-Working Pap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98085" indent="-198085" algn="l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Oil-intensive industries experience steep employment declines with women facing disproportionately larger long-term impacts</a:t>
            </a:r>
            <a:r>
              <a:rPr lang="en-US" sz="900" b="0" i="0" dirty="0">
                <a:solidFill>
                  <a:srgbClr val="E4863B"/>
                </a:solidFill>
                <a:latin typeface="Raleway"/>
              </a:rPr>
              <a:t> </a:t>
            </a:r>
            <a:r>
              <a:rPr lang="en-US" sz="900" b="0" i="0" dirty="0">
                <a:solidFill>
                  <a:srgbClr val="E4863B"/>
                </a:solidFill>
                <a:latin typeface="Raleway"/>
                <a:hlinkClick r:id="rId3" tooltip="PDP-Working Pap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98085" indent="-198085" algn="l">
              <a:lnSpc>
                <a:spcPts val="2203"/>
              </a:lnSpc>
              <a:spcBef>
                <a:spcPts val="959"/>
              </a:spcBef>
              <a:spcAft>
                <a:spcPts val="0"/>
              </a:spcAft>
              <a:buClr>
                <a:srgbClr val="E4863B"/>
              </a:buClr>
              <a:buSzPct val="100000"/>
              <a:buFont typeface="Raleway" charset="0"/>
              <a:buChar char="●"/>
            </a:pPr>
            <a:r>
              <a:rPr lang="en-US" sz="1200" b="0" i="0" dirty="0">
                <a:solidFill>
                  <a:srgbClr val="E8E8E8"/>
                </a:solidFill>
                <a:latin typeface="Raleway"/>
              </a:rPr>
              <a:t>Oil-moderate sectors show parallel decline patterns for both genders resulting in minimal gender gap changes</a:t>
            </a:r>
            <a:r>
              <a:rPr lang="en-US" sz="900" b="0" i="0" dirty="0">
                <a:solidFill>
                  <a:srgbClr val="E4863B"/>
                </a:solidFill>
                <a:latin typeface="Raleway"/>
              </a:rPr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74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44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BDDD4-48C5-9F0D-C9DC-0F93E849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D9881-EE1C-198D-2F17-03B25D4CD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65684-2E27-54FB-86DB-703AC8B2E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AAE72-0D8C-8221-ED8D-D32238B461F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7600C-8E5F-8EE0-E3C2-E41D0647C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56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9AD3B-B796-B65E-1BDE-E1E84FC1F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331C0-BE88-74B2-C62A-C6DC70EA1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F8A4F-243D-677C-5A00-586FB8632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A331E-E257-3968-B623-128223F3EB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011AC-8706-D58A-DC9C-D85D28A3B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16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69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D03E-1920-D9C0-EBD3-C291E2071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8C57A-8CE3-C2B7-63E0-1FC68B11B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F3F6B-5BE1-0B5E-14CD-79D32B6EB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start with the drivers of gender inequality.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A4733-F99E-0F81-E5F7-36A88A6FBB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5977F-0D1A-DB47-5EFB-58C8974CA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00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start with the drivers of gender inequality.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5/8/2026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201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DC04-906B-EC56-CA68-27AEE6C51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BF982-4FC9-46C7-96F3-E7C231E31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9E60C-8AF9-7FFC-A6DB-9D02C5F96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start with the drivers of gender inequality.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4F971-BDCD-FE32-5D89-746117B39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D4DCA-6937-DACA-AC44-D33C854D0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190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B92C-5B71-29CB-8F3C-3CFC70070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54A47-1F29-E013-8BE3-126E60C6F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21F6-5865-7B95-0193-937D1753B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start with the drivers of gender inequality.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9CC0-526F-4489-C7C0-5D016302D7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FB1009-8102-467C-88A3-A8200E3708E5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26D91-5B6A-4786-B9AE-A48D33168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1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496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05BF9-2A92-FA4A-AE68-6B1AFBD20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3714" y="697150"/>
            <a:ext cx="1241727" cy="12437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808027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81" userDrawn="1">
          <p15:clr>
            <a:srgbClr val="FBAE40"/>
          </p15:clr>
        </p15:guide>
        <p15:guide id="4" pos="69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Text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, White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536701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Title for Two-Column,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2B71F5-23BD-A943-8CA6-64D3C92123D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584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Photo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7607" y="5349451"/>
            <a:ext cx="10216785" cy="978486"/>
          </a:xfrm>
          <a:prstGeom prst="rect">
            <a:avLst/>
          </a:prstGeom>
        </p:spPr>
        <p:txBody>
          <a:bodyPr vert="horz" lIns="0" tIns="182880" rIns="0" bIns="0" rtlCol="0" anchor="t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Large-Photo, White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87998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-Column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Single-Column, Blue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1EA4B-58AD-3842-9BEC-4B9FF60E019D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2685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Text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, Blue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0B0CE-B013-7641-9551-DA60CF80B4AC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DC7D600-7783-1F4F-AD62-06B784E129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838" y="1672046"/>
            <a:ext cx="4855464" cy="44805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3893C67-9BAE-6946-9896-78E2472B0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9838" y="5891766"/>
            <a:ext cx="4855464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157693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-Column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Two-Column, Blue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0B0CE-B013-7641-9551-DA60CF80B4AC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B26B-2A1F-084E-BAF6-BEA91A8E38A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158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-Photo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87607" y="5349451"/>
            <a:ext cx="10216785" cy="978486"/>
          </a:xfrm>
          <a:prstGeom prst="rect">
            <a:avLst/>
          </a:prstGeom>
        </p:spPr>
        <p:txBody>
          <a:bodyPr vert="horz" lIns="0" tIns="182880" rIns="0" bIns="0" rtlCol="0" anchor="t">
            <a:noAutofit/>
          </a:bodyPr>
          <a:lstStyle>
            <a:lvl1pPr algn="ctr">
              <a:defRPr lang="en-US" sz="24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Large-Photo, Blue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7DE7E-D5A7-934A-BDAA-810E25C7A2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tx2">
              <a:lumMod val="5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6E3DB-FA3A-7842-8A68-4AE4AACEC5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FF97F-5A7B-3544-BBF1-8D9147069589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205F-7910-2A4D-9D13-3F4027CE12D3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set&#10;&#10;Description automatically generated">
            <a:extLst>
              <a:ext uri="{FF2B5EF4-FFF2-40B4-BE49-F238E27FC236}">
                <a16:creationId xmlns:a16="http://schemas.microsoft.com/office/drawing/2014/main" id="{9E871F15-8DBF-4F46-BD54-401E2BFB60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01" r="31048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758BB7-0FC2-4B44-B4DA-84467471DB67}"/>
              </a:ext>
            </a:extLst>
          </p:cNvPr>
          <p:cNvSpPr/>
          <p:nvPr userDrawn="1"/>
        </p:nvSpPr>
        <p:spPr>
          <a:xfrm>
            <a:off x="0" y="5486400"/>
            <a:ext cx="12192000" cy="1383211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78000">
                <a:schemeClr val="accent2">
                  <a:lumMod val="60156"/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7099" y="1069731"/>
            <a:ext cx="8697800" cy="2194560"/>
          </a:xfrm>
          <a:effectLst/>
        </p:spPr>
        <p:txBody>
          <a:bodyPr anchor="t">
            <a:normAutofit/>
          </a:bodyPr>
          <a:lstStyle>
            <a:lvl1pPr algn="ctr">
              <a:defRPr sz="360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for Divider (Graphic)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8053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26D4-5096-450A-A179-244642EBFC42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DD69-4421-47E6-9B44-68BFEBAE4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5531349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632273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9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72F9-695E-4EAA-B5E5-E813B408D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D12DA-14D1-4B80-929A-BCB4ECB6F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AF51F-F121-4FBA-BF20-54CA3BA4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459D8-8F9F-4AF2-A8C0-14C73542EEA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02825-E4AB-4AF0-A78D-9FC417B3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2C13-DFA0-4C41-8DCD-E9F7A084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08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762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55881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945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>
          <p15:clr>
            <a:srgbClr val="FBAE40"/>
          </p15:clr>
        </p15:guide>
        <p15:guide id="6" orient="horz" pos="83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119"/>
          <a:stretch/>
        </p:blipFill>
        <p:spPr>
          <a:xfrm>
            <a:off x="5623560" y="749808"/>
            <a:ext cx="1095647" cy="114315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46B1B04-9B4F-40A9-ADCB-3504786AB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99541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pt. 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7D2D33-B99A-B046-B49A-16CB982B1BBF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0" y="749808"/>
            <a:ext cx="366622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124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  <p15:guide id="5" pos="3632">
          <p15:clr>
            <a:srgbClr val="FBAE40"/>
          </p15:clr>
        </p15:guide>
        <p15:guide id="6" orient="horz" pos="833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Cyan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(Cyan)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2992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Green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(Green)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9868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Yellow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5400" y="1371600"/>
            <a:ext cx="9601200" cy="4114800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for Divider (Yellow)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6350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6DC936A-9C43-D84B-9C24-0185515D689C}"/>
              </a:ext>
            </a:extLst>
          </p:cNvPr>
          <p:cNvSpPr/>
          <p:nvPr userDrawn="1"/>
        </p:nvSpPr>
        <p:spPr>
          <a:xfrm>
            <a:off x="-1" y="6638778"/>
            <a:ext cx="12192001" cy="219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7CE3741-921D-834E-8354-54991BEB2B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35964" y="683639"/>
            <a:ext cx="9372600" cy="5486400"/>
          </a:xfrm>
        </p:spPr>
        <p:txBody>
          <a:bodyPr tIns="0" bIns="365760" anchor="ctr" anchorCtr="0"/>
          <a:lstStyle>
            <a:lvl1pPr>
              <a:spcBef>
                <a:spcPts val="0"/>
              </a:spcBef>
              <a:spcAft>
                <a:spcPts val="2400"/>
              </a:spcAft>
              <a:buClrTx/>
              <a:defRPr sz="3400" b="0" i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342900" indent="-342900">
              <a:spcBef>
                <a:spcPts val="900"/>
              </a:spcBef>
              <a:spcAft>
                <a:spcPts val="0"/>
              </a:spcAft>
              <a:buClrTx/>
              <a:tabLst/>
              <a:defRPr sz="3200" b="0">
                <a:solidFill>
                  <a:schemeClr val="bg1"/>
                </a:solidFill>
              </a:defRPr>
            </a:lvl2pPr>
            <a:lvl3pPr marL="342900" indent="-342900">
              <a:spcBef>
                <a:spcPts val="9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32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0">
                <a:solidFill>
                  <a:schemeClr val="bg1"/>
                </a:solidFill>
              </a:defRPr>
            </a:lvl4pPr>
            <a:lvl5pPr marL="514350" indent="-171450">
              <a:spcBef>
                <a:spcPts val="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tabLst/>
              <a:defRPr sz="21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/>
              <a:t>Title for Divider–Agenda</a:t>
            </a:r>
          </a:p>
          <a:p>
            <a:pPr lvl="1"/>
            <a:r>
              <a:rPr lang="en-US"/>
              <a:t>Agenda Item—Inactive</a:t>
            </a:r>
          </a:p>
          <a:p>
            <a:pPr lvl="2"/>
            <a:r>
              <a:rPr lang="en-US"/>
              <a:t>Agenda Item—Active</a:t>
            </a:r>
          </a:p>
          <a:p>
            <a:pPr lvl="3"/>
            <a:r>
              <a:rPr lang="en-US"/>
              <a:t>Second level</a:t>
            </a:r>
          </a:p>
          <a:p>
            <a:pPr lvl="4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437413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9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22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7634258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Slide Title for Two-Column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F7038D-D496-7248-87EC-9540380F1D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4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26786188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Text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(W)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5404933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0806" y="491385"/>
            <a:ext cx="3670259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Text+Photo</a:t>
            </a:r>
            <a:r>
              <a:rPr lang="en-US"/>
              <a:t>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806" y="1469871"/>
            <a:ext cx="3670259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7569D7D-6010-454B-A86B-B6C69D7E2E6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91000" y="-1"/>
            <a:ext cx="8001000" cy="662940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26CCD3-E500-1F49-8DD8-1545E2CBF0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5400000">
            <a:off x="8746884" y="3184281"/>
            <a:ext cx="6629396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6525547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(W)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3414049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5349453"/>
            <a:ext cx="12192000" cy="1508547"/>
          </a:xfrm>
          <a:prstGeom prst="rect">
            <a:avLst/>
          </a:prstGeom>
        </p:spPr>
        <p:txBody>
          <a:bodyPr vert="horz" lIns="457200" tIns="182880" rIns="457200" bIns="182880" rtlCol="0" anchor="t" anchorCtr="0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 Photo (W)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637295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+Title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172200"/>
          </a:xfrm>
          <a:solidFill>
            <a:schemeClr val="bg1">
              <a:lumMod val="90000"/>
            </a:schemeClr>
          </a:solidFill>
        </p:spPr>
        <p:txBody>
          <a:bodyPr tIns="0" bIns="256032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975483" y="2955682"/>
            <a:ext cx="617219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172200"/>
            <a:ext cx="12202245" cy="685800"/>
          </a:xfrm>
          <a:prstGeom prst="rect">
            <a:avLst/>
          </a:prstGeom>
        </p:spPr>
        <p:txBody>
          <a:bodyPr vert="horz" lIns="457200" tIns="91440" rIns="457200" bIns="182880" rtlCol="0" anchor="t" anchorCtr="0">
            <a:normAutofit/>
          </a:bodyPr>
          <a:lstStyle>
            <a:lvl1pPr algn="ctr">
              <a:defRPr lang="en-US" sz="2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Extra-Large </a:t>
            </a:r>
            <a:r>
              <a:rPr lang="en-US" err="1"/>
              <a:t>Photo+Title</a:t>
            </a:r>
            <a:r>
              <a:rPr lang="en-US"/>
              <a:t> (W) Layout</a:t>
            </a:r>
          </a:p>
        </p:txBody>
      </p:sp>
    </p:spTree>
    <p:extLst>
      <p:ext uri="{BB962C8B-B14F-4D97-AF65-F5344CB8AC3E}">
        <p14:creationId xmlns:p14="http://schemas.microsoft.com/office/powerpoint/2010/main" val="3832970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ra-Large Photo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583680"/>
          </a:xfrm>
          <a:solidFill>
            <a:schemeClr val="bg1">
              <a:lumMod val="90000"/>
            </a:schemeClr>
          </a:solidFill>
        </p:spPr>
        <p:txBody>
          <a:bodyPr tIns="0" bIns="27432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8769743" y="3161422"/>
            <a:ext cx="6583678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551668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Single-Column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2118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Two-Column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B26B-2A1F-084E-BAF6-BEA91A8E38A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1853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Text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 (B)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DC7D600-7783-1F4F-AD62-06B784E129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838" y="1672046"/>
            <a:ext cx="4855464" cy="44805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3893C67-9BAE-6946-9896-78E2472B0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9838" y="5891766"/>
            <a:ext cx="4855464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223870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1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Photo+Photo</a:t>
            </a:r>
            <a:r>
              <a:rPr lang="en-US"/>
              <a:t> (B) Layout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7E259A3-746A-2044-822B-3F7D859E7F1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439" y="1469871"/>
            <a:ext cx="6096000" cy="42519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3F54B41-918E-644B-B610-DDE8277FB2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3440" y="5460991"/>
            <a:ext cx="6096000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CAC3A-914C-D94C-9254-C253E5803F2C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87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-Photo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0" y="5349450"/>
            <a:ext cx="12191999" cy="1508547"/>
          </a:xfrm>
          <a:prstGeom prst="rect">
            <a:avLst/>
          </a:prstGeom>
        </p:spPr>
        <p:txBody>
          <a:bodyPr vert="horz" lIns="457200" tIns="182880" rIns="457200" bIns="182880" rtlCol="0" anchor="t">
            <a:normAutofit/>
          </a:bodyPr>
          <a:lstStyle>
            <a:lvl1pPr algn="ctr">
              <a:defRPr lang="en-US" sz="24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 (B)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7DE7E-D5A7-934A-BDAA-810E25C7A2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tx2">
              <a:lumMod val="5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6E3DB-FA3A-7842-8A68-4AE4AACEC5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205F-7910-2A4D-9D13-3F4027CE12D3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6824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641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4459F0-C776-6C49-B932-81C19C279A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125"/>
          <a:stretch/>
        </p:blipFill>
        <p:spPr>
          <a:xfrm>
            <a:off x="5623560" y="749808"/>
            <a:ext cx="1103811" cy="114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775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3600">
          <p15:clr>
            <a:srgbClr val="FBAE40"/>
          </p15:clr>
        </p15:guide>
        <p15:guide id="4" pos="308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C45A-1DFA-4A98-9CFC-E737FF48E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C9212-6CF3-428D-833E-9884E5B94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FD1-F24E-4011-8D2B-0EF8A8DB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E3075-8294-44BB-A707-64D12E6B055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AA69-D0CE-4E95-AE2B-060B9B8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7728-51FC-473C-8CA3-352C1FE1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DDADC-2B7E-4835-8C4D-8E8B74895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607402"/>
      </p:ext>
    </p:extLst>
  </p:cSld>
  <p:clrMapOvr>
    <a:masterClrMapping/>
  </p:clrMapOvr>
  <p:hf sldNum="0"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793513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436" y="71412"/>
            <a:ext cx="9025128" cy="85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156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93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C718-696D-8C48-95E3-35ACB84AD8D9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7" r:id="rId2"/>
    <p:sldLayoutId id="2147483748" r:id="rId3"/>
    <p:sldLayoutId id="2147483744" r:id="rId4"/>
    <p:sldLayoutId id="2147483747" r:id="rId5"/>
    <p:sldLayoutId id="2147483745" r:id="rId6"/>
    <p:sldLayoutId id="2147483749" r:id="rId7"/>
    <p:sldLayoutId id="2147483746" r:id="rId8"/>
    <p:sldLayoutId id="2147483743" r:id="rId9"/>
    <p:sldLayoutId id="2147483759" r:id="rId10"/>
    <p:sldLayoutId id="2147483754" r:id="rId11"/>
    <p:sldLayoutId id="2147483771" r:id="rId12"/>
    <p:sldLayoutId id="2147483774" r:id="rId13"/>
    <p:sldLayoutId id="2147483775" r:id="rId14"/>
    <p:sldLayoutId id="2147483777" r:id="rId15"/>
  </p:sldLayoutIdLst>
  <p:transition>
    <p:fade/>
  </p:transition>
  <p:hf hd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ArialMT"/>
        <a:buChar char="►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77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</p:sldLayoutIdLst>
  <p:transition>
    <p:fade/>
  </p:transition>
  <p:hf hdr="0" ft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Lucida Grande" panose="020B0600040502020204" pitchFamily="34" charset="0"/>
        <a:buChar char="▶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mf.org/-/media/websites/imf/imported-full-text-pdf/external/pubs/ft/wp/2016/_wp16140.pdf" TargetMode="External"/><Relationship Id="rId3" Type="http://schemas.openxmlformats.org/officeDocument/2006/relationships/hyperlink" Target="https://www.imf.org/en/publications/policy-papers/issues/2022/07/28/imf-strategy-toward-mainstreaming-gender-521344" TargetMode="External"/><Relationship Id="rId7" Type="http://schemas.openxmlformats.org/officeDocument/2006/relationships/hyperlink" Target="https://www.imf.org/en/Publications/Staff-Discussion-Notes/Issues/2018/09/17/women-in-finance-a-case-for-closing-gaps-4513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hyperlink" Target="http://klenow.com/HHJK.pdf" TargetMode="External"/><Relationship Id="rId5" Type="http://schemas.openxmlformats.org/officeDocument/2006/relationships/hyperlink" Target="https://www.imf.org/en/Publications/Staff-Discussion-Notes/Issues/2018/10/09/Economic-Gains-From-Gender-Inclusion-New-Mechanisms-New-Evidence-45543" TargetMode="External"/><Relationship Id="rId4" Type="http://schemas.openxmlformats.org/officeDocument/2006/relationships/hyperlink" Target="https://www.cgdev.org/sites/default/files/integrating-gender-macroeconomic-policies-imf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-/media/files/publications/imf-notes/2022/english/insea2022001.pdf" TargetMode="Externa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ata.imf.org/en/datasets/IMF.STA:FAS" TargetMode="External"/><Relationship Id="rId5" Type="http://schemas.openxmlformats.org/officeDocument/2006/relationships/hyperlink" Target="https://www.imf.org/en/publications/wp/issues/2025/09/26/informality-and-shock-propagation-in-an-open-economy-570599" TargetMode="External"/><Relationship Id="rId4" Type="http://schemas.openxmlformats.org/officeDocument/2006/relationships/hyperlink" Target="https://www.elibrary.imf.org/view/journals/001/2021/238/article-A001-en.x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-/media/files/publications/weo/2026/april/english/text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imf.org/-/media/files/publications/reo/afr/2026/april/english/text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imf.org/-/media/files/publications/wp/2025/english/wpiea2025145.pdf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hyperlink" Target="https://www.imf.org/-/media/files/publications/weo/2026/april/english/ch3.pdf" TargetMode="Externa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imf.org/-/media/files/publications/weo/2026/april/english/ch3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-/media/files/publications/sdn/2024/english/sdnea2024001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external/datamapper/DI@AIPI/ADVEC/EME/LIC/SSQ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mf.org/-/media/files/publications/sdn/2024/english/sdnea2024001.pdf" TargetMode="Externa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ntlmonetaryfund.sharepoint.com/teams/SPRAIIG/_layouts/15/Doc.aspx?sourcedoc=%7B59275181-0CFE-4960-B870-935519C5A428%7D&amp;file=ATI%20-%20Day%201%20S%20-%20Shocks.pptx&amp;action=edit&amp;mobileredirect=true&amp;DefaultItemOpen=1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imf.org/-/media/files/publications/reo/afr/2025/april/english/text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-/media/files/publications/pp/2022/english/ppea2022004.pdf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CAF7-1F49-4180-A7FF-870B76E26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Arial Black"/>
                <a:ea typeface="Arial"/>
                <a:cs typeface="Arial"/>
              </a:rPr>
              <a:t>Macroeconomics and Distributional Impacts in a Shock-Prone World</a:t>
            </a:r>
            <a:r>
              <a:rPr lang="en-US" sz="3600" b="1" dirty="0">
                <a:latin typeface="Arial"/>
                <a:ea typeface="Arial"/>
                <a:cs typeface="Arial"/>
              </a:rPr>
              <a:t> </a:t>
            </a:r>
            <a:endParaRPr lang="en-US" sz="3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D5D5A-4AAA-4897-9449-83DE78E84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98F3EC-2B39-D4F6-E088-E256ACE4AF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43DA6-4E4D-D376-A55B-9C9D92FB8AD4}"/>
              </a:ext>
            </a:extLst>
          </p:cNvPr>
          <p:cNvSpPr txBox="1"/>
          <p:nvPr/>
        </p:nvSpPr>
        <p:spPr>
          <a:xfrm>
            <a:off x="5902036" y="5248894"/>
            <a:ext cx="48910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Lisa Kolovich, IMF</a:t>
            </a:r>
          </a:p>
        </p:txBody>
      </p:sp>
    </p:spTree>
    <p:extLst>
      <p:ext uri="{BB962C8B-B14F-4D97-AF65-F5344CB8AC3E}">
        <p14:creationId xmlns:p14="http://schemas.microsoft.com/office/powerpoint/2010/main" val="23225537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0DCED9F-0208-1332-E0FF-ED49DF9A2C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4538" y="339498"/>
            <a:ext cx="10633075" cy="626903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3200" dirty="0">
                <a:latin typeface="Arial Black"/>
                <a:ea typeface="Microsoft JhengHei"/>
              </a:rPr>
              <a:t>A quick recap…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80688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6C90-BDEF-96F5-7831-4FF05DADF45C}"/>
              </a:ext>
            </a:extLst>
          </p:cNvPr>
          <p:cNvSpPr txBox="1">
            <a:spLocks/>
          </p:cNvSpPr>
          <p:nvPr/>
        </p:nvSpPr>
        <p:spPr>
          <a:xfrm>
            <a:off x="281230" y="298310"/>
            <a:ext cx="11844555" cy="983152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31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Calibri" panose="020F0502020204030204" pitchFamily="34" charset="0"/>
              </a:rPr>
              <a:t>Distributional Channels and Macroeconomic Outcomes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5713F0-ABAA-17D4-BF43-867F9945BD72}"/>
              </a:ext>
            </a:extLst>
          </p:cNvPr>
          <p:cNvSpPr/>
          <p:nvPr/>
        </p:nvSpPr>
        <p:spPr>
          <a:xfrm>
            <a:off x="3861228" y="3602849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Policies 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fiscal, monetary, structural, financial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92E198-2C5A-2628-2C17-A66CE410CB87}"/>
              </a:ext>
            </a:extLst>
          </p:cNvPr>
          <p:cNvSpPr/>
          <p:nvPr/>
        </p:nvSpPr>
        <p:spPr>
          <a:xfrm>
            <a:off x="1518948" y="1083496"/>
            <a:ext cx="2743200" cy="2743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Inequality 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Legal rights, education, health, financial inclusion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LFP, wages,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representation/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leadership</a:t>
            </a:r>
          </a:p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147098-72CE-B838-A1E8-D0DCA0B0925D}"/>
              </a:ext>
            </a:extLst>
          </p:cNvPr>
          <p:cNvSpPr/>
          <p:nvPr/>
        </p:nvSpPr>
        <p:spPr>
          <a:xfrm>
            <a:off x="6203508" y="1083496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Macro Outcomes</a:t>
            </a:r>
          </a:p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Economic growth and resilience,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macro-financial stability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441641-EBD4-8E3B-A0A7-3D79D0446D70}"/>
              </a:ext>
            </a:extLst>
          </p:cNvPr>
          <p:cNvSpPr/>
          <p:nvPr/>
        </p:nvSpPr>
        <p:spPr>
          <a:xfrm rot="12954239">
            <a:off x="6461920" y="3180761"/>
            <a:ext cx="914400" cy="182880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3253EFE-D3A3-B341-9FA3-A54C13E8D7A4}"/>
              </a:ext>
            </a:extLst>
          </p:cNvPr>
          <p:cNvSpPr/>
          <p:nvPr/>
        </p:nvSpPr>
        <p:spPr>
          <a:xfrm rot="8404864">
            <a:off x="3065954" y="3180761"/>
            <a:ext cx="914400" cy="182880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9BF8D97-B68B-9B88-5C33-545DD5D00931}"/>
              </a:ext>
            </a:extLst>
          </p:cNvPr>
          <p:cNvSpPr/>
          <p:nvPr/>
        </p:nvSpPr>
        <p:spPr>
          <a:xfrm>
            <a:off x="3912598" y="1411950"/>
            <a:ext cx="2640459" cy="983152"/>
          </a:xfrm>
          <a:prstGeom prst="leftRightArrow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53B74-F7ED-179C-98CE-2A1A569CD729}"/>
              </a:ext>
            </a:extLst>
          </p:cNvPr>
          <p:cNvSpPr txBox="1"/>
          <p:nvPr/>
        </p:nvSpPr>
        <p:spPr>
          <a:xfrm>
            <a:off x="10019509" y="825579"/>
            <a:ext cx="2112122" cy="60324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Helpful Resources:</a:t>
            </a: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3"/>
              </a:rPr>
              <a:t>IMF Strategy Toward Mainstreaming Gender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hlinkClick r:id="rId4"/>
              </a:rPr>
              <a:t>Integrating Gender into Macroeconomic Policies at the IMF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GDP gains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and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Productivity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 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Greater financial stability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0" marR="0" lvl="0" indent="0" algn="l" defTabSz="914314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4C9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Economic diversification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4C97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9427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A416-2F20-57D7-EF74-25046E0A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7AE4-A7D7-ADF7-0A6E-31512438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93" y="96312"/>
            <a:ext cx="10795183" cy="978486"/>
          </a:xfrm>
        </p:spPr>
        <p:txBody>
          <a:bodyPr/>
          <a:lstStyle/>
          <a:p>
            <a:r>
              <a:rPr lang="en-US" b="1" dirty="0"/>
              <a:t>Navigating a shock-prone world in this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86B9B-99AD-4476-104D-10AFEB2B7F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707" y="1271568"/>
            <a:ext cx="11466515" cy="5289744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more shock-prone environment…</a:t>
            </a: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r>
              <a:rPr lang="en-US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AI, volatile energy/commodity prices, geopolitical conflicts, natural disasters, pandemics…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…has direct impacts on growth, inflation, fiscal, 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BoP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228600" indent="-228600" algn="l"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r>
              <a:rPr lang="en-US" b="1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economy: </a:t>
            </a:r>
            <a:r>
              <a:rPr lang="en-US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contractions, employment losses, wage compression across formal/informal workers</a:t>
            </a:r>
          </a:p>
          <a:p>
            <a:pPr marL="228600" indent="-228600" algn="l"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r>
              <a:rPr lang="en-US" b="1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Prices: </a:t>
            </a:r>
            <a:r>
              <a:rPr lang="en-US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Inflation and relative price shifts for energy/food disproportionately burden lower-income households</a:t>
            </a:r>
          </a:p>
          <a:p>
            <a:pPr marL="228600" indent="-228600" algn="l"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r>
              <a:rPr lang="en-US" b="1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Fiscal: </a:t>
            </a:r>
            <a:r>
              <a:rPr lang="en-US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shortfalls and spending pressures create trade-offs between stabilization and social protection</a:t>
            </a:r>
          </a:p>
          <a:p>
            <a:pPr marL="228600" indent="-228600">
              <a:spcBef>
                <a:spcPts val="500"/>
              </a:spcBef>
              <a:spcAft>
                <a:spcPts val="60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r>
              <a:rPr lang="en-US" b="1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sector: </a:t>
            </a:r>
            <a:r>
              <a:rPr lang="en-US" dirty="0">
                <a:solidFill>
                  <a:srgbClr val="070B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Terms of trade vary by exporter status; capital flow reversals and risk premia on FX</a:t>
            </a:r>
          </a:p>
          <a:p>
            <a:pPr marL="228600" indent="-228600" algn="l"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endParaRPr lang="en-US" sz="3000" dirty="0">
              <a:solidFill>
                <a:srgbClr val="070B0D"/>
              </a:solidFill>
            </a:endParaRPr>
          </a:p>
          <a:p>
            <a:pPr>
              <a:spcBef>
                <a:spcPts val="500"/>
              </a:spcBef>
              <a:buClr>
                <a:schemeClr val="tx2"/>
              </a:buClr>
              <a:buSzPct val="80000"/>
            </a:pPr>
            <a:r>
              <a:rPr lang="en-US" sz="3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…and households, workers, firms.</a:t>
            </a:r>
            <a:endParaRPr lang="en-US" sz="3000" dirty="0">
              <a:solidFill>
                <a:srgbClr val="070B0D"/>
              </a:solidFill>
            </a:endParaRPr>
          </a:p>
          <a:p>
            <a:pPr algn="ctr">
              <a:spcBef>
                <a:spcPts val="500"/>
              </a:spcBef>
              <a:buClr>
                <a:schemeClr val="tx2"/>
              </a:buClr>
              <a:buSzPct val="80000"/>
            </a:pPr>
            <a:r>
              <a:rPr lang="en-US" sz="3000" b="1" i="1" dirty="0">
                <a:solidFill>
                  <a:srgbClr val="C00000"/>
                </a:solidFill>
              </a:rPr>
              <a:t>Key question:</a:t>
            </a:r>
            <a:r>
              <a:rPr lang="en-US" sz="3000" i="1" dirty="0">
                <a:solidFill>
                  <a:srgbClr val="C00000"/>
                </a:solidFill>
              </a:rPr>
              <a:t> Same shock, different incidence—why?</a:t>
            </a:r>
          </a:p>
          <a:p>
            <a:pPr marL="228600" indent="-228600" algn="l">
              <a:spcBef>
                <a:spcPts val="50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Arial" charset="0"/>
              <a:buChar char="●"/>
            </a:pPr>
            <a:endParaRPr lang="en-US" sz="1600" dirty="0">
              <a:solidFill>
                <a:srgbClr val="070B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5080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791" y="331056"/>
            <a:ext cx="11605557" cy="87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Why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might the s</a:t>
            </a:r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ame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s</a:t>
            </a:r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hock </a:t>
            </a:r>
            <a:r>
              <a:rPr lang="en-US"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lead to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d</a:t>
            </a:r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ifferent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d</a:t>
            </a:r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istributional </a:t>
            </a:r>
            <a:r>
              <a:rPr lang="en-US"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o</a:t>
            </a:r>
            <a:r>
              <a:rPr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utcomes</a:t>
            </a:r>
            <a:r>
              <a:rPr lang="en-US"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? A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f</a:t>
            </a:r>
            <a:r>
              <a:rPr lang="en-US"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ew </a:t>
            </a:r>
            <a:r>
              <a:rPr lang="en-US" sz="2852" b="1" dirty="0">
                <a:solidFill>
                  <a:schemeClr val="tx2"/>
                </a:solidFill>
                <a:latin typeface="Arial Black" panose="020B0A04020102020204" pitchFamily="34" charset="0"/>
              </a:rPr>
              <a:t>e</a:t>
            </a:r>
            <a:r>
              <a:rPr lang="en-US" sz="2852" b="1" i="0" dirty="0">
                <a:solidFill>
                  <a:schemeClr val="tx2"/>
                </a:solidFill>
                <a:latin typeface="Arial Black" panose="020B0A04020102020204" pitchFamily="34" charset="0"/>
              </a:rPr>
              <a:t>xamples to consider</a:t>
            </a:r>
            <a:endParaRPr sz="2852" b="1" i="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265112"/>
              </p:ext>
            </p:extLst>
          </p:nvPr>
        </p:nvGraphicFramePr>
        <p:xfrm>
          <a:off x="304791" y="1319514"/>
          <a:ext cx="7832212" cy="492398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3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9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873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 dirty="0">
                          <a:solidFill>
                            <a:srgbClr val="127FBD"/>
                          </a:solidFill>
                          <a:latin typeface="+mn-lt"/>
                          <a:cs typeface="Arial" panose="020B0604020202020204" pitchFamily="34" charset="0"/>
                        </a:rPr>
                        <a:t>Transmission Channel</a:t>
                      </a:r>
                    </a:p>
                  </a:txBody>
                  <a:tcPr anchor="ctr">
                    <a:lnB w="19050" cmpd="sng">
                      <a:solidFill>
                        <a:srgbClr val="127FB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 dirty="0">
                          <a:solidFill>
                            <a:srgbClr val="127FBD"/>
                          </a:solidFill>
                          <a:latin typeface="+mn-lt"/>
                          <a:cs typeface="Arial" panose="020B0604020202020204" pitchFamily="34" charset="0"/>
                        </a:rPr>
                        <a:t>Heterogeneous Impact Mechanism</a:t>
                      </a:r>
                    </a:p>
                  </a:txBody>
                  <a:tcPr anchor="ctr">
                    <a:lnB w="19050" cmpd="sng">
                      <a:solidFill>
                        <a:srgbClr val="127FBD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 dirty="0">
                          <a:solidFill>
                            <a:srgbClr val="2D404D"/>
                          </a:solidFill>
                          <a:latin typeface="+mn-lt"/>
                          <a:cs typeface="Arial" panose="020B0604020202020204" pitchFamily="34" charset="0"/>
                        </a:rPr>
                        <a:t>Consumption baskets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127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Energy and food shares vary systematically by income level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 (e.g. </a:t>
                      </a:r>
                      <a:r>
                        <a:rPr lang="en-US" sz="2000" b="0" i="0" dirty="0" err="1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  <a:hlinkClick r:id="rId3"/>
                        </a:rPr>
                        <a:t>Amaglobelli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  <a:hlinkClick r:id="rId3"/>
                        </a:rPr>
                        <a:t> and others 2022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)</a:t>
                      </a:r>
                      <a:endParaRPr sz="2000" b="0" i="0" dirty="0">
                        <a:solidFill>
                          <a:srgbClr val="070B0D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127F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6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2D404D"/>
                          </a:solidFill>
                          <a:latin typeface="+mn-lt"/>
                          <a:cs typeface="Arial" panose="020B0604020202020204" pitchFamily="34" charset="0"/>
                        </a:rPr>
                        <a:t>Income sources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Wages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/</a:t>
                      </a: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self-employment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, </a:t>
                      </a: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transfers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, remittances</a:t>
                      </a: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 determine inflation protection and shock resilience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 (e.g. 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  <a:hlinkClick r:id="rId4"/>
                        </a:rPr>
                        <a:t>Bogman and others 2021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)</a:t>
                      </a:r>
                      <a:endParaRPr sz="2000" b="0" i="0" dirty="0">
                        <a:solidFill>
                          <a:srgbClr val="070B0D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6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 dirty="0">
                          <a:solidFill>
                            <a:srgbClr val="2D404D"/>
                          </a:solidFill>
                          <a:latin typeface="+mn-lt"/>
                          <a:cs typeface="Arial" panose="020B0604020202020204" pitchFamily="34" charset="0"/>
                        </a:rPr>
                        <a:t>Sectoral exposure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Formal versus informal sector and industry concentration create differential vulnerability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 (e.g. 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  <a:hlinkClick r:id="rId5"/>
                        </a:rPr>
                        <a:t>Lizarazo and Tan 2025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)</a:t>
                      </a:r>
                      <a:endParaRPr sz="2000" b="0" i="0" dirty="0">
                        <a:solidFill>
                          <a:srgbClr val="070B0D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7D7E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6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2D404D"/>
                          </a:solidFill>
                          <a:latin typeface="+mn-lt"/>
                          <a:cs typeface="Arial" panose="020B0604020202020204" pitchFamily="34" charset="0"/>
                        </a:rPr>
                        <a:t>Financial buffers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Savings, assets, and credit access differ substantially across income distribution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</a:rPr>
                        <a:t> (e.g. </a:t>
                      </a:r>
                      <a:r>
                        <a:rPr lang="en-US" sz="2000" b="0" i="0" dirty="0">
                          <a:solidFill>
                            <a:srgbClr val="070B0D"/>
                          </a:solidFill>
                          <a:latin typeface="+mn-lt"/>
                          <a:cs typeface="Arial" panose="020B0604020202020204" pitchFamily="34" charset="0"/>
                          <a:hlinkClick r:id="rId6"/>
                        </a:rPr>
                        <a:t>IMF FAS)</a:t>
                      </a:r>
                      <a:endParaRPr sz="2000" b="0" i="0" dirty="0">
                        <a:solidFill>
                          <a:srgbClr val="070B0D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C7D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10">
            <a:extLst>
              <a:ext uri="{FF2B5EF4-FFF2-40B4-BE49-F238E27FC236}">
                <a16:creationId xmlns:a16="http://schemas.microsoft.com/office/drawing/2014/main" id="{16289F32-82DE-6466-A768-9A70DE14C2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498" r="10498"/>
          <a:stretch>
            <a:fillRect/>
          </a:stretch>
        </p:blipFill>
        <p:spPr>
          <a:xfrm>
            <a:off x="8484242" y="1327587"/>
            <a:ext cx="3136113" cy="53139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647B9-E908-835A-2D86-50DA96D81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A547337-E192-27F8-9C9F-76D73462B12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2336" y="449667"/>
            <a:ext cx="11241814" cy="626903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3200" dirty="0">
                <a:latin typeface="Arial Black"/>
                <a:ea typeface="Microsoft JhengHei"/>
              </a:rPr>
              <a:t>How can we analyze macroeconomic and distributional impacts of shocks?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070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9B914-F6C5-2661-F223-C4F03106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2A652-3508-8A29-EB29-B2827B71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53" y="88971"/>
            <a:ext cx="11690293" cy="978486"/>
          </a:xfrm>
        </p:spPr>
        <p:txBody>
          <a:bodyPr>
            <a:normAutofit/>
          </a:bodyPr>
          <a:lstStyle/>
          <a:p>
            <a:pPr fontAlgn="t">
              <a:lnSpc>
                <a:spcPts val="2900"/>
              </a:lnSpc>
            </a:pPr>
            <a:r>
              <a:rPr lang="en-US" dirty="0">
                <a:latin typeface="Arial Black" panose="020B0A04020102020204" pitchFamily="34" charset="0"/>
              </a:rPr>
              <a:t>IMF growth projections are broadly lower considering recent shocks.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21514-F682-36D2-834C-F4F0E1BAB0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164" y="1311007"/>
            <a:ext cx="7712504" cy="5019455"/>
          </a:xfrm>
        </p:spPr>
        <p:txBody>
          <a:bodyPr vert="horz" lIns="0" tIns="137160" rIns="0" bIns="0" rtlCol="0" anchor="t">
            <a:normAutofit/>
          </a:bodyPr>
          <a:lstStyle/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68B39-5DF1-2DAA-D9ED-96F91986B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61" y="1373235"/>
            <a:ext cx="5550060" cy="548476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00D7235-EFFF-DAEA-FE17-39873B1315DA}"/>
              </a:ext>
            </a:extLst>
          </p:cNvPr>
          <p:cNvSpPr txBox="1">
            <a:spLocks/>
          </p:cNvSpPr>
          <p:nvPr/>
        </p:nvSpPr>
        <p:spPr>
          <a:xfrm>
            <a:off x="8472668" y="1798107"/>
            <a:ext cx="3200400" cy="469144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i="0" kern="1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t">
              <a:lnSpc>
                <a:spcPts val="22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Lower-income commodity-importing economies are projected to be hit particularly hard through higher energy and food prices as well as foreign exchange depreciation.</a:t>
            </a:r>
          </a:p>
          <a:p>
            <a:pPr fontAlgn="t">
              <a:lnSpc>
                <a:spcPts val="22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2200"/>
              </a:lnSpc>
            </a:pPr>
            <a:r>
              <a:rPr lang="en-US" sz="1800" b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April 2026 World Economic Outlook: Global Economy in the Shadow of War</a:t>
            </a:r>
            <a:endParaRPr lang="en-US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ts val="22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9DD519-94A6-731A-ACB8-5950E083CCE6}"/>
              </a:ext>
            </a:extLst>
          </p:cNvPr>
          <p:cNvSpPr txBox="1">
            <a:spLocks/>
          </p:cNvSpPr>
          <p:nvPr/>
        </p:nvSpPr>
        <p:spPr>
          <a:xfrm>
            <a:off x="2584283" y="920636"/>
            <a:ext cx="5550061" cy="62165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i="0" kern="12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t">
              <a:lnSpc>
                <a:spcPts val="22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GDP Growth Revisions (percentage points)</a:t>
            </a:r>
          </a:p>
        </p:txBody>
      </p:sp>
    </p:spTree>
    <p:extLst>
      <p:ext uri="{BB962C8B-B14F-4D97-AF65-F5344CB8AC3E}">
        <p14:creationId xmlns:p14="http://schemas.microsoft.com/office/powerpoint/2010/main" val="368763053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D5DB-E70F-A4CD-1409-5B810465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88BA-38A7-5C35-4047-DFA1C0B3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70" y="144202"/>
            <a:ext cx="11189102" cy="9784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In SSA, projections point to lower growth and higher inflation under more severe shock scenario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529218-D09C-41DF-ED82-BCB3DD20F32B}"/>
              </a:ext>
            </a:extLst>
          </p:cNvPr>
          <p:cNvSpPr txBox="1"/>
          <p:nvPr/>
        </p:nvSpPr>
        <p:spPr>
          <a:xfrm>
            <a:off x="312516" y="6245713"/>
            <a:ext cx="7882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April 2026 </a:t>
            </a:r>
            <a:r>
              <a:rPr lang="en-US" dirty="0">
                <a:hlinkClick r:id="rId2"/>
              </a:rPr>
              <a:t>Sub-Saharan Africa Regional Economic Outlook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9F3DF-3AB5-874A-5998-B8A0E3A66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70" y="1934685"/>
            <a:ext cx="8918452" cy="4187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B1AE2-0158-C195-F398-B2D530DA9DE2}"/>
              </a:ext>
            </a:extLst>
          </p:cNvPr>
          <p:cNvSpPr txBox="1"/>
          <p:nvPr/>
        </p:nvSpPr>
        <p:spPr>
          <a:xfrm>
            <a:off x="314288" y="1122688"/>
            <a:ext cx="89184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Additional Impact on GDP Growth and Inflation from Severe Scenario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(percentage points deviation from baseline)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0C065-5A12-FA71-4B79-6ADF4BB9C2A7}"/>
              </a:ext>
            </a:extLst>
          </p:cNvPr>
          <p:cNvSpPr txBox="1"/>
          <p:nvPr/>
        </p:nvSpPr>
        <p:spPr>
          <a:xfrm>
            <a:off x="1689902" y="5937814"/>
            <a:ext cx="349555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BAECF-CDF3-0F03-7979-FA481C9BAAE2}"/>
              </a:ext>
            </a:extLst>
          </p:cNvPr>
          <p:cNvSpPr txBox="1"/>
          <p:nvPr/>
        </p:nvSpPr>
        <p:spPr>
          <a:xfrm>
            <a:off x="9232740" y="1044167"/>
            <a:ext cx="29592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Global slowdown reduces regional output by –0.6% (2026) and –0.4% (2027) vs. baseline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Oil exporters: GDP gains from higher prices, partly offset by tighter financing and spillovers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Oil importers: Output declines –1.5 pp (2026) and –2.8 pp (2027)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Inflation pressures: Regional inflation rises +2.4 pp (2026) and +3.8 pp (2027)</a:t>
            </a:r>
          </a:p>
        </p:txBody>
      </p:sp>
    </p:spTree>
    <p:extLst>
      <p:ext uri="{BB962C8B-B14F-4D97-AF65-F5344CB8AC3E}">
        <p14:creationId xmlns:p14="http://schemas.microsoft.com/office/powerpoint/2010/main" val="42852588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707" y="293082"/>
            <a:ext cx="10934079" cy="978486"/>
          </a:xfrm>
        </p:spPr>
        <p:txBody>
          <a:bodyPr/>
          <a:lstStyle/>
          <a:p>
            <a:r>
              <a:rPr lang="en-US" b="1" dirty="0"/>
              <a:t>Let’s explore three possible shocks in greater detail…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708" y="1469871"/>
            <a:ext cx="10371940" cy="5095047"/>
          </a:xfrm>
        </p:spPr>
        <p:txBody>
          <a:bodyPr vert="horz" lIns="0" tIns="0" rIns="0" bIns="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3200" b="1" dirty="0">
                <a:solidFill>
                  <a:schemeClr val="tx2"/>
                </a:solidFill>
              </a:rPr>
              <a:t>Archetypes and examples of transmission channels</a:t>
            </a:r>
          </a:p>
          <a:p>
            <a:pPr marL="347663" algn="l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1. Energy/commodity price spike</a:t>
            </a:r>
          </a:p>
          <a:p>
            <a:pPr marL="347663" algn="l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80000"/>
            </a:pPr>
            <a:r>
              <a:rPr lang="en-US" sz="2400" dirty="0">
                <a:solidFill>
                  <a:srgbClr val="070B0D"/>
                </a:solidFill>
              </a:rPr>
              <a:t>	Higher inflation and real income compression</a:t>
            </a:r>
          </a:p>
          <a:p>
            <a:pPr marL="347663" algn="l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2. Conflict/geopolitical disruption</a:t>
            </a:r>
          </a:p>
          <a:p>
            <a:pPr marL="347663" algn="l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80000"/>
            </a:pPr>
            <a:r>
              <a:rPr lang="en-US" sz="2400" dirty="0">
                <a:solidFill>
                  <a:srgbClr val="070B0D"/>
                </a:solidFill>
              </a:rPr>
              <a:t>	Supply disruption, heightened uncertainty, and potential displacement</a:t>
            </a:r>
          </a:p>
          <a:p>
            <a:pPr marL="347663" algn="l"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3. Technology/AI diffusion</a:t>
            </a:r>
          </a:p>
          <a:p>
            <a:pPr marL="347663">
              <a:lnSpc>
                <a:spcPts val="29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tx2"/>
                </a:solidFill>
              </a:rPr>
              <a:t>	</a:t>
            </a:r>
            <a:r>
              <a:rPr lang="en-US" sz="2800" dirty="0">
                <a:solidFill>
                  <a:srgbClr val="070B0D"/>
                </a:solidFill>
              </a:rPr>
              <a:t> </a:t>
            </a:r>
            <a:r>
              <a:rPr lang="en-US" sz="2400" dirty="0">
                <a:solidFill>
                  <a:srgbClr val="070B0D"/>
                </a:solidFill>
              </a:rPr>
              <a:t>Productivity gains and labor reallocation</a:t>
            </a:r>
            <a:endParaRPr lang="en-US" sz="2400" b="1" dirty="0">
              <a:solidFill>
                <a:schemeClr val="tx2"/>
              </a:solidFill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80000"/>
            </a:pPr>
            <a:r>
              <a:rPr lang="en-US" sz="2400" dirty="0">
                <a:solidFill>
                  <a:srgbClr val="070B0D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6968802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911D-D3B2-784A-3D7B-0CC6AC4A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5069" r="5069"/>
          <a:stretch>
            <a:fillRect/>
          </a:stretch>
        </p:blipFill>
        <p:spPr>
          <a:xfrm>
            <a:off x="8708232" y="1064031"/>
            <a:ext cx="3253813" cy="55134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C97126-2410-35EF-7A3A-FAD8DF44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08" y="293082"/>
            <a:ext cx="7400000" cy="978486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r>
              <a:rPr lang="en-US" dirty="0">
                <a:latin typeface="Arial Black" panose="020B0A04020102020204" pitchFamily="34" charset="0"/>
              </a:rPr>
              <a:t>Example 1: Energy Price Shock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945DB-1040-1524-7E24-F2DEC4CC33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0164" y="1311007"/>
            <a:ext cx="7712504" cy="5019455"/>
          </a:xfrm>
        </p:spPr>
        <p:txBody>
          <a:bodyPr vert="horz" lIns="0" tIns="137160" rIns="0" bIns="0" rtlCol="0" anchor="t">
            <a:normAutofit fontScale="92500"/>
          </a:bodyPr>
          <a:lstStyle/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Starting point for analysis could include…</a:t>
            </a:r>
          </a:p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Macroeconomic considerations: </a:t>
            </a:r>
            <a:endParaRPr lang="en-US" b="1" dirty="0">
              <a:solidFill>
                <a:schemeClr val="tx2"/>
              </a:solidFill>
            </a:endParaRP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Inflation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Fiscal cost of price measures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Current account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Growth</a:t>
            </a:r>
          </a:p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Distributional considerations: 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Higher burden on low‑income households if energy, transport, or food shares are larger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Informal workers face limited wage indexation; real wages compress</a:t>
            </a:r>
          </a:p>
          <a:p>
            <a:pPr fontAlgn="t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Policy design: </a:t>
            </a:r>
          </a:p>
          <a:p>
            <a:pPr marL="741363" lvl="3" indent="-277813" fontAlgn="t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Protect vulnerable </a:t>
            </a:r>
            <a:r>
              <a:rPr lang="en-US" b="1" dirty="0"/>
              <a:t>with targeted measures</a:t>
            </a:r>
            <a:r>
              <a:rPr lang="en-US" dirty="0"/>
              <a:t> where feasible; limit broad untargeted subsidies when fiscal space is tight.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17131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6367" y="257065"/>
            <a:ext cx="1124674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chemeClr val="tx2"/>
                </a:solidFill>
                <a:latin typeface="Arial Black" panose="020B0A04020102020204" pitchFamily="34" charset="0"/>
              </a:rPr>
              <a:t>IMF Research on Oil Price Shocks and Labor Market Disparities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67" y="1543126"/>
            <a:ext cx="7010224" cy="430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1775" indent="-231775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Raleway" charset="0"/>
              <a:buChar char="●"/>
            </a:pPr>
            <a:r>
              <a:rPr lang="en-US" sz="2000" b="0" i="0" dirty="0">
                <a:solidFill>
                  <a:schemeClr val="tx2"/>
                </a:solidFill>
              </a:rPr>
              <a:t>Both men and women see employment declines after the oil shock, with effects deepening through the first 6–8 quarters.</a:t>
            </a:r>
          </a:p>
          <a:p>
            <a:pPr marL="231775" indent="-231775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Raleway" charset="0"/>
              <a:buChar char="●"/>
            </a:pPr>
            <a:r>
              <a:rPr lang="en-US" sz="2000" b="0" i="0" dirty="0">
                <a:solidFill>
                  <a:schemeClr val="tx2"/>
                </a:solidFill>
              </a:rPr>
              <a:t>Men experience a larger initial drop, reaching about -0.25 pp, but show a clear recovery starting after ~8 quarters.</a:t>
            </a:r>
          </a:p>
          <a:p>
            <a:pPr marL="231775" indent="-231775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Raleway" charset="0"/>
              <a:buChar char="●"/>
            </a:pPr>
            <a:r>
              <a:rPr lang="en-US" sz="2000" b="0" i="0" dirty="0">
                <a:solidFill>
                  <a:schemeClr val="tx2"/>
                </a:solidFill>
              </a:rPr>
              <a:t>Women also experience a significant decline (-0.2 to -0.25 pp), but recovery is slower and remains persistently negative over the full horizon.</a:t>
            </a:r>
          </a:p>
          <a:p>
            <a:pPr marL="231775" indent="-231775" algn="l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Raleway" charset="0"/>
              <a:buChar char="●"/>
            </a:pPr>
            <a:r>
              <a:rPr lang="en-US" sz="2000" b="0" i="0" dirty="0">
                <a:solidFill>
                  <a:schemeClr val="tx2"/>
                </a:solidFill>
              </a:rPr>
              <a:t>Gender employment gap temporarily narrows post-shock, peaking around quarter 8, as men are more affected initially; the gap then fades as men recover faster than women.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lnSpc>
                <a:spcPts val="2203"/>
              </a:lnSpc>
              <a:spcBef>
                <a:spcPts val="959"/>
              </a:spcBef>
              <a:buClr>
                <a:srgbClr val="E4863B"/>
              </a:buClr>
              <a:buSzPct val="100000"/>
            </a:pPr>
            <a:r>
              <a:rPr lang="en-US" sz="2000" b="0" i="0" dirty="0">
                <a:solidFill>
                  <a:schemeClr val="tx2"/>
                </a:solidFill>
              </a:rPr>
              <a:t>Source: </a:t>
            </a:r>
            <a:r>
              <a:rPr lang="en-US" sz="2000" dirty="0">
                <a:hlinkClick r:id="rId2"/>
              </a:rPr>
              <a:t>Oil Shocks and Labor Market Developments, IMF Working Paper No. 2025/145, July 18, 2025</a:t>
            </a:r>
            <a:endParaRPr sz="2000" b="0" i="0" dirty="0">
              <a:solidFill>
                <a:schemeClr val="tx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5C8A90-C995-DDCC-A876-13E071018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351" y="3969386"/>
            <a:ext cx="4331493" cy="26315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F9A64A-A5D0-BFFA-F658-46FF1C4FD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745" y="1203767"/>
            <a:ext cx="4451204" cy="25820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34944"/>
            <a:ext cx="12192000" cy="5623056"/>
          </a:xfrm>
          <a:prstGeom prst="rect">
            <a:avLst/>
          </a:prstGeom>
          <a:solidFill>
            <a:srgbClr val="09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2193" y="279502"/>
            <a:ext cx="1115414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(cont.) </a:t>
            </a:r>
            <a:r>
              <a:rPr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Heterogeneous Impacts: Oil Importers versus Exporters and Sectoral Differences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38758"/>
              </p:ext>
            </p:extLst>
          </p:nvPr>
        </p:nvGraphicFramePr>
        <p:xfrm>
          <a:off x="650112" y="1945892"/>
          <a:ext cx="10891776" cy="4201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7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8272">
                  <a:extLst>
                    <a:ext uri="{9D8B030D-6E8A-4147-A177-3AD203B41FA5}">
                      <a16:colId xmlns:a16="http://schemas.microsoft.com/office/drawing/2014/main" val="1892529690"/>
                    </a:ext>
                  </a:extLst>
                </a:gridCol>
                <a:gridCol w="2722944">
                  <a:extLst>
                    <a:ext uri="{9D8B030D-6E8A-4147-A177-3AD203B41FA5}">
                      <a16:colId xmlns:a16="http://schemas.microsoft.com/office/drawing/2014/main" val="2633796751"/>
                    </a:ext>
                  </a:extLst>
                </a:gridCol>
                <a:gridCol w="272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78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2000" b="1" i="0" dirty="0">
                          <a:solidFill>
                            <a:srgbClr val="E4863B"/>
                          </a:solidFill>
                          <a:latin typeface="Raleway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E4863B"/>
                          </a:solidFill>
                          <a:latin typeface="Raleway"/>
                          <a:ea typeface="+mn-ea"/>
                          <a:cs typeface="+mn-cs"/>
                        </a:rPr>
                        <a:t>Employment-to-Population Ratio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E4863B"/>
                          </a:solidFill>
                          <a:latin typeface="Raleway"/>
                          <a:ea typeface="+mn-ea"/>
                          <a:cs typeface="+mn-cs"/>
                        </a:rPr>
                        <a:t>Unemployment Rate</a:t>
                      </a:r>
                    </a:p>
                    <a:p>
                      <a:pPr marL="0" marR="0" lvl="0" indent="0" algn="l" defTabSz="9143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2000" b="1" i="0" kern="1200" dirty="0">
                        <a:solidFill>
                          <a:srgbClr val="E4863B"/>
                        </a:solidFill>
                        <a:latin typeface="Raleway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rgbClr val="E4863B"/>
                          </a:solidFill>
                          <a:latin typeface="Raleway"/>
                          <a:ea typeface="+mn-ea"/>
                          <a:cs typeface="+mn-cs"/>
                        </a:rPr>
                        <a:t>Labor Force Participation Rate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Sharp decline with partial recovery; remains below baseline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Rapid rise with slow decline; remains elevated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Mild decline; volatile, partial rebound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259298"/>
                  </a:ext>
                </a:extLst>
              </a:tr>
              <a:tr h="56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Net Oil Importers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Sharp drop, partial rebound; remains below baseline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Rapid increase, slow recovery; stays elevated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Persistent decline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7327800"/>
                  </a:ext>
                </a:extLst>
              </a:tr>
              <a:tr h="56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Net Oil Exporters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Gradual increase, peaks later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Mild increase, returns to baseline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Steady increase over 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Sectoral Analysis – Oil-Intensive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Immediate, sharp drop; remains below baseline long term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Sectoral Analysis – Oil-Moderate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Delayed decline; persistent medium- and long-term drop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Not available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5AA9-49EC-8323-84C4-2B51AF56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7F60-9AC0-1478-BC0B-80E72B98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08" y="293082"/>
            <a:ext cx="9151578" cy="978486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r>
              <a:rPr lang="en-US" dirty="0">
                <a:latin typeface="Arial Black" panose="020B0A04020102020204" pitchFamily="34" charset="0"/>
              </a:rPr>
              <a:t>Example 2: Conflict/Geopolitical Shock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CFC3C-EE46-E8C0-1F79-8CF4A86B4B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477" y="1271568"/>
            <a:ext cx="7970960" cy="5019455"/>
          </a:xfrm>
        </p:spPr>
        <p:txBody>
          <a:bodyPr vert="horz" lIns="0" tIns="137160" rIns="0" bIns="0" rtlCol="0" anchor="t">
            <a:normAutofit/>
          </a:bodyPr>
          <a:lstStyle/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600" b="1" dirty="0">
                <a:solidFill>
                  <a:schemeClr val="tx2"/>
                </a:solidFill>
              </a:rPr>
              <a:t>Starting point for analysis could include…</a:t>
            </a:r>
          </a:p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Macroeconomic considerations: </a:t>
            </a:r>
            <a:endParaRPr lang="en-US" b="1" dirty="0">
              <a:solidFill>
                <a:schemeClr val="tx2"/>
              </a:solidFill>
            </a:endParaRP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Real: production/trade disruptions; supply constraints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Fiscal: spending pressures (security, humanitarian, reconstruction)</a:t>
            </a:r>
          </a:p>
          <a:p>
            <a:pPr lvl="3" fontAlgn="t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Financial: risk premia, capital outflows, FX pressures</a:t>
            </a:r>
          </a:p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Distributional considerations: 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Displacement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Job loss concentrated in specific regions/sectors</a:t>
            </a:r>
          </a:p>
          <a:p>
            <a:pPr marL="742950" lvl="1" indent="-285750" fontAlgn="t">
              <a:lnSpc>
                <a:spcPts val="1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Unequal/unavailable access to services</a:t>
            </a:r>
          </a:p>
          <a:p>
            <a:pPr fontAlgn="t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Policy design: </a:t>
            </a:r>
          </a:p>
          <a:p>
            <a:pPr marL="741363" lvl="3" indent="-277813" fontAlgn="t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Protect vulnerable </a:t>
            </a:r>
            <a:r>
              <a:rPr lang="en-US" b="1" dirty="0"/>
              <a:t>with targeted measures</a:t>
            </a:r>
            <a:r>
              <a:rPr lang="en-US" dirty="0"/>
              <a:t> where feasible; limit broad untargeted subsidies when fiscal space is tight.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046501-6131-D20E-446D-05D16345F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346" y="989634"/>
            <a:ext cx="3912243" cy="586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4774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2C5CA-1652-996D-3F67-9D18C22F2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52" y="144202"/>
            <a:ext cx="9715500" cy="9784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Economic Costs of Conflict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CE41A-965E-31A3-210B-1BA3774FE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42" y="1600665"/>
            <a:ext cx="5074788" cy="2940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5AF4E-E389-99F5-6E4B-21B0D5E7F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666" y="378065"/>
            <a:ext cx="4696592" cy="3050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9B8489-8A39-3229-3F35-2A246ABB9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59" y="5388129"/>
            <a:ext cx="5042947" cy="11416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161E05-895C-3193-D54C-0C891E69F12D}"/>
              </a:ext>
            </a:extLst>
          </p:cNvPr>
          <p:cNvSpPr txBox="1"/>
          <p:nvPr/>
        </p:nvSpPr>
        <p:spPr>
          <a:xfrm>
            <a:off x="567159" y="5018797"/>
            <a:ext cx="482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April 2026 </a:t>
            </a:r>
            <a:r>
              <a:rPr lang="en-US" dirty="0">
                <a:hlinkClick r:id="rId5"/>
              </a:rPr>
              <a:t>World Economic Outlook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3741FA-10CC-096A-D2B2-624AA586B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2371" y="3626071"/>
            <a:ext cx="4656720" cy="31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4787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360D-5EF2-FCC9-B24A-9C4C59DD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A751D-197B-7DB9-B55A-745B1EAEE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52" y="144202"/>
            <a:ext cx="9715500" cy="9784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Macroeconomic Tradeoffs of Major Conflicts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37F03-94E7-E460-E4D1-9813B542EEC9}"/>
              </a:ext>
            </a:extLst>
          </p:cNvPr>
          <p:cNvSpPr txBox="1"/>
          <p:nvPr/>
        </p:nvSpPr>
        <p:spPr>
          <a:xfrm>
            <a:off x="7037130" y="6172690"/>
            <a:ext cx="482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April 2026 </a:t>
            </a:r>
            <a:r>
              <a:rPr lang="en-US" dirty="0">
                <a:hlinkClick r:id="rId2"/>
              </a:rPr>
              <a:t>World Economic Outlook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50E52-2F7D-A58F-8168-123BBB839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19" y="787546"/>
            <a:ext cx="7593270" cy="47733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88A06D-5287-D8AE-DD90-EC6817255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65" y="5530975"/>
            <a:ext cx="5868365" cy="12834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2CACF7-043A-2939-D5F9-716FCB9AFAC7}"/>
              </a:ext>
            </a:extLst>
          </p:cNvPr>
          <p:cNvSpPr txBox="1"/>
          <p:nvPr/>
        </p:nvSpPr>
        <p:spPr>
          <a:xfrm>
            <a:off x="8738886" y="2638329"/>
            <a:ext cx="2615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Let’s Discuss…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What might be some of the distributional impacts that we could see in the demand side components?  </a:t>
            </a:r>
          </a:p>
        </p:txBody>
      </p:sp>
    </p:spTree>
    <p:extLst>
      <p:ext uri="{BB962C8B-B14F-4D97-AF65-F5344CB8AC3E}">
        <p14:creationId xmlns:p14="http://schemas.microsoft.com/office/powerpoint/2010/main" val="47991591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FDF0-708D-10E5-39BF-78061B2D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6C344-293C-D502-94F4-B7BA5CFA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08" y="293082"/>
            <a:ext cx="9151578" cy="978486"/>
          </a:xfrm>
        </p:spPr>
        <p:txBody>
          <a:bodyPr/>
          <a:lstStyle/>
          <a:p>
            <a:pPr fontAlgn="t">
              <a:lnSpc>
                <a:spcPts val="1500"/>
              </a:lnSpc>
            </a:pPr>
            <a:r>
              <a:rPr lang="en-US" dirty="0">
                <a:latin typeface="Arial Black" panose="020B0A04020102020204" pitchFamily="34" charset="0"/>
              </a:rPr>
              <a:t>Example 3: Technology/AI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4D22E-F885-A8B0-0A87-7BBA5B587E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476" y="1271568"/>
            <a:ext cx="8283477" cy="5293350"/>
          </a:xfrm>
        </p:spPr>
        <p:txBody>
          <a:bodyPr vert="horz" lIns="0" tIns="137160" rIns="0" bIns="0" rtlCol="0" anchor="t">
            <a:normAutofit/>
          </a:bodyPr>
          <a:lstStyle/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sz="2600" b="1" dirty="0">
                <a:solidFill>
                  <a:schemeClr val="tx2"/>
                </a:solidFill>
              </a:rPr>
              <a:t>Starting point for analysis could include…</a:t>
            </a:r>
          </a:p>
          <a:p>
            <a:pPr fontAlgn="t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b="1" dirty="0">
                <a:solidFill>
                  <a:schemeClr val="tx2"/>
                </a:solidFill>
              </a:rPr>
              <a:t>Macroeconomic considerations: </a:t>
            </a:r>
            <a:endParaRPr lang="en-US" b="1" dirty="0">
              <a:solidFill>
                <a:schemeClr val="tx2"/>
              </a:solidFill>
            </a:endParaRP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Productivity and potential output gains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Sectoral shifts and reallocation of activity across industries</a:t>
            </a:r>
          </a:p>
          <a:p>
            <a:pPr lvl="3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Transition dynamics affecting employment and wage growth</a:t>
            </a:r>
          </a:p>
          <a:p>
            <a:pPr marL="0" lvl="3" indent="0" fontAlgn="t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Distributional considerations: 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Skill and occupation exposure varies (routine vs. non‑routine tasks)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Transitional unemployment and earnings losses may concentrate in exposed groups</a:t>
            </a:r>
          </a:p>
          <a:p>
            <a:pPr marL="742950" lvl="1" indent="-285750" fontAlgn="t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Gaps may widen where digital infrastructure and access are uneven</a:t>
            </a:r>
          </a:p>
          <a:p>
            <a:pPr marL="0" lvl="1" indent="0" fontAlgn="t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Policy design: </a:t>
            </a:r>
          </a:p>
          <a:p>
            <a:pPr marL="741363" lvl="3" indent="-277813" fontAlgn="t">
              <a:lnSpc>
                <a:spcPts val="21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Scale up reskilling and job‑matching programs, and deploy targeted, temporary support to facilitate worker transitions while preserving macroeconomic stability.</a:t>
            </a:r>
            <a:endParaRPr lang="en-US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ECD60C-4367-4422-E62F-5786CC39B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39D4DD-69CD-0097-6E1F-5D094C1C7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091" y="782326"/>
            <a:ext cx="3259514" cy="48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9396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42A2-665D-B2C0-E67A-A4AE0786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9746-D16D-DE8D-15B6-A008765D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52" y="144202"/>
            <a:ext cx="11559492" cy="97848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Women and higher‑educated workers are more exposed to AI, but more likely to benefit where jobs are complementary.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CCE5FF-65B8-537C-CCBB-F8DDE02E3255}"/>
              </a:ext>
            </a:extLst>
          </p:cNvPr>
          <p:cNvSpPr txBox="1"/>
          <p:nvPr/>
        </p:nvSpPr>
        <p:spPr>
          <a:xfrm>
            <a:off x="243068" y="6257288"/>
            <a:ext cx="666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</a:t>
            </a:r>
            <a:r>
              <a:rPr lang="en-US" dirty="0">
                <a:hlinkClick r:id="rId3"/>
              </a:rPr>
              <a:t>Gen AI: Artificial Intelligence and the Future of Work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A4A96-8EAB-B7F0-3F52-4DD888423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224" y="1377388"/>
            <a:ext cx="11195657" cy="476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027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4EBE-2471-8803-240A-9B80578B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BCFF-67AC-4151-7441-F88193CB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52" y="144202"/>
            <a:ext cx="9715500" cy="9784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AI Preparedness Index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A1E24-758F-58D6-E631-3C9B4E0D0EE5}"/>
              </a:ext>
            </a:extLst>
          </p:cNvPr>
          <p:cNvSpPr txBox="1"/>
          <p:nvPr/>
        </p:nvSpPr>
        <p:spPr>
          <a:xfrm>
            <a:off x="243068" y="6257288"/>
            <a:ext cx="666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</a:t>
            </a:r>
            <a:r>
              <a:rPr lang="en-US" dirty="0">
                <a:hlinkClick r:id="rId3"/>
              </a:rPr>
              <a:t>AI Preparedness Index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177A1-6175-59CA-3762-25410F80B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8" y="955053"/>
            <a:ext cx="8831484" cy="53022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45D0A-475A-124F-59DC-127DD8FFBA32}"/>
              </a:ext>
            </a:extLst>
          </p:cNvPr>
          <p:cNvSpPr txBox="1"/>
          <p:nvPr/>
        </p:nvSpPr>
        <p:spPr>
          <a:xfrm>
            <a:off x="9393821" y="955053"/>
            <a:ext cx="279817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Under most scenarios, AI will likely worsen overall inequality, a troubling trend that policymakers can work to prevent. 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Countries with stronger AI preparedness are more likely to see net gains, while those with lower preparedness may face greater risks of labor market disruption and widening gaps.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See </a:t>
            </a:r>
            <a:r>
              <a:rPr lang="en-US" dirty="0">
                <a:solidFill>
                  <a:schemeClr val="tx2"/>
                </a:solidFill>
                <a:hlinkClick r:id="rId5"/>
              </a:rPr>
              <a:t>Gen AI: Artificial Intelligence and the Future of Work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866285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C1D12-5DD5-2DA7-E6B9-46EEB144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355A7FA-8E22-EA40-9AE3-43C5FD005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sz="quarter" idx="11"/>
          </p:nvPr>
        </p:nvSpPr>
        <p:spPr>
          <a:xfrm>
            <a:off x="744538" y="347663"/>
            <a:ext cx="10633075" cy="6269037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2800" dirty="0">
                <a:ea typeface="Microsoft JhengHei" panose="020B0604030504040204" pitchFamily="34" charset="-120"/>
              </a:rPr>
              <a:t>Putting it all together…</a:t>
            </a:r>
            <a:endParaRPr 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524952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BDF3E079-3711-D93B-84CA-CF800D2BAA47}"/>
              </a:ext>
            </a:extLst>
          </p:cNvPr>
          <p:cNvSpPr/>
          <p:nvPr/>
        </p:nvSpPr>
        <p:spPr>
          <a:xfrm>
            <a:off x="4544751" y="1319862"/>
            <a:ext cx="7010642" cy="1554480"/>
          </a:xfrm>
          <a:prstGeom prst="roundRect">
            <a:avLst>
              <a:gd name="adj" fmla="val 29416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1C56557-4930-8A01-6219-A21BA8679971}"/>
              </a:ext>
            </a:extLst>
          </p:cNvPr>
          <p:cNvSpPr/>
          <p:nvPr/>
        </p:nvSpPr>
        <p:spPr>
          <a:xfrm>
            <a:off x="4544751" y="3134951"/>
            <a:ext cx="7010642" cy="1554480"/>
          </a:xfrm>
          <a:prstGeom prst="roundRect">
            <a:avLst>
              <a:gd name="adj" fmla="val 29416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44751" y="4950039"/>
            <a:ext cx="7010642" cy="1554480"/>
          </a:xfrm>
          <a:prstGeom prst="roundRect">
            <a:avLst>
              <a:gd name="adj" fmla="val 29416"/>
            </a:avLst>
          </a:prstGeom>
          <a:solidFill>
            <a:srgbClr val="0E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7" y="1195236"/>
            <a:ext cx="3599727" cy="5399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7792" y="192700"/>
            <a:ext cx="1087270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Macroeconomic Analysis and Policies with</a:t>
            </a:r>
            <a:r>
              <a:rPr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 Distributional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4751" y="1458578"/>
            <a:ext cx="7142843" cy="1415764"/>
          </a:xfrm>
          <a:prstGeom prst="rect">
            <a:avLst/>
          </a:prstGeom>
          <a:noFill/>
        </p:spPr>
        <p:txBody>
          <a:bodyPr wrap="none" lIns="182875" tIns="152396" rIns="182875" bIns="152396">
            <a:spAutoFit/>
          </a:bodyPr>
          <a:lstStyle/>
          <a:p>
            <a:pPr algn="l"/>
            <a:r>
              <a:rPr sz="2400" b="0" i="0" dirty="0">
                <a:solidFill>
                  <a:schemeClr val="bg1"/>
                </a:solidFill>
              </a:rPr>
              <a:t>Diagnose shock type and affected macro blocks </a:t>
            </a:r>
            <a:endParaRPr lang="en-US" sz="2400" b="0" i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Shock diagnosis identifies disruption sources and affected macro blocks including </a:t>
            </a:r>
          </a:p>
          <a:p>
            <a:r>
              <a:rPr lang="en-US" sz="1600" dirty="0">
                <a:solidFill>
                  <a:schemeClr val="bg1"/>
                </a:solidFill>
              </a:rPr>
              <a:t>external sector, real economy, prices, fiscal accounts, and financial conditions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endParaRPr lang="en-US" sz="1050" dirty="0">
              <a:solidFill>
                <a:schemeClr val="bg1"/>
              </a:solidFill>
              <a:hlinkClick r:id="rId3" tooltip="ATI - Day 1 S - Shock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sz="1600" b="0" i="0" dirty="0">
                <a:solidFill>
                  <a:schemeClr val="bg1"/>
                </a:solidFill>
              </a:rPr>
              <a:t> </a:t>
            </a:r>
            <a:endParaRPr sz="1600" b="0" i="0" dirty="0">
              <a:solidFill>
                <a:schemeClr val="bg1"/>
              </a:solidFill>
              <a:hlinkClick r:id="rId3" tooltip="ATI - Day 1 S - Shock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18108" y="3204588"/>
            <a:ext cx="6675120" cy="1661985"/>
          </a:xfrm>
          <a:prstGeom prst="rect">
            <a:avLst/>
          </a:prstGeom>
          <a:noFill/>
        </p:spPr>
        <p:txBody>
          <a:bodyPr wrap="square" lIns="182875" tIns="152396" rIns="182875" bIns="152396">
            <a:spAutoFit/>
          </a:bodyPr>
          <a:lstStyle/>
          <a:p>
            <a:pPr algn="l">
              <a:tabLst>
                <a:tab pos="231775" algn="l"/>
              </a:tabLst>
            </a:pPr>
            <a:r>
              <a:rPr sz="2400" b="0" i="0" dirty="0">
                <a:solidFill>
                  <a:schemeClr val="bg1"/>
                </a:solidFill>
              </a:rPr>
              <a:t>Identify incidence channels and exposed groups</a:t>
            </a:r>
            <a:endParaRPr lang="en-US" sz="2400" b="0" i="0" dirty="0">
              <a:solidFill>
                <a:schemeClr val="bg1"/>
              </a:solidFill>
            </a:endParaRPr>
          </a:p>
          <a:p>
            <a:pPr>
              <a:tabLst>
                <a:tab pos="231775" algn="l"/>
              </a:tabLst>
            </a:pPr>
            <a:r>
              <a:rPr lang="en-US" sz="1600" dirty="0">
                <a:solidFill>
                  <a:schemeClr val="bg1"/>
                </a:solidFill>
              </a:rPr>
              <a:t>Incidence analysis determines exposure through consumption patterns, income sources, sectoral concentration, and buffer availability for targeted responses</a:t>
            </a:r>
          </a:p>
          <a:p>
            <a:pPr algn="l">
              <a:tabLst>
                <a:tab pos="231775" algn="l"/>
              </a:tabLst>
            </a:pPr>
            <a:endParaRPr sz="1600" b="0" i="0" dirty="0">
              <a:solidFill>
                <a:schemeClr val="bg1"/>
              </a:solidFill>
              <a:hlinkClick r:id="rId3" tooltip="ATI - Day 1 S - Shock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8108" y="5088755"/>
            <a:ext cx="6675120" cy="1661985"/>
          </a:xfrm>
          <a:prstGeom prst="rect">
            <a:avLst/>
          </a:prstGeom>
          <a:noFill/>
        </p:spPr>
        <p:txBody>
          <a:bodyPr wrap="square" lIns="182875" tIns="152396" rIns="182875" bIns="152396">
            <a:sp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Design policy</a:t>
            </a:r>
            <a:r>
              <a:rPr sz="2400" b="0" i="0" dirty="0">
                <a:solidFill>
                  <a:schemeClr val="bg1"/>
                </a:solidFill>
              </a:rPr>
              <a:t> instruments </a:t>
            </a:r>
            <a:endParaRPr lang="en-US" sz="2400" b="0" i="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Align instruments with macroeconomic objectives (price stability, debt sustainability, external balance) and distributional goals while also considering capacity and implementation constraints</a:t>
            </a:r>
            <a:endParaRPr lang="en-US" sz="1050" dirty="0">
              <a:solidFill>
                <a:schemeClr val="bg1"/>
              </a:solidFill>
              <a:hlinkClick r:id="rId3" tooltip="ATI - Day 1 S - Shock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endParaRPr sz="1600" b="0" i="0" dirty="0">
              <a:solidFill>
                <a:schemeClr val="bg1"/>
              </a:solidFill>
              <a:hlinkClick r:id="rId3" tooltip="ATI - Day 1 S - Shock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0DCED9F-0208-1332-E0FF-ED49DF9A2C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4538" y="347663"/>
            <a:ext cx="10633075" cy="626903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2800" dirty="0">
                <a:ea typeface="Microsoft JhengHei" panose="020B0604030504040204" pitchFamily="34" charset="-120"/>
              </a:rPr>
              <a:t>Questions for discussion:</a:t>
            </a: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57200" algn="l"/>
                <a:tab pos="457200" algn="l"/>
              </a:tabLst>
            </a:pPr>
            <a:r>
              <a:rPr lang="en-US" sz="24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Pick one shock your country has faced recently:</a:t>
            </a:r>
          </a:p>
          <a:p>
            <a:pPr marL="800100" lvl="1" indent="-4572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57200" algn="l"/>
                <a:tab pos="457200" algn="l"/>
              </a:tabLst>
            </a:pPr>
            <a:r>
              <a:rPr lang="en-US" sz="22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What were the main macro effects (growth/inflation/fiscal/</a:t>
            </a:r>
            <a:r>
              <a:rPr lang="en-US" sz="2200" b="1" dirty="0" err="1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BoP</a:t>
            </a:r>
            <a:r>
              <a:rPr lang="en-US" sz="22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)?</a:t>
            </a:r>
          </a:p>
          <a:p>
            <a:pPr marL="800100" lvl="1" indent="-4572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57200" algn="l"/>
                <a:tab pos="457200" algn="l"/>
              </a:tabLst>
            </a:pPr>
            <a:r>
              <a:rPr lang="en-US" sz="22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Who was hit hardest and through which incidence channel?</a:t>
            </a:r>
          </a:p>
          <a:p>
            <a:pPr marL="800100" lvl="1" indent="-4572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457200" algn="l"/>
                <a:tab pos="457200" algn="l"/>
              </a:tabLst>
            </a:pPr>
            <a:r>
              <a:rPr lang="en-US" sz="2200" b="1" dirty="0"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What policy response worked—or did not—and why?</a:t>
            </a:r>
            <a:endParaRPr lang="en-US" sz="22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839173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62210-BFF1-B0B5-643B-96754AAB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AA101F3-A3A9-6A9F-2A53-5A3D1CD7492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4538" y="347663"/>
            <a:ext cx="10633075" cy="6269037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2800" dirty="0">
                <a:ea typeface="Microsoft JhengHei" panose="020B0604030504040204" pitchFamily="34" charset="-120"/>
              </a:rPr>
              <a:t>Thank you</a:t>
            </a:r>
            <a:endParaRPr lang="en-US" sz="22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383150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C9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4E11A5-019D-66FC-098D-B89F406C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968E69B-FD79-C4E2-0687-67EF8EF33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4538" y="347663"/>
            <a:ext cx="10633075" cy="6269037"/>
          </a:xfrm>
        </p:spPr>
        <p:txBody>
          <a:bodyPr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457200" algn="l"/>
                <a:tab pos="457200" algn="l"/>
              </a:tabLst>
            </a:pPr>
            <a:r>
              <a:rPr lang="en-US" sz="2800" dirty="0">
                <a:ea typeface="Microsoft JhengHei" panose="020B0604030504040204" pitchFamily="34" charset="-120"/>
              </a:rPr>
              <a:t>Extra Slides</a:t>
            </a:r>
            <a:endParaRPr lang="en-US" sz="22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4279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9555-9D70-4543-A848-6097A571E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6FA0-1D08-AB73-D890-96A8EB26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52" y="144202"/>
            <a:ext cx="9715500" cy="97848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Policymaker’s Trilemma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8080C-7078-EC76-0E25-A636EB9931E5}"/>
              </a:ext>
            </a:extLst>
          </p:cNvPr>
          <p:cNvSpPr txBox="1"/>
          <p:nvPr/>
        </p:nvSpPr>
        <p:spPr>
          <a:xfrm>
            <a:off x="254643" y="6164690"/>
            <a:ext cx="666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IMF April 2025 </a:t>
            </a:r>
            <a:r>
              <a:rPr lang="en-US" dirty="0">
                <a:hlinkClick r:id="rId2"/>
              </a:rPr>
              <a:t>Regional Economic Outlook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DECD3-3D83-2BC7-B8A5-154C928F4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560" y="840780"/>
            <a:ext cx="5683409" cy="5176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8E333-190F-A41A-F333-8855016FBB6D}"/>
              </a:ext>
            </a:extLst>
          </p:cNvPr>
          <p:cNvSpPr txBox="1"/>
          <p:nvPr/>
        </p:nvSpPr>
        <p:spPr>
          <a:xfrm>
            <a:off x="7164969" y="2628026"/>
            <a:ext cx="41550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Sub-Saharan Africa has made considerable progress addressing macroeconomic imbalances, but authorities now need to take into account a fast-changing global environment with significant uncertainty. </a:t>
            </a:r>
          </a:p>
        </p:txBody>
      </p:sp>
    </p:spTree>
    <p:extLst>
      <p:ext uri="{BB962C8B-B14F-4D97-AF65-F5344CB8AC3E}">
        <p14:creationId xmlns:p14="http://schemas.microsoft.com/office/powerpoint/2010/main" val="258811075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87C1-A7E6-4F4E-614E-D388A591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57E641-BEF8-0BAD-7450-395E4DE28DDC}"/>
              </a:ext>
            </a:extLst>
          </p:cNvPr>
          <p:cNvSpPr txBox="1"/>
          <p:nvPr/>
        </p:nvSpPr>
        <p:spPr>
          <a:xfrm>
            <a:off x="433648" y="271914"/>
            <a:ext cx="11324703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dirty="0">
                <a:solidFill>
                  <a:schemeClr val="tx2"/>
                </a:solidFill>
                <a:latin typeface="Arial Black" panose="020B0A04020102020204" pitchFamily="34" charset="0"/>
              </a:rPr>
              <a:t>Consider m</a:t>
            </a:r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acroeconomic </a:t>
            </a:r>
            <a:r>
              <a:rPr lang="en-US" sz="2800" dirty="0">
                <a:solidFill>
                  <a:schemeClr val="tx2"/>
                </a:solidFill>
                <a:latin typeface="Arial Black" panose="020B0A04020102020204" pitchFamily="34" charset="0"/>
              </a:rPr>
              <a:t>p</a:t>
            </a:r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olicy </a:t>
            </a:r>
            <a:r>
              <a:rPr lang="en-US" sz="2800" dirty="0">
                <a:solidFill>
                  <a:schemeClr val="tx2"/>
                </a:solidFill>
                <a:latin typeface="Arial Black" panose="020B0A04020102020204" pitchFamily="34" charset="0"/>
              </a:rPr>
              <a:t>c</a:t>
            </a:r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hallenges in fragile and conflict-affected </a:t>
            </a:r>
            <a:r>
              <a:rPr lang="en-US" sz="2800" dirty="0">
                <a:solidFill>
                  <a:schemeClr val="tx2"/>
                </a:solidFill>
                <a:latin typeface="Arial Black" panose="020B0A04020102020204" pitchFamily="34" charset="0"/>
              </a:rPr>
              <a:t>s</a:t>
            </a:r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tates</a:t>
            </a:r>
            <a:endParaRPr sz="2800" b="0" i="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DD639-43EC-1F10-F33B-4B78A90CD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97" y="1252022"/>
            <a:ext cx="9497803" cy="50310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A24484-F2E4-0AF1-93CB-7324366F9E99}"/>
              </a:ext>
            </a:extLst>
          </p:cNvPr>
          <p:cNvSpPr txBox="1"/>
          <p:nvPr/>
        </p:nvSpPr>
        <p:spPr>
          <a:xfrm>
            <a:off x="1347097" y="6283085"/>
            <a:ext cx="922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See also The IMF Strategy for Fragile and Conflict-Affected States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91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FA60024-3566-D097-A82A-7D2D89F006BE}"/>
              </a:ext>
            </a:extLst>
          </p:cNvPr>
          <p:cNvSpPr/>
          <p:nvPr/>
        </p:nvSpPr>
        <p:spPr>
          <a:xfrm>
            <a:off x="6095389" y="1486160"/>
            <a:ext cx="6095388" cy="5394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" y="1486160"/>
            <a:ext cx="6095388" cy="5394960"/>
          </a:xfrm>
          <a:prstGeom prst="rect">
            <a:avLst/>
          </a:prstGeom>
          <a:solidFill>
            <a:srgbClr val="09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5808" y="410810"/>
            <a:ext cx="1132470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Measurement and Monitoring: </a:t>
            </a:r>
            <a:r>
              <a:rPr lang="en-US" sz="2800" b="0" i="0" dirty="0">
                <a:solidFill>
                  <a:schemeClr val="tx2"/>
                </a:solidFill>
                <a:latin typeface="Arial Black" panose="020B0A04020102020204" pitchFamily="34" charset="0"/>
              </a:rPr>
              <a:t>Examples</a:t>
            </a:r>
            <a:endParaRPr sz="2800" b="0" i="0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96007" y="2431646"/>
            <a:ext cx="5486262" cy="4068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3"/>
              </a:lnSpc>
              <a:spcBef>
                <a:spcPts val="600"/>
              </a:spcBef>
              <a:spcAft>
                <a:spcPts val="1200"/>
              </a:spcAft>
              <a:buClr>
                <a:srgbClr val="E4863B"/>
              </a:buClr>
              <a:buSzPct val="100000"/>
            </a:pPr>
            <a:r>
              <a:rPr lang="en-US" b="0" i="0" dirty="0">
                <a:solidFill>
                  <a:schemeClr val="tx2"/>
                </a:solidFill>
              </a:rPr>
              <a:t>Move </a:t>
            </a:r>
            <a:r>
              <a:rPr b="0" i="0" dirty="0">
                <a:solidFill>
                  <a:schemeClr val="tx2"/>
                </a:solidFill>
              </a:rPr>
              <a:t>beyond headline inflation to track food and energy separately given</a:t>
            </a:r>
            <a:r>
              <a:rPr lang="en-US" b="0" i="0" dirty="0">
                <a:solidFill>
                  <a:schemeClr val="tx2"/>
                </a:solidFill>
              </a:rPr>
              <a:t> </a:t>
            </a:r>
            <a:r>
              <a:rPr b="0" i="0" dirty="0">
                <a:solidFill>
                  <a:schemeClr val="tx2"/>
                </a:solidFill>
              </a:rPr>
              <a:t>disproportionate impact on lower-income households</a:t>
            </a:r>
            <a:r>
              <a:rPr lang="en-US" b="0" i="0" dirty="0">
                <a:solidFill>
                  <a:schemeClr val="tx2"/>
                </a:solidFill>
              </a:rPr>
              <a:t>; </a:t>
            </a:r>
            <a:r>
              <a:rPr b="0" i="0" dirty="0">
                <a:solidFill>
                  <a:schemeClr val="tx2"/>
                </a:solidFill>
              </a:rPr>
              <a:t>geographic heterogeneity</a:t>
            </a:r>
          </a:p>
          <a:p>
            <a:pPr algn="l">
              <a:lnSpc>
                <a:spcPts val="2203"/>
              </a:lnSpc>
              <a:spcBef>
                <a:spcPts val="600"/>
              </a:spcBef>
              <a:spcAft>
                <a:spcPts val="1200"/>
              </a:spcAft>
              <a:buClr>
                <a:srgbClr val="E4863B"/>
              </a:buClr>
              <a:buSzPct val="100000"/>
            </a:pPr>
            <a:r>
              <a:rPr b="0" i="0" dirty="0">
                <a:solidFill>
                  <a:schemeClr val="tx2"/>
                </a:solidFill>
              </a:rPr>
              <a:t>Labor indicators disaggregated by sector age and sex provide early warning signals of differential impacts</a:t>
            </a:r>
            <a:r>
              <a:rPr lang="en-US" b="0" i="0" dirty="0">
                <a:solidFill>
                  <a:schemeClr val="tx2"/>
                </a:solidFill>
              </a:rPr>
              <a:t>; can also consider </a:t>
            </a:r>
            <a:r>
              <a:rPr b="0" i="0" dirty="0">
                <a:solidFill>
                  <a:schemeClr val="tx2"/>
                </a:solidFill>
              </a:rPr>
              <a:t>informality </a:t>
            </a:r>
          </a:p>
          <a:p>
            <a:pPr algn="l">
              <a:lnSpc>
                <a:spcPts val="2203"/>
              </a:lnSpc>
              <a:spcBef>
                <a:spcPts val="600"/>
              </a:spcBef>
              <a:spcAft>
                <a:spcPts val="1200"/>
              </a:spcAft>
              <a:buClr>
                <a:srgbClr val="E4863B"/>
              </a:buClr>
              <a:buSzPct val="100000"/>
            </a:pPr>
            <a:r>
              <a:rPr b="0" i="0" dirty="0">
                <a:solidFill>
                  <a:schemeClr val="tx2"/>
                </a:solidFill>
              </a:rPr>
              <a:t>Household welfare metrics from high-frequency surveys track real income and consumption changes across deciles enabling assessment of policy responses</a:t>
            </a:r>
          </a:p>
          <a:p>
            <a:pPr algn="l">
              <a:lnSpc>
                <a:spcPts val="2203"/>
              </a:lnSpc>
              <a:spcBef>
                <a:spcPts val="600"/>
              </a:spcBef>
              <a:spcAft>
                <a:spcPts val="1200"/>
              </a:spcAft>
              <a:buClr>
                <a:srgbClr val="E4863B"/>
              </a:buClr>
              <a:buSzPct val="100000"/>
            </a:pPr>
            <a:r>
              <a:rPr b="0" i="0" dirty="0">
                <a:solidFill>
                  <a:schemeClr val="tx2"/>
                </a:solidFill>
              </a:rPr>
              <a:t>Program effectiveness monitoring evaluates social assistance coverage adequacy and take-up rates to ensure interventions reach intended beneficiaries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792" y="1486160"/>
          <a:ext cx="5486262" cy="508090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3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800" b="1" i="0" dirty="0">
                          <a:solidFill>
                            <a:srgbClr val="E4863B"/>
                          </a:solidFill>
                          <a:latin typeface="+mn-lt"/>
                        </a:rPr>
                        <a:t>Category</a:t>
                      </a:r>
                    </a:p>
                  </a:txBody>
                  <a:tcPr anchor="ctr">
                    <a:lnB w="19050" cmpd="sng">
                      <a:solidFill>
                        <a:srgbClr val="E486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en-US" sz="1800" b="1" i="0" dirty="0">
                          <a:solidFill>
                            <a:srgbClr val="E4863B"/>
                          </a:solidFill>
                          <a:latin typeface="+mn-lt"/>
                        </a:rPr>
                        <a:t>Examples of </a:t>
                      </a:r>
                      <a:r>
                        <a:rPr sz="1800" b="1" i="0" dirty="0">
                          <a:solidFill>
                            <a:srgbClr val="E4863B"/>
                          </a:solidFill>
                          <a:latin typeface="+mn-lt"/>
                        </a:rPr>
                        <a:t>Key Indicators</a:t>
                      </a:r>
                    </a:p>
                  </a:txBody>
                  <a:tcPr anchor="ctr">
                    <a:lnB w="19050" cmpd="sng">
                      <a:solidFill>
                        <a:srgbClr val="E4863B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2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Prices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Food and energy inflation plus regional dispersion</a:t>
                      </a:r>
                    </a:p>
                  </a:txBody>
                  <a:tcPr anchor="ctr">
                    <a:lnT w="19050" cap="flat" cmpd="sng" algn="ctr">
                      <a:solidFill>
                        <a:srgbClr val="E486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9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Labor</a:t>
                      </a: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Employment and unemployment by sector age and sex</a:t>
                      </a: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9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Households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Real income and consumption by decile from surveys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1E3A52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94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Social protection programs</a:t>
                      </a:r>
                      <a:endParaRPr sz="1800" b="0" i="0" dirty="0">
                        <a:solidFill>
                          <a:srgbClr val="E8E8E8"/>
                        </a:solidFill>
                        <a:latin typeface="+mn-lt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sz="1800" b="0" i="0" dirty="0">
                          <a:solidFill>
                            <a:srgbClr val="E8E8E8"/>
                          </a:solidFill>
                          <a:latin typeface="+mn-lt"/>
                        </a:rPr>
                        <a:t>Social assistance coverage adequacy and take-up rates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8084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F-ExternalPowerPoint" id="{1321CDCF-73F3-F24E-AE22-CEC7E53E1B8D}" vid="{BD453AAE-108E-BA46-89C7-F4098155657C}"/>
    </a:ext>
  </a:extLst>
</a:theme>
</file>

<file path=ppt/theme/theme2.xml><?xml version="1.0" encoding="utf-8"?>
<a:theme xmlns:a="http://schemas.openxmlformats.org/drawingml/2006/main" name="1_Custom Design">
  <a:themeElements>
    <a:clrScheme name="IMF Colors V2">
      <a:dk1>
        <a:srgbClr val="000000"/>
      </a:dk1>
      <a:lt1>
        <a:srgbClr val="FEFEFE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0A7"/>
      </a:accent3>
      <a:accent4>
        <a:srgbClr val="DA281C"/>
      </a:accent4>
      <a:accent5>
        <a:srgbClr val="78BE20"/>
      </a:accent5>
      <a:accent6>
        <a:srgbClr val="00B0B9"/>
      </a:accent6>
      <a:hlink>
        <a:srgbClr val="0065B3"/>
      </a:hlink>
      <a:folHlink>
        <a:srgbClr val="FFBD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F-LEG_PresentationTemplate-General" id="{13F5556C-5BC5-9542-AB57-73990FD9E90C}" vid="{2B303AC9-B9EA-B048-9D5C-6C975EA170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c6f1c3b-ea25-4e6f-91c5-aeb92d62b0fb">
      <UserInfo>
        <DisplayName>Newiak, Monique</DisplayName>
        <AccountId>36</AccountId>
        <AccountType/>
      </UserInfo>
      <UserInfo>
        <DisplayName>Fabrizio, Stefania</DisplayName>
        <AccountId>13</AccountId>
        <AccountType/>
      </UserInfo>
    </SharedWithUsers>
    <lcf76f155ced4ddcb4097134ff3c332f xmlns="3b9dc015-dd13-448b-b628-7af3b634cca4">
      <Terms xmlns="http://schemas.microsoft.com/office/infopath/2007/PartnerControls"/>
    </lcf76f155ced4ddcb4097134ff3c332f>
    <TaxCatchAll xmlns="0c6f1c3b-ea25-4e6f-91c5-aeb92d62b0f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8F46CC7369E44A38836926FD52CA4" ma:contentTypeVersion="17" ma:contentTypeDescription="Create a new document." ma:contentTypeScope="" ma:versionID="34d57240de38c5ca99423c2d81288a91">
  <xsd:schema xmlns:xsd="http://www.w3.org/2001/XMLSchema" xmlns:xs="http://www.w3.org/2001/XMLSchema" xmlns:p="http://schemas.microsoft.com/office/2006/metadata/properties" xmlns:ns2="3b9dc015-dd13-448b-b628-7af3b634cca4" xmlns:ns3="0c6f1c3b-ea25-4e6f-91c5-aeb92d62b0fb" targetNamespace="http://schemas.microsoft.com/office/2006/metadata/properties" ma:root="true" ma:fieldsID="e270c38f22e04ee44ccb8e6601e8d1f8" ns2:_="" ns3:_="">
    <xsd:import namespace="3b9dc015-dd13-448b-b628-7af3b634cca4"/>
    <xsd:import namespace="0c6f1c3b-ea25-4e6f-91c5-aeb92d62b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dc015-dd13-448b-b628-7af3b634c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81b0229-19ef-4425-8520-9f00e8db62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f1c3b-ea25-4e6f-91c5-aeb92d62b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4a2595-35b6-44ef-becd-33de771bf95a}" ma:internalName="TaxCatchAll" ma:showField="CatchAllData" ma:web="0c6f1c3b-ea25-4e6f-91c5-aeb92d62b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C8D683-7F18-4E49-BDB3-3705720246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162A38-A1B6-44EC-9978-4717904F1FF6}">
  <ds:schemaRefs>
    <ds:schemaRef ds:uri="http://purl.org/dc/dcmitype/"/>
    <ds:schemaRef ds:uri="3b9dc015-dd13-448b-b628-7af3b634cca4"/>
    <ds:schemaRef ds:uri="http://schemas.microsoft.com/office/2006/documentManagement/types"/>
    <ds:schemaRef ds:uri="0c6f1c3b-ea25-4e6f-91c5-aeb92d62b0fb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4935ABD-58BE-42FA-9E20-5BE820CEF5AA}">
  <ds:schemaRefs>
    <ds:schemaRef ds:uri="0c6f1c3b-ea25-4e6f-91c5-aeb92d62b0fb"/>
    <ds:schemaRef ds:uri="3b9dc015-dd13-448b-b628-7af3b634cc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IMF_GenericExternalPowerPoint</Template>
  <TotalTime>6415</TotalTime>
  <Words>1927</Words>
  <Application>Microsoft Office PowerPoint</Application>
  <PresentationFormat>Widescreen</PresentationFormat>
  <Paragraphs>248</Paragraphs>
  <Slides>26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Microsoft JhengHei</vt:lpstr>
      <vt:lpstr>.HelveticaNeueDeskInterface-Regular</vt:lpstr>
      <vt:lpstr>Arial</vt:lpstr>
      <vt:lpstr>Arial Black</vt:lpstr>
      <vt:lpstr>ArialMT</vt:lpstr>
      <vt:lpstr>Calibri</vt:lpstr>
      <vt:lpstr>EB Garamond</vt:lpstr>
      <vt:lpstr>Lucida Grande</vt:lpstr>
      <vt:lpstr>LucidaGrande</vt:lpstr>
      <vt:lpstr>Raleway</vt:lpstr>
      <vt:lpstr>Segoe UI</vt:lpstr>
      <vt:lpstr>Wingdings</vt:lpstr>
      <vt:lpstr>Custom Design</vt:lpstr>
      <vt:lpstr>1_Custom Design</vt:lpstr>
      <vt:lpstr>Macroeconomics and Distributional Impacts in a Shock-Prone World </vt:lpstr>
      <vt:lpstr>PowerPoint Presentation</vt:lpstr>
      <vt:lpstr>PowerPoint Presentation</vt:lpstr>
      <vt:lpstr>Navigating a shock-prone world in this framework</vt:lpstr>
      <vt:lpstr>PowerPoint Presentation</vt:lpstr>
      <vt:lpstr>PowerPoint Presentation</vt:lpstr>
      <vt:lpstr>IMF growth projections are broadly lower considering recent shocks. </vt:lpstr>
      <vt:lpstr>In SSA, projections point to lower growth and higher inflation under more severe shock scenario</vt:lpstr>
      <vt:lpstr>Let’s explore three possible shocks in greater detail…</vt:lpstr>
      <vt:lpstr>Example 1: Energy Price Shock</vt:lpstr>
      <vt:lpstr>PowerPoint Presentation</vt:lpstr>
      <vt:lpstr>PowerPoint Presentation</vt:lpstr>
      <vt:lpstr>Example 2: Conflict/Geopolitical Shock</vt:lpstr>
      <vt:lpstr>Economic Costs of Conflict</vt:lpstr>
      <vt:lpstr>Macroeconomic Tradeoffs of Major Conflicts</vt:lpstr>
      <vt:lpstr>Example 3: Technology/AI</vt:lpstr>
      <vt:lpstr>Women and higher‑educated workers are more exposed to AI, but more likely to benefit where jobs are complementary. </vt:lpstr>
      <vt:lpstr>AI Preparedness Index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Policymaker’s Trilemma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a visually integrated Fund</dc:title>
  <dc:creator>Kourdali, Baya</dc:creator>
  <cp:lastModifiedBy>Kolovich, Lisa</cp:lastModifiedBy>
  <cp:revision>10</cp:revision>
  <cp:lastPrinted>2023-06-10T07:45:01Z</cp:lastPrinted>
  <dcterms:created xsi:type="dcterms:W3CDTF">2018-03-12T18:37:20Z</dcterms:created>
  <dcterms:modified xsi:type="dcterms:W3CDTF">2026-05-13T00:27:44Z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eDOCS AutoSave">
    <vt:lpwstr/>
  </property>
  <property fmtid="{D5CDD505-2E9C-101B-9397-08002B2CF9AE}" pid="4" name="ContentTypeId">
    <vt:lpwstr>0x0101003808F46CC7369E44A38836926FD52CA4</vt:lpwstr>
  </property>
  <property fmtid="{D5CDD505-2E9C-101B-9397-08002B2CF9AE}" pid="5" name="MediaServiceImageTags">
    <vt:lpwstr/>
  </property>
  <property fmtid="{D5CDD505-2E9C-101B-9397-08002B2CF9AE}" pid="6" name="MSIP_Label_0c07ed86-5dc5-4593-ad03-a8684b843815_Enabled">
    <vt:lpwstr>true</vt:lpwstr>
  </property>
  <property fmtid="{D5CDD505-2E9C-101B-9397-08002B2CF9AE}" pid="7" name="MSIP_Label_0c07ed86-5dc5-4593-ad03-a8684b843815_SetDate">
    <vt:lpwstr>2026-02-03T14:24:23Z</vt:lpwstr>
  </property>
  <property fmtid="{D5CDD505-2E9C-101B-9397-08002B2CF9AE}" pid="8" name="MSIP_Label_0c07ed86-5dc5-4593-ad03-a8684b843815_Method">
    <vt:lpwstr>Privileged</vt:lpwstr>
  </property>
  <property fmtid="{D5CDD505-2E9C-101B-9397-08002B2CF9AE}" pid="9" name="MSIP_Label_0c07ed86-5dc5-4593-ad03-a8684b843815_Name">
    <vt:lpwstr>0c07ed86-5dc5-4593-ad03-a8684b843815</vt:lpwstr>
  </property>
  <property fmtid="{D5CDD505-2E9C-101B-9397-08002B2CF9AE}" pid="10" name="MSIP_Label_0c07ed86-5dc5-4593-ad03-a8684b843815_SiteId">
    <vt:lpwstr>8085fa43-302e-45bd-b171-a6648c3b6be7</vt:lpwstr>
  </property>
  <property fmtid="{D5CDD505-2E9C-101B-9397-08002B2CF9AE}" pid="11" name="MSIP_Label_0c07ed86-5dc5-4593-ad03-a8684b843815_ActionId">
    <vt:lpwstr>6be01676-eaed-4f13-8851-3d1ccc97646b</vt:lpwstr>
  </property>
  <property fmtid="{D5CDD505-2E9C-101B-9397-08002B2CF9AE}" pid="12" name="MSIP_Label_0c07ed86-5dc5-4593-ad03-a8684b843815_ContentBits">
    <vt:lpwstr>0</vt:lpwstr>
  </property>
  <property fmtid="{D5CDD505-2E9C-101B-9397-08002B2CF9AE}" pid="13" name="MSIP_Label_0c07ed86-5dc5-4593-ad03-a8684b843815_Tag">
    <vt:lpwstr>10, 0, 1, 1</vt:lpwstr>
  </property>
  <property fmtid="{D5CDD505-2E9C-101B-9397-08002B2CF9AE}" pid="14" name="MSIP_Label_5b0716c7-1bba-4fad-a90d-ee558de007a7_Extended_MSFT_Method">
    <vt:lpwstr>Privileged</vt:lpwstr>
  </property>
  <property fmtid="{D5CDD505-2E9C-101B-9397-08002B2CF9AE}" pid="15" name="MSIP_Label_5b0716c7-1bba-4fad-a90d-ee558de007a7_SetDate">
    <vt:lpwstr>2026-02-03T07:53:26Z</vt:lpwstr>
  </property>
  <property fmtid="{D5CDD505-2E9C-101B-9397-08002B2CF9AE}" pid="16" name="MSIP_Label_5b0716c7-1bba-4fad-a90d-ee558de007a7_SiteId">
    <vt:lpwstr>8085fa43-302e-45bd-b171-a6648c3b6be7</vt:lpwstr>
  </property>
  <property fmtid="{D5CDD505-2E9C-101B-9397-08002B2CF9AE}" pid="17" name="MSIP_Label_5b0716c7-1bba-4fad-a90d-ee558de007a7_Name">
    <vt:lpwstr>Email Encrypt</vt:lpwstr>
  </property>
  <property fmtid="{D5CDD505-2E9C-101B-9397-08002B2CF9AE}" pid="18" name="MSIP_Label_5b0716c7-1bba-4fad-a90d-ee558de007a7_Enabled">
    <vt:lpwstr>True</vt:lpwstr>
  </property>
</Properties>
</file>